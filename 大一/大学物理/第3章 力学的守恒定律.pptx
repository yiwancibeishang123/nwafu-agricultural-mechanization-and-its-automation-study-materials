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bmp" ContentType="image/bmp"/>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sldIdLst>
    <p:sldId id="367" r:id="rId3"/>
    <p:sldId id="315" r:id="rId4"/>
    <p:sldId id="370" r:id="rId5"/>
    <p:sldId id="371" r:id="rId6"/>
    <p:sldId id="372" r:id="rId7"/>
    <p:sldId id="373" r:id="rId8"/>
    <p:sldId id="374" r:id="rId9"/>
    <p:sldId id="308" r:id="rId10"/>
    <p:sldId id="298" r:id="rId11"/>
    <p:sldId id="376" r:id="rId12"/>
    <p:sldId id="300" r:id="rId13"/>
    <p:sldId id="380" r:id="rId14"/>
    <p:sldId id="378" r:id="rId15"/>
    <p:sldId id="381" r:id="rId16"/>
    <p:sldId id="382" r:id="rId17"/>
    <p:sldId id="316" r:id="rId18"/>
    <p:sldId id="384" r:id="rId19"/>
    <p:sldId id="385" r:id="rId20"/>
    <p:sldId id="386" r:id="rId21"/>
    <p:sldId id="387" r:id="rId22"/>
    <p:sldId id="388" r:id="rId23"/>
    <p:sldId id="320" r:id="rId24"/>
    <p:sldId id="321" r:id="rId25"/>
    <p:sldId id="322" r:id="rId26"/>
    <p:sldId id="393" r:id="rId27"/>
    <p:sldId id="324" r:id="rId28"/>
    <p:sldId id="325" r:id="rId29"/>
    <p:sldId id="326" r:id="rId30"/>
    <p:sldId id="395" r:id="rId31"/>
    <p:sldId id="327" r:id="rId32"/>
    <p:sldId id="397" r:id="rId33"/>
    <p:sldId id="398" r:id="rId34"/>
    <p:sldId id="399" r:id="rId35"/>
    <p:sldId id="331" r:id="rId36"/>
    <p:sldId id="332" r:id="rId37"/>
    <p:sldId id="333" r:id="rId38"/>
    <p:sldId id="334" r:id="rId39"/>
    <p:sldId id="335" r:id="rId40"/>
    <p:sldId id="400" r:id="rId41"/>
    <p:sldId id="342" r:id="rId42"/>
    <p:sldId id="412" r:id="rId43"/>
    <p:sldId id="413" r:id="rId45"/>
    <p:sldId id="414" r:id="rId46"/>
    <p:sldId id="416" r:id="rId47"/>
    <p:sldId id="417" r:id="rId48"/>
    <p:sldId id="418" r:id="rId49"/>
    <p:sldId id="419" r:id="rId50"/>
    <p:sldId id="420" r:id="rId51"/>
    <p:sldId id="349" r:id="rId52"/>
    <p:sldId id="422" r:id="rId53"/>
    <p:sldId id="423" r:id="rId54"/>
    <p:sldId id="424" r:id="rId55"/>
    <p:sldId id="425" r:id="rId56"/>
    <p:sldId id="426" r:id="rId57"/>
    <p:sldId id="439" r:id="rId58"/>
    <p:sldId id="354" r:id="rId59"/>
    <p:sldId id="355" r:id="rId60"/>
    <p:sldId id="428" r:id="rId61"/>
    <p:sldId id="357" r:id="rId62"/>
    <p:sldId id="434" r:id="rId63"/>
    <p:sldId id="431" r:id="rId64"/>
    <p:sldId id="359" r:id="rId65"/>
    <p:sldId id="435" r:id="rId66"/>
    <p:sldId id="436" r:id="rId67"/>
    <p:sldId id="437" r:id="rId68"/>
    <p:sldId id="363" r:id="rId69"/>
    <p:sldId id="365" r:id="rId70"/>
    <p:sldId id="438" r:id="rId71"/>
    <p:sldId id="366" r:id="rId72"/>
  </p:sldIdLst>
  <p:sldSz cx="9144000" cy="6858000" type="screen4x3"/>
  <p:notesSz cx="6858000" cy="9144000"/>
  <p:defaultTextStyle>
    <a:defPPr>
      <a:defRPr lang="zh-CN"/>
    </a:defPPr>
    <a:lvl1pPr algn="ctr" rtl="0" fontAlgn="base">
      <a:spcBef>
        <a:spcPct val="0"/>
      </a:spcBef>
      <a:spcAft>
        <a:spcPct val="0"/>
      </a:spcAft>
      <a:defRPr kumimoji="1" sz="2400" i="1" kern="1200">
        <a:solidFill>
          <a:schemeClr val="tx1"/>
        </a:solidFill>
        <a:latin typeface="Symbol" panose="05050102010706020507" pitchFamily="18" charset="2"/>
        <a:ea typeface="宋体" panose="02010600030101010101" pitchFamily="2" charset="-122"/>
        <a:cs typeface="+mn-cs"/>
      </a:defRPr>
    </a:lvl1pPr>
    <a:lvl2pPr marL="457200" algn="ctr" rtl="0" fontAlgn="base">
      <a:spcBef>
        <a:spcPct val="0"/>
      </a:spcBef>
      <a:spcAft>
        <a:spcPct val="0"/>
      </a:spcAft>
      <a:defRPr kumimoji="1" sz="2400" i="1" kern="1200">
        <a:solidFill>
          <a:schemeClr val="tx1"/>
        </a:solidFill>
        <a:latin typeface="Symbol" panose="05050102010706020507" pitchFamily="18" charset="2"/>
        <a:ea typeface="宋体" panose="02010600030101010101" pitchFamily="2" charset="-122"/>
        <a:cs typeface="+mn-cs"/>
      </a:defRPr>
    </a:lvl2pPr>
    <a:lvl3pPr marL="914400" algn="ctr" rtl="0" fontAlgn="base">
      <a:spcBef>
        <a:spcPct val="0"/>
      </a:spcBef>
      <a:spcAft>
        <a:spcPct val="0"/>
      </a:spcAft>
      <a:defRPr kumimoji="1" sz="2400" i="1" kern="1200">
        <a:solidFill>
          <a:schemeClr val="tx1"/>
        </a:solidFill>
        <a:latin typeface="Symbol" panose="05050102010706020507" pitchFamily="18" charset="2"/>
        <a:ea typeface="宋体" panose="02010600030101010101" pitchFamily="2" charset="-122"/>
        <a:cs typeface="+mn-cs"/>
      </a:defRPr>
    </a:lvl3pPr>
    <a:lvl4pPr marL="1371600" algn="ctr" rtl="0" fontAlgn="base">
      <a:spcBef>
        <a:spcPct val="0"/>
      </a:spcBef>
      <a:spcAft>
        <a:spcPct val="0"/>
      </a:spcAft>
      <a:defRPr kumimoji="1" sz="2400" i="1" kern="1200">
        <a:solidFill>
          <a:schemeClr val="tx1"/>
        </a:solidFill>
        <a:latin typeface="Symbol" panose="05050102010706020507" pitchFamily="18" charset="2"/>
        <a:ea typeface="宋体" panose="02010600030101010101" pitchFamily="2" charset="-122"/>
        <a:cs typeface="+mn-cs"/>
      </a:defRPr>
    </a:lvl4pPr>
    <a:lvl5pPr marL="1828800" algn="ctr" rtl="0" fontAlgn="base">
      <a:spcBef>
        <a:spcPct val="0"/>
      </a:spcBef>
      <a:spcAft>
        <a:spcPct val="0"/>
      </a:spcAft>
      <a:defRPr kumimoji="1" sz="2400" i="1" kern="1200">
        <a:solidFill>
          <a:schemeClr val="tx1"/>
        </a:solidFill>
        <a:latin typeface="Symbol" panose="05050102010706020507" pitchFamily="18" charset="2"/>
        <a:ea typeface="宋体" panose="02010600030101010101" pitchFamily="2" charset="-122"/>
        <a:cs typeface="+mn-cs"/>
      </a:defRPr>
    </a:lvl5pPr>
    <a:lvl6pPr marL="2286000" algn="l" defTabSz="914400" rtl="0" eaLnBrk="1" latinLnBrk="0" hangingPunct="1">
      <a:defRPr kumimoji="1" sz="2400" i="1" kern="1200">
        <a:solidFill>
          <a:schemeClr val="tx1"/>
        </a:solidFill>
        <a:latin typeface="Symbol" panose="05050102010706020507" pitchFamily="18" charset="2"/>
        <a:ea typeface="宋体" panose="02010600030101010101" pitchFamily="2" charset="-122"/>
        <a:cs typeface="+mn-cs"/>
      </a:defRPr>
    </a:lvl6pPr>
    <a:lvl7pPr marL="2743200" algn="l" defTabSz="914400" rtl="0" eaLnBrk="1" latinLnBrk="0" hangingPunct="1">
      <a:defRPr kumimoji="1" sz="2400" i="1" kern="1200">
        <a:solidFill>
          <a:schemeClr val="tx1"/>
        </a:solidFill>
        <a:latin typeface="Symbol" panose="05050102010706020507" pitchFamily="18" charset="2"/>
        <a:ea typeface="宋体" panose="02010600030101010101" pitchFamily="2" charset="-122"/>
        <a:cs typeface="+mn-cs"/>
      </a:defRPr>
    </a:lvl7pPr>
    <a:lvl8pPr marL="3200400" algn="l" defTabSz="914400" rtl="0" eaLnBrk="1" latinLnBrk="0" hangingPunct="1">
      <a:defRPr kumimoji="1" sz="2400" i="1" kern="1200">
        <a:solidFill>
          <a:schemeClr val="tx1"/>
        </a:solidFill>
        <a:latin typeface="Symbol" panose="05050102010706020507" pitchFamily="18" charset="2"/>
        <a:ea typeface="宋体" panose="02010600030101010101" pitchFamily="2" charset="-122"/>
        <a:cs typeface="+mn-cs"/>
      </a:defRPr>
    </a:lvl8pPr>
    <a:lvl9pPr marL="3657600" algn="l" defTabSz="914400" rtl="0" eaLnBrk="1" latinLnBrk="0" hangingPunct="1">
      <a:defRPr kumimoji="1" sz="2400" i="1" kern="1200">
        <a:solidFill>
          <a:schemeClr val="tx1"/>
        </a:solidFill>
        <a:latin typeface="Symbol" panose="05050102010706020507" pitchFamily="18" charset="2"/>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8080"/>
    <a:srgbClr val="336600"/>
    <a:srgbClr val="FFFFFF"/>
    <a:srgbClr val="FFCC66"/>
    <a:srgbClr val="66FFFF"/>
    <a:srgbClr val="FF6600"/>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27" autoAdjust="0"/>
    <p:restoredTop sz="94692" autoAdjust="0"/>
  </p:normalViewPr>
  <p:slideViewPr>
    <p:cSldViewPr>
      <p:cViewPr varScale="1">
        <p:scale>
          <a:sx n="114" d="100"/>
          <a:sy n="114" d="100"/>
        </p:scale>
        <p:origin x="-1542" y="-96"/>
      </p:cViewPr>
      <p:guideLst>
        <p:guide orient="horz" pos="2211"/>
        <p:guide pos="289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5" Type="http://schemas.openxmlformats.org/officeDocument/2006/relationships/tableStyles" Target="tableStyles.xml"/><Relationship Id="rId74" Type="http://schemas.openxmlformats.org/officeDocument/2006/relationships/viewProps" Target="viewProps.xml"/><Relationship Id="rId73" Type="http://schemas.openxmlformats.org/officeDocument/2006/relationships/presProps" Target="presProps.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notesMaster" Target="notesMasters/notesMaster1.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0.wmf"/><Relationship Id="rId8" Type="http://schemas.openxmlformats.org/officeDocument/2006/relationships/image" Target="../media/image9.wmf"/><Relationship Id="rId7" Type="http://schemas.openxmlformats.org/officeDocument/2006/relationships/image" Target="../media/image8.wmf"/><Relationship Id="rId6" Type="http://schemas.openxmlformats.org/officeDocument/2006/relationships/image" Target="../media/image7.wmf"/><Relationship Id="rId5" Type="http://schemas.openxmlformats.org/officeDocument/2006/relationships/image" Target="../media/image6.wmf"/><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9" Type="http://schemas.openxmlformats.org/officeDocument/2006/relationships/image" Target="../media/image15.wmf"/><Relationship Id="rId8" Type="http://schemas.openxmlformats.org/officeDocument/2006/relationships/image" Target="../media/image14.wmf"/><Relationship Id="rId7" Type="http://schemas.openxmlformats.org/officeDocument/2006/relationships/image" Target="../media/image13.wmf"/><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 Id="rId3" Type="http://schemas.openxmlformats.org/officeDocument/2006/relationships/image" Target="../media/image2.wmf"/><Relationship Id="rId2" Type="http://schemas.openxmlformats.org/officeDocument/2006/relationships/image" Target="../media/image12.wmf"/><Relationship Id="rId12" Type="http://schemas.openxmlformats.org/officeDocument/2006/relationships/image" Target="../media/image18.wmf"/><Relationship Id="rId11" Type="http://schemas.openxmlformats.org/officeDocument/2006/relationships/image" Target="../media/image17.wmf"/><Relationship Id="rId10" Type="http://schemas.openxmlformats.org/officeDocument/2006/relationships/image" Target="../media/image16.wmf"/><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image" Target="../media/image26.wmf"/><Relationship Id="rId7" Type="http://schemas.openxmlformats.org/officeDocument/2006/relationships/image" Target="../media/image25.wmf"/><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 Id="rId3" Type="http://schemas.openxmlformats.org/officeDocument/2006/relationships/image" Target="../media/image21.wmf"/><Relationship Id="rId2" Type="http://schemas.openxmlformats.org/officeDocument/2006/relationships/image" Target="../media/image20.wmf"/><Relationship Id="rId13" Type="http://schemas.openxmlformats.org/officeDocument/2006/relationships/image" Target="../media/image15.wmf"/><Relationship Id="rId12" Type="http://schemas.openxmlformats.org/officeDocument/2006/relationships/image" Target="../media/image30.wmf"/><Relationship Id="rId11" Type="http://schemas.openxmlformats.org/officeDocument/2006/relationships/image" Target="../media/image29.wmf"/><Relationship Id="rId10" Type="http://schemas.openxmlformats.org/officeDocument/2006/relationships/image" Target="../media/image28.wmf"/><Relationship Id="rId1" Type="http://schemas.openxmlformats.org/officeDocument/2006/relationships/image" Target="../media/image19.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5.vml.rels><?xml version="1.0" encoding="UTF-8" standalone="yes"?>
<Relationships xmlns="http://schemas.openxmlformats.org/package/2006/relationships"><Relationship Id="rId7" Type="http://schemas.openxmlformats.org/officeDocument/2006/relationships/image" Target="../media/image39.wmf"/><Relationship Id="rId6" Type="http://schemas.openxmlformats.org/officeDocument/2006/relationships/image" Target="../media/image38.wmf"/><Relationship Id="rId5" Type="http://schemas.openxmlformats.org/officeDocument/2006/relationships/image" Target="../media/image37.wmf"/><Relationship Id="rId4" Type="http://schemas.openxmlformats.org/officeDocument/2006/relationships/image" Target="../media/image36.wmf"/><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6.vml.rels><?xml version="1.0" encoding="UTF-8" standalone="yes"?>
<Relationships xmlns="http://schemas.openxmlformats.org/package/2006/relationships"><Relationship Id="rId7" Type="http://schemas.openxmlformats.org/officeDocument/2006/relationships/image" Target="../media/image46.wmf"/><Relationship Id="rId6" Type="http://schemas.openxmlformats.org/officeDocument/2006/relationships/image" Target="../media/image45.wmf"/><Relationship Id="rId5" Type="http://schemas.openxmlformats.org/officeDocument/2006/relationships/image" Target="../media/image44.wmf"/><Relationship Id="rId4" Type="http://schemas.openxmlformats.org/officeDocument/2006/relationships/image" Target="../media/image43.wmf"/><Relationship Id="rId3" Type="http://schemas.openxmlformats.org/officeDocument/2006/relationships/image" Target="../media/image42.wmf"/><Relationship Id="rId2" Type="http://schemas.openxmlformats.org/officeDocument/2006/relationships/image" Target="../media/image41.wmf"/><Relationship Id="rId1" Type="http://schemas.openxmlformats.org/officeDocument/2006/relationships/image" Target="../media/image40.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8.vml.rels><?xml version="1.0" encoding="UTF-8" standalone="yes"?>
<Relationships xmlns="http://schemas.openxmlformats.org/package/2006/relationships"><Relationship Id="rId9" Type="http://schemas.openxmlformats.org/officeDocument/2006/relationships/image" Target="../media/image60.wmf"/><Relationship Id="rId8" Type="http://schemas.openxmlformats.org/officeDocument/2006/relationships/image" Target="../media/image59.wmf"/><Relationship Id="rId7" Type="http://schemas.openxmlformats.org/officeDocument/2006/relationships/image" Target="../media/image58.wmf"/><Relationship Id="rId6" Type="http://schemas.openxmlformats.org/officeDocument/2006/relationships/image" Target="../media/image57.wmf"/><Relationship Id="rId5" Type="http://schemas.openxmlformats.org/officeDocument/2006/relationships/image" Target="../media/image56.wmf"/><Relationship Id="rId4" Type="http://schemas.openxmlformats.org/officeDocument/2006/relationships/image" Target="../media/image55.wmf"/><Relationship Id="rId3" Type="http://schemas.openxmlformats.org/officeDocument/2006/relationships/image" Target="../media/image54.wmf"/><Relationship Id="rId22" Type="http://schemas.openxmlformats.org/officeDocument/2006/relationships/image" Target="../media/image72.wmf"/><Relationship Id="rId21" Type="http://schemas.openxmlformats.org/officeDocument/2006/relationships/image" Target="../media/image71.wmf"/><Relationship Id="rId20" Type="http://schemas.openxmlformats.org/officeDocument/2006/relationships/image" Target="../media/image70.wmf"/><Relationship Id="rId2" Type="http://schemas.openxmlformats.org/officeDocument/2006/relationships/image" Target="../media/image53.wmf"/><Relationship Id="rId19" Type="http://schemas.openxmlformats.org/officeDocument/2006/relationships/image" Target="../media/image69.wmf"/><Relationship Id="rId18" Type="http://schemas.openxmlformats.org/officeDocument/2006/relationships/image" Target="../media/image68.wmf"/><Relationship Id="rId17" Type="http://schemas.openxmlformats.org/officeDocument/2006/relationships/image" Target="../media/image67.wmf"/><Relationship Id="rId16" Type="http://schemas.openxmlformats.org/officeDocument/2006/relationships/image" Target="../media/image66.wmf"/><Relationship Id="rId15" Type="http://schemas.openxmlformats.org/officeDocument/2006/relationships/image" Target="../media/image65.wmf"/><Relationship Id="rId14" Type="http://schemas.openxmlformats.org/officeDocument/2006/relationships/image" Target="../media/image64.wmf"/><Relationship Id="rId13" Type="http://schemas.openxmlformats.org/officeDocument/2006/relationships/image" Target="../media/image73.bmp"/><Relationship Id="rId12" Type="http://schemas.openxmlformats.org/officeDocument/2006/relationships/image" Target="../media/image63.wmf"/><Relationship Id="rId11" Type="http://schemas.openxmlformats.org/officeDocument/2006/relationships/image" Target="../media/image62.wmf"/><Relationship Id="rId10" Type="http://schemas.openxmlformats.org/officeDocument/2006/relationships/image" Target="../media/image61.wmf"/><Relationship Id="rId1" Type="http://schemas.openxmlformats.org/officeDocument/2006/relationships/image" Target="../media/image52.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0.vml.rels><?xml version="1.0" encoding="UTF-8" standalone="yes"?>
<Relationships xmlns="http://schemas.openxmlformats.org/package/2006/relationships"><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86.wmf"/><Relationship Id="rId4" Type="http://schemas.openxmlformats.org/officeDocument/2006/relationships/image" Target="../media/image85.wmf"/><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13.vml.rels><?xml version="1.0" encoding="UTF-8" standalone="yes"?>
<Relationships xmlns="http://schemas.openxmlformats.org/package/2006/relationships"><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14.vml.rels><?xml version="1.0" encoding="UTF-8" standalone="yes"?>
<Relationships xmlns="http://schemas.openxmlformats.org/package/2006/relationships"><Relationship Id="rId9" Type="http://schemas.openxmlformats.org/officeDocument/2006/relationships/image" Target="../media/image99.wmf"/><Relationship Id="rId8" Type="http://schemas.openxmlformats.org/officeDocument/2006/relationships/image" Target="../media/image98.wmf"/><Relationship Id="rId7" Type="http://schemas.openxmlformats.org/officeDocument/2006/relationships/image" Target="../media/image97.wmf"/><Relationship Id="rId6" Type="http://schemas.openxmlformats.org/officeDocument/2006/relationships/image" Target="../media/image96.wmf"/><Relationship Id="rId5" Type="http://schemas.openxmlformats.org/officeDocument/2006/relationships/image" Target="../media/image95.wmf"/><Relationship Id="rId4" Type="http://schemas.openxmlformats.org/officeDocument/2006/relationships/image" Target="../media/image94.wmf"/><Relationship Id="rId3" Type="http://schemas.openxmlformats.org/officeDocument/2006/relationships/image" Target="../media/image93.wmf"/><Relationship Id="rId2" Type="http://schemas.openxmlformats.org/officeDocument/2006/relationships/image" Target="../media/image92.wmf"/><Relationship Id="rId14" Type="http://schemas.openxmlformats.org/officeDocument/2006/relationships/image" Target="../media/image104.wmf"/><Relationship Id="rId13" Type="http://schemas.openxmlformats.org/officeDocument/2006/relationships/image" Target="../media/image103.wmf"/><Relationship Id="rId12" Type="http://schemas.openxmlformats.org/officeDocument/2006/relationships/image" Target="../media/image102.wmf"/><Relationship Id="rId11" Type="http://schemas.openxmlformats.org/officeDocument/2006/relationships/image" Target="../media/image101.wmf"/><Relationship Id="rId10" Type="http://schemas.openxmlformats.org/officeDocument/2006/relationships/image" Target="../media/image100.wmf"/><Relationship Id="rId1" Type="http://schemas.openxmlformats.org/officeDocument/2006/relationships/image" Target="../media/image91.wmf"/></Relationships>
</file>

<file path=ppt/drawings/_rels/vmlDrawing15.vml.rels><?xml version="1.0" encoding="UTF-8" standalone="yes"?>
<Relationships xmlns="http://schemas.openxmlformats.org/package/2006/relationships"><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07.wmf"/><Relationship Id="rId2" Type="http://schemas.openxmlformats.org/officeDocument/2006/relationships/image" Target="../media/image106.wmf"/><Relationship Id="rId1" Type="http://schemas.openxmlformats.org/officeDocument/2006/relationships/image" Target="../media/image105.wmf"/></Relationships>
</file>

<file path=ppt/drawings/_rels/vmlDrawing16.vml.rels><?xml version="1.0" encoding="UTF-8" standalone="yes"?>
<Relationships xmlns="http://schemas.openxmlformats.org/package/2006/relationships"><Relationship Id="rId9" Type="http://schemas.openxmlformats.org/officeDocument/2006/relationships/image" Target="../media/image119.wmf"/><Relationship Id="rId8" Type="http://schemas.openxmlformats.org/officeDocument/2006/relationships/image" Target="../media/image118.wmf"/><Relationship Id="rId7" Type="http://schemas.openxmlformats.org/officeDocument/2006/relationships/image" Target="../media/image117.wmf"/><Relationship Id="rId6" Type="http://schemas.openxmlformats.org/officeDocument/2006/relationships/image" Target="../media/image116.wmf"/><Relationship Id="rId5" Type="http://schemas.openxmlformats.org/officeDocument/2006/relationships/image" Target="../media/image115.wmf"/><Relationship Id="rId4" Type="http://schemas.openxmlformats.org/officeDocument/2006/relationships/image" Target="../media/image114.wmf"/><Relationship Id="rId3" Type="http://schemas.openxmlformats.org/officeDocument/2006/relationships/image" Target="../media/image113.wmf"/><Relationship Id="rId2" Type="http://schemas.openxmlformats.org/officeDocument/2006/relationships/image" Target="../media/image112.wmf"/><Relationship Id="rId13" Type="http://schemas.openxmlformats.org/officeDocument/2006/relationships/image" Target="../media/image123.wmf"/><Relationship Id="rId12" Type="http://schemas.openxmlformats.org/officeDocument/2006/relationships/image" Target="../media/image122.wmf"/><Relationship Id="rId11" Type="http://schemas.openxmlformats.org/officeDocument/2006/relationships/image" Target="../media/image121.wmf"/><Relationship Id="rId10" Type="http://schemas.openxmlformats.org/officeDocument/2006/relationships/image" Target="../media/image120.wmf"/><Relationship Id="rId1" Type="http://schemas.openxmlformats.org/officeDocument/2006/relationships/image" Target="../media/image111.wmf"/></Relationships>
</file>

<file path=ppt/drawings/_rels/vmlDrawing17.vml.rels><?xml version="1.0" encoding="UTF-8" standalone="yes"?>
<Relationships xmlns="http://schemas.openxmlformats.org/package/2006/relationships"><Relationship Id="rId4" Type="http://schemas.openxmlformats.org/officeDocument/2006/relationships/image" Target="../media/image127.wmf"/><Relationship Id="rId3" Type="http://schemas.openxmlformats.org/officeDocument/2006/relationships/image" Target="../media/image126.wmf"/><Relationship Id="rId2" Type="http://schemas.openxmlformats.org/officeDocument/2006/relationships/image" Target="../media/image125.wmf"/><Relationship Id="rId1" Type="http://schemas.openxmlformats.org/officeDocument/2006/relationships/image" Target="../media/image124.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136.wmf"/><Relationship Id="rId8" Type="http://schemas.openxmlformats.org/officeDocument/2006/relationships/image" Target="../media/image135.wmf"/><Relationship Id="rId7" Type="http://schemas.openxmlformats.org/officeDocument/2006/relationships/image" Target="../media/image134.wmf"/><Relationship Id="rId6" Type="http://schemas.openxmlformats.org/officeDocument/2006/relationships/image" Target="../media/image133.wmf"/><Relationship Id="rId5" Type="http://schemas.openxmlformats.org/officeDocument/2006/relationships/image" Target="../media/image132.wmf"/><Relationship Id="rId4" Type="http://schemas.openxmlformats.org/officeDocument/2006/relationships/image" Target="../media/image131.wmf"/><Relationship Id="rId3" Type="http://schemas.openxmlformats.org/officeDocument/2006/relationships/image" Target="../media/image130.wmf"/><Relationship Id="rId2" Type="http://schemas.openxmlformats.org/officeDocument/2006/relationships/image" Target="../media/image129.wmf"/><Relationship Id="rId15" Type="http://schemas.openxmlformats.org/officeDocument/2006/relationships/image" Target="../media/image142.wmf"/><Relationship Id="rId14" Type="http://schemas.openxmlformats.org/officeDocument/2006/relationships/image" Target="../media/image141.wmf"/><Relationship Id="rId13" Type="http://schemas.openxmlformats.org/officeDocument/2006/relationships/image" Target="../media/image140.wmf"/><Relationship Id="rId12" Type="http://schemas.openxmlformats.org/officeDocument/2006/relationships/image" Target="../media/image139.wmf"/><Relationship Id="rId11" Type="http://schemas.openxmlformats.org/officeDocument/2006/relationships/image" Target="../media/image138.wmf"/><Relationship Id="rId10" Type="http://schemas.openxmlformats.org/officeDocument/2006/relationships/image" Target="../media/image137.wmf"/><Relationship Id="rId1" Type="http://schemas.openxmlformats.org/officeDocument/2006/relationships/image" Target="../media/image128.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147.wmf"/><Relationship Id="rId4" Type="http://schemas.openxmlformats.org/officeDocument/2006/relationships/image" Target="../media/image146.wmf"/><Relationship Id="rId3" Type="http://schemas.openxmlformats.org/officeDocument/2006/relationships/image" Target="../media/image145.wmf"/><Relationship Id="rId2" Type="http://schemas.openxmlformats.org/officeDocument/2006/relationships/image" Target="../media/image144.wmf"/><Relationship Id="rId1" Type="http://schemas.openxmlformats.org/officeDocument/2006/relationships/image" Target="../media/image14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21.vml.rels><?xml version="1.0" encoding="UTF-8" standalone="yes"?>
<Relationships xmlns="http://schemas.openxmlformats.org/package/2006/relationships"><Relationship Id="rId9" Type="http://schemas.openxmlformats.org/officeDocument/2006/relationships/image" Target="../media/image159.wmf"/><Relationship Id="rId8" Type="http://schemas.openxmlformats.org/officeDocument/2006/relationships/image" Target="../media/image158.wmf"/><Relationship Id="rId7" Type="http://schemas.openxmlformats.org/officeDocument/2006/relationships/image" Target="../media/image157.wmf"/><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54.wmf"/><Relationship Id="rId3" Type="http://schemas.openxmlformats.org/officeDocument/2006/relationships/image" Target="../media/image153.wmf"/><Relationship Id="rId2" Type="http://schemas.openxmlformats.org/officeDocument/2006/relationships/image" Target="../media/image152.wmf"/><Relationship Id="rId17" Type="http://schemas.openxmlformats.org/officeDocument/2006/relationships/image" Target="../media/image167.wmf"/><Relationship Id="rId16" Type="http://schemas.openxmlformats.org/officeDocument/2006/relationships/image" Target="../media/image166.wmf"/><Relationship Id="rId15" Type="http://schemas.openxmlformats.org/officeDocument/2006/relationships/image" Target="../media/image165.wmf"/><Relationship Id="rId14" Type="http://schemas.openxmlformats.org/officeDocument/2006/relationships/image" Target="../media/image164.wmf"/><Relationship Id="rId13" Type="http://schemas.openxmlformats.org/officeDocument/2006/relationships/image" Target="../media/image163.wmf"/><Relationship Id="rId12" Type="http://schemas.openxmlformats.org/officeDocument/2006/relationships/image" Target="../media/image162.wmf"/><Relationship Id="rId11" Type="http://schemas.openxmlformats.org/officeDocument/2006/relationships/image" Target="../media/image161.wmf"/><Relationship Id="rId10" Type="http://schemas.openxmlformats.org/officeDocument/2006/relationships/image" Target="../media/image160.wmf"/><Relationship Id="rId1" Type="http://schemas.openxmlformats.org/officeDocument/2006/relationships/image" Target="../media/image151.wmf"/></Relationships>
</file>

<file path=ppt/drawings/_rels/vmlDrawing22.vml.rels><?xml version="1.0" encoding="UTF-8" standalone="yes"?>
<Relationships xmlns="http://schemas.openxmlformats.org/package/2006/relationships"><Relationship Id="rId9" Type="http://schemas.openxmlformats.org/officeDocument/2006/relationships/image" Target="../media/image158.wmf"/><Relationship Id="rId8" Type="http://schemas.openxmlformats.org/officeDocument/2006/relationships/image" Target="../media/image157.wmf"/><Relationship Id="rId7" Type="http://schemas.openxmlformats.org/officeDocument/2006/relationships/image" Target="../media/image151.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 Id="rId3" Type="http://schemas.openxmlformats.org/officeDocument/2006/relationships/image" Target="../media/image170.wmf"/><Relationship Id="rId2" Type="http://schemas.openxmlformats.org/officeDocument/2006/relationships/image" Target="../media/image169.wmf"/><Relationship Id="rId14" Type="http://schemas.openxmlformats.org/officeDocument/2006/relationships/image" Target="../media/image167.wmf"/><Relationship Id="rId13" Type="http://schemas.openxmlformats.org/officeDocument/2006/relationships/image" Target="../media/image166.wmf"/><Relationship Id="rId12" Type="http://schemas.openxmlformats.org/officeDocument/2006/relationships/image" Target="../media/image164.wmf"/><Relationship Id="rId11" Type="http://schemas.openxmlformats.org/officeDocument/2006/relationships/image" Target="../media/image160.wmf"/><Relationship Id="rId10" Type="http://schemas.openxmlformats.org/officeDocument/2006/relationships/image" Target="../media/image159.wmf"/><Relationship Id="rId1" Type="http://schemas.openxmlformats.org/officeDocument/2006/relationships/image" Target="../media/image168.wmf"/></Relationships>
</file>

<file path=ppt/drawings/_rels/vmlDrawing23.vml.rels><?xml version="1.0" encoding="UTF-8" standalone="yes"?>
<Relationships xmlns="http://schemas.openxmlformats.org/package/2006/relationships"><Relationship Id="rId6" Type="http://schemas.openxmlformats.org/officeDocument/2006/relationships/image" Target="../media/image179.wmf"/><Relationship Id="rId5" Type="http://schemas.openxmlformats.org/officeDocument/2006/relationships/image" Target="../media/image178.wmf"/><Relationship Id="rId4" Type="http://schemas.openxmlformats.org/officeDocument/2006/relationships/image" Target="../media/image177.wmf"/><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s>
</file>

<file path=ppt/drawings/_rels/vmlDrawing24.vml.rels><?xml version="1.0" encoding="UTF-8" standalone="yes"?>
<Relationships xmlns="http://schemas.openxmlformats.org/package/2006/relationships"><Relationship Id="rId9" Type="http://schemas.openxmlformats.org/officeDocument/2006/relationships/image" Target="../media/image188.wmf"/><Relationship Id="rId8" Type="http://schemas.openxmlformats.org/officeDocument/2006/relationships/image" Target="../media/image187.wmf"/><Relationship Id="rId7" Type="http://schemas.openxmlformats.org/officeDocument/2006/relationships/image" Target="../media/image186.wmf"/><Relationship Id="rId6" Type="http://schemas.openxmlformats.org/officeDocument/2006/relationships/image" Target="../media/image185.wmf"/><Relationship Id="rId5" Type="http://schemas.openxmlformats.org/officeDocument/2006/relationships/image" Target="../media/image184.wmf"/><Relationship Id="rId4" Type="http://schemas.openxmlformats.org/officeDocument/2006/relationships/image" Target="../media/image183.wmf"/><Relationship Id="rId3" Type="http://schemas.openxmlformats.org/officeDocument/2006/relationships/image" Target="../media/image182.wmf"/><Relationship Id="rId2" Type="http://schemas.openxmlformats.org/officeDocument/2006/relationships/image" Target="../media/image181.wmf"/><Relationship Id="rId17" Type="http://schemas.openxmlformats.org/officeDocument/2006/relationships/image" Target="../media/image196.wmf"/><Relationship Id="rId16" Type="http://schemas.openxmlformats.org/officeDocument/2006/relationships/image" Target="../media/image195.wmf"/><Relationship Id="rId15" Type="http://schemas.openxmlformats.org/officeDocument/2006/relationships/image" Target="../media/image194.wmf"/><Relationship Id="rId14" Type="http://schemas.openxmlformats.org/officeDocument/2006/relationships/image" Target="../media/image193.wmf"/><Relationship Id="rId13" Type="http://schemas.openxmlformats.org/officeDocument/2006/relationships/image" Target="../media/image192.wmf"/><Relationship Id="rId12" Type="http://schemas.openxmlformats.org/officeDocument/2006/relationships/image" Target="../media/image191.wmf"/><Relationship Id="rId11" Type="http://schemas.openxmlformats.org/officeDocument/2006/relationships/image" Target="../media/image190.wmf"/><Relationship Id="rId10" Type="http://schemas.openxmlformats.org/officeDocument/2006/relationships/image" Target="../media/image189.wmf"/><Relationship Id="rId1" Type="http://schemas.openxmlformats.org/officeDocument/2006/relationships/image" Target="../media/image180.wmf"/></Relationships>
</file>

<file path=ppt/drawings/_rels/vmlDrawing25.vml.rels><?xml version="1.0" encoding="UTF-8" standalone="yes"?>
<Relationships xmlns="http://schemas.openxmlformats.org/package/2006/relationships"><Relationship Id="rId6" Type="http://schemas.openxmlformats.org/officeDocument/2006/relationships/image" Target="../media/image202.wmf"/><Relationship Id="rId5" Type="http://schemas.openxmlformats.org/officeDocument/2006/relationships/image" Target="../media/image201.wmf"/><Relationship Id="rId4" Type="http://schemas.openxmlformats.org/officeDocument/2006/relationships/image" Target="../media/image200.wmf"/><Relationship Id="rId3" Type="http://schemas.openxmlformats.org/officeDocument/2006/relationships/image" Target="../media/image199.wmf"/><Relationship Id="rId2" Type="http://schemas.openxmlformats.org/officeDocument/2006/relationships/image" Target="../media/image198.wmf"/><Relationship Id="rId1" Type="http://schemas.openxmlformats.org/officeDocument/2006/relationships/image" Target="../media/image197.wmf"/></Relationships>
</file>

<file path=ppt/drawings/_rels/vmlDrawing26.vml.rels><?xml version="1.0" encoding="UTF-8" standalone="yes"?>
<Relationships xmlns="http://schemas.openxmlformats.org/package/2006/relationships"><Relationship Id="rId9" Type="http://schemas.openxmlformats.org/officeDocument/2006/relationships/image" Target="../media/image58.wmf"/><Relationship Id="rId8" Type="http://schemas.openxmlformats.org/officeDocument/2006/relationships/image" Target="../media/image57.wmf"/><Relationship Id="rId7" Type="http://schemas.openxmlformats.org/officeDocument/2006/relationships/image" Target="../media/image56.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204.wmf"/><Relationship Id="rId16" Type="http://schemas.openxmlformats.org/officeDocument/2006/relationships/image" Target="../media/image211.wmf"/><Relationship Id="rId15" Type="http://schemas.openxmlformats.org/officeDocument/2006/relationships/image" Target="../media/image210.wmf"/><Relationship Id="rId14" Type="http://schemas.openxmlformats.org/officeDocument/2006/relationships/image" Target="../media/image209.wmf"/><Relationship Id="rId13" Type="http://schemas.openxmlformats.org/officeDocument/2006/relationships/image" Target="../media/image208.wmf"/><Relationship Id="rId12" Type="http://schemas.openxmlformats.org/officeDocument/2006/relationships/image" Target="../media/image207.wmf"/><Relationship Id="rId11" Type="http://schemas.openxmlformats.org/officeDocument/2006/relationships/image" Target="../media/image206.wmf"/><Relationship Id="rId10" Type="http://schemas.openxmlformats.org/officeDocument/2006/relationships/image" Target="../media/image59.wmf"/><Relationship Id="rId1" Type="http://schemas.openxmlformats.org/officeDocument/2006/relationships/image" Target="../media/image203.w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220.wmf"/><Relationship Id="rId6" Type="http://schemas.openxmlformats.org/officeDocument/2006/relationships/image" Target="../media/image219.wmf"/><Relationship Id="rId5" Type="http://schemas.openxmlformats.org/officeDocument/2006/relationships/image" Target="../media/image216.wmf"/><Relationship Id="rId4" Type="http://schemas.openxmlformats.org/officeDocument/2006/relationships/image" Target="../media/image215.wmf"/><Relationship Id="rId3" Type="http://schemas.openxmlformats.org/officeDocument/2006/relationships/image" Target="../media/image214.wmf"/><Relationship Id="rId2" Type="http://schemas.openxmlformats.org/officeDocument/2006/relationships/image" Target="../media/image213.wmf"/><Relationship Id="rId1" Type="http://schemas.openxmlformats.org/officeDocument/2006/relationships/image" Target="../media/image212.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29.wmf"/><Relationship Id="rId7" Type="http://schemas.openxmlformats.org/officeDocument/2006/relationships/image" Target="../media/image228.wmf"/><Relationship Id="rId6" Type="http://schemas.openxmlformats.org/officeDocument/2006/relationships/image" Target="../media/image227.wmf"/><Relationship Id="rId5" Type="http://schemas.openxmlformats.org/officeDocument/2006/relationships/image" Target="../media/image226.wmf"/><Relationship Id="rId4" Type="http://schemas.openxmlformats.org/officeDocument/2006/relationships/image" Target="../media/image225.wmf"/><Relationship Id="rId3" Type="http://schemas.openxmlformats.org/officeDocument/2006/relationships/image" Target="../media/image224.wmf"/><Relationship Id="rId2" Type="http://schemas.openxmlformats.org/officeDocument/2006/relationships/image" Target="../media/image222.wmf"/><Relationship Id="rId1" Type="http://schemas.openxmlformats.org/officeDocument/2006/relationships/image" Target="../media/image221.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231.wmf"/><Relationship Id="rId1" Type="http://schemas.openxmlformats.org/officeDocument/2006/relationships/image" Target="../media/image230.wmf"/></Relationships>
</file>

<file path=ppt/drawings/_rels/vmlDrawing30.vml.rels><?xml version="1.0" encoding="UTF-8" standalone="yes"?>
<Relationships xmlns="http://schemas.openxmlformats.org/package/2006/relationships"><Relationship Id="rId4" Type="http://schemas.openxmlformats.org/officeDocument/2006/relationships/image" Target="../media/image235.wmf"/><Relationship Id="rId3" Type="http://schemas.openxmlformats.org/officeDocument/2006/relationships/image" Target="../media/image234.wmf"/><Relationship Id="rId2" Type="http://schemas.openxmlformats.org/officeDocument/2006/relationships/image" Target="../media/image233.wmf"/><Relationship Id="rId1" Type="http://schemas.openxmlformats.org/officeDocument/2006/relationships/image" Target="../media/image232.wmf"/></Relationships>
</file>

<file path=ppt/drawings/_rels/vmlDrawing31.vml.rels><?xml version="1.0" encoding="UTF-8" standalone="yes"?>
<Relationships xmlns="http://schemas.openxmlformats.org/package/2006/relationships"><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s>
</file>

<file path=ppt/drawings/_rels/vmlDrawing32.vml.rels><?xml version="1.0" encoding="UTF-8" standalone="yes"?>
<Relationships xmlns="http://schemas.openxmlformats.org/package/2006/relationships"><Relationship Id="rId9" Type="http://schemas.openxmlformats.org/officeDocument/2006/relationships/image" Target="../media/image250.wmf"/><Relationship Id="rId8" Type="http://schemas.openxmlformats.org/officeDocument/2006/relationships/image" Target="../media/image249.wmf"/><Relationship Id="rId7" Type="http://schemas.openxmlformats.org/officeDocument/2006/relationships/image" Target="../media/image248.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 Id="rId3" Type="http://schemas.openxmlformats.org/officeDocument/2006/relationships/image" Target="../media/image244.wmf"/><Relationship Id="rId2" Type="http://schemas.openxmlformats.org/officeDocument/2006/relationships/image" Target="../media/image243.wmf"/><Relationship Id="rId12" Type="http://schemas.openxmlformats.org/officeDocument/2006/relationships/image" Target="../media/image253.wmf"/><Relationship Id="rId11" Type="http://schemas.openxmlformats.org/officeDocument/2006/relationships/image" Target="../media/image252.wmf"/><Relationship Id="rId10" Type="http://schemas.openxmlformats.org/officeDocument/2006/relationships/image" Target="../media/image251.wmf"/><Relationship Id="rId1" Type="http://schemas.openxmlformats.org/officeDocument/2006/relationships/image" Target="../media/image242.wmf"/></Relationships>
</file>

<file path=ppt/drawings/_rels/vmlDrawing33.vml.rels><?xml version="1.0" encoding="UTF-8" standalone="yes"?>
<Relationships xmlns="http://schemas.openxmlformats.org/package/2006/relationships"><Relationship Id="rId6" Type="http://schemas.openxmlformats.org/officeDocument/2006/relationships/image" Target="../media/image259.wmf"/><Relationship Id="rId5" Type="http://schemas.openxmlformats.org/officeDocument/2006/relationships/image" Target="../media/image258.wmf"/><Relationship Id="rId4" Type="http://schemas.openxmlformats.org/officeDocument/2006/relationships/image" Target="../media/image257.wmf"/><Relationship Id="rId3" Type="http://schemas.openxmlformats.org/officeDocument/2006/relationships/image" Target="../media/image256.wmf"/><Relationship Id="rId2" Type="http://schemas.openxmlformats.org/officeDocument/2006/relationships/image" Target="../media/image255.wmf"/><Relationship Id="rId1" Type="http://schemas.openxmlformats.org/officeDocument/2006/relationships/image" Target="../media/image254.wmf"/></Relationships>
</file>

<file path=ppt/drawings/_rels/vmlDrawing34.vml.rels><?xml version="1.0" encoding="UTF-8" standalone="yes"?>
<Relationships xmlns="http://schemas.openxmlformats.org/package/2006/relationships"><Relationship Id="rId9" Type="http://schemas.openxmlformats.org/officeDocument/2006/relationships/image" Target="../media/image268.wmf"/><Relationship Id="rId8" Type="http://schemas.openxmlformats.org/officeDocument/2006/relationships/image" Target="../media/image267.wmf"/><Relationship Id="rId7" Type="http://schemas.openxmlformats.org/officeDocument/2006/relationships/image" Target="../media/image266.wmf"/><Relationship Id="rId6" Type="http://schemas.openxmlformats.org/officeDocument/2006/relationships/image" Target="../media/image265.wmf"/><Relationship Id="rId5" Type="http://schemas.openxmlformats.org/officeDocument/2006/relationships/image" Target="../media/image264.wmf"/><Relationship Id="rId4" Type="http://schemas.openxmlformats.org/officeDocument/2006/relationships/image" Target="../media/image263.wmf"/><Relationship Id="rId3" Type="http://schemas.openxmlformats.org/officeDocument/2006/relationships/image" Target="../media/image262.wmf"/><Relationship Id="rId2" Type="http://schemas.openxmlformats.org/officeDocument/2006/relationships/image" Target="../media/image261.wmf"/><Relationship Id="rId10" Type="http://schemas.openxmlformats.org/officeDocument/2006/relationships/image" Target="../media/image269.wmf"/><Relationship Id="rId1" Type="http://schemas.openxmlformats.org/officeDocument/2006/relationships/image" Target="../media/image260.wmf"/></Relationships>
</file>

<file path=ppt/drawings/_rels/vmlDrawing35.vml.rels><?xml version="1.0" encoding="UTF-8" standalone="yes"?>
<Relationships xmlns="http://schemas.openxmlformats.org/package/2006/relationships"><Relationship Id="rId4" Type="http://schemas.openxmlformats.org/officeDocument/2006/relationships/image" Target="../media/image273.wmf"/><Relationship Id="rId3" Type="http://schemas.openxmlformats.org/officeDocument/2006/relationships/image" Target="../media/image272.wmf"/><Relationship Id="rId2" Type="http://schemas.openxmlformats.org/officeDocument/2006/relationships/image" Target="../media/image271.wmf"/><Relationship Id="rId1" Type="http://schemas.openxmlformats.org/officeDocument/2006/relationships/image" Target="../media/image270.wmf"/></Relationships>
</file>

<file path=ppt/drawings/_rels/vmlDrawing36.vml.rels><?xml version="1.0" encoding="UTF-8" standalone="yes"?>
<Relationships xmlns="http://schemas.openxmlformats.org/package/2006/relationships"><Relationship Id="rId4" Type="http://schemas.openxmlformats.org/officeDocument/2006/relationships/image" Target="../media/image277.wmf"/><Relationship Id="rId3" Type="http://schemas.openxmlformats.org/officeDocument/2006/relationships/image" Target="../media/image276.wmf"/><Relationship Id="rId2" Type="http://schemas.openxmlformats.org/officeDocument/2006/relationships/image" Target="../media/image275.wmf"/><Relationship Id="rId1" Type="http://schemas.openxmlformats.org/officeDocument/2006/relationships/image" Target="../media/image274.wmf"/></Relationships>
</file>

<file path=ppt/drawings/_rels/vmlDrawing37.vml.rels><?xml version="1.0" encoding="UTF-8" standalone="yes"?>
<Relationships xmlns="http://schemas.openxmlformats.org/package/2006/relationships"><Relationship Id="rId7" Type="http://schemas.openxmlformats.org/officeDocument/2006/relationships/image" Target="../media/image284.wmf"/><Relationship Id="rId6" Type="http://schemas.openxmlformats.org/officeDocument/2006/relationships/image" Target="../media/image283.wmf"/><Relationship Id="rId5" Type="http://schemas.openxmlformats.org/officeDocument/2006/relationships/image" Target="../media/image282.wmf"/><Relationship Id="rId4" Type="http://schemas.openxmlformats.org/officeDocument/2006/relationships/image" Target="../media/image281.wmf"/><Relationship Id="rId3" Type="http://schemas.openxmlformats.org/officeDocument/2006/relationships/image" Target="../media/image280.wmf"/><Relationship Id="rId2" Type="http://schemas.openxmlformats.org/officeDocument/2006/relationships/image" Target="../media/image279.wmf"/><Relationship Id="rId1" Type="http://schemas.openxmlformats.org/officeDocument/2006/relationships/image" Target="../media/image278.wmf"/></Relationships>
</file>

<file path=ppt/drawings/_rels/vmlDrawing38.vml.rels><?xml version="1.0" encoding="UTF-8" standalone="yes"?>
<Relationships xmlns="http://schemas.openxmlformats.org/package/2006/relationships"><Relationship Id="rId4" Type="http://schemas.openxmlformats.org/officeDocument/2006/relationships/image" Target="../media/image288.wmf"/><Relationship Id="rId3" Type="http://schemas.openxmlformats.org/officeDocument/2006/relationships/image" Target="../media/image287.wmf"/><Relationship Id="rId2" Type="http://schemas.openxmlformats.org/officeDocument/2006/relationships/image" Target="../media/image286.wmf"/><Relationship Id="rId1" Type="http://schemas.openxmlformats.org/officeDocument/2006/relationships/image" Target="../media/image285.wmf"/></Relationships>
</file>

<file path=ppt/drawings/_rels/vmlDrawing39.vml.rels><?xml version="1.0" encoding="UTF-8" standalone="yes"?>
<Relationships xmlns="http://schemas.openxmlformats.org/package/2006/relationships"><Relationship Id="rId9" Type="http://schemas.openxmlformats.org/officeDocument/2006/relationships/image" Target="../media/image297.wmf"/><Relationship Id="rId8" Type="http://schemas.openxmlformats.org/officeDocument/2006/relationships/image" Target="../media/image296.wmf"/><Relationship Id="rId7" Type="http://schemas.openxmlformats.org/officeDocument/2006/relationships/image" Target="../media/image295.wmf"/><Relationship Id="rId6" Type="http://schemas.openxmlformats.org/officeDocument/2006/relationships/image" Target="../media/image294.wmf"/><Relationship Id="rId5" Type="http://schemas.openxmlformats.org/officeDocument/2006/relationships/image" Target="../media/image293.wmf"/><Relationship Id="rId4" Type="http://schemas.openxmlformats.org/officeDocument/2006/relationships/image" Target="../media/image292.wmf"/><Relationship Id="rId3" Type="http://schemas.openxmlformats.org/officeDocument/2006/relationships/image" Target="../media/image291.wmf"/><Relationship Id="rId2" Type="http://schemas.openxmlformats.org/officeDocument/2006/relationships/image" Target="../media/image290.wmf"/><Relationship Id="rId12" Type="http://schemas.openxmlformats.org/officeDocument/2006/relationships/image" Target="../media/image300.wmf"/><Relationship Id="rId11" Type="http://schemas.openxmlformats.org/officeDocument/2006/relationships/image" Target="../media/image299.wmf"/><Relationship Id="rId10" Type="http://schemas.openxmlformats.org/officeDocument/2006/relationships/image" Target="../media/image298.wmf"/><Relationship Id="rId1" Type="http://schemas.openxmlformats.org/officeDocument/2006/relationships/image" Target="../media/image289.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s>
</file>

<file path=ppt/drawings/_rels/vmlDrawing41.vml.rels><?xml version="1.0" encoding="UTF-8" standalone="yes"?>
<Relationships xmlns="http://schemas.openxmlformats.org/package/2006/relationships"><Relationship Id="rId6" Type="http://schemas.openxmlformats.org/officeDocument/2006/relationships/image" Target="../media/image309.wmf"/><Relationship Id="rId5" Type="http://schemas.openxmlformats.org/officeDocument/2006/relationships/image" Target="../media/image308.wmf"/><Relationship Id="rId4" Type="http://schemas.openxmlformats.org/officeDocument/2006/relationships/image" Target="../media/image307.wmf"/><Relationship Id="rId3" Type="http://schemas.openxmlformats.org/officeDocument/2006/relationships/image" Target="../media/image306.wmf"/><Relationship Id="rId2" Type="http://schemas.openxmlformats.org/officeDocument/2006/relationships/image" Target="../media/image305.wmf"/><Relationship Id="rId1" Type="http://schemas.openxmlformats.org/officeDocument/2006/relationships/image" Target="../media/image304.wmf"/></Relationships>
</file>

<file path=ppt/drawings/_rels/vmlDrawing42.vml.rels><?xml version="1.0" encoding="UTF-8" standalone="yes"?>
<Relationships xmlns="http://schemas.openxmlformats.org/package/2006/relationships"><Relationship Id="rId7" Type="http://schemas.openxmlformats.org/officeDocument/2006/relationships/image" Target="../media/image319.wmf"/><Relationship Id="rId6" Type="http://schemas.openxmlformats.org/officeDocument/2006/relationships/image" Target="../media/image318.wmf"/><Relationship Id="rId5" Type="http://schemas.openxmlformats.org/officeDocument/2006/relationships/image" Target="../media/image317.wmf"/><Relationship Id="rId4" Type="http://schemas.openxmlformats.org/officeDocument/2006/relationships/image" Target="../media/image316.wmf"/><Relationship Id="rId3" Type="http://schemas.openxmlformats.org/officeDocument/2006/relationships/image" Target="../media/image313.wmf"/><Relationship Id="rId2" Type="http://schemas.openxmlformats.org/officeDocument/2006/relationships/image" Target="../media/image311.wmf"/><Relationship Id="rId1" Type="http://schemas.openxmlformats.org/officeDocument/2006/relationships/image" Target="../media/image310.wmf"/></Relationships>
</file>

<file path=ppt/drawings/_rels/vmlDrawing43.vml.rels><?xml version="1.0" encoding="UTF-8" standalone="yes"?>
<Relationships xmlns="http://schemas.openxmlformats.org/package/2006/relationships"><Relationship Id="rId9" Type="http://schemas.openxmlformats.org/officeDocument/2006/relationships/image" Target="../media/image328.wmf"/><Relationship Id="rId8" Type="http://schemas.openxmlformats.org/officeDocument/2006/relationships/image" Target="../media/image327.wmf"/><Relationship Id="rId7" Type="http://schemas.openxmlformats.org/officeDocument/2006/relationships/image" Target="../media/image326.wmf"/><Relationship Id="rId6" Type="http://schemas.openxmlformats.org/officeDocument/2006/relationships/image" Target="../media/image325.wmf"/><Relationship Id="rId5" Type="http://schemas.openxmlformats.org/officeDocument/2006/relationships/image" Target="../media/image324.wmf"/><Relationship Id="rId4" Type="http://schemas.openxmlformats.org/officeDocument/2006/relationships/image" Target="../media/image323.wmf"/><Relationship Id="rId3" Type="http://schemas.openxmlformats.org/officeDocument/2006/relationships/image" Target="../media/image322.wmf"/><Relationship Id="rId2" Type="http://schemas.openxmlformats.org/officeDocument/2006/relationships/image" Target="../media/image321.wmf"/><Relationship Id="rId1" Type="http://schemas.openxmlformats.org/officeDocument/2006/relationships/image" Target="../media/image320.wmf"/></Relationships>
</file>

<file path=ppt/drawings/_rels/vmlDrawing44.vml.rels><?xml version="1.0" encoding="UTF-8" standalone="yes"?>
<Relationships xmlns="http://schemas.openxmlformats.org/package/2006/relationships"><Relationship Id="rId9" Type="http://schemas.openxmlformats.org/officeDocument/2006/relationships/image" Target="../media/image337.wmf"/><Relationship Id="rId8" Type="http://schemas.openxmlformats.org/officeDocument/2006/relationships/image" Target="../media/image336.wmf"/><Relationship Id="rId7" Type="http://schemas.openxmlformats.org/officeDocument/2006/relationships/image" Target="../media/image335.wmf"/><Relationship Id="rId6" Type="http://schemas.openxmlformats.org/officeDocument/2006/relationships/image" Target="../media/image334.wmf"/><Relationship Id="rId5" Type="http://schemas.openxmlformats.org/officeDocument/2006/relationships/image" Target="../media/image333.wmf"/><Relationship Id="rId4" Type="http://schemas.openxmlformats.org/officeDocument/2006/relationships/image" Target="../media/image332.wmf"/><Relationship Id="rId3" Type="http://schemas.openxmlformats.org/officeDocument/2006/relationships/image" Target="../media/image331.wmf"/><Relationship Id="rId2" Type="http://schemas.openxmlformats.org/officeDocument/2006/relationships/image" Target="../media/image330.wmf"/><Relationship Id="rId1" Type="http://schemas.openxmlformats.org/officeDocument/2006/relationships/image" Target="../media/image329.wmf"/></Relationships>
</file>

<file path=ppt/drawings/_rels/vmlDrawing45.vml.rels><?xml version="1.0" encoding="UTF-8" standalone="yes"?>
<Relationships xmlns="http://schemas.openxmlformats.org/package/2006/relationships"><Relationship Id="rId7" Type="http://schemas.openxmlformats.org/officeDocument/2006/relationships/image" Target="../media/image344.wmf"/><Relationship Id="rId6" Type="http://schemas.openxmlformats.org/officeDocument/2006/relationships/image" Target="../media/image343.wmf"/><Relationship Id="rId5" Type="http://schemas.openxmlformats.org/officeDocument/2006/relationships/image" Target="../media/image342.wmf"/><Relationship Id="rId4" Type="http://schemas.openxmlformats.org/officeDocument/2006/relationships/image" Target="../media/image341.wmf"/><Relationship Id="rId3" Type="http://schemas.openxmlformats.org/officeDocument/2006/relationships/image" Target="../media/image340.wmf"/><Relationship Id="rId2" Type="http://schemas.openxmlformats.org/officeDocument/2006/relationships/image" Target="../media/image339.wmf"/><Relationship Id="rId1" Type="http://schemas.openxmlformats.org/officeDocument/2006/relationships/image" Target="../media/image338.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347.wmf"/><Relationship Id="rId2" Type="http://schemas.openxmlformats.org/officeDocument/2006/relationships/image" Target="../media/image346.wmf"/><Relationship Id="rId1" Type="http://schemas.openxmlformats.org/officeDocument/2006/relationships/image" Target="../media/image345.wmf"/></Relationships>
</file>

<file path=ppt/drawings/_rels/vmlDrawing47.vml.rels><?xml version="1.0" encoding="UTF-8" standalone="yes"?>
<Relationships xmlns="http://schemas.openxmlformats.org/package/2006/relationships"><Relationship Id="rId5" Type="http://schemas.openxmlformats.org/officeDocument/2006/relationships/image" Target="../media/image352.wmf"/><Relationship Id="rId4" Type="http://schemas.openxmlformats.org/officeDocument/2006/relationships/image" Target="../media/image351.wmf"/><Relationship Id="rId3" Type="http://schemas.openxmlformats.org/officeDocument/2006/relationships/image" Target="../media/image350.wmf"/><Relationship Id="rId2" Type="http://schemas.openxmlformats.org/officeDocument/2006/relationships/image" Target="../media/image349.wmf"/><Relationship Id="rId1" Type="http://schemas.openxmlformats.org/officeDocument/2006/relationships/image" Target="../media/image348.wmf"/></Relationships>
</file>

<file path=ppt/drawings/_rels/vmlDrawing48.vml.rels><?xml version="1.0" encoding="UTF-8" standalone="yes"?>
<Relationships xmlns="http://schemas.openxmlformats.org/package/2006/relationships"><Relationship Id="rId6" Type="http://schemas.openxmlformats.org/officeDocument/2006/relationships/image" Target="../media/image358.wmf"/><Relationship Id="rId5" Type="http://schemas.openxmlformats.org/officeDocument/2006/relationships/image" Target="../media/image357.wmf"/><Relationship Id="rId4" Type="http://schemas.openxmlformats.org/officeDocument/2006/relationships/image" Target="../media/image356.wmf"/><Relationship Id="rId3" Type="http://schemas.openxmlformats.org/officeDocument/2006/relationships/image" Target="../media/image355.wmf"/><Relationship Id="rId2" Type="http://schemas.openxmlformats.org/officeDocument/2006/relationships/image" Target="../media/image354.wmf"/><Relationship Id="rId1" Type="http://schemas.openxmlformats.org/officeDocument/2006/relationships/image" Target="../media/image353.wmf"/></Relationships>
</file>

<file path=ppt/drawings/_rels/vmlDrawing49.vml.rels><?xml version="1.0" encoding="UTF-8" standalone="yes"?>
<Relationships xmlns="http://schemas.openxmlformats.org/package/2006/relationships"><Relationship Id="rId9" Type="http://schemas.openxmlformats.org/officeDocument/2006/relationships/image" Target="../media/image369.wmf"/><Relationship Id="rId8" Type="http://schemas.openxmlformats.org/officeDocument/2006/relationships/image" Target="../media/image367.wmf"/><Relationship Id="rId7" Type="http://schemas.openxmlformats.org/officeDocument/2006/relationships/image" Target="../media/image365.wmf"/><Relationship Id="rId6" Type="http://schemas.openxmlformats.org/officeDocument/2006/relationships/image" Target="../media/image364.wmf"/><Relationship Id="rId5" Type="http://schemas.openxmlformats.org/officeDocument/2006/relationships/image" Target="../media/image363.wmf"/><Relationship Id="rId4" Type="http://schemas.openxmlformats.org/officeDocument/2006/relationships/image" Target="../media/image362.wmf"/><Relationship Id="rId3" Type="http://schemas.openxmlformats.org/officeDocument/2006/relationships/image" Target="../media/image361.wmf"/><Relationship Id="rId2" Type="http://schemas.openxmlformats.org/officeDocument/2006/relationships/image" Target="../media/image360.wmf"/><Relationship Id="rId15" Type="http://schemas.openxmlformats.org/officeDocument/2006/relationships/image" Target="../media/image376.wmf"/><Relationship Id="rId14" Type="http://schemas.openxmlformats.org/officeDocument/2006/relationships/image" Target="../media/image375.wmf"/><Relationship Id="rId13" Type="http://schemas.openxmlformats.org/officeDocument/2006/relationships/image" Target="../media/image374.wmf"/><Relationship Id="rId12" Type="http://schemas.openxmlformats.org/officeDocument/2006/relationships/image" Target="../media/image373.wmf"/><Relationship Id="rId11" Type="http://schemas.openxmlformats.org/officeDocument/2006/relationships/image" Target="../media/image372.wmf"/><Relationship Id="rId10" Type="http://schemas.openxmlformats.org/officeDocument/2006/relationships/image" Target="../media/image370.wmf"/><Relationship Id="rId1" Type="http://schemas.openxmlformats.org/officeDocument/2006/relationships/image" Target="../media/image359.wmf"/></Relationships>
</file>

<file path=ppt/drawings/_rels/vmlDrawing50.vml.rels><?xml version="1.0" encoding="UTF-8" standalone="yes"?>
<Relationships xmlns="http://schemas.openxmlformats.org/package/2006/relationships"><Relationship Id="rId6" Type="http://schemas.openxmlformats.org/officeDocument/2006/relationships/image" Target="../media/image382.wmf"/><Relationship Id="rId5" Type="http://schemas.openxmlformats.org/officeDocument/2006/relationships/image" Target="../media/image381.wmf"/><Relationship Id="rId4" Type="http://schemas.openxmlformats.org/officeDocument/2006/relationships/image" Target="../media/image380.wmf"/><Relationship Id="rId3" Type="http://schemas.openxmlformats.org/officeDocument/2006/relationships/image" Target="../media/image379.wmf"/><Relationship Id="rId2" Type="http://schemas.openxmlformats.org/officeDocument/2006/relationships/image" Target="../media/image378.wmf"/><Relationship Id="rId1" Type="http://schemas.openxmlformats.org/officeDocument/2006/relationships/image" Target="../media/image377.wmf"/></Relationships>
</file>

<file path=ppt/drawings/_rels/vmlDrawing51.vml.rels><?xml version="1.0" encoding="UTF-8" standalone="yes"?>
<Relationships xmlns="http://schemas.openxmlformats.org/package/2006/relationships"><Relationship Id="rId4" Type="http://schemas.openxmlformats.org/officeDocument/2006/relationships/image" Target="../media/image386.wmf"/><Relationship Id="rId3" Type="http://schemas.openxmlformats.org/officeDocument/2006/relationships/image" Target="../media/image385.wmf"/><Relationship Id="rId2" Type="http://schemas.openxmlformats.org/officeDocument/2006/relationships/image" Target="../media/image384.wmf"/><Relationship Id="rId1" Type="http://schemas.openxmlformats.org/officeDocument/2006/relationships/image" Target="../media/image383.wmf"/></Relationships>
</file>

<file path=ppt/drawings/_rels/vmlDrawing52.vml.rels><?xml version="1.0" encoding="UTF-8" standalone="yes"?>
<Relationships xmlns="http://schemas.openxmlformats.org/package/2006/relationships"><Relationship Id="rId9" Type="http://schemas.openxmlformats.org/officeDocument/2006/relationships/image" Target="../media/image395.wmf"/><Relationship Id="rId8" Type="http://schemas.openxmlformats.org/officeDocument/2006/relationships/image" Target="../media/image394.wmf"/><Relationship Id="rId7" Type="http://schemas.openxmlformats.org/officeDocument/2006/relationships/image" Target="../media/image393.wmf"/><Relationship Id="rId6" Type="http://schemas.openxmlformats.org/officeDocument/2006/relationships/image" Target="../media/image392.wmf"/><Relationship Id="rId5" Type="http://schemas.openxmlformats.org/officeDocument/2006/relationships/image" Target="../media/image391.wmf"/><Relationship Id="rId4" Type="http://schemas.openxmlformats.org/officeDocument/2006/relationships/image" Target="../media/image390.wmf"/><Relationship Id="rId3" Type="http://schemas.openxmlformats.org/officeDocument/2006/relationships/image" Target="../media/image389.wmf"/><Relationship Id="rId2" Type="http://schemas.openxmlformats.org/officeDocument/2006/relationships/image" Target="../media/image388.wmf"/><Relationship Id="rId13" Type="http://schemas.openxmlformats.org/officeDocument/2006/relationships/image" Target="../media/image399.wmf"/><Relationship Id="rId12" Type="http://schemas.openxmlformats.org/officeDocument/2006/relationships/image" Target="../media/image398.wmf"/><Relationship Id="rId11" Type="http://schemas.openxmlformats.org/officeDocument/2006/relationships/image" Target="../media/image397.wmf"/><Relationship Id="rId10" Type="http://schemas.openxmlformats.org/officeDocument/2006/relationships/image" Target="../media/image396.wmf"/><Relationship Id="rId1" Type="http://schemas.openxmlformats.org/officeDocument/2006/relationships/image" Target="../media/image387.wmf"/></Relationships>
</file>

<file path=ppt/drawings/_rels/vmlDrawing53.vml.rels><?xml version="1.0" encoding="UTF-8" standalone="yes"?>
<Relationships xmlns="http://schemas.openxmlformats.org/package/2006/relationships"><Relationship Id="rId7" Type="http://schemas.openxmlformats.org/officeDocument/2006/relationships/image" Target="../media/image406.wmf"/><Relationship Id="rId6" Type="http://schemas.openxmlformats.org/officeDocument/2006/relationships/image" Target="../media/image405.wmf"/><Relationship Id="rId5" Type="http://schemas.openxmlformats.org/officeDocument/2006/relationships/image" Target="../media/image404.wmf"/><Relationship Id="rId4" Type="http://schemas.openxmlformats.org/officeDocument/2006/relationships/image" Target="../media/image403.wmf"/><Relationship Id="rId3" Type="http://schemas.openxmlformats.org/officeDocument/2006/relationships/image" Target="../media/image402.wmf"/><Relationship Id="rId2" Type="http://schemas.openxmlformats.org/officeDocument/2006/relationships/image" Target="../media/image401.wmf"/><Relationship Id="rId1" Type="http://schemas.openxmlformats.org/officeDocument/2006/relationships/image" Target="../media/image400.wmf"/></Relationships>
</file>

<file path=ppt/drawings/_rels/vmlDrawing54.vml.rels><?xml version="1.0" encoding="UTF-8" standalone="yes"?>
<Relationships xmlns="http://schemas.openxmlformats.org/package/2006/relationships"><Relationship Id="rId4" Type="http://schemas.openxmlformats.org/officeDocument/2006/relationships/image" Target="../media/image410.wmf"/><Relationship Id="rId3" Type="http://schemas.openxmlformats.org/officeDocument/2006/relationships/image" Target="../media/image409.wmf"/><Relationship Id="rId2" Type="http://schemas.openxmlformats.org/officeDocument/2006/relationships/image" Target="../media/image408.wmf"/><Relationship Id="rId1" Type="http://schemas.openxmlformats.org/officeDocument/2006/relationships/image" Target="../media/image407.wmf"/></Relationships>
</file>

<file path=ppt/drawings/_rels/vmlDrawing55.vml.rels><?xml version="1.0" encoding="UTF-8" standalone="yes"?>
<Relationships xmlns="http://schemas.openxmlformats.org/package/2006/relationships"><Relationship Id="rId9" Type="http://schemas.openxmlformats.org/officeDocument/2006/relationships/image" Target="../media/image419.wmf"/><Relationship Id="rId8" Type="http://schemas.openxmlformats.org/officeDocument/2006/relationships/image" Target="../media/image418.wmf"/><Relationship Id="rId7" Type="http://schemas.openxmlformats.org/officeDocument/2006/relationships/image" Target="../media/image417.wmf"/><Relationship Id="rId6" Type="http://schemas.openxmlformats.org/officeDocument/2006/relationships/image" Target="../media/image416.wmf"/><Relationship Id="rId5" Type="http://schemas.openxmlformats.org/officeDocument/2006/relationships/image" Target="../media/image415.wmf"/><Relationship Id="rId4" Type="http://schemas.openxmlformats.org/officeDocument/2006/relationships/image" Target="../media/image414.wmf"/><Relationship Id="rId3" Type="http://schemas.openxmlformats.org/officeDocument/2006/relationships/image" Target="../media/image413.wmf"/><Relationship Id="rId2" Type="http://schemas.openxmlformats.org/officeDocument/2006/relationships/image" Target="../media/image412.wmf"/><Relationship Id="rId11" Type="http://schemas.openxmlformats.org/officeDocument/2006/relationships/image" Target="../media/image421.wmf"/><Relationship Id="rId10" Type="http://schemas.openxmlformats.org/officeDocument/2006/relationships/image" Target="../media/image420.wmf"/><Relationship Id="rId1" Type="http://schemas.openxmlformats.org/officeDocument/2006/relationships/image" Target="../media/image411.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430.wmf"/><Relationship Id="rId8" Type="http://schemas.openxmlformats.org/officeDocument/2006/relationships/image" Target="../media/image429.wmf"/><Relationship Id="rId7" Type="http://schemas.openxmlformats.org/officeDocument/2006/relationships/image" Target="../media/image428.wmf"/><Relationship Id="rId6" Type="http://schemas.openxmlformats.org/officeDocument/2006/relationships/image" Target="../media/image426.wmf"/><Relationship Id="rId5" Type="http://schemas.openxmlformats.org/officeDocument/2006/relationships/image" Target="../media/image389.wmf"/><Relationship Id="rId4" Type="http://schemas.openxmlformats.org/officeDocument/2006/relationships/image" Target="../media/image425.wmf"/><Relationship Id="rId3" Type="http://schemas.openxmlformats.org/officeDocument/2006/relationships/image" Target="../media/image424.wmf"/><Relationship Id="rId2" Type="http://schemas.openxmlformats.org/officeDocument/2006/relationships/image" Target="../media/image423.wmf"/><Relationship Id="rId11" Type="http://schemas.openxmlformats.org/officeDocument/2006/relationships/image" Target="../media/image432.wmf"/><Relationship Id="rId10" Type="http://schemas.openxmlformats.org/officeDocument/2006/relationships/image" Target="../media/image431.wmf"/><Relationship Id="rId1" Type="http://schemas.openxmlformats.org/officeDocument/2006/relationships/image" Target="../media/image422.wmf"/></Relationships>
</file>

<file path=ppt/drawings/_rels/vmlDrawing57.vml.rels><?xml version="1.0" encoding="UTF-8" standalone="yes"?>
<Relationships xmlns="http://schemas.openxmlformats.org/package/2006/relationships"><Relationship Id="rId9" Type="http://schemas.openxmlformats.org/officeDocument/2006/relationships/image" Target="../media/image442.wmf"/><Relationship Id="rId8" Type="http://schemas.openxmlformats.org/officeDocument/2006/relationships/image" Target="../media/image441.wmf"/><Relationship Id="rId7" Type="http://schemas.openxmlformats.org/officeDocument/2006/relationships/image" Target="../media/image440.wmf"/><Relationship Id="rId6" Type="http://schemas.openxmlformats.org/officeDocument/2006/relationships/image" Target="../media/image439.wmf"/><Relationship Id="rId5" Type="http://schemas.openxmlformats.org/officeDocument/2006/relationships/image" Target="../media/image438.wmf"/><Relationship Id="rId4" Type="http://schemas.openxmlformats.org/officeDocument/2006/relationships/image" Target="../media/image437.wmf"/><Relationship Id="rId3" Type="http://schemas.openxmlformats.org/officeDocument/2006/relationships/image" Target="../media/image436.wmf"/><Relationship Id="rId2" Type="http://schemas.openxmlformats.org/officeDocument/2006/relationships/image" Target="../media/image435.wmf"/><Relationship Id="rId13" Type="http://schemas.openxmlformats.org/officeDocument/2006/relationships/image" Target="../media/image446.wmf"/><Relationship Id="rId12" Type="http://schemas.openxmlformats.org/officeDocument/2006/relationships/image" Target="../media/image445.wmf"/><Relationship Id="rId11" Type="http://schemas.openxmlformats.org/officeDocument/2006/relationships/image" Target="../media/image444.wmf"/><Relationship Id="rId10" Type="http://schemas.openxmlformats.org/officeDocument/2006/relationships/image" Target="../media/image443.wmf"/><Relationship Id="rId1" Type="http://schemas.openxmlformats.org/officeDocument/2006/relationships/image" Target="../media/image434.wmf"/></Relationships>
</file>

<file path=ppt/drawings/_rels/vmlDrawing58.vml.rels><?xml version="1.0" encoding="UTF-8" standalone="yes"?>
<Relationships xmlns="http://schemas.openxmlformats.org/package/2006/relationships"><Relationship Id="rId7" Type="http://schemas.openxmlformats.org/officeDocument/2006/relationships/image" Target="../media/image453.wmf"/><Relationship Id="rId6" Type="http://schemas.openxmlformats.org/officeDocument/2006/relationships/image" Target="../media/image452.wmf"/><Relationship Id="rId5" Type="http://schemas.openxmlformats.org/officeDocument/2006/relationships/image" Target="../media/image451.wmf"/><Relationship Id="rId4" Type="http://schemas.openxmlformats.org/officeDocument/2006/relationships/image" Target="../media/image450.wmf"/><Relationship Id="rId3" Type="http://schemas.openxmlformats.org/officeDocument/2006/relationships/image" Target="../media/image449.wmf"/><Relationship Id="rId2" Type="http://schemas.openxmlformats.org/officeDocument/2006/relationships/image" Target="../media/image448.wmf"/><Relationship Id="rId1" Type="http://schemas.openxmlformats.org/officeDocument/2006/relationships/image" Target="../media/image447.wmf"/></Relationships>
</file>

<file path=ppt/drawings/_rels/vmlDrawing59.vml.rels><?xml version="1.0" encoding="UTF-8" standalone="yes"?>
<Relationships xmlns="http://schemas.openxmlformats.org/package/2006/relationships"><Relationship Id="rId5" Type="http://schemas.openxmlformats.org/officeDocument/2006/relationships/image" Target="../media/image458.wmf"/><Relationship Id="rId4" Type="http://schemas.openxmlformats.org/officeDocument/2006/relationships/image" Target="../media/image457.wmf"/><Relationship Id="rId3" Type="http://schemas.openxmlformats.org/officeDocument/2006/relationships/image" Target="../media/image456.wmf"/><Relationship Id="rId2" Type="http://schemas.openxmlformats.org/officeDocument/2006/relationships/image" Target="../media/image455.wmf"/><Relationship Id="rId1" Type="http://schemas.openxmlformats.org/officeDocument/2006/relationships/image" Target="../media/image454.wmf"/></Relationships>
</file>

<file path=ppt/drawings/_rels/vmlDrawing60.vml.rels><?xml version="1.0" encoding="UTF-8" standalone="yes"?>
<Relationships xmlns="http://schemas.openxmlformats.org/package/2006/relationships"><Relationship Id="rId6" Type="http://schemas.openxmlformats.org/officeDocument/2006/relationships/image" Target="../media/image465.wmf"/><Relationship Id="rId5" Type="http://schemas.openxmlformats.org/officeDocument/2006/relationships/image" Target="../media/image464.wmf"/><Relationship Id="rId4" Type="http://schemas.openxmlformats.org/officeDocument/2006/relationships/image" Target="../media/image463.wmf"/><Relationship Id="rId3" Type="http://schemas.openxmlformats.org/officeDocument/2006/relationships/image" Target="../media/image462.wmf"/><Relationship Id="rId2" Type="http://schemas.openxmlformats.org/officeDocument/2006/relationships/image" Target="../media/image461.wmf"/><Relationship Id="rId1" Type="http://schemas.openxmlformats.org/officeDocument/2006/relationships/image" Target="../media/image460.wmf"/></Relationships>
</file>

<file path=ppt/drawings/_rels/vmlDrawing61.vml.rels><?xml version="1.0" encoding="UTF-8" standalone="yes"?>
<Relationships xmlns="http://schemas.openxmlformats.org/package/2006/relationships"><Relationship Id="rId5" Type="http://schemas.openxmlformats.org/officeDocument/2006/relationships/image" Target="../media/image471.wmf"/><Relationship Id="rId4" Type="http://schemas.openxmlformats.org/officeDocument/2006/relationships/image" Target="../media/image470.wmf"/><Relationship Id="rId3" Type="http://schemas.openxmlformats.org/officeDocument/2006/relationships/image" Target="../media/image469.wmf"/><Relationship Id="rId2" Type="http://schemas.openxmlformats.org/officeDocument/2006/relationships/image" Target="../media/image468.wmf"/><Relationship Id="rId1" Type="http://schemas.openxmlformats.org/officeDocument/2006/relationships/image" Target="../media/image467.wmf"/></Relationships>
</file>

<file path=ppt/drawings/_rels/vmlDrawing62.vml.rels><?xml version="1.0" encoding="UTF-8" standalone="yes"?>
<Relationships xmlns="http://schemas.openxmlformats.org/package/2006/relationships"><Relationship Id="rId8" Type="http://schemas.openxmlformats.org/officeDocument/2006/relationships/image" Target="../media/image468.wmf"/><Relationship Id="rId7" Type="http://schemas.openxmlformats.org/officeDocument/2006/relationships/image" Target="../media/image467.wmf"/><Relationship Id="rId6" Type="http://schemas.openxmlformats.org/officeDocument/2006/relationships/image" Target="../media/image471.wmf"/><Relationship Id="rId5" Type="http://schemas.openxmlformats.org/officeDocument/2006/relationships/image" Target="../media/image476.wmf"/><Relationship Id="rId4" Type="http://schemas.openxmlformats.org/officeDocument/2006/relationships/image" Target="../media/image475.wmf"/><Relationship Id="rId3" Type="http://schemas.openxmlformats.org/officeDocument/2006/relationships/image" Target="../media/image474.wmf"/><Relationship Id="rId2" Type="http://schemas.openxmlformats.org/officeDocument/2006/relationships/image" Target="../media/image473.wmf"/><Relationship Id="rId1" Type="http://schemas.openxmlformats.org/officeDocument/2006/relationships/image" Target="../media/image47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i="0">
                <a:latin typeface="Times New Roman" panose="02020603050405020304" pitchFamily="18" charset="0"/>
              </a:defRPr>
            </a:lvl1pPr>
          </a:lstStyle>
          <a:p>
            <a:pPr>
              <a:defRPr/>
            </a:pPr>
            <a:endParaRPr lang="en-US" altLang="zh-CN"/>
          </a:p>
        </p:txBody>
      </p:sp>
      <p:sp>
        <p:nvSpPr>
          <p:cNvPr id="1075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i="0">
                <a:latin typeface="Times New Roman" panose="02020603050405020304" pitchFamily="18" charset="0"/>
              </a:defRPr>
            </a:lvl1pPr>
          </a:lstStyle>
          <a:p>
            <a:pPr>
              <a:defRPr/>
            </a:pPr>
            <a:endParaRPr lang="en-US" altLang="zh-CN"/>
          </a:p>
        </p:txBody>
      </p:sp>
      <p:sp>
        <p:nvSpPr>
          <p:cNvPr id="72708"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075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075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i="0">
                <a:latin typeface="Times New Roman" panose="02020603050405020304" pitchFamily="18" charset="0"/>
              </a:defRPr>
            </a:lvl1pPr>
          </a:lstStyle>
          <a:p>
            <a:pPr>
              <a:defRPr/>
            </a:pPr>
            <a:endParaRPr lang="en-US" altLang="zh-CN"/>
          </a:p>
        </p:txBody>
      </p:sp>
      <p:sp>
        <p:nvSpPr>
          <p:cNvPr id="1075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i="0">
                <a:latin typeface="Times New Roman" panose="02020603050405020304" pitchFamily="18" charset="0"/>
              </a:defRPr>
            </a:lvl1pPr>
          </a:lstStyle>
          <a:p>
            <a:pPr>
              <a:defRPr/>
            </a:pPr>
            <a:fld id="{E40549F3-AE8B-4CEE-AA60-FFBD9A6F1335}"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D6CA9740-82D8-4F50-BA63-5ABDB106DA52}" type="slidenum">
              <a:rPr lang="en-US" altLang="zh-CN" smtClean="0"/>
            </a:fld>
            <a:endParaRPr lang="en-US" altLang="zh-CN" smtClean="0"/>
          </a:p>
        </p:txBody>
      </p:sp>
      <p:sp>
        <p:nvSpPr>
          <p:cNvPr id="73731" name="Rectangle 2"/>
          <p:cNvSpPr>
            <a:spLocks noRot="1" noChangeArrowheads="1" noTextEdit="1"/>
          </p:cNvSpPr>
          <p:nvPr>
            <p:ph type="sldImg"/>
          </p:nvPr>
        </p:nvSpPr>
        <p:spPr/>
      </p:sp>
      <p:sp>
        <p:nvSpPr>
          <p:cNvPr id="73732" name="Rectangle 3"/>
          <p:cNvSpPr>
            <a:spLocks noGrp="1" noChangeArrowheads="1"/>
          </p:cNvSpPr>
          <p:nvPr>
            <p:ph type="body" idx="1"/>
          </p:nvPr>
        </p:nvSpPr>
        <p:spPr>
          <a:noFill/>
        </p:spPr>
        <p:txBody>
          <a:bodyPr/>
          <a:lstStyle/>
          <a:p>
            <a:pPr eaLnBrk="1" hangingPunct="1">
              <a:spcBef>
                <a:spcPct val="0"/>
              </a:spcBef>
            </a:pPr>
            <a:r>
              <a:rPr lang="zh-CN" altLang="en-US" b="1" smtClean="0">
                <a:solidFill>
                  <a:srgbClr val="FF9900"/>
                </a:solidFill>
              </a:rPr>
              <a:t>在保守力场（在任意点受保守力的作用），质点从</a:t>
            </a:r>
            <a:r>
              <a:rPr lang="en-US" altLang="zh-CN" b="1" smtClean="0">
                <a:solidFill>
                  <a:srgbClr val="FF9900"/>
                </a:solidFill>
              </a:rPr>
              <a:t>A--&gt;B</a:t>
            </a:r>
            <a:r>
              <a:rPr lang="zh-CN" altLang="en-US" b="1" smtClean="0">
                <a:solidFill>
                  <a:srgbClr val="FF9900"/>
                </a:solidFill>
              </a:rPr>
              <a:t>，所做的功与路径无关，而只与这两点的位置有关。</a:t>
            </a:r>
            <a:r>
              <a:rPr lang="zh-CN" altLang="en-US" b="1" smtClean="0">
                <a:solidFill>
                  <a:schemeClr val="bg1"/>
                </a:solidFill>
              </a:rPr>
              <a:t>可引入一个只与位置有关的函数，</a:t>
            </a:r>
            <a:r>
              <a:rPr lang="en-US" altLang="zh-CN" b="1" smtClean="0">
                <a:solidFill>
                  <a:schemeClr val="bg1"/>
                </a:solidFill>
              </a:rPr>
              <a:t>B</a:t>
            </a:r>
            <a:r>
              <a:rPr lang="zh-CN" altLang="en-US" b="1" smtClean="0">
                <a:solidFill>
                  <a:schemeClr val="bg1"/>
                </a:solidFill>
              </a:rPr>
              <a:t>点的函数值减去</a:t>
            </a:r>
            <a:r>
              <a:rPr lang="en-US" altLang="zh-CN" b="1" smtClean="0">
                <a:solidFill>
                  <a:schemeClr val="bg1"/>
                </a:solidFill>
              </a:rPr>
              <a:t>A</a:t>
            </a:r>
            <a:r>
              <a:rPr lang="zh-CN" altLang="en-US" b="1" smtClean="0">
                <a:solidFill>
                  <a:schemeClr val="bg1"/>
                </a:solidFill>
              </a:rPr>
              <a:t>点的函数值，定义为从</a:t>
            </a:r>
            <a:r>
              <a:rPr lang="en-US" altLang="zh-CN" b="1" smtClean="0">
                <a:solidFill>
                  <a:schemeClr val="bg1"/>
                </a:solidFill>
              </a:rPr>
              <a:t>B --&gt;A</a:t>
            </a:r>
            <a:r>
              <a:rPr lang="zh-CN" altLang="en-US" b="1" smtClean="0">
                <a:solidFill>
                  <a:schemeClr val="bg1"/>
                </a:solidFill>
              </a:rPr>
              <a:t>保守力所做的功，该函数就是势能函数。</a:t>
            </a:r>
            <a:endParaRPr lang="zh-CN" altLang="en-US" b="1" smtClean="0">
              <a:solidFill>
                <a:schemeClr val="bg1"/>
              </a:solidFill>
            </a:endParaRP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18466DC-03FC-4776-97F8-963F04756A3F}"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9EF7A981-8175-40C7-9241-73F18ACE4BF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2FFDBDD-01DE-4C43-9A83-865F1DD80FEB}"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8F9B3D51-3AE7-446E-B05B-74A0BC314D35}"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E0F266D9-E1F9-40BE-B10C-EC2A804F03E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4ED08C8-153E-4CB7-BE8A-E5FF8AD979F5}"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740E94E1-838F-40E9-82E8-D6724CDF23E4}"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92A1668-197C-4C12-BC6A-5A0104F886C4}"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749B673-2898-4DFD-B410-E8590B5D2C85}"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633CD24F-E3FA-43FE-B712-CA3DF025E7F7}"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49B89AF-8BCB-4940-AEA2-198B1EB93C7B}"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bwMode="auto">
          <a:xfrm>
            <a:off x="685800" y="609600"/>
            <a:ext cx="77724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zh-CN" altLang="en-US" smtClean="0"/>
          </a:p>
        </p:txBody>
      </p:sp>
      <p:sp>
        <p:nvSpPr>
          <p:cNvPr id="64515" name="Rectangle 3"/>
          <p:cNvSpPr>
            <a:spLocks noGrp="1" noChangeArrowheads="1"/>
          </p:cNvSpPr>
          <p:nvPr>
            <p:ph type="body" idx="1"/>
          </p:nvPr>
        </p:nvSpPr>
        <p:spPr bwMode="auto">
          <a:xfrm>
            <a:off x="685800" y="1981200"/>
            <a:ext cx="7772400" cy="41148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l">
              <a:defRPr sz="1400" i="0">
                <a:latin typeface="+mn-lt"/>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defRPr sz="1400" i="0">
                <a:latin typeface="+mn-lt"/>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i="0">
                <a:latin typeface="+mn-lt"/>
              </a:defRPr>
            </a:lvl1pPr>
          </a:lstStyle>
          <a:p>
            <a:pPr>
              <a:defRPr/>
            </a:pPr>
            <a:fld id="{9D000C3C-B7F9-4AFA-9313-267694E40854}" type="slidenum">
              <a:rPr lang="en-US" altLang="zh-CN"/>
            </a:fld>
            <a:endParaRPr lang="en-US" altLang="zh-CN"/>
          </a:p>
        </p:txBody>
      </p:sp>
      <p:sp>
        <p:nvSpPr>
          <p:cNvPr id="1031" name="Rectangle 7">
            <a:hlinkClick r:id="" action="ppaction://hlinkshowjump?jump=previousslide"/>
          </p:cNvPr>
          <p:cNvSpPr>
            <a:spLocks noChangeArrowheads="1"/>
          </p:cNvSpPr>
          <p:nvPr userDrawn="1"/>
        </p:nvSpPr>
        <p:spPr bwMode="auto">
          <a:xfrm>
            <a:off x="7308850" y="6669088"/>
            <a:ext cx="431800" cy="73025"/>
          </a:xfrm>
          <a:prstGeom prst="rect">
            <a:avLst/>
          </a:prstGeom>
          <a:noFill/>
          <a:ln w="9525">
            <a:noFill/>
            <a:miter lim="800000"/>
          </a:ln>
          <a:effectLst/>
        </p:spPr>
        <p:txBody>
          <a:bodyPr wrap="none" anchor="ctr"/>
          <a:lstStyle/>
          <a:p>
            <a:pPr>
              <a:defRPr/>
            </a:pPr>
            <a:endParaRPr lang="zh-CN" altLang="en-US"/>
          </a:p>
        </p:txBody>
      </p:sp>
      <p:sp>
        <p:nvSpPr>
          <p:cNvPr id="1032" name="Rectangle 8"/>
          <p:cNvSpPr>
            <a:spLocks noChangeArrowheads="1"/>
          </p:cNvSpPr>
          <p:nvPr userDrawn="1"/>
        </p:nvSpPr>
        <p:spPr bwMode="auto">
          <a:xfrm>
            <a:off x="7773988" y="6669088"/>
            <a:ext cx="431800" cy="73025"/>
          </a:xfrm>
          <a:prstGeom prst="rect">
            <a:avLst/>
          </a:prstGeom>
          <a:noFill/>
          <a:ln w="9525">
            <a:noFill/>
            <a:miter lim="800000"/>
          </a:ln>
          <a:effectLst/>
        </p:spPr>
        <p:txBody>
          <a:bodyPr wrap="none" anchor="ctr"/>
          <a:lstStyle/>
          <a:p>
            <a:pPr>
              <a:defRPr/>
            </a:pPr>
            <a:endParaRPr lang="zh-CN" altLang="en-US"/>
          </a:p>
        </p:txBody>
      </p:sp>
      <p:sp>
        <p:nvSpPr>
          <p:cNvPr id="1033" name="Rectangle 9">
            <a:hlinkClick r:id="" action="ppaction://hlinkshowjump?jump=nextslide"/>
          </p:cNvPr>
          <p:cNvSpPr>
            <a:spLocks noChangeArrowheads="1"/>
          </p:cNvSpPr>
          <p:nvPr userDrawn="1"/>
        </p:nvSpPr>
        <p:spPr bwMode="auto">
          <a:xfrm>
            <a:off x="8243888" y="6669088"/>
            <a:ext cx="431800" cy="73025"/>
          </a:xfrm>
          <a:prstGeom prst="rect">
            <a:avLst/>
          </a:prstGeom>
          <a:noFill/>
          <a:ln w="9525">
            <a:noFill/>
            <a:miter lim="800000"/>
          </a:ln>
          <a:effectLst/>
        </p:spPr>
        <p:txBody>
          <a:bodyPr wrap="none" anchor="ct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5400">
          <a:solidFill>
            <a:srgbClr val="FF0000"/>
          </a:solidFill>
          <a:latin typeface="Times New Roman" panose="02020603050405020304" pitchFamily="18" charset="0"/>
          <a:ea typeface="隶书" panose="02010509060101010101" pitchFamily="49" charset="-122"/>
          <a:cs typeface="+mj-cs"/>
        </a:defRPr>
      </a:lvl1pPr>
      <a:lvl2pPr algn="ctr" rtl="0" eaLnBrk="0" fontAlgn="base" hangingPunct="0">
        <a:spcBef>
          <a:spcPct val="0"/>
        </a:spcBef>
        <a:spcAft>
          <a:spcPct val="0"/>
        </a:spcAft>
        <a:defRPr kumimoji="1" sz="5400">
          <a:solidFill>
            <a:srgbClr val="FF0000"/>
          </a:solidFill>
          <a:latin typeface="Times New Roman" panose="02020603050405020304" pitchFamily="18" charset="0"/>
          <a:ea typeface="隶书" panose="02010509060101010101" pitchFamily="49" charset="-122"/>
        </a:defRPr>
      </a:lvl2pPr>
      <a:lvl3pPr algn="ctr" rtl="0" eaLnBrk="0" fontAlgn="base" hangingPunct="0">
        <a:spcBef>
          <a:spcPct val="0"/>
        </a:spcBef>
        <a:spcAft>
          <a:spcPct val="0"/>
        </a:spcAft>
        <a:defRPr kumimoji="1" sz="5400">
          <a:solidFill>
            <a:srgbClr val="FF0000"/>
          </a:solidFill>
          <a:latin typeface="Times New Roman" panose="02020603050405020304" pitchFamily="18" charset="0"/>
          <a:ea typeface="隶书" panose="02010509060101010101" pitchFamily="49" charset="-122"/>
        </a:defRPr>
      </a:lvl3pPr>
      <a:lvl4pPr algn="ctr" rtl="0" eaLnBrk="0" fontAlgn="base" hangingPunct="0">
        <a:spcBef>
          <a:spcPct val="0"/>
        </a:spcBef>
        <a:spcAft>
          <a:spcPct val="0"/>
        </a:spcAft>
        <a:defRPr kumimoji="1" sz="5400">
          <a:solidFill>
            <a:srgbClr val="FF0000"/>
          </a:solidFill>
          <a:latin typeface="Times New Roman" panose="02020603050405020304" pitchFamily="18" charset="0"/>
          <a:ea typeface="隶书" panose="02010509060101010101" pitchFamily="49" charset="-122"/>
        </a:defRPr>
      </a:lvl4pPr>
      <a:lvl5pPr algn="ctr" rtl="0" eaLnBrk="0" fontAlgn="base" hangingPunct="0">
        <a:spcBef>
          <a:spcPct val="0"/>
        </a:spcBef>
        <a:spcAft>
          <a:spcPct val="0"/>
        </a:spcAft>
        <a:defRPr kumimoji="1" sz="5400">
          <a:solidFill>
            <a:srgbClr val="FF0000"/>
          </a:solidFill>
          <a:latin typeface="Times New Roman" panose="02020603050405020304" pitchFamily="18" charset="0"/>
          <a:ea typeface="隶书" panose="02010509060101010101" pitchFamily="49"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slide" Target="slide57.xml"/><Relationship Id="rId2" Type="http://schemas.openxmlformats.org/officeDocument/2006/relationships/slide" Target="slide16.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9" Type="http://schemas.openxmlformats.org/officeDocument/2006/relationships/oleObject" Target="../embeddings/oleObject6.bin"/><Relationship Id="rId8" Type="http://schemas.openxmlformats.org/officeDocument/2006/relationships/oleObject" Target="../embeddings/oleObject5.bin"/><Relationship Id="rId7" Type="http://schemas.openxmlformats.org/officeDocument/2006/relationships/image" Target="../media/image4.wmf"/><Relationship Id="rId6" Type="http://schemas.openxmlformats.org/officeDocument/2006/relationships/oleObject" Target="../embeddings/oleObject4.bin"/><Relationship Id="rId5" Type="http://schemas.openxmlformats.org/officeDocument/2006/relationships/image" Target="../media/image3.wmf"/><Relationship Id="rId4" Type="http://schemas.openxmlformats.org/officeDocument/2006/relationships/oleObject" Target="../embeddings/oleObject3.bin"/><Relationship Id="rId3" Type="http://schemas.openxmlformats.org/officeDocument/2006/relationships/oleObject" Target="../embeddings/oleObject2.bin"/><Relationship Id="rId22" Type="http://schemas.openxmlformats.org/officeDocument/2006/relationships/vmlDrawing" Target="../drawings/vmlDrawing1.vml"/><Relationship Id="rId21" Type="http://schemas.openxmlformats.org/officeDocument/2006/relationships/slideLayout" Target="../slideLayouts/slideLayout7.xml"/><Relationship Id="rId20" Type="http://schemas.openxmlformats.org/officeDocument/2006/relationships/image" Target="../media/image10.wmf"/><Relationship Id="rId2" Type="http://schemas.openxmlformats.org/officeDocument/2006/relationships/image" Target="../media/image2.wmf"/><Relationship Id="rId19" Type="http://schemas.openxmlformats.org/officeDocument/2006/relationships/oleObject" Target="../embeddings/oleObject11.bin"/><Relationship Id="rId18" Type="http://schemas.openxmlformats.org/officeDocument/2006/relationships/image" Target="../media/image9.wmf"/><Relationship Id="rId17" Type="http://schemas.openxmlformats.org/officeDocument/2006/relationships/oleObject" Target="../embeddings/oleObject10.bin"/><Relationship Id="rId16" Type="http://schemas.openxmlformats.org/officeDocument/2006/relationships/image" Target="../media/image8.wmf"/><Relationship Id="rId15" Type="http://schemas.openxmlformats.org/officeDocument/2006/relationships/oleObject" Target="../embeddings/oleObject9.bin"/><Relationship Id="rId14" Type="http://schemas.openxmlformats.org/officeDocument/2006/relationships/image" Target="../media/image7.wmf"/><Relationship Id="rId13" Type="http://schemas.openxmlformats.org/officeDocument/2006/relationships/oleObject" Target="../embeddings/oleObject8.bin"/><Relationship Id="rId12" Type="http://schemas.openxmlformats.org/officeDocument/2006/relationships/image" Target="../media/image6.wmf"/><Relationship Id="rId11" Type="http://schemas.openxmlformats.org/officeDocument/2006/relationships/oleObject" Target="../embeddings/oleObject7.bin"/><Relationship Id="rId10" Type="http://schemas.openxmlformats.org/officeDocument/2006/relationships/image" Target="../media/image5.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9" Type="http://schemas.openxmlformats.org/officeDocument/2006/relationships/image" Target="../media/image3.wmf"/><Relationship Id="rId8" Type="http://schemas.openxmlformats.org/officeDocument/2006/relationships/oleObject" Target="../embeddings/oleObject16.bin"/><Relationship Id="rId7" Type="http://schemas.openxmlformats.org/officeDocument/2006/relationships/oleObject" Target="../embeddings/oleObject15.bin"/><Relationship Id="rId6" Type="http://schemas.openxmlformats.org/officeDocument/2006/relationships/image" Target="../media/image2.wmf"/><Relationship Id="rId5" Type="http://schemas.openxmlformats.org/officeDocument/2006/relationships/oleObject" Target="../embeddings/oleObject14.bin"/><Relationship Id="rId4" Type="http://schemas.openxmlformats.org/officeDocument/2006/relationships/image" Target="../media/image12.wmf"/><Relationship Id="rId30" Type="http://schemas.openxmlformats.org/officeDocument/2006/relationships/vmlDrawing" Target="../drawings/vmlDrawing2.vml"/><Relationship Id="rId3" Type="http://schemas.openxmlformats.org/officeDocument/2006/relationships/oleObject" Target="../embeddings/oleObject13.bin"/><Relationship Id="rId29" Type="http://schemas.openxmlformats.org/officeDocument/2006/relationships/slideLayout" Target="../slideLayouts/slideLayout7.xml"/><Relationship Id="rId28" Type="http://schemas.openxmlformats.org/officeDocument/2006/relationships/image" Target="../media/image18.wmf"/><Relationship Id="rId27" Type="http://schemas.openxmlformats.org/officeDocument/2006/relationships/oleObject" Target="../embeddings/oleObject27.bin"/><Relationship Id="rId26" Type="http://schemas.openxmlformats.org/officeDocument/2006/relationships/image" Target="../media/image17.wmf"/><Relationship Id="rId25" Type="http://schemas.openxmlformats.org/officeDocument/2006/relationships/oleObject" Target="../embeddings/oleObject26.bin"/><Relationship Id="rId24" Type="http://schemas.openxmlformats.org/officeDocument/2006/relationships/image" Target="../media/image16.wmf"/><Relationship Id="rId23" Type="http://schemas.openxmlformats.org/officeDocument/2006/relationships/oleObject" Target="../embeddings/oleObject25.bin"/><Relationship Id="rId22" Type="http://schemas.openxmlformats.org/officeDocument/2006/relationships/oleObject" Target="../embeddings/oleObject24.bin"/><Relationship Id="rId21" Type="http://schemas.openxmlformats.org/officeDocument/2006/relationships/oleObject" Target="../embeddings/oleObject23.bin"/><Relationship Id="rId20" Type="http://schemas.openxmlformats.org/officeDocument/2006/relationships/image" Target="../media/image15.wmf"/><Relationship Id="rId2" Type="http://schemas.openxmlformats.org/officeDocument/2006/relationships/image" Target="../media/image11.wmf"/><Relationship Id="rId19" Type="http://schemas.openxmlformats.org/officeDocument/2006/relationships/oleObject" Target="../embeddings/oleObject22.bin"/><Relationship Id="rId18" Type="http://schemas.openxmlformats.org/officeDocument/2006/relationships/image" Target="../media/image14.wmf"/><Relationship Id="rId17" Type="http://schemas.openxmlformats.org/officeDocument/2006/relationships/oleObject" Target="../embeddings/oleObject21.bin"/><Relationship Id="rId16" Type="http://schemas.openxmlformats.org/officeDocument/2006/relationships/image" Target="../media/image13.wmf"/><Relationship Id="rId15" Type="http://schemas.openxmlformats.org/officeDocument/2006/relationships/oleObject" Target="../embeddings/oleObject20.bin"/><Relationship Id="rId14" Type="http://schemas.openxmlformats.org/officeDocument/2006/relationships/image" Target="../media/image5.wmf"/><Relationship Id="rId13" Type="http://schemas.openxmlformats.org/officeDocument/2006/relationships/oleObject" Target="../embeddings/oleObject19.bin"/><Relationship Id="rId12" Type="http://schemas.openxmlformats.org/officeDocument/2006/relationships/oleObject" Target="../embeddings/oleObject18.bin"/><Relationship Id="rId11" Type="http://schemas.openxmlformats.org/officeDocument/2006/relationships/image" Target="../media/image4.wmf"/><Relationship Id="rId10" Type="http://schemas.openxmlformats.org/officeDocument/2006/relationships/oleObject" Target="../embeddings/oleObject17.bin"/><Relationship Id="rId1" Type="http://schemas.openxmlformats.org/officeDocument/2006/relationships/oleObject" Target="../embeddings/oleObject12.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image" Target="../media/image22.wmf"/><Relationship Id="rId7" Type="http://schemas.openxmlformats.org/officeDocument/2006/relationships/oleObject" Target="../embeddings/oleObject31.bin"/><Relationship Id="rId6" Type="http://schemas.openxmlformats.org/officeDocument/2006/relationships/image" Target="../media/image21.wmf"/><Relationship Id="rId5" Type="http://schemas.openxmlformats.org/officeDocument/2006/relationships/oleObject" Target="../embeddings/oleObject30.bin"/><Relationship Id="rId4" Type="http://schemas.openxmlformats.org/officeDocument/2006/relationships/image" Target="../media/image20.wmf"/><Relationship Id="rId3" Type="http://schemas.openxmlformats.org/officeDocument/2006/relationships/oleObject" Target="../embeddings/oleObject29.bin"/><Relationship Id="rId28" Type="http://schemas.openxmlformats.org/officeDocument/2006/relationships/vmlDrawing" Target="../drawings/vmlDrawing3.vml"/><Relationship Id="rId27" Type="http://schemas.openxmlformats.org/officeDocument/2006/relationships/slideLayout" Target="../slideLayouts/slideLayout7.xml"/><Relationship Id="rId26" Type="http://schemas.openxmlformats.org/officeDocument/2006/relationships/image" Target="../media/image15.wmf"/><Relationship Id="rId25" Type="http://schemas.openxmlformats.org/officeDocument/2006/relationships/oleObject" Target="../embeddings/oleObject40.bin"/><Relationship Id="rId24" Type="http://schemas.openxmlformats.org/officeDocument/2006/relationships/image" Target="../media/image30.wmf"/><Relationship Id="rId23" Type="http://schemas.openxmlformats.org/officeDocument/2006/relationships/oleObject" Target="../embeddings/oleObject39.bin"/><Relationship Id="rId22" Type="http://schemas.openxmlformats.org/officeDocument/2006/relationships/image" Target="../media/image29.wmf"/><Relationship Id="rId21" Type="http://schemas.openxmlformats.org/officeDocument/2006/relationships/oleObject" Target="../embeddings/oleObject38.bin"/><Relationship Id="rId20" Type="http://schemas.openxmlformats.org/officeDocument/2006/relationships/image" Target="../media/image28.wmf"/><Relationship Id="rId2" Type="http://schemas.openxmlformats.org/officeDocument/2006/relationships/image" Target="../media/image19.wmf"/><Relationship Id="rId19" Type="http://schemas.openxmlformats.org/officeDocument/2006/relationships/oleObject" Target="../embeddings/oleObject37.bin"/><Relationship Id="rId18" Type="http://schemas.openxmlformats.org/officeDocument/2006/relationships/image" Target="../media/image27.wmf"/><Relationship Id="rId17" Type="http://schemas.openxmlformats.org/officeDocument/2006/relationships/oleObject" Target="../embeddings/oleObject36.bin"/><Relationship Id="rId16" Type="http://schemas.openxmlformats.org/officeDocument/2006/relationships/image" Target="../media/image26.wmf"/><Relationship Id="rId15" Type="http://schemas.openxmlformats.org/officeDocument/2006/relationships/oleObject" Target="../embeddings/oleObject35.bin"/><Relationship Id="rId14" Type="http://schemas.openxmlformats.org/officeDocument/2006/relationships/image" Target="../media/image25.wmf"/><Relationship Id="rId13" Type="http://schemas.openxmlformats.org/officeDocument/2006/relationships/oleObject" Target="../embeddings/oleObject34.bin"/><Relationship Id="rId12" Type="http://schemas.openxmlformats.org/officeDocument/2006/relationships/image" Target="../media/image24.wmf"/><Relationship Id="rId11" Type="http://schemas.openxmlformats.org/officeDocument/2006/relationships/oleObject" Target="../embeddings/oleObject33.bin"/><Relationship Id="rId10" Type="http://schemas.openxmlformats.org/officeDocument/2006/relationships/image" Target="../media/image23.wmf"/><Relationship Id="rId1" Type="http://schemas.openxmlformats.org/officeDocument/2006/relationships/oleObject" Target="../embeddings/oleObject28.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32.wmf"/><Relationship Id="rId3" Type="http://schemas.openxmlformats.org/officeDocument/2006/relationships/oleObject" Target="../embeddings/oleObject42.bin"/><Relationship Id="rId2" Type="http://schemas.openxmlformats.org/officeDocument/2006/relationships/image" Target="../media/image31.wmf"/><Relationship Id="rId1" Type="http://schemas.openxmlformats.org/officeDocument/2006/relationships/oleObject" Target="../embeddings/oleObject41.bin"/></Relationships>
</file>

<file path=ppt/slides/_rels/slide6.xml.rels><?xml version="1.0" encoding="UTF-8" standalone="yes"?>
<Relationships xmlns="http://schemas.openxmlformats.org/package/2006/relationships"><Relationship Id="rId9" Type="http://schemas.openxmlformats.org/officeDocument/2006/relationships/oleObject" Target="../embeddings/oleObject47.bin"/><Relationship Id="rId8" Type="http://schemas.openxmlformats.org/officeDocument/2006/relationships/image" Target="../media/image36.wmf"/><Relationship Id="rId7" Type="http://schemas.openxmlformats.org/officeDocument/2006/relationships/oleObject" Target="../embeddings/oleObject46.bin"/><Relationship Id="rId6" Type="http://schemas.openxmlformats.org/officeDocument/2006/relationships/image" Target="../media/image35.wmf"/><Relationship Id="rId5" Type="http://schemas.openxmlformats.org/officeDocument/2006/relationships/oleObject" Target="../embeddings/oleObject45.bin"/><Relationship Id="rId4" Type="http://schemas.openxmlformats.org/officeDocument/2006/relationships/image" Target="../media/image34.wmf"/><Relationship Id="rId3" Type="http://schemas.openxmlformats.org/officeDocument/2006/relationships/oleObject" Target="../embeddings/oleObject44.bin"/><Relationship Id="rId2" Type="http://schemas.openxmlformats.org/officeDocument/2006/relationships/image" Target="../media/image33.wmf"/><Relationship Id="rId16" Type="http://schemas.openxmlformats.org/officeDocument/2006/relationships/vmlDrawing" Target="../drawings/vmlDrawing5.vml"/><Relationship Id="rId15" Type="http://schemas.openxmlformats.org/officeDocument/2006/relationships/slideLayout" Target="../slideLayouts/slideLayout7.xml"/><Relationship Id="rId14" Type="http://schemas.openxmlformats.org/officeDocument/2006/relationships/image" Target="../media/image39.wmf"/><Relationship Id="rId13" Type="http://schemas.openxmlformats.org/officeDocument/2006/relationships/oleObject" Target="../embeddings/oleObject49.bin"/><Relationship Id="rId12" Type="http://schemas.openxmlformats.org/officeDocument/2006/relationships/image" Target="../media/image38.wmf"/><Relationship Id="rId11" Type="http://schemas.openxmlformats.org/officeDocument/2006/relationships/oleObject" Target="../embeddings/oleObject48.bin"/><Relationship Id="rId10" Type="http://schemas.openxmlformats.org/officeDocument/2006/relationships/image" Target="../media/image37.wmf"/><Relationship Id="rId1" Type="http://schemas.openxmlformats.org/officeDocument/2006/relationships/oleObject" Target="../embeddings/oleObject43.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54.bin"/><Relationship Id="rId8" Type="http://schemas.openxmlformats.org/officeDocument/2006/relationships/image" Target="../media/image43.wmf"/><Relationship Id="rId7" Type="http://schemas.openxmlformats.org/officeDocument/2006/relationships/oleObject" Target="../embeddings/oleObject53.bin"/><Relationship Id="rId6" Type="http://schemas.openxmlformats.org/officeDocument/2006/relationships/image" Target="../media/image42.wmf"/><Relationship Id="rId5" Type="http://schemas.openxmlformats.org/officeDocument/2006/relationships/oleObject" Target="../embeddings/oleObject52.bin"/><Relationship Id="rId4" Type="http://schemas.openxmlformats.org/officeDocument/2006/relationships/image" Target="../media/image41.wmf"/><Relationship Id="rId3" Type="http://schemas.openxmlformats.org/officeDocument/2006/relationships/oleObject" Target="../embeddings/oleObject51.bin"/><Relationship Id="rId2" Type="http://schemas.openxmlformats.org/officeDocument/2006/relationships/image" Target="../media/image40.wmf"/><Relationship Id="rId16" Type="http://schemas.openxmlformats.org/officeDocument/2006/relationships/vmlDrawing" Target="../drawings/vmlDrawing6.vml"/><Relationship Id="rId15" Type="http://schemas.openxmlformats.org/officeDocument/2006/relationships/slideLayout" Target="../slideLayouts/slideLayout7.xml"/><Relationship Id="rId14" Type="http://schemas.openxmlformats.org/officeDocument/2006/relationships/image" Target="../media/image46.wmf"/><Relationship Id="rId13" Type="http://schemas.openxmlformats.org/officeDocument/2006/relationships/oleObject" Target="../embeddings/oleObject56.bin"/><Relationship Id="rId12" Type="http://schemas.openxmlformats.org/officeDocument/2006/relationships/image" Target="../media/image45.wmf"/><Relationship Id="rId11" Type="http://schemas.openxmlformats.org/officeDocument/2006/relationships/oleObject" Target="../embeddings/oleObject55.bin"/><Relationship Id="rId10" Type="http://schemas.openxmlformats.org/officeDocument/2006/relationships/image" Target="../media/image44.wmf"/><Relationship Id="rId1" Type="http://schemas.openxmlformats.org/officeDocument/2006/relationships/oleObject" Target="../embeddings/oleObject50.bin"/></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61.bin"/><Relationship Id="rId8" Type="http://schemas.openxmlformats.org/officeDocument/2006/relationships/image" Target="../media/image50.wmf"/><Relationship Id="rId7" Type="http://schemas.openxmlformats.org/officeDocument/2006/relationships/oleObject" Target="../embeddings/oleObject60.bin"/><Relationship Id="rId6" Type="http://schemas.openxmlformats.org/officeDocument/2006/relationships/image" Target="../media/image49.wmf"/><Relationship Id="rId5" Type="http://schemas.openxmlformats.org/officeDocument/2006/relationships/oleObject" Target="../embeddings/oleObject59.bin"/><Relationship Id="rId4" Type="http://schemas.openxmlformats.org/officeDocument/2006/relationships/image" Target="../media/image48.wmf"/><Relationship Id="rId3" Type="http://schemas.openxmlformats.org/officeDocument/2006/relationships/oleObject" Target="../embeddings/oleObject58.bin"/><Relationship Id="rId2" Type="http://schemas.openxmlformats.org/officeDocument/2006/relationships/image" Target="../media/image47.wmf"/><Relationship Id="rId12" Type="http://schemas.openxmlformats.org/officeDocument/2006/relationships/vmlDrawing" Target="../drawings/vmlDrawing7.vml"/><Relationship Id="rId11" Type="http://schemas.openxmlformats.org/officeDocument/2006/relationships/slideLayout" Target="../slideLayouts/slideLayout7.xml"/><Relationship Id="rId10" Type="http://schemas.openxmlformats.org/officeDocument/2006/relationships/image" Target="../media/image51.wmf"/><Relationship Id="rId1" Type="http://schemas.openxmlformats.org/officeDocument/2006/relationships/oleObject" Target="../embeddings/oleObject57.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66.bin"/><Relationship Id="rId8" Type="http://schemas.openxmlformats.org/officeDocument/2006/relationships/image" Target="../media/image55.wmf"/><Relationship Id="rId7" Type="http://schemas.openxmlformats.org/officeDocument/2006/relationships/oleObject" Target="../embeddings/oleObject65.bin"/><Relationship Id="rId6" Type="http://schemas.openxmlformats.org/officeDocument/2006/relationships/image" Target="../media/image54.wmf"/><Relationship Id="rId5" Type="http://schemas.openxmlformats.org/officeDocument/2006/relationships/oleObject" Target="../embeddings/oleObject64.bin"/><Relationship Id="rId44" Type="http://schemas.openxmlformats.org/officeDocument/2006/relationships/vmlDrawing" Target="../drawings/vmlDrawing8.vml"/><Relationship Id="rId43" Type="http://schemas.openxmlformats.org/officeDocument/2006/relationships/slideLayout" Target="../slideLayouts/slideLayout7.xml"/><Relationship Id="rId42" Type="http://schemas.openxmlformats.org/officeDocument/2006/relationships/image" Target="../media/image72.wmf"/><Relationship Id="rId41" Type="http://schemas.openxmlformats.org/officeDocument/2006/relationships/oleObject" Target="../embeddings/oleObject82.bin"/><Relationship Id="rId40" Type="http://schemas.openxmlformats.org/officeDocument/2006/relationships/image" Target="../media/image71.wmf"/><Relationship Id="rId4" Type="http://schemas.openxmlformats.org/officeDocument/2006/relationships/image" Target="../media/image53.wmf"/><Relationship Id="rId39" Type="http://schemas.openxmlformats.org/officeDocument/2006/relationships/oleObject" Target="../embeddings/oleObject81.bin"/><Relationship Id="rId38" Type="http://schemas.openxmlformats.org/officeDocument/2006/relationships/image" Target="../media/image70.wmf"/><Relationship Id="rId37" Type="http://schemas.openxmlformats.org/officeDocument/2006/relationships/oleObject" Target="../embeddings/oleObject80.bin"/><Relationship Id="rId36" Type="http://schemas.openxmlformats.org/officeDocument/2006/relationships/image" Target="../media/image69.wmf"/><Relationship Id="rId35" Type="http://schemas.openxmlformats.org/officeDocument/2006/relationships/oleObject" Target="../embeddings/oleObject79.bin"/><Relationship Id="rId34" Type="http://schemas.openxmlformats.org/officeDocument/2006/relationships/image" Target="../media/image68.wmf"/><Relationship Id="rId33" Type="http://schemas.openxmlformats.org/officeDocument/2006/relationships/oleObject" Target="../embeddings/oleObject78.bin"/><Relationship Id="rId32" Type="http://schemas.openxmlformats.org/officeDocument/2006/relationships/image" Target="../media/image67.wmf"/><Relationship Id="rId31" Type="http://schemas.openxmlformats.org/officeDocument/2006/relationships/oleObject" Target="../embeddings/oleObject77.bin"/><Relationship Id="rId30" Type="http://schemas.openxmlformats.org/officeDocument/2006/relationships/image" Target="../media/image66.wmf"/><Relationship Id="rId3" Type="http://schemas.openxmlformats.org/officeDocument/2006/relationships/oleObject" Target="../embeddings/oleObject63.bin"/><Relationship Id="rId29" Type="http://schemas.openxmlformats.org/officeDocument/2006/relationships/oleObject" Target="../embeddings/oleObject76.bin"/><Relationship Id="rId28" Type="http://schemas.openxmlformats.org/officeDocument/2006/relationships/image" Target="../media/image65.wmf"/><Relationship Id="rId27" Type="http://schemas.openxmlformats.org/officeDocument/2006/relationships/oleObject" Target="../embeddings/oleObject75.bin"/><Relationship Id="rId26" Type="http://schemas.openxmlformats.org/officeDocument/2006/relationships/image" Target="../media/image64.wmf"/><Relationship Id="rId25" Type="http://schemas.openxmlformats.org/officeDocument/2006/relationships/oleObject" Target="../embeddings/oleObject74.bin"/><Relationship Id="rId24" Type="http://schemas.openxmlformats.org/officeDocument/2006/relationships/image" Target="../media/image63.wmf"/><Relationship Id="rId23" Type="http://schemas.openxmlformats.org/officeDocument/2006/relationships/oleObject" Target="../embeddings/oleObject73.bin"/><Relationship Id="rId22" Type="http://schemas.openxmlformats.org/officeDocument/2006/relationships/image" Target="../media/image62.wmf"/><Relationship Id="rId21" Type="http://schemas.openxmlformats.org/officeDocument/2006/relationships/oleObject" Target="../embeddings/oleObject72.bin"/><Relationship Id="rId20" Type="http://schemas.openxmlformats.org/officeDocument/2006/relationships/image" Target="../media/image61.wmf"/><Relationship Id="rId2" Type="http://schemas.openxmlformats.org/officeDocument/2006/relationships/image" Target="../media/image52.wmf"/><Relationship Id="rId19" Type="http://schemas.openxmlformats.org/officeDocument/2006/relationships/oleObject" Target="../embeddings/oleObject71.bin"/><Relationship Id="rId18" Type="http://schemas.openxmlformats.org/officeDocument/2006/relationships/image" Target="../media/image60.wmf"/><Relationship Id="rId17" Type="http://schemas.openxmlformats.org/officeDocument/2006/relationships/oleObject" Target="../embeddings/oleObject70.bin"/><Relationship Id="rId16" Type="http://schemas.openxmlformats.org/officeDocument/2006/relationships/image" Target="../media/image59.wmf"/><Relationship Id="rId15" Type="http://schemas.openxmlformats.org/officeDocument/2006/relationships/oleObject" Target="../embeddings/oleObject69.bin"/><Relationship Id="rId14" Type="http://schemas.openxmlformats.org/officeDocument/2006/relationships/image" Target="../media/image58.wmf"/><Relationship Id="rId13" Type="http://schemas.openxmlformats.org/officeDocument/2006/relationships/oleObject" Target="../embeddings/oleObject68.bin"/><Relationship Id="rId12" Type="http://schemas.openxmlformats.org/officeDocument/2006/relationships/image" Target="../media/image57.wmf"/><Relationship Id="rId11" Type="http://schemas.openxmlformats.org/officeDocument/2006/relationships/oleObject" Target="../embeddings/oleObject67.bin"/><Relationship Id="rId10" Type="http://schemas.openxmlformats.org/officeDocument/2006/relationships/image" Target="../media/image56.wmf"/><Relationship Id="rId1" Type="http://schemas.openxmlformats.org/officeDocument/2006/relationships/oleObject" Target="../embeddings/oleObject62.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9.vml"/><Relationship Id="rId5" Type="http://schemas.openxmlformats.org/officeDocument/2006/relationships/slideLayout" Target="../slideLayouts/slideLayout7.xml"/><Relationship Id="rId4" Type="http://schemas.openxmlformats.org/officeDocument/2006/relationships/image" Target="../media/image75.wmf"/><Relationship Id="rId3" Type="http://schemas.openxmlformats.org/officeDocument/2006/relationships/oleObject" Target="../embeddings/oleObject84.bin"/><Relationship Id="rId2" Type="http://schemas.openxmlformats.org/officeDocument/2006/relationships/image" Target="../media/image74.wmf"/><Relationship Id="rId1" Type="http://schemas.openxmlformats.org/officeDocument/2006/relationships/oleObject" Target="../embeddings/oleObject83.bin"/></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79.wmf"/><Relationship Id="rId7" Type="http://schemas.openxmlformats.org/officeDocument/2006/relationships/oleObject" Target="../embeddings/oleObject88.bin"/><Relationship Id="rId6" Type="http://schemas.openxmlformats.org/officeDocument/2006/relationships/image" Target="../media/image78.wmf"/><Relationship Id="rId5" Type="http://schemas.openxmlformats.org/officeDocument/2006/relationships/oleObject" Target="../embeddings/oleObject87.bin"/><Relationship Id="rId4" Type="http://schemas.openxmlformats.org/officeDocument/2006/relationships/image" Target="../media/image77.wmf"/><Relationship Id="rId3" Type="http://schemas.openxmlformats.org/officeDocument/2006/relationships/oleObject" Target="../embeddings/oleObject86.bin"/><Relationship Id="rId2" Type="http://schemas.openxmlformats.org/officeDocument/2006/relationships/image" Target="../media/image76.wmf"/><Relationship Id="rId10" Type="http://schemas.openxmlformats.org/officeDocument/2006/relationships/vmlDrawing" Target="../drawings/vmlDrawing10.vml"/><Relationship Id="rId1" Type="http://schemas.openxmlformats.org/officeDocument/2006/relationships/oleObject" Target="../embeddings/oleObject85.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6" Type="http://schemas.openxmlformats.org/officeDocument/2006/relationships/vmlDrawing" Target="../drawings/vmlDrawing11.vml"/><Relationship Id="rId5" Type="http://schemas.openxmlformats.org/officeDocument/2006/relationships/slideLayout" Target="../slideLayouts/slideLayout7.xml"/><Relationship Id="rId4" Type="http://schemas.openxmlformats.org/officeDocument/2006/relationships/image" Target="../media/image81.wmf"/><Relationship Id="rId3" Type="http://schemas.openxmlformats.org/officeDocument/2006/relationships/oleObject" Target="../embeddings/oleObject90.bin"/><Relationship Id="rId2" Type="http://schemas.openxmlformats.org/officeDocument/2006/relationships/image" Target="../media/image80.wmf"/><Relationship Id="rId1" Type="http://schemas.openxmlformats.org/officeDocument/2006/relationships/oleObject" Target="../embeddings/oleObject89.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95.bin"/><Relationship Id="rId8" Type="http://schemas.openxmlformats.org/officeDocument/2006/relationships/image" Target="../media/image85.wmf"/><Relationship Id="rId7" Type="http://schemas.openxmlformats.org/officeDocument/2006/relationships/oleObject" Target="../embeddings/oleObject94.bin"/><Relationship Id="rId6" Type="http://schemas.openxmlformats.org/officeDocument/2006/relationships/image" Target="../media/image84.wmf"/><Relationship Id="rId5" Type="http://schemas.openxmlformats.org/officeDocument/2006/relationships/oleObject" Target="../embeddings/oleObject93.bin"/><Relationship Id="rId4" Type="http://schemas.openxmlformats.org/officeDocument/2006/relationships/image" Target="../media/image83.wmf"/><Relationship Id="rId3" Type="http://schemas.openxmlformats.org/officeDocument/2006/relationships/oleObject" Target="../embeddings/oleObject92.bin"/><Relationship Id="rId2" Type="http://schemas.openxmlformats.org/officeDocument/2006/relationships/image" Target="../media/image82.wmf"/><Relationship Id="rId13" Type="http://schemas.openxmlformats.org/officeDocument/2006/relationships/vmlDrawing" Target="../drawings/vmlDrawing12.vml"/><Relationship Id="rId12" Type="http://schemas.openxmlformats.org/officeDocument/2006/relationships/slideLayout" Target="../slideLayouts/slideLayout7.xml"/><Relationship Id="rId11" Type="http://schemas.openxmlformats.org/officeDocument/2006/relationships/slide" Target="slide1.xml"/><Relationship Id="rId10" Type="http://schemas.openxmlformats.org/officeDocument/2006/relationships/image" Target="../media/image86.wmf"/><Relationship Id="rId1" Type="http://schemas.openxmlformats.org/officeDocument/2006/relationships/oleObject" Target="../embeddings/oleObject91.bin"/></Relationships>
</file>

<file path=ppt/slides/_rels/slide16.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90.wmf"/><Relationship Id="rId7" Type="http://schemas.openxmlformats.org/officeDocument/2006/relationships/oleObject" Target="../embeddings/oleObject99.bin"/><Relationship Id="rId6" Type="http://schemas.openxmlformats.org/officeDocument/2006/relationships/image" Target="../media/image89.wmf"/><Relationship Id="rId5" Type="http://schemas.openxmlformats.org/officeDocument/2006/relationships/oleObject" Target="../embeddings/oleObject98.bin"/><Relationship Id="rId4" Type="http://schemas.openxmlformats.org/officeDocument/2006/relationships/image" Target="../media/image88.wmf"/><Relationship Id="rId3" Type="http://schemas.openxmlformats.org/officeDocument/2006/relationships/oleObject" Target="../embeddings/oleObject97.bin"/><Relationship Id="rId2" Type="http://schemas.openxmlformats.org/officeDocument/2006/relationships/image" Target="../media/image87.wmf"/><Relationship Id="rId10" Type="http://schemas.openxmlformats.org/officeDocument/2006/relationships/vmlDrawing" Target="../drawings/vmlDrawing13.vml"/><Relationship Id="rId1" Type="http://schemas.openxmlformats.org/officeDocument/2006/relationships/oleObject" Target="../embeddings/oleObject96.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104.bin"/><Relationship Id="rId8" Type="http://schemas.openxmlformats.org/officeDocument/2006/relationships/image" Target="../media/image94.wmf"/><Relationship Id="rId7" Type="http://schemas.openxmlformats.org/officeDocument/2006/relationships/oleObject" Target="../embeddings/oleObject103.bin"/><Relationship Id="rId6" Type="http://schemas.openxmlformats.org/officeDocument/2006/relationships/image" Target="../media/image93.wmf"/><Relationship Id="rId5" Type="http://schemas.openxmlformats.org/officeDocument/2006/relationships/oleObject" Target="../embeddings/oleObject102.bin"/><Relationship Id="rId4" Type="http://schemas.openxmlformats.org/officeDocument/2006/relationships/image" Target="../media/image92.wmf"/><Relationship Id="rId30" Type="http://schemas.openxmlformats.org/officeDocument/2006/relationships/vmlDrawing" Target="../drawings/vmlDrawing14.vml"/><Relationship Id="rId3" Type="http://schemas.openxmlformats.org/officeDocument/2006/relationships/oleObject" Target="../embeddings/oleObject101.bin"/><Relationship Id="rId29" Type="http://schemas.openxmlformats.org/officeDocument/2006/relationships/slideLayout" Target="../slideLayouts/slideLayout7.xml"/><Relationship Id="rId28" Type="http://schemas.openxmlformats.org/officeDocument/2006/relationships/image" Target="../media/image104.wmf"/><Relationship Id="rId27" Type="http://schemas.openxmlformats.org/officeDocument/2006/relationships/oleObject" Target="../embeddings/oleObject113.bin"/><Relationship Id="rId26" Type="http://schemas.openxmlformats.org/officeDocument/2006/relationships/image" Target="../media/image103.wmf"/><Relationship Id="rId25" Type="http://schemas.openxmlformats.org/officeDocument/2006/relationships/oleObject" Target="../embeddings/oleObject112.bin"/><Relationship Id="rId24" Type="http://schemas.openxmlformats.org/officeDocument/2006/relationships/image" Target="../media/image102.wmf"/><Relationship Id="rId23" Type="http://schemas.openxmlformats.org/officeDocument/2006/relationships/oleObject" Target="../embeddings/oleObject111.bin"/><Relationship Id="rId22" Type="http://schemas.openxmlformats.org/officeDocument/2006/relationships/image" Target="../media/image101.wmf"/><Relationship Id="rId21" Type="http://schemas.openxmlformats.org/officeDocument/2006/relationships/oleObject" Target="../embeddings/oleObject110.bin"/><Relationship Id="rId20" Type="http://schemas.openxmlformats.org/officeDocument/2006/relationships/image" Target="../media/image100.wmf"/><Relationship Id="rId2" Type="http://schemas.openxmlformats.org/officeDocument/2006/relationships/image" Target="../media/image91.wmf"/><Relationship Id="rId19" Type="http://schemas.openxmlformats.org/officeDocument/2006/relationships/oleObject" Target="../embeddings/oleObject109.bin"/><Relationship Id="rId18" Type="http://schemas.openxmlformats.org/officeDocument/2006/relationships/image" Target="../media/image99.wmf"/><Relationship Id="rId17" Type="http://schemas.openxmlformats.org/officeDocument/2006/relationships/oleObject" Target="../embeddings/oleObject108.bin"/><Relationship Id="rId16" Type="http://schemas.openxmlformats.org/officeDocument/2006/relationships/image" Target="../media/image98.wmf"/><Relationship Id="rId15" Type="http://schemas.openxmlformats.org/officeDocument/2006/relationships/oleObject" Target="../embeddings/oleObject107.bin"/><Relationship Id="rId14" Type="http://schemas.openxmlformats.org/officeDocument/2006/relationships/image" Target="../media/image97.wmf"/><Relationship Id="rId13" Type="http://schemas.openxmlformats.org/officeDocument/2006/relationships/oleObject" Target="../embeddings/oleObject106.bin"/><Relationship Id="rId12" Type="http://schemas.openxmlformats.org/officeDocument/2006/relationships/image" Target="../media/image96.wmf"/><Relationship Id="rId11" Type="http://schemas.openxmlformats.org/officeDocument/2006/relationships/oleObject" Target="../embeddings/oleObject105.bin"/><Relationship Id="rId10" Type="http://schemas.openxmlformats.org/officeDocument/2006/relationships/image" Target="../media/image95.wmf"/><Relationship Id="rId1" Type="http://schemas.openxmlformats.org/officeDocument/2006/relationships/oleObject" Target="../embeddings/oleObject100.bin"/></Relationships>
</file>

<file path=ppt/slides/_rels/slide18.xml.rels><?xml version="1.0" encoding="UTF-8" standalone="yes"?>
<Relationships xmlns="http://schemas.openxmlformats.org/package/2006/relationships"><Relationship Id="rId9" Type="http://schemas.openxmlformats.org/officeDocument/2006/relationships/oleObject" Target="../embeddings/oleObject118.bin"/><Relationship Id="rId8" Type="http://schemas.openxmlformats.org/officeDocument/2006/relationships/image" Target="../media/image108.wmf"/><Relationship Id="rId7" Type="http://schemas.openxmlformats.org/officeDocument/2006/relationships/oleObject" Target="../embeddings/oleObject117.bin"/><Relationship Id="rId6" Type="http://schemas.openxmlformats.org/officeDocument/2006/relationships/image" Target="../media/image107.wmf"/><Relationship Id="rId5" Type="http://schemas.openxmlformats.org/officeDocument/2006/relationships/oleObject" Target="../embeddings/oleObject116.bin"/><Relationship Id="rId4" Type="http://schemas.openxmlformats.org/officeDocument/2006/relationships/image" Target="../media/image106.wmf"/><Relationship Id="rId3" Type="http://schemas.openxmlformats.org/officeDocument/2006/relationships/oleObject" Target="../embeddings/oleObject115.bin"/><Relationship Id="rId2" Type="http://schemas.openxmlformats.org/officeDocument/2006/relationships/image" Target="../media/image105.wmf"/><Relationship Id="rId14" Type="http://schemas.openxmlformats.org/officeDocument/2006/relationships/vmlDrawing" Target="../drawings/vmlDrawing15.vml"/><Relationship Id="rId13" Type="http://schemas.openxmlformats.org/officeDocument/2006/relationships/slideLayout" Target="../slideLayouts/slideLayout7.xml"/><Relationship Id="rId12" Type="http://schemas.openxmlformats.org/officeDocument/2006/relationships/image" Target="../media/image110.wmf"/><Relationship Id="rId11" Type="http://schemas.openxmlformats.org/officeDocument/2006/relationships/oleObject" Target="../embeddings/oleObject119.bin"/><Relationship Id="rId10" Type="http://schemas.openxmlformats.org/officeDocument/2006/relationships/image" Target="../media/image109.wmf"/><Relationship Id="rId1" Type="http://schemas.openxmlformats.org/officeDocument/2006/relationships/oleObject" Target="../embeddings/oleObject114.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124.bin"/><Relationship Id="rId8" Type="http://schemas.openxmlformats.org/officeDocument/2006/relationships/image" Target="../media/image114.wmf"/><Relationship Id="rId7" Type="http://schemas.openxmlformats.org/officeDocument/2006/relationships/oleObject" Target="../embeddings/oleObject123.bin"/><Relationship Id="rId6" Type="http://schemas.openxmlformats.org/officeDocument/2006/relationships/image" Target="../media/image113.wmf"/><Relationship Id="rId5" Type="http://schemas.openxmlformats.org/officeDocument/2006/relationships/oleObject" Target="../embeddings/oleObject122.bin"/><Relationship Id="rId4" Type="http://schemas.openxmlformats.org/officeDocument/2006/relationships/image" Target="../media/image112.wmf"/><Relationship Id="rId3" Type="http://schemas.openxmlformats.org/officeDocument/2006/relationships/oleObject" Target="../embeddings/oleObject121.bin"/><Relationship Id="rId28" Type="http://schemas.openxmlformats.org/officeDocument/2006/relationships/vmlDrawing" Target="../drawings/vmlDrawing16.vml"/><Relationship Id="rId27" Type="http://schemas.openxmlformats.org/officeDocument/2006/relationships/slideLayout" Target="../slideLayouts/slideLayout7.xml"/><Relationship Id="rId26" Type="http://schemas.openxmlformats.org/officeDocument/2006/relationships/image" Target="../media/image123.wmf"/><Relationship Id="rId25" Type="http://schemas.openxmlformats.org/officeDocument/2006/relationships/oleObject" Target="../embeddings/oleObject132.bin"/><Relationship Id="rId24" Type="http://schemas.openxmlformats.org/officeDocument/2006/relationships/image" Target="../media/image122.wmf"/><Relationship Id="rId23" Type="http://schemas.openxmlformats.org/officeDocument/2006/relationships/oleObject" Target="../embeddings/oleObject131.bin"/><Relationship Id="rId22" Type="http://schemas.openxmlformats.org/officeDocument/2006/relationships/image" Target="../media/image121.wmf"/><Relationship Id="rId21" Type="http://schemas.openxmlformats.org/officeDocument/2006/relationships/oleObject" Target="../embeddings/oleObject130.bin"/><Relationship Id="rId20" Type="http://schemas.openxmlformats.org/officeDocument/2006/relationships/image" Target="../media/image120.wmf"/><Relationship Id="rId2" Type="http://schemas.openxmlformats.org/officeDocument/2006/relationships/image" Target="../media/image111.wmf"/><Relationship Id="rId19" Type="http://schemas.openxmlformats.org/officeDocument/2006/relationships/oleObject" Target="../embeddings/oleObject129.bin"/><Relationship Id="rId18" Type="http://schemas.openxmlformats.org/officeDocument/2006/relationships/image" Target="../media/image119.wmf"/><Relationship Id="rId17" Type="http://schemas.openxmlformats.org/officeDocument/2006/relationships/oleObject" Target="../embeddings/oleObject128.bin"/><Relationship Id="rId16" Type="http://schemas.openxmlformats.org/officeDocument/2006/relationships/image" Target="../media/image118.wmf"/><Relationship Id="rId15" Type="http://schemas.openxmlformats.org/officeDocument/2006/relationships/oleObject" Target="../embeddings/oleObject127.bin"/><Relationship Id="rId14" Type="http://schemas.openxmlformats.org/officeDocument/2006/relationships/image" Target="../media/image117.wmf"/><Relationship Id="rId13" Type="http://schemas.openxmlformats.org/officeDocument/2006/relationships/oleObject" Target="../embeddings/oleObject126.bin"/><Relationship Id="rId12" Type="http://schemas.openxmlformats.org/officeDocument/2006/relationships/image" Target="../media/image116.wmf"/><Relationship Id="rId11" Type="http://schemas.openxmlformats.org/officeDocument/2006/relationships/oleObject" Target="../embeddings/oleObject125.bin"/><Relationship Id="rId10" Type="http://schemas.openxmlformats.org/officeDocument/2006/relationships/image" Target="../media/image115.wmf"/><Relationship Id="rId1" Type="http://schemas.openxmlformats.org/officeDocument/2006/relationships/oleObject" Target="../embeddings/oleObject120.bin"/></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27.wmf"/><Relationship Id="rId7" Type="http://schemas.openxmlformats.org/officeDocument/2006/relationships/oleObject" Target="../embeddings/oleObject136.bin"/><Relationship Id="rId6" Type="http://schemas.openxmlformats.org/officeDocument/2006/relationships/image" Target="../media/image126.wmf"/><Relationship Id="rId5" Type="http://schemas.openxmlformats.org/officeDocument/2006/relationships/oleObject" Target="../embeddings/oleObject135.bin"/><Relationship Id="rId4" Type="http://schemas.openxmlformats.org/officeDocument/2006/relationships/image" Target="../media/image125.wmf"/><Relationship Id="rId3" Type="http://schemas.openxmlformats.org/officeDocument/2006/relationships/oleObject" Target="../embeddings/oleObject134.bin"/><Relationship Id="rId2" Type="http://schemas.openxmlformats.org/officeDocument/2006/relationships/image" Target="../media/image124.wmf"/><Relationship Id="rId10" Type="http://schemas.openxmlformats.org/officeDocument/2006/relationships/vmlDrawing" Target="../drawings/vmlDrawing17.vml"/><Relationship Id="rId1" Type="http://schemas.openxmlformats.org/officeDocument/2006/relationships/oleObject" Target="../embeddings/oleObject133.bin"/></Relationships>
</file>

<file path=ppt/slides/_rels/slide21.xml.rels><?xml version="1.0" encoding="UTF-8" standalone="yes"?>
<Relationships xmlns="http://schemas.openxmlformats.org/package/2006/relationships"><Relationship Id="rId9" Type="http://schemas.openxmlformats.org/officeDocument/2006/relationships/oleObject" Target="../embeddings/oleObject141.bin"/><Relationship Id="rId8" Type="http://schemas.openxmlformats.org/officeDocument/2006/relationships/image" Target="../media/image131.wmf"/><Relationship Id="rId7" Type="http://schemas.openxmlformats.org/officeDocument/2006/relationships/oleObject" Target="../embeddings/oleObject140.bin"/><Relationship Id="rId6" Type="http://schemas.openxmlformats.org/officeDocument/2006/relationships/image" Target="../media/image130.wmf"/><Relationship Id="rId5" Type="http://schemas.openxmlformats.org/officeDocument/2006/relationships/oleObject" Target="../embeddings/oleObject139.bin"/><Relationship Id="rId4" Type="http://schemas.openxmlformats.org/officeDocument/2006/relationships/image" Target="../media/image129.wmf"/><Relationship Id="rId35" Type="http://schemas.openxmlformats.org/officeDocument/2006/relationships/vmlDrawing" Target="../drawings/vmlDrawing18.vml"/><Relationship Id="rId34" Type="http://schemas.openxmlformats.org/officeDocument/2006/relationships/slideLayout" Target="../slideLayouts/slideLayout7.xml"/><Relationship Id="rId33" Type="http://schemas.openxmlformats.org/officeDocument/2006/relationships/image" Target="../media/image142.wmf"/><Relationship Id="rId32" Type="http://schemas.openxmlformats.org/officeDocument/2006/relationships/oleObject" Target="../embeddings/oleObject154.bin"/><Relationship Id="rId31" Type="http://schemas.openxmlformats.org/officeDocument/2006/relationships/oleObject" Target="../embeddings/oleObject153.bin"/><Relationship Id="rId30" Type="http://schemas.openxmlformats.org/officeDocument/2006/relationships/oleObject" Target="../embeddings/oleObject152.bin"/><Relationship Id="rId3" Type="http://schemas.openxmlformats.org/officeDocument/2006/relationships/oleObject" Target="../embeddings/oleObject138.bin"/><Relationship Id="rId29" Type="http://schemas.openxmlformats.org/officeDocument/2006/relationships/image" Target="../media/image141.wmf"/><Relationship Id="rId28" Type="http://schemas.openxmlformats.org/officeDocument/2006/relationships/oleObject" Target="../embeddings/oleObject151.bin"/><Relationship Id="rId27" Type="http://schemas.openxmlformats.org/officeDocument/2006/relationships/oleObject" Target="../embeddings/oleObject150.bin"/><Relationship Id="rId26" Type="http://schemas.openxmlformats.org/officeDocument/2006/relationships/image" Target="../media/image140.wmf"/><Relationship Id="rId25" Type="http://schemas.openxmlformats.org/officeDocument/2006/relationships/oleObject" Target="../embeddings/oleObject149.bin"/><Relationship Id="rId24" Type="http://schemas.openxmlformats.org/officeDocument/2006/relationships/image" Target="../media/image139.wmf"/><Relationship Id="rId23" Type="http://schemas.openxmlformats.org/officeDocument/2006/relationships/oleObject" Target="../embeddings/oleObject148.bin"/><Relationship Id="rId22" Type="http://schemas.openxmlformats.org/officeDocument/2006/relationships/image" Target="../media/image138.wmf"/><Relationship Id="rId21" Type="http://schemas.openxmlformats.org/officeDocument/2006/relationships/oleObject" Target="../embeddings/oleObject147.bin"/><Relationship Id="rId20" Type="http://schemas.openxmlformats.org/officeDocument/2006/relationships/image" Target="../media/image137.wmf"/><Relationship Id="rId2" Type="http://schemas.openxmlformats.org/officeDocument/2006/relationships/image" Target="../media/image128.wmf"/><Relationship Id="rId19" Type="http://schemas.openxmlformats.org/officeDocument/2006/relationships/oleObject" Target="../embeddings/oleObject146.bin"/><Relationship Id="rId18" Type="http://schemas.openxmlformats.org/officeDocument/2006/relationships/image" Target="../media/image136.wmf"/><Relationship Id="rId17" Type="http://schemas.openxmlformats.org/officeDocument/2006/relationships/oleObject" Target="../embeddings/oleObject145.bin"/><Relationship Id="rId16" Type="http://schemas.openxmlformats.org/officeDocument/2006/relationships/image" Target="../media/image135.wmf"/><Relationship Id="rId15" Type="http://schemas.openxmlformats.org/officeDocument/2006/relationships/oleObject" Target="../embeddings/oleObject144.bin"/><Relationship Id="rId14" Type="http://schemas.openxmlformats.org/officeDocument/2006/relationships/image" Target="../media/image134.wmf"/><Relationship Id="rId13" Type="http://schemas.openxmlformats.org/officeDocument/2006/relationships/oleObject" Target="../embeddings/oleObject143.bin"/><Relationship Id="rId12" Type="http://schemas.openxmlformats.org/officeDocument/2006/relationships/image" Target="../media/image133.wmf"/><Relationship Id="rId11" Type="http://schemas.openxmlformats.org/officeDocument/2006/relationships/oleObject" Target="../embeddings/oleObject142.bin"/><Relationship Id="rId10" Type="http://schemas.openxmlformats.org/officeDocument/2006/relationships/image" Target="../media/image132.wmf"/><Relationship Id="rId1" Type="http://schemas.openxmlformats.org/officeDocument/2006/relationships/oleObject" Target="../embeddings/oleObject137.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159.bin"/><Relationship Id="rId8" Type="http://schemas.openxmlformats.org/officeDocument/2006/relationships/image" Target="../media/image146.wmf"/><Relationship Id="rId7" Type="http://schemas.openxmlformats.org/officeDocument/2006/relationships/oleObject" Target="../embeddings/oleObject158.bin"/><Relationship Id="rId6" Type="http://schemas.openxmlformats.org/officeDocument/2006/relationships/image" Target="../media/image145.wmf"/><Relationship Id="rId5" Type="http://schemas.openxmlformats.org/officeDocument/2006/relationships/oleObject" Target="../embeddings/oleObject157.bin"/><Relationship Id="rId4" Type="http://schemas.openxmlformats.org/officeDocument/2006/relationships/image" Target="../media/image144.wmf"/><Relationship Id="rId3" Type="http://schemas.openxmlformats.org/officeDocument/2006/relationships/oleObject" Target="../embeddings/oleObject156.bin"/><Relationship Id="rId2" Type="http://schemas.openxmlformats.org/officeDocument/2006/relationships/image" Target="../media/image143.wmf"/><Relationship Id="rId12" Type="http://schemas.openxmlformats.org/officeDocument/2006/relationships/vmlDrawing" Target="../drawings/vmlDrawing19.vml"/><Relationship Id="rId11" Type="http://schemas.openxmlformats.org/officeDocument/2006/relationships/slideLayout" Target="../slideLayouts/slideLayout7.xml"/><Relationship Id="rId10" Type="http://schemas.openxmlformats.org/officeDocument/2006/relationships/image" Target="../media/image147.wmf"/><Relationship Id="rId1" Type="http://schemas.openxmlformats.org/officeDocument/2006/relationships/oleObject" Target="../embeddings/oleObject155.bin"/></Relationships>
</file>

<file path=ppt/slides/_rels/slide23.xml.rels><?xml version="1.0" encoding="UTF-8" standalone="yes"?>
<Relationships xmlns="http://schemas.openxmlformats.org/package/2006/relationships"><Relationship Id="rId8" Type="http://schemas.openxmlformats.org/officeDocument/2006/relationships/vmlDrawing" Target="../drawings/vmlDrawing20.vml"/><Relationship Id="rId7" Type="http://schemas.openxmlformats.org/officeDocument/2006/relationships/slideLayout" Target="../slideLayouts/slideLayout7.xml"/><Relationship Id="rId6" Type="http://schemas.openxmlformats.org/officeDocument/2006/relationships/image" Target="../media/image150.wmf"/><Relationship Id="rId5" Type="http://schemas.openxmlformats.org/officeDocument/2006/relationships/oleObject" Target="../embeddings/oleObject162.bin"/><Relationship Id="rId4" Type="http://schemas.openxmlformats.org/officeDocument/2006/relationships/image" Target="../media/image149.wmf"/><Relationship Id="rId3" Type="http://schemas.openxmlformats.org/officeDocument/2006/relationships/oleObject" Target="../embeddings/oleObject161.bin"/><Relationship Id="rId2" Type="http://schemas.openxmlformats.org/officeDocument/2006/relationships/image" Target="../media/image148.wmf"/><Relationship Id="rId1" Type="http://schemas.openxmlformats.org/officeDocument/2006/relationships/oleObject" Target="../embeddings/oleObject160.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167.bin"/><Relationship Id="rId8" Type="http://schemas.openxmlformats.org/officeDocument/2006/relationships/image" Target="../media/image154.wmf"/><Relationship Id="rId7" Type="http://schemas.openxmlformats.org/officeDocument/2006/relationships/oleObject" Target="../embeddings/oleObject166.bin"/><Relationship Id="rId6" Type="http://schemas.openxmlformats.org/officeDocument/2006/relationships/image" Target="../media/image153.wmf"/><Relationship Id="rId5" Type="http://schemas.openxmlformats.org/officeDocument/2006/relationships/oleObject" Target="../embeddings/oleObject165.bin"/><Relationship Id="rId4" Type="http://schemas.openxmlformats.org/officeDocument/2006/relationships/image" Target="../media/image152.wmf"/><Relationship Id="rId36" Type="http://schemas.openxmlformats.org/officeDocument/2006/relationships/vmlDrawing" Target="../drawings/vmlDrawing21.vml"/><Relationship Id="rId35" Type="http://schemas.openxmlformats.org/officeDocument/2006/relationships/slideLayout" Target="../slideLayouts/slideLayout7.xml"/><Relationship Id="rId34" Type="http://schemas.openxmlformats.org/officeDocument/2006/relationships/image" Target="../media/image167.wmf"/><Relationship Id="rId33" Type="http://schemas.openxmlformats.org/officeDocument/2006/relationships/oleObject" Target="../embeddings/oleObject179.bin"/><Relationship Id="rId32" Type="http://schemas.openxmlformats.org/officeDocument/2006/relationships/image" Target="../media/image166.wmf"/><Relationship Id="rId31" Type="http://schemas.openxmlformats.org/officeDocument/2006/relationships/oleObject" Target="../embeddings/oleObject178.bin"/><Relationship Id="rId30" Type="http://schemas.openxmlformats.org/officeDocument/2006/relationships/image" Target="../media/image165.wmf"/><Relationship Id="rId3" Type="http://schemas.openxmlformats.org/officeDocument/2006/relationships/oleObject" Target="../embeddings/oleObject164.bin"/><Relationship Id="rId29" Type="http://schemas.openxmlformats.org/officeDocument/2006/relationships/oleObject" Target="../embeddings/oleObject177.bin"/><Relationship Id="rId28" Type="http://schemas.openxmlformats.org/officeDocument/2006/relationships/image" Target="../media/image164.wmf"/><Relationship Id="rId27" Type="http://schemas.openxmlformats.org/officeDocument/2006/relationships/oleObject" Target="../embeddings/oleObject176.bin"/><Relationship Id="rId26" Type="http://schemas.openxmlformats.org/officeDocument/2006/relationships/image" Target="../media/image163.wmf"/><Relationship Id="rId25" Type="http://schemas.openxmlformats.org/officeDocument/2006/relationships/oleObject" Target="../embeddings/oleObject175.bin"/><Relationship Id="rId24" Type="http://schemas.openxmlformats.org/officeDocument/2006/relationships/image" Target="../media/image162.wmf"/><Relationship Id="rId23" Type="http://schemas.openxmlformats.org/officeDocument/2006/relationships/oleObject" Target="../embeddings/oleObject174.bin"/><Relationship Id="rId22" Type="http://schemas.openxmlformats.org/officeDocument/2006/relationships/image" Target="../media/image161.wmf"/><Relationship Id="rId21" Type="http://schemas.openxmlformats.org/officeDocument/2006/relationships/oleObject" Target="../embeddings/oleObject173.bin"/><Relationship Id="rId20" Type="http://schemas.openxmlformats.org/officeDocument/2006/relationships/image" Target="../media/image160.wmf"/><Relationship Id="rId2" Type="http://schemas.openxmlformats.org/officeDocument/2006/relationships/image" Target="../media/image151.wmf"/><Relationship Id="rId19" Type="http://schemas.openxmlformats.org/officeDocument/2006/relationships/oleObject" Target="../embeddings/oleObject172.bin"/><Relationship Id="rId18" Type="http://schemas.openxmlformats.org/officeDocument/2006/relationships/image" Target="../media/image159.wmf"/><Relationship Id="rId17" Type="http://schemas.openxmlformats.org/officeDocument/2006/relationships/oleObject" Target="../embeddings/oleObject171.bin"/><Relationship Id="rId16" Type="http://schemas.openxmlformats.org/officeDocument/2006/relationships/image" Target="../media/image158.wmf"/><Relationship Id="rId15" Type="http://schemas.openxmlformats.org/officeDocument/2006/relationships/oleObject" Target="../embeddings/oleObject170.bin"/><Relationship Id="rId14" Type="http://schemas.openxmlformats.org/officeDocument/2006/relationships/image" Target="../media/image157.wmf"/><Relationship Id="rId13" Type="http://schemas.openxmlformats.org/officeDocument/2006/relationships/oleObject" Target="../embeddings/oleObject169.bin"/><Relationship Id="rId12" Type="http://schemas.openxmlformats.org/officeDocument/2006/relationships/image" Target="../media/image156.wmf"/><Relationship Id="rId11" Type="http://schemas.openxmlformats.org/officeDocument/2006/relationships/oleObject" Target="../embeddings/oleObject168.bin"/><Relationship Id="rId10" Type="http://schemas.openxmlformats.org/officeDocument/2006/relationships/image" Target="../media/image155.wmf"/><Relationship Id="rId1" Type="http://schemas.openxmlformats.org/officeDocument/2006/relationships/oleObject" Target="../embeddings/oleObject163.bin"/></Relationships>
</file>

<file path=ppt/slides/_rels/slide25.xml.rels><?xml version="1.0" encoding="UTF-8" standalone="yes"?>
<Relationships xmlns="http://schemas.openxmlformats.org/package/2006/relationships"><Relationship Id="rId9" Type="http://schemas.openxmlformats.org/officeDocument/2006/relationships/oleObject" Target="../embeddings/oleObject184.bin"/><Relationship Id="rId8" Type="http://schemas.openxmlformats.org/officeDocument/2006/relationships/image" Target="../media/image171.wmf"/><Relationship Id="rId7" Type="http://schemas.openxmlformats.org/officeDocument/2006/relationships/oleObject" Target="../embeddings/oleObject183.bin"/><Relationship Id="rId6" Type="http://schemas.openxmlformats.org/officeDocument/2006/relationships/image" Target="../media/image170.wmf"/><Relationship Id="rId5" Type="http://schemas.openxmlformats.org/officeDocument/2006/relationships/oleObject" Target="../embeddings/oleObject182.bin"/><Relationship Id="rId4" Type="http://schemas.openxmlformats.org/officeDocument/2006/relationships/image" Target="../media/image169.wmf"/><Relationship Id="rId30" Type="http://schemas.openxmlformats.org/officeDocument/2006/relationships/vmlDrawing" Target="../drawings/vmlDrawing22.vml"/><Relationship Id="rId3" Type="http://schemas.openxmlformats.org/officeDocument/2006/relationships/oleObject" Target="../embeddings/oleObject181.bin"/><Relationship Id="rId29" Type="http://schemas.openxmlformats.org/officeDocument/2006/relationships/slideLayout" Target="../slideLayouts/slideLayout7.xml"/><Relationship Id="rId28" Type="http://schemas.openxmlformats.org/officeDocument/2006/relationships/image" Target="../media/image167.wmf"/><Relationship Id="rId27" Type="http://schemas.openxmlformats.org/officeDocument/2006/relationships/oleObject" Target="../embeddings/oleObject193.bin"/><Relationship Id="rId26" Type="http://schemas.openxmlformats.org/officeDocument/2006/relationships/image" Target="../media/image166.wmf"/><Relationship Id="rId25" Type="http://schemas.openxmlformats.org/officeDocument/2006/relationships/oleObject" Target="../embeddings/oleObject192.bin"/><Relationship Id="rId24" Type="http://schemas.openxmlformats.org/officeDocument/2006/relationships/image" Target="../media/image164.wmf"/><Relationship Id="rId23" Type="http://schemas.openxmlformats.org/officeDocument/2006/relationships/oleObject" Target="../embeddings/oleObject191.bin"/><Relationship Id="rId22" Type="http://schemas.openxmlformats.org/officeDocument/2006/relationships/image" Target="../media/image160.wmf"/><Relationship Id="rId21" Type="http://schemas.openxmlformats.org/officeDocument/2006/relationships/oleObject" Target="../embeddings/oleObject190.bin"/><Relationship Id="rId20" Type="http://schemas.openxmlformats.org/officeDocument/2006/relationships/image" Target="../media/image159.wmf"/><Relationship Id="rId2" Type="http://schemas.openxmlformats.org/officeDocument/2006/relationships/image" Target="../media/image168.wmf"/><Relationship Id="rId19" Type="http://schemas.openxmlformats.org/officeDocument/2006/relationships/oleObject" Target="../embeddings/oleObject189.bin"/><Relationship Id="rId18" Type="http://schemas.openxmlformats.org/officeDocument/2006/relationships/image" Target="../media/image158.wmf"/><Relationship Id="rId17" Type="http://schemas.openxmlformats.org/officeDocument/2006/relationships/oleObject" Target="../embeddings/oleObject188.bin"/><Relationship Id="rId16" Type="http://schemas.openxmlformats.org/officeDocument/2006/relationships/image" Target="../media/image157.wmf"/><Relationship Id="rId15" Type="http://schemas.openxmlformats.org/officeDocument/2006/relationships/oleObject" Target="../embeddings/oleObject187.bin"/><Relationship Id="rId14" Type="http://schemas.openxmlformats.org/officeDocument/2006/relationships/image" Target="../media/image151.wmf"/><Relationship Id="rId13" Type="http://schemas.openxmlformats.org/officeDocument/2006/relationships/oleObject" Target="../embeddings/oleObject186.bin"/><Relationship Id="rId12" Type="http://schemas.openxmlformats.org/officeDocument/2006/relationships/image" Target="../media/image173.wmf"/><Relationship Id="rId11" Type="http://schemas.openxmlformats.org/officeDocument/2006/relationships/oleObject" Target="../embeddings/oleObject185.bin"/><Relationship Id="rId10" Type="http://schemas.openxmlformats.org/officeDocument/2006/relationships/image" Target="../media/image172.wmf"/><Relationship Id="rId1" Type="http://schemas.openxmlformats.org/officeDocument/2006/relationships/oleObject" Target="../embeddings/oleObject180.bin"/></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198.bin"/><Relationship Id="rId8" Type="http://schemas.openxmlformats.org/officeDocument/2006/relationships/image" Target="../media/image177.wmf"/><Relationship Id="rId7" Type="http://schemas.openxmlformats.org/officeDocument/2006/relationships/oleObject" Target="../embeddings/oleObject197.bin"/><Relationship Id="rId6" Type="http://schemas.openxmlformats.org/officeDocument/2006/relationships/image" Target="../media/image176.wmf"/><Relationship Id="rId5" Type="http://schemas.openxmlformats.org/officeDocument/2006/relationships/oleObject" Target="../embeddings/oleObject196.bin"/><Relationship Id="rId4" Type="http://schemas.openxmlformats.org/officeDocument/2006/relationships/image" Target="../media/image175.wmf"/><Relationship Id="rId3" Type="http://schemas.openxmlformats.org/officeDocument/2006/relationships/oleObject" Target="../embeddings/oleObject195.bin"/><Relationship Id="rId2" Type="http://schemas.openxmlformats.org/officeDocument/2006/relationships/image" Target="../media/image174.wmf"/><Relationship Id="rId14" Type="http://schemas.openxmlformats.org/officeDocument/2006/relationships/vmlDrawing" Target="../drawings/vmlDrawing23.vml"/><Relationship Id="rId13" Type="http://schemas.openxmlformats.org/officeDocument/2006/relationships/slideLayout" Target="../slideLayouts/slideLayout7.xml"/><Relationship Id="rId12" Type="http://schemas.openxmlformats.org/officeDocument/2006/relationships/image" Target="../media/image179.wmf"/><Relationship Id="rId11" Type="http://schemas.openxmlformats.org/officeDocument/2006/relationships/oleObject" Target="../embeddings/oleObject199.bin"/><Relationship Id="rId10" Type="http://schemas.openxmlformats.org/officeDocument/2006/relationships/image" Target="../media/image178.wmf"/><Relationship Id="rId1" Type="http://schemas.openxmlformats.org/officeDocument/2006/relationships/oleObject" Target="../embeddings/oleObject194.bin"/></Relationships>
</file>

<file path=ppt/slides/_rels/slide27.xml.rels><?xml version="1.0" encoding="UTF-8" standalone="yes"?>
<Relationships xmlns="http://schemas.openxmlformats.org/package/2006/relationships"><Relationship Id="rId9" Type="http://schemas.openxmlformats.org/officeDocument/2006/relationships/oleObject" Target="../embeddings/oleObject204.bin"/><Relationship Id="rId8" Type="http://schemas.openxmlformats.org/officeDocument/2006/relationships/image" Target="../media/image183.wmf"/><Relationship Id="rId7" Type="http://schemas.openxmlformats.org/officeDocument/2006/relationships/oleObject" Target="../embeddings/oleObject203.bin"/><Relationship Id="rId6" Type="http://schemas.openxmlformats.org/officeDocument/2006/relationships/image" Target="../media/image182.wmf"/><Relationship Id="rId5" Type="http://schemas.openxmlformats.org/officeDocument/2006/relationships/oleObject" Target="../embeddings/oleObject202.bin"/><Relationship Id="rId4" Type="http://schemas.openxmlformats.org/officeDocument/2006/relationships/image" Target="../media/image181.wmf"/><Relationship Id="rId36" Type="http://schemas.openxmlformats.org/officeDocument/2006/relationships/vmlDrawing" Target="../drawings/vmlDrawing24.vml"/><Relationship Id="rId35" Type="http://schemas.openxmlformats.org/officeDocument/2006/relationships/slideLayout" Target="../slideLayouts/slideLayout7.xml"/><Relationship Id="rId34" Type="http://schemas.openxmlformats.org/officeDocument/2006/relationships/image" Target="../media/image196.wmf"/><Relationship Id="rId33" Type="http://schemas.openxmlformats.org/officeDocument/2006/relationships/oleObject" Target="../embeddings/oleObject216.bin"/><Relationship Id="rId32" Type="http://schemas.openxmlformats.org/officeDocument/2006/relationships/image" Target="../media/image195.wmf"/><Relationship Id="rId31" Type="http://schemas.openxmlformats.org/officeDocument/2006/relationships/oleObject" Target="../embeddings/oleObject215.bin"/><Relationship Id="rId30" Type="http://schemas.openxmlformats.org/officeDocument/2006/relationships/image" Target="../media/image194.wmf"/><Relationship Id="rId3" Type="http://schemas.openxmlformats.org/officeDocument/2006/relationships/oleObject" Target="../embeddings/oleObject201.bin"/><Relationship Id="rId29" Type="http://schemas.openxmlformats.org/officeDocument/2006/relationships/oleObject" Target="../embeddings/oleObject214.bin"/><Relationship Id="rId28" Type="http://schemas.openxmlformats.org/officeDocument/2006/relationships/image" Target="../media/image193.wmf"/><Relationship Id="rId27" Type="http://schemas.openxmlformats.org/officeDocument/2006/relationships/oleObject" Target="../embeddings/oleObject213.bin"/><Relationship Id="rId26" Type="http://schemas.openxmlformats.org/officeDocument/2006/relationships/image" Target="../media/image192.wmf"/><Relationship Id="rId25" Type="http://schemas.openxmlformats.org/officeDocument/2006/relationships/oleObject" Target="../embeddings/oleObject212.bin"/><Relationship Id="rId24" Type="http://schemas.openxmlformats.org/officeDocument/2006/relationships/image" Target="../media/image191.wmf"/><Relationship Id="rId23" Type="http://schemas.openxmlformats.org/officeDocument/2006/relationships/oleObject" Target="../embeddings/oleObject211.bin"/><Relationship Id="rId22" Type="http://schemas.openxmlformats.org/officeDocument/2006/relationships/image" Target="../media/image190.wmf"/><Relationship Id="rId21" Type="http://schemas.openxmlformats.org/officeDocument/2006/relationships/oleObject" Target="../embeddings/oleObject210.bin"/><Relationship Id="rId20" Type="http://schemas.openxmlformats.org/officeDocument/2006/relationships/image" Target="../media/image189.wmf"/><Relationship Id="rId2" Type="http://schemas.openxmlformats.org/officeDocument/2006/relationships/image" Target="../media/image180.wmf"/><Relationship Id="rId19" Type="http://schemas.openxmlformats.org/officeDocument/2006/relationships/oleObject" Target="../embeddings/oleObject209.bin"/><Relationship Id="rId18" Type="http://schemas.openxmlformats.org/officeDocument/2006/relationships/image" Target="../media/image188.wmf"/><Relationship Id="rId17" Type="http://schemas.openxmlformats.org/officeDocument/2006/relationships/oleObject" Target="../embeddings/oleObject208.bin"/><Relationship Id="rId16" Type="http://schemas.openxmlformats.org/officeDocument/2006/relationships/image" Target="../media/image187.wmf"/><Relationship Id="rId15" Type="http://schemas.openxmlformats.org/officeDocument/2006/relationships/oleObject" Target="../embeddings/oleObject207.bin"/><Relationship Id="rId14" Type="http://schemas.openxmlformats.org/officeDocument/2006/relationships/image" Target="../media/image186.wmf"/><Relationship Id="rId13" Type="http://schemas.openxmlformats.org/officeDocument/2006/relationships/oleObject" Target="../embeddings/oleObject206.bin"/><Relationship Id="rId12" Type="http://schemas.openxmlformats.org/officeDocument/2006/relationships/image" Target="../media/image185.wmf"/><Relationship Id="rId11" Type="http://schemas.openxmlformats.org/officeDocument/2006/relationships/oleObject" Target="../embeddings/oleObject205.bin"/><Relationship Id="rId10" Type="http://schemas.openxmlformats.org/officeDocument/2006/relationships/image" Target="../media/image184.wmf"/><Relationship Id="rId1" Type="http://schemas.openxmlformats.org/officeDocument/2006/relationships/oleObject" Target="../embeddings/oleObject200.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221.bin"/><Relationship Id="rId8" Type="http://schemas.openxmlformats.org/officeDocument/2006/relationships/image" Target="../media/image200.wmf"/><Relationship Id="rId7" Type="http://schemas.openxmlformats.org/officeDocument/2006/relationships/oleObject" Target="../embeddings/oleObject220.bin"/><Relationship Id="rId6" Type="http://schemas.openxmlformats.org/officeDocument/2006/relationships/image" Target="../media/image199.wmf"/><Relationship Id="rId5" Type="http://schemas.openxmlformats.org/officeDocument/2006/relationships/oleObject" Target="../embeddings/oleObject219.bin"/><Relationship Id="rId4" Type="http://schemas.openxmlformats.org/officeDocument/2006/relationships/image" Target="../media/image198.wmf"/><Relationship Id="rId3" Type="http://schemas.openxmlformats.org/officeDocument/2006/relationships/oleObject" Target="../embeddings/oleObject218.bin"/><Relationship Id="rId2" Type="http://schemas.openxmlformats.org/officeDocument/2006/relationships/image" Target="../media/image197.wmf"/><Relationship Id="rId14" Type="http://schemas.openxmlformats.org/officeDocument/2006/relationships/vmlDrawing" Target="../drawings/vmlDrawing25.vml"/><Relationship Id="rId13" Type="http://schemas.openxmlformats.org/officeDocument/2006/relationships/slideLayout" Target="../slideLayouts/slideLayout7.xml"/><Relationship Id="rId12" Type="http://schemas.openxmlformats.org/officeDocument/2006/relationships/image" Target="../media/image202.wmf"/><Relationship Id="rId11" Type="http://schemas.openxmlformats.org/officeDocument/2006/relationships/oleObject" Target="../embeddings/oleObject222.bin"/><Relationship Id="rId10" Type="http://schemas.openxmlformats.org/officeDocument/2006/relationships/image" Target="../media/image201.wmf"/><Relationship Id="rId1" Type="http://schemas.openxmlformats.org/officeDocument/2006/relationships/oleObject" Target="../embeddings/oleObject217.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9" Type="http://schemas.openxmlformats.org/officeDocument/2006/relationships/image" Target="../media/image53.wmf"/><Relationship Id="rId8" Type="http://schemas.openxmlformats.org/officeDocument/2006/relationships/oleObject" Target="../embeddings/oleObject226.bin"/><Relationship Id="rId7" Type="http://schemas.openxmlformats.org/officeDocument/2006/relationships/image" Target="../media/image52.wmf"/><Relationship Id="rId6" Type="http://schemas.openxmlformats.org/officeDocument/2006/relationships/oleObject" Target="../embeddings/oleObject225.bin"/><Relationship Id="rId5" Type="http://schemas.openxmlformats.org/officeDocument/2006/relationships/image" Target="../media/image205.jpeg"/><Relationship Id="rId4" Type="http://schemas.openxmlformats.org/officeDocument/2006/relationships/image" Target="../media/image204.wmf"/><Relationship Id="rId35" Type="http://schemas.openxmlformats.org/officeDocument/2006/relationships/vmlDrawing" Target="../drawings/vmlDrawing26.vml"/><Relationship Id="rId34" Type="http://schemas.openxmlformats.org/officeDocument/2006/relationships/slideLayout" Target="../slideLayouts/slideLayout7.xml"/><Relationship Id="rId33" Type="http://schemas.openxmlformats.org/officeDocument/2006/relationships/image" Target="../media/image211.wmf"/><Relationship Id="rId32" Type="http://schemas.openxmlformats.org/officeDocument/2006/relationships/oleObject" Target="../embeddings/oleObject238.bin"/><Relationship Id="rId31" Type="http://schemas.openxmlformats.org/officeDocument/2006/relationships/image" Target="../media/image210.wmf"/><Relationship Id="rId30" Type="http://schemas.openxmlformats.org/officeDocument/2006/relationships/oleObject" Target="../embeddings/oleObject237.bin"/><Relationship Id="rId3" Type="http://schemas.openxmlformats.org/officeDocument/2006/relationships/oleObject" Target="../embeddings/oleObject224.bin"/><Relationship Id="rId29" Type="http://schemas.openxmlformats.org/officeDocument/2006/relationships/image" Target="../media/image209.wmf"/><Relationship Id="rId28" Type="http://schemas.openxmlformats.org/officeDocument/2006/relationships/oleObject" Target="../embeddings/oleObject236.bin"/><Relationship Id="rId27" Type="http://schemas.openxmlformats.org/officeDocument/2006/relationships/image" Target="../media/image208.wmf"/><Relationship Id="rId26" Type="http://schemas.openxmlformats.org/officeDocument/2006/relationships/oleObject" Target="../embeddings/oleObject235.bin"/><Relationship Id="rId25" Type="http://schemas.openxmlformats.org/officeDocument/2006/relationships/image" Target="../media/image207.wmf"/><Relationship Id="rId24" Type="http://schemas.openxmlformats.org/officeDocument/2006/relationships/oleObject" Target="../embeddings/oleObject234.bin"/><Relationship Id="rId23" Type="http://schemas.openxmlformats.org/officeDocument/2006/relationships/image" Target="../media/image206.wmf"/><Relationship Id="rId22" Type="http://schemas.openxmlformats.org/officeDocument/2006/relationships/oleObject" Target="../embeddings/oleObject233.bin"/><Relationship Id="rId21" Type="http://schemas.openxmlformats.org/officeDocument/2006/relationships/image" Target="../media/image59.wmf"/><Relationship Id="rId20" Type="http://schemas.openxmlformats.org/officeDocument/2006/relationships/oleObject" Target="../embeddings/oleObject232.bin"/><Relationship Id="rId2" Type="http://schemas.openxmlformats.org/officeDocument/2006/relationships/image" Target="../media/image203.wmf"/><Relationship Id="rId19" Type="http://schemas.openxmlformats.org/officeDocument/2006/relationships/image" Target="../media/image58.wmf"/><Relationship Id="rId18" Type="http://schemas.openxmlformats.org/officeDocument/2006/relationships/oleObject" Target="../embeddings/oleObject231.bin"/><Relationship Id="rId17" Type="http://schemas.openxmlformats.org/officeDocument/2006/relationships/image" Target="../media/image57.wmf"/><Relationship Id="rId16" Type="http://schemas.openxmlformats.org/officeDocument/2006/relationships/oleObject" Target="../embeddings/oleObject230.bin"/><Relationship Id="rId15" Type="http://schemas.openxmlformats.org/officeDocument/2006/relationships/image" Target="../media/image56.wmf"/><Relationship Id="rId14" Type="http://schemas.openxmlformats.org/officeDocument/2006/relationships/oleObject" Target="../embeddings/oleObject229.bin"/><Relationship Id="rId13" Type="http://schemas.openxmlformats.org/officeDocument/2006/relationships/image" Target="../media/image55.wmf"/><Relationship Id="rId12" Type="http://schemas.openxmlformats.org/officeDocument/2006/relationships/oleObject" Target="../embeddings/oleObject228.bin"/><Relationship Id="rId11" Type="http://schemas.openxmlformats.org/officeDocument/2006/relationships/image" Target="../media/image54.wmf"/><Relationship Id="rId10" Type="http://schemas.openxmlformats.org/officeDocument/2006/relationships/oleObject" Target="../embeddings/oleObject227.bin"/><Relationship Id="rId1" Type="http://schemas.openxmlformats.org/officeDocument/2006/relationships/oleObject" Target="../embeddings/oleObject223.bin"/></Relationships>
</file>

<file path=ppt/slides/_rels/slide31.xml.rels><?xml version="1.0" encoding="UTF-8" standalone="yes"?>
<Relationships xmlns="http://schemas.openxmlformats.org/package/2006/relationships"><Relationship Id="rId9" Type="http://schemas.openxmlformats.org/officeDocument/2006/relationships/oleObject" Target="../embeddings/oleObject243.bin"/><Relationship Id="rId8" Type="http://schemas.openxmlformats.org/officeDocument/2006/relationships/image" Target="../media/image215.wmf"/><Relationship Id="rId7" Type="http://schemas.openxmlformats.org/officeDocument/2006/relationships/oleObject" Target="../embeddings/oleObject242.bin"/><Relationship Id="rId6" Type="http://schemas.openxmlformats.org/officeDocument/2006/relationships/image" Target="../media/image214.wmf"/><Relationship Id="rId5" Type="http://schemas.openxmlformats.org/officeDocument/2006/relationships/oleObject" Target="../embeddings/oleObject241.bin"/><Relationship Id="rId4" Type="http://schemas.openxmlformats.org/officeDocument/2006/relationships/image" Target="../media/image213.wmf"/><Relationship Id="rId3" Type="http://schemas.openxmlformats.org/officeDocument/2006/relationships/oleObject" Target="../embeddings/oleObject240.bin"/><Relationship Id="rId2" Type="http://schemas.openxmlformats.org/officeDocument/2006/relationships/image" Target="../media/image212.wmf"/><Relationship Id="rId18" Type="http://schemas.openxmlformats.org/officeDocument/2006/relationships/vmlDrawing" Target="../drawings/vmlDrawing27.vml"/><Relationship Id="rId17" Type="http://schemas.openxmlformats.org/officeDocument/2006/relationships/slideLayout" Target="../slideLayouts/slideLayout7.xml"/><Relationship Id="rId16" Type="http://schemas.openxmlformats.org/officeDocument/2006/relationships/image" Target="../media/image220.wmf"/><Relationship Id="rId15" Type="http://schemas.openxmlformats.org/officeDocument/2006/relationships/oleObject" Target="../embeddings/oleObject245.bin"/><Relationship Id="rId14" Type="http://schemas.openxmlformats.org/officeDocument/2006/relationships/image" Target="../media/image219.wmf"/><Relationship Id="rId13" Type="http://schemas.openxmlformats.org/officeDocument/2006/relationships/oleObject" Target="../embeddings/oleObject244.bin"/><Relationship Id="rId12" Type="http://schemas.openxmlformats.org/officeDocument/2006/relationships/image" Target="../media/image218.jpeg"/><Relationship Id="rId11" Type="http://schemas.openxmlformats.org/officeDocument/2006/relationships/image" Target="../media/image217.jpeg"/><Relationship Id="rId10" Type="http://schemas.openxmlformats.org/officeDocument/2006/relationships/image" Target="../media/image216.wmf"/><Relationship Id="rId1" Type="http://schemas.openxmlformats.org/officeDocument/2006/relationships/oleObject" Target="../embeddings/oleObject239.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9" Type="http://schemas.openxmlformats.org/officeDocument/2006/relationships/oleObject" Target="../embeddings/oleObject249.bin"/><Relationship Id="rId8" Type="http://schemas.openxmlformats.org/officeDocument/2006/relationships/image" Target="../media/image224.wmf"/><Relationship Id="rId7" Type="http://schemas.openxmlformats.org/officeDocument/2006/relationships/oleObject" Target="../embeddings/oleObject248.bin"/><Relationship Id="rId6" Type="http://schemas.openxmlformats.org/officeDocument/2006/relationships/image" Target="../media/image218.jpeg"/><Relationship Id="rId5" Type="http://schemas.openxmlformats.org/officeDocument/2006/relationships/image" Target="../media/image223.emf"/><Relationship Id="rId4" Type="http://schemas.openxmlformats.org/officeDocument/2006/relationships/image" Target="../media/image222.wmf"/><Relationship Id="rId3" Type="http://schemas.openxmlformats.org/officeDocument/2006/relationships/oleObject" Target="../embeddings/oleObject247.bin"/><Relationship Id="rId20" Type="http://schemas.openxmlformats.org/officeDocument/2006/relationships/vmlDrawing" Target="../drawings/vmlDrawing28.vml"/><Relationship Id="rId2" Type="http://schemas.openxmlformats.org/officeDocument/2006/relationships/image" Target="../media/image221.wmf"/><Relationship Id="rId19" Type="http://schemas.openxmlformats.org/officeDocument/2006/relationships/slideLayout" Target="../slideLayouts/slideLayout7.xml"/><Relationship Id="rId18" Type="http://schemas.openxmlformats.org/officeDocument/2006/relationships/image" Target="../media/image229.wmf"/><Relationship Id="rId17" Type="http://schemas.openxmlformats.org/officeDocument/2006/relationships/oleObject" Target="../embeddings/oleObject253.bin"/><Relationship Id="rId16" Type="http://schemas.openxmlformats.org/officeDocument/2006/relationships/image" Target="../media/image228.wmf"/><Relationship Id="rId15" Type="http://schemas.openxmlformats.org/officeDocument/2006/relationships/oleObject" Target="../embeddings/oleObject252.bin"/><Relationship Id="rId14" Type="http://schemas.openxmlformats.org/officeDocument/2006/relationships/image" Target="../media/image227.wmf"/><Relationship Id="rId13" Type="http://schemas.openxmlformats.org/officeDocument/2006/relationships/oleObject" Target="../embeddings/oleObject251.bin"/><Relationship Id="rId12" Type="http://schemas.openxmlformats.org/officeDocument/2006/relationships/image" Target="../media/image226.wmf"/><Relationship Id="rId11" Type="http://schemas.openxmlformats.org/officeDocument/2006/relationships/oleObject" Target="../embeddings/oleObject250.bin"/><Relationship Id="rId10" Type="http://schemas.openxmlformats.org/officeDocument/2006/relationships/image" Target="../media/image225.wmf"/><Relationship Id="rId1" Type="http://schemas.openxmlformats.org/officeDocument/2006/relationships/oleObject" Target="../embeddings/oleObject246.bin"/></Relationships>
</file>

<file path=ppt/slides/_rels/slide34.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7.xml"/><Relationship Id="rId4" Type="http://schemas.openxmlformats.org/officeDocument/2006/relationships/image" Target="../media/image231.wmf"/><Relationship Id="rId3" Type="http://schemas.openxmlformats.org/officeDocument/2006/relationships/oleObject" Target="../embeddings/oleObject255.bin"/><Relationship Id="rId2" Type="http://schemas.openxmlformats.org/officeDocument/2006/relationships/image" Target="../media/image230.wmf"/><Relationship Id="rId1" Type="http://schemas.openxmlformats.org/officeDocument/2006/relationships/oleObject" Target="../embeddings/oleObject254.bin"/></Relationships>
</file>

<file path=ppt/slides/_rels/slide3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35.wmf"/><Relationship Id="rId7" Type="http://schemas.openxmlformats.org/officeDocument/2006/relationships/oleObject" Target="../embeddings/oleObject259.bin"/><Relationship Id="rId6" Type="http://schemas.openxmlformats.org/officeDocument/2006/relationships/image" Target="../media/image234.wmf"/><Relationship Id="rId5" Type="http://schemas.openxmlformats.org/officeDocument/2006/relationships/oleObject" Target="../embeddings/oleObject258.bin"/><Relationship Id="rId4" Type="http://schemas.openxmlformats.org/officeDocument/2006/relationships/image" Target="../media/image233.wmf"/><Relationship Id="rId3" Type="http://schemas.openxmlformats.org/officeDocument/2006/relationships/oleObject" Target="../embeddings/oleObject257.bin"/><Relationship Id="rId2" Type="http://schemas.openxmlformats.org/officeDocument/2006/relationships/image" Target="../media/image232.wmf"/><Relationship Id="rId10" Type="http://schemas.openxmlformats.org/officeDocument/2006/relationships/vmlDrawing" Target="../drawings/vmlDrawing30.vml"/><Relationship Id="rId1" Type="http://schemas.openxmlformats.org/officeDocument/2006/relationships/oleObject" Target="../embeddings/oleObject256.bin"/></Relationships>
</file>

<file path=ppt/slides/_rels/slide36.xml.rels><?xml version="1.0" encoding="UTF-8" standalone="yes"?>
<Relationships xmlns="http://schemas.openxmlformats.org/package/2006/relationships"><Relationship Id="rId9" Type="http://schemas.openxmlformats.org/officeDocument/2006/relationships/oleObject" Target="../embeddings/oleObject264.bin"/><Relationship Id="rId8" Type="http://schemas.openxmlformats.org/officeDocument/2006/relationships/image" Target="../media/image239.wmf"/><Relationship Id="rId7" Type="http://schemas.openxmlformats.org/officeDocument/2006/relationships/oleObject" Target="../embeddings/oleObject263.bin"/><Relationship Id="rId6" Type="http://schemas.openxmlformats.org/officeDocument/2006/relationships/image" Target="../media/image238.wmf"/><Relationship Id="rId5" Type="http://schemas.openxmlformats.org/officeDocument/2006/relationships/oleObject" Target="../embeddings/oleObject262.bin"/><Relationship Id="rId4" Type="http://schemas.openxmlformats.org/officeDocument/2006/relationships/image" Target="../media/image237.wmf"/><Relationship Id="rId3" Type="http://schemas.openxmlformats.org/officeDocument/2006/relationships/oleObject" Target="../embeddings/oleObject261.bin"/><Relationship Id="rId2" Type="http://schemas.openxmlformats.org/officeDocument/2006/relationships/image" Target="../media/image236.wmf"/><Relationship Id="rId14" Type="http://schemas.openxmlformats.org/officeDocument/2006/relationships/vmlDrawing" Target="../drawings/vmlDrawing31.vml"/><Relationship Id="rId13" Type="http://schemas.openxmlformats.org/officeDocument/2006/relationships/slideLayout" Target="../slideLayouts/slideLayout7.xml"/><Relationship Id="rId12" Type="http://schemas.openxmlformats.org/officeDocument/2006/relationships/image" Target="../media/image241.wmf"/><Relationship Id="rId11" Type="http://schemas.openxmlformats.org/officeDocument/2006/relationships/oleObject" Target="../embeddings/oleObject265.bin"/><Relationship Id="rId10" Type="http://schemas.openxmlformats.org/officeDocument/2006/relationships/image" Target="../media/image240.wmf"/><Relationship Id="rId1" Type="http://schemas.openxmlformats.org/officeDocument/2006/relationships/oleObject" Target="../embeddings/oleObject260.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270.bin"/><Relationship Id="rId8" Type="http://schemas.openxmlformats.org/officeDocument/2006/relationships/image" Target="../media/image245.wmf"/><Relationship Id="rId7" Type="http://schemas.openxmlformats.org/officeDocument/2006/relationships/oleObject" Target="../embeddings/oleObject269.bin"/><Relationship Id="rId6" Type="http://schemas.openxmlformats.org/officeDocument/2006/relationships/image" Target="../media/image244.wmf"/><Relationship Id="rId5" Type="http://schemas.openxmlformats.org/officeDocument/2006/relationships/oleObject" Target="../embeddings/oleObject268.bin"/><Relationship Id="rId4" Type="http://schemas.openxmlformats.org/officeDocument/2006/relationships/image" Target="../media/image243.wmf"/><Relationship Id="rId3" Type="http://schemas.openxmlformats.org/officeDocument/2006/relationships/oleObject" Target="../embeddings/oleObject267.bin"/><Relationship Id="rId26" Type="http://schemas.openxmlformats.org/officeDocument/2006/relationships/vmlDrawing" Target="../drawings/vmlDrawing32.vml"/><Relationship Id="rId25" Type="http://schemas.openxmlformats.org/officeDocument/2006/relationships/slideLayout" Target="../slideLayouts/slideLayout2.xml"/><Relationship Id="rId24" Type="http://schemas.openxmlformats.org/officeDocument/2006/relationships/image" Target="../media/image253.wmf"/><Relationship Id="rId23" Type="http://schemas.openxmlformats.org/officeDocument/2006/relationships/oleObject" Target="../embeddings/oleObject277.bin"/><Relationship Id="rId22" Type="http://schemas.openxmlformats.org/officeDocument/2006/relationships/image" Target="../media/image252.wmf"/><Relationship Id="rId21" Type="http://schemas.openxmlformats.org/officeDocument/2006/relationships/oleObject" Target="../embeddings/oleObject276.bin"/><Relationship Id="rId20" Type="http://schemas.openxmlformats.org/officeDocument/2006/relationships/image" Target="../media/image251.wmf"/><Relationship Id="rId2" Type="http://schemas.openxmlformats.org/officeDocument/2006/relationships/image" Target="../media/image242.wmf"/><Relationship Id="rId19" Type="http://schemas.openxmlformats.org/officeDocument/2006/relationships/oleObject" Target="../embeddings/oleObject275.bin"/><Relationship Id="rId18" Type="http://schemas.openxmlformats.org/officeDocument/2006/relationships/image" Target="../media/image250.wmf"/><Relationship Id="rId17" Type="http://schemas.openxmlformats.org/officeDocument/2006/relationships/oleObject" Target="../embeddings/oleObject274.bin"/><Relationship Id="rId16" Type="http://schemas.openxmlformats.org/officeDocument/2006/relationships/image" Target="../media/image249.wmf"/><Relationship Id="rId15" Type="http://schemas.openxmlformats.org/officeDocument/2006/relationships/oleObject" Target="../embeddings/oleObject273.bin"/><Relationship Id="rId14" Type="http://schemas.openxmlformats.org/officeDocument/2006/relationships/image" Target="../media/image248.wmf"/><Relationship Id="rId13" Type="http://schemas.openxmlformats.org/officeDocument/2006/relationships/oleObject" Target="../embeddings/oleObject272.bin"/><Relationship Id="rId12" Type="http://schemas.openxmlformats.org/officeDocument/2006/relationships/image" Target="../media/image247.wmf"/><Relationship Id="rId11" Type="http://schemas.openxmlformats.org/officeDocument/2006/relationships/oleObject" Target="../embeddings/oleObject271.bin"/><Relationship Id="rId10" Type="http://schemas.openxmlformats.org/officeDocument/2006/relationships/image" Target="../media/image246.wmf"/><Relationship Id="rId1" Type="http://schemas.openxmlformats.org/officeDocument/2006/relationships/oleObject" Target="../embeddings/oleObject266.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282.bin"/><Relationship Id="rId8" Type="http://schemas.openxmlformats.org/officeDocument/2006/relationships/image" Target="../media/image257.wmf"/><Relationship Id="rId7" Type="http://schemas.openxmlformats.org/officeDocument/2006/relationships/oleObject" Target="../embeddings/oleObject281.bin"/><Relationship Id="rId6" Type="http://schemas.openxmlformats.org/officeDocument/2006/relationships/image" Target="../media/image256.wmf"/><Relationship Id="rId5" Type="http://schemas.openxmlformats.org/officeDocument/2006/relationships/oleObject" Target="../embeddings/oleObject280.bin"/><Relationship Id="rId4" Type="http://schemas.openxmlformats.org/officeDocument/2006/relationships/image" Target="../media/image255.wmf"/><Relationship Id="rId3" Type="http://schemas.openxmlformats.org/officeDocument/2006/relationships/oleObject" Target="../embeddings/oleObject279.bin"/><Relationship Id="rId2" Type="http://schemas.openxmlformats.org/officeDocument/2006/relationships/image" Target="../media/image254.wmf"/><Relationship Id="rId14" Type="http://schemas.openxmlformats.org/officeDocument/2006/relationships/vmlDrawing" Target="../drawings/vmlDrawing33.vml"/><Relationship Id="rId13" Type="http://schemas.openxmlformats.org/officeDocument/2006/relationships/slideLayout" Target="../slideLayouts/slideLayout2.xml"/><Relationship Id="rId12" Type="http://schemas.openxmlformats.org/officeDocument/2006/relationships/image" Target="../media/image259.wmf"/><Relationship Id="rId11" Type="http://schemas.openxmlformats.org/officeDocument/2006/relationships/oleObject" Target="../embeddings/oleObject283.bin"/><Relationship Id="rId10" Type="http://schemas.openxmlformats.org/officeDocument/2006/relationships/image" Target="../media/image258.wmf"/><Relationship Id="rId1" Type="http://schemas.openxmlformats.org/officeDocument/2006/relationships/oleObject" Target="../embeddings/oleObject278.bin"/></Relationships>
</file>

<file path=ppt/slides/_rels/slide39.xml.rels><?xml version="1.0" encoding="UTF-8" standalone="yes"?>
<Relationships xmlns="http://schemas.openxmlformats.org/package/2006/relationships"><Relationship Id="rId9" Type="http://schemas.openxmlformats.org/officeDocument/2006/relationships/oleObject" Target="../embeddings/oleObject288.bin"/><Relationship Id="rId8" Type="http://schemas.openxmlformats.org/officeDocument/2006/relationships/image" Target="../media/image263.wmf"/><Relationship Id="rId7" Type="http://schemas.openxmlformats.org/officeDocument/2006/relationships/oleObject" Target="../embeddings/oleObject287.bin"/><Relationship Id="rId6" Type="http://schemas.openxmlformats.org/officeDocument/2006/relationships/image" Target="../media/image262.wmf"/><Relationship Id="rId5" Type="http://schemas.openxmlformats.org/officeDocument/2006/relationships/oleObject" Target="../embeddings/oleObject286.bin"/><Relationship Id="rId4" Type="http://schemas.openxmlformats.org/officeDocument/2006/relationships/image" Target="../media/image261.wmf"/><Relationship Id="rId3" Type="http://schemas.openxmlformats.org/officeDocument/2006/relationships/oleObject" Target="../embeddings/oleObject285.bin"/><Relationship Id="rId23" Type="http://schemas.openxmlformats.org/officeDocument/2006/relationships/vmlDrawing" Target="../drawings/vmlDrawing34.vml"/><Relationship Id="rId22" Type="http://schemas.openxmlformats.org/officeDocument/2006/relationships/slideLayout" Target="../slideLayouts/slideLayout7.xml"/><Relationship Id="rId21" Type="http://schemas.openxmlformats.org/officeDocument/2006/relationships/image" Target="../media/image269.wmf"/><Relationship Id="rId20" Type="http://schemas.openxmlformats.org/officeDocument/2006/relationships/oleObject" Target="../embeddings/oleObject294.bin"/><Relationship Id="rId2" Type="http://schemas.openxmlformats.org/officeDocument/2006/relationships/image" Target="../media/image260.wmf"/><Relationship Id="rId19" Type="http://schemas.openxmlformats.org/officeDocument/2006/relationships/oleObject" Target="../embeddings/oleObject293.bin"/><Relationship Id="rId18" Type="http://schemas.openxmlformats.org/officeDocument/2006/relationships/image" Target="../media/image268.wmf"/><Relationship Id="rId17" Type="http://schemas.openxmlformats.org/officeDocument/2006/relationships/oleObject" Target="../embeddings/oleObject292.bin"/><Relationship Id="rId16" Type="http://schemas.openxmlformats.org/officeDocument/2006/relationships/image" Target="../media/image267.wmf"/><Relationship Id="rId15" Type="http://schemas.openxmlformats.org/officeDocument/2006/relationships/oleObject" Target="../embeddings/oleObject291.bin"/><Relationship Id="rId14" Type="http://schemas.openxmlformats.org/officeDocument/2006/relationships/image" Target="../media/image266.wmf"/><Relationship Id="rId13" Type="http://schemas.openxmlformats.org/officeDocument/2006/relationships/oleObject" Target="../embeddings/oleObject290.bin"/><Relationship Id="rId12" Type="http://schemas.openxmlformats.org/officeDocument/2006/relationships/image" Target="../media/image265.wmf"/><Relationship Id="rId11" Type="http://schemas.openxmlformats.org/officeDocument/2006/relationships/oleObject" Target="../embeddings/oleObject289.bin"/><Relationship Id="rId10" Type="http://schemas.openxmlformats.org/officeDocument/2006/relationships/image" Target="../media/image264.wmf"/><Relationship Id="rId1" Type="http://schemas.openxmlformats.org/officeDocument/2006/relationships/oleObject" Target="../embeddings/oleObject284.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3.wmf"/><Relationship Id="rId7" Type="http://schemas.openxmlformats.org/officeDocument/2006/relationships/oleObject" Target="../embeddings/oleObject298.bin"/><Relationship Id="rId6" Type="http://schemas.openxmlformats.org/officeDocument/2006/relationships/image" Target="../media/image272.wmf"/><Relationship Id="rId5" Type="http://schemas.openxmlformats.org/officeDocument/2006/relationships/oleObject" Target="../embeddings/oleObject297.bin"/><Relationship Id="rId4" Type="http://schemas.openxmlformats.org/officeDocument/2006/relationships/image" Target="../media/image271.wmf"/><Relationship Id="rId3" Type="http://schemas.openxmlformats.org/officeDocument/2006/relationships/oleObject" Target="../embeddings/oleObject296.bin"/><Relationship Id="rId2" Type="http://schemas.openxmlformats.org/officeDocument/2006/relationships/image" Target="../media/image270.wmf"/><Relationship Id="rId10" Type="http://schemas.openxmlformats.org/officeDocument/2006/relationships/vmlDrawing" Target="../drawings/vmlDrawing35.vml"/><Relationship Id="rId1" Type="http://schemas.openxmlformats.org/officeDocument/2006/relationships/oleObject" Target="../embeddings/oleObject295.bin"/></Relationships>
</file>

<file path=ppt/slides/_rels/slide4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77.wmf"/><Relationship Id="rId7" Type="http://schemas.openxmlformats.org/officeDocument/2006/relationships/oleObject" Target="../embeddings/oleObject302.bin"/><Relationship Id="rId6" Type="http://schemas.openxmlformats.org/officeDocument/2006/relationships/image" Target="../media/image276.wmf"/><Relationship Id="rId5" Type="http://schemas.openxmlformats.org/officeDocument/2006/relationships/oleObject" Target="../embeddings/oleObject301.bin"/><Relationship Id="rId4" Type="http://schemas.openxmlformats.org/officeDocument/2006/relationships/image" Target="../media/image275.wmf"/><Relationship Id="rId3" Type="http://schemas.openxmlformats.org/officeDocument/2006/relationships/oleObject" Target="../embeddings/oleObject300.bin"/><Relationship Id="rId2" Type="http://schemas.openxmlformats.org/officeDocument/2006/relationships/image" Target="../media/image274.wmf"/><Relationship Id="rId11" Type="http://schemas.openxmlformats.org/officeDocument/2006/relationships/notesSlide" Target="../notesSlides/notesSlide1.xml"/><Relationship Id="rId10" Type="http://schemas.openxmlformats.org/officeDocument/2006/relationships/vmlDrawing" Target="../drawings/vmlDrawing36.vml"/><Relationship Id="rId1" Type="http://schemas.openxmlformats.org/officeDocument/2006/relationships/oleObject" Target="../embeddings/oleObject299.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307.bin"/><Relationship Id="rId8" Type="http://schemas.openxmlformats.org/officeDocument/2006/relationships/image" Target="../media/image281.wmf"/><Relationship Id="rId7" Type="http://schemas.openxmlformats.org/officeDocument/2006/relationships/oleObject" Target="../embeddings/oleObject306.bin"/><Relationship Id="rId6" Type="http://schemas.openxmlformats.org/officeDocument/2006/relationships/image" Target="../media/image280.wmf"/><Relationship Id="rId5" Type="http://schemas.openxmlformats.org/officeDocument/2006/relationships/oleObject" Target="../embeddings/oleObject305.bin"/><Relationship Id="rId4" Type="http://schemas.openxmlformats.org/officeDocument/2006/relationships/image" Target="../media/image279.wmf"/><Relationship Id="rId3" Type="http://schemas.openxmlformats.org/officeDocument/2006/relationships/oleObject" Target="../embeddings/oleObject304.bin"/><Relationship Id="rId2" Type="http://schemas.openxmlformats.org/officeDocument/2006/relationships/image" Target="../media/image278.wmf"/><Relationship Id="rId16" Type="http://schemas.openxmlformats.org/officeDocument/2006/relationships/vmlDrawing" Target="../drawings/vmlDrawing37.vml"/><Relationship Id="rId15" Type="http://schemas.openxmlformats.org/officeDocument/2006/relationships/slideLayout" Target="../slideLayouts/slideLayout7.xml"/><Relationship Id="rId14" Type="http://schemas.openxmlformats.org/officeDocument/2006/relationships/image" Target="../media/image284.wmf"/><Relationship Id="rId13" Type="http://schemas.openxmlformats.org/officeDocument/2006/relationships/oleObject" Target="../embeddings/oleObject309.bin"/><Relationship Id="rId12" Type="http://schemas.openxmlformats.org/officeDocument/2006/relationships/image" Target="../media/image283.wmf"/><Relationship Id="rId11" Type="http://schemas.openxmlformats.org/officeDocument/2006/relationships/oleObject" Target="../embeddings/oleObject308.bin"/><Relationship Id="rId10" Type="http://schemas.openxmlformats.org/officeDocument/2006/relationships/image" Target="../media/image282.wmf"/><Relationship Id="rId1" Type="http://schemas.openxmlformats.org/officeDocument/2006/relationships/oleObject" Target="../embeddings/oleObject303.bin"/></Relationships>
</file>

<file path=ppt/slides/_rels/slide43.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88.wmf"/><Relationship Id="rId7" Type="http://schemas.openxmlformats.org/officeDocument/2006/relationships/oleObject" Target="../embeddings/oleObject313.bin"/><Relationship Id="rId6" Type="http://schemas.openxmlformats.org/officeDocument/2006/relationships/image" Target="../media/image287.wmf"/><Relationship Id="rId5" Type="http://schemas.openxmlformats.org/officeDocument/2006/relationships/oleObject" Target="../embeddings/oleObject312.bin"/><Relationship Id="rId4" Type="http://schemas.openxmlformats.org/officeDocument/2006/relationships/image" Target="../media/image286.wmf"/><Relationship Id="rId3" Type="http://schemas.openxmlformats.org/officeDocument/2006/relationships/oleObject" Target="../embeddings/oleObject311.bin"/><Relationship Id="rId2" Type="http://schemas.openxmlformats.org/officeDocument/2006/relationships/image" Target="../media/image285.wmf"/><Relationship Id="rId10" Type="http://schemas.openxmlformats.org/officeDocument/2006/relationships/vmlDrawing" Target="../drawings/vmlDrawing38.vml"/><Relationship Id="rId1" Type="http://schemas.openxmlformats.org/officeDocument/2006/relationships/oleObject" Target="../embeddings/oleObject310.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318.bin"/><Relationship Id="rId8" Type="http://schemas.openxmlformats.org/officeDocument/2006/relationships/image" Target="../media/image292.wmf"/><Relationship Id="rId7" Type="http://schemas.openxmlformats.org/officeDocument/2006/relationships/oleObject" Target="../embeddings/oleObject317.bin"/><Relationship Id="rId6" Type="http://schemas.openxmlformats.org/officeDocument/2006/relationships/image" Target="../media/image291.wmf"/><Relationship Id="rId5" Type="http://schemas.openxmlformats.org/officeDocument/2006/relationships/oleObject" Target="../embeddings/oleObject316.bin"/><Relationship Id="rId4" Type="http://schemas.openxmlformats.org/officeDocument/2006/relationships/image" Target="../media/image290.wmf"/><Relationship Id="rId3" Type="http://schemas.openxmlformats.org/officeDocument/2006/relationships/oleObject" Target="../embeddings/oleObject315.bin"/><Relationship Id="rId26" Type="http://schemas.openxmlformats.org/officeDocument/2006/relationships/vmlDrawing" Target="../drawings/vmlDrawing39.vml"/><Relationship Id="rId25" Type="http://schemas.openxmlformats.org/officeDocument/2006/relationships/slideLayout" Target="../slideLayouts/slideLayout7.xml"/><Relationship Id="rId24" Type="http://schemas.openxmlformats.org/officeDocument/2006/relationships/image" Target="../media/image300.wmf"/><Relationship Id="rId23" Type="http://schemas.openxmlformats.org/officeDocument/2006/relationships/oleObject" Target="../embeddings/oleObject325.bin"/><Relationship Id="rId22" Type="http://schemas.openxmlformats.org/officeDocument/2006/relationships/image" Target="../media/image299.wmf"/><Relationship Id="rId21" Type="http://schemas.openxmlformats.org/officeDocument/2006/relationships/oleObject" Target="../embeddings/oleObject324.bin"/><Relationship Id="rId20" Type="http://schemas.openxmlformats.org/officeDocument/2006/relationships/image" Target="../media/image298.wmf"/><Relationship Id="rId2" Type="http://schemas.openxmlformats.org/officeDocument/2006/relationships/image" Target="../media/image289.wmf"/><Relationship Id="rId19" Type="http://schemas.openxmlformats.org/officeDocument/2006/relationships/oleObject" Target="../embeddings/oleObject323.bin"/><Relationship Id="rId18" Type="http://schemas.openxmlformats.org/officeDocument/2006/relationships/image" Target="../media/image297.wmf"/><Relationship Id="rId17" Type="http://schemas.openxmlformats.org/officeDocument/2006/relationships/oleObject" Target="../embeddings/oleObject322.bin"/><Relationship Id="rId16" Type="http://schemas.openxmlformats.org/officeDocument/2006/relationships/image" Target="../media/image296.wmf"/><Relationship Id="rId15" Type="http://schemas.openxmlformats.org/officeDocument/2006/relationships/oleObject" Target="../embeddings/oleObject321.bin"/><Relationship Id="rId14" Type="http://schemas.openxmlformats.org/officeDocument/2006/relationships/image" Target="../media/image295.wmf"/><Relationship Id="rId13" Type="http://schemas.openxmlformats.org/officeDocument/2006/relationships/oleObject" Target="../embeddings/oleObject320.bin"/><Relationship Id="rId12" Type="http://schemas.openxmlformats.org/officeDocument/2006/relationships/image" Target="../media/image294.wmf"/><Relationship Id="rId11" Type="http://schemas.openxmlformats.org/officeDocument/2006/relationships/oleObject" Target="../embeddings/oleObject319.bin"/><Relationship Id="rId10" Type="http://schemas.openxmlformats.org/officeDocument/2006/relationships/image" Target="../media/image293.wmf"/><Relationship Id="rId1" Type="http://schemas.openxmlformats.org/officeDocument/2006/relationships/oleObject" Target="../embeddings/oleObject314.bin"/></Relationships>
</file>

<file path=ppt/slides/_rels/slide45.xml.rels><?xml version="1.0" encoding="UTF-8" standalone="yes"?>
<Relationships xmlns="http://schemas.openxmlformats.org/package/2006/relationships"><Relationship Id="rId8" Type="http://schemas.openxmlformats.org/officeDocument/2006/relationships/vmlDrawing" Target="../drawings/vmlDrawing40.vml"/><Relationship Id="rId7" Type="http://schemas.openxmlformats.org/officeDocument/2006/relationships/slideLayout" Target="../slideLayouts/slideLayout7.xml"/><Relationship Id="rId6" Type="http://schemas.openxmlformats.org/officeDocument/2006/relationships/image" Target="../media/image303.wmf"/><Relationship Id="rId5" Type="http://schemas.openxmlformats.org/officeDocument/2006/relationships/oleObject" Target="../embeddings/oleObject328.bin"/><Relationship Id="rId4" Type="http://schemas.openxmlformats.org/officeDocument/2006/relationships/image" Target="../media/image302.wmf"/><Relationship Id="rId3" Type="http://schemas.openxmlformats.org/officeDocument/2006/relationships/oleObject" Target="../embeddings/oleObject327.bin"/><Relationship Id="rId2" Type="http://schemas.openxmlformats.org/officeDocument/2006/relationships/image" Target="../media/image301.wmf"/><Relationship Id="rId1" Type="http://schemas.openxmlformats.org/officeDocument/2006/relationships/oleObject" Target="../embeddings/oleObject326.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333.bin"/><Relationship Id="rId8" Type="http://schemas.openxmlformats.org/officeDocument/2006/relationships/image" Target="../media/image307.wmf"/><Relationship Id="rId7" Type="http://schemas.openxmlformats.org/officeDocument/2006/relationships/oleObject" Target="../embeddings/oleObject332.bin"/><Relationship Id="rId6" Type="http://schemas.openxmlformats.org/officeDocument/2006/relationships/image" Target="../media/image306.wmf"/><Relationship Id="rId5" Type="http://schemas.openxmlformats.org/officeDocument/2006/relationships/oleObject" Target="../embeddings/oleObject331.bin"/><Relationship Id="rId4" Type="http://schemas.openxmlformats.org/officeDocument/2006/relationships/image" Target="../media/image305.wmf"/><Relationship Id="rId3" Type="http://schemas.openxmlformats.org/officeDocument/2006/relationships/oleObject" Target="../embeddings/oleObject330.bin"/><Relationship Id="rId2" Type="http://schemas.openxmlformats.org/officeDocument/2006/relationships/image" Target="../media/image304.wmf"/><Relationship Id="rId14" Type="http://schemas.openxmlformats.org/officeDocument/2006/relationships/vmlDrawing" Target="../drawings/vmlDrawing41.vml"/><Relationship Id="rId13" Type="http://schemas.openxmlformats.org/officeDocument/2006/relationships/slideLayout" Target="../slideLayouts/slideLayout7.xml"/><Relationship Id="rId12" Type="http://schemas.openxmlformats.org/officeDocument/2006/relationships/image" Target="../media/image309.wmf"/><Relationship Id="rId11" Type="http://schemas.openxmlformats.org/officeDocument/2006/relationships/oleObject" Target="../embeddings/oleObject334.bin"/><Relationship Id="rId10" Type="http://schemas.openxmlformats.org/officeDocument/2006/relationships/image" Target="../media/image308.wmf"/><Relationship Id="rId1" Type="http://schemas.openxmlformats.org/officeDocument/2006/relationships/oleObject" Target="../embeddings/oleObject329.bin"/></Relationships>
</file>

<file path=ppt/slides/_rels/slide47.xml.rels><?xml version="1.0" encoding="UTF-8" standalone="yes"?>
<Relationships xmlns="http://schemas.openxmlformats.org/package/2006/relationships"><Relationship Id="rId9" Type="http://schemas.openxmlformats.org/officeDocument/2006/relationships/image" Target="../media/image314.emf"/><Relationship Id="rId8" Type="http://schemas.openxmlformats.org/officeDocument/2006/relationships/image" Target="../media/image313.wmf"/><Relationship Id="rId7" Type="http://schemas.openxmlformats.org/officeDocument/2006/relationships/oleObject" Target="../embeddings/oleObject338.bin"/><Relationship Id="rId6" Type="http://schemas.openxmlformats.org/officeDocument/2006/relationships/image" Target="../media/image312.emf"/><Relationship Id="rId5" Type="http://schemas.openxmlformats.org/officeDocument/2006/relationships/oleObject" Target="../embeddings/oleObject337.bin"/><Relationship Id="rId4" Type="http://schemas.openxmlformats.org/officeDocument/2006/relationships/image" Target="../media/image311.wmf"/><Relationship Id="rId3" Type="http://schemas.openxmlformats.org/officeDocument/2006/relationships/oleObject" Target="../embeddings/oleObject336.bin"/><Relationship Id="rId20" Type="http://schemas.openxmlformats.org/officeDocument/2006/relationships/vmlDrawing" Target="../drawings/vmlDrawing42.vml"/><Relationship Id="rId2" Type="http://schemas.openxmlformats.org/officeDocument/2006/relationships/image" Target="../media/image310.wmf"/><Relationship Id="rId19" Type="http://schemas.openxmlformats.org/officeDocument/2006/relationships/slideLayout" Target="../slideLayouts/slideLayout7.xml"/><Relationship Id="rId18" Type="http://schemas.openxmlformats.org/officeDocument/2006/relationships/image" Target="../media/image319.wmf"/><Relationship Id="rId17" Type="http://schemas.openxmlformats.org/officeDocument/2006/relationships/oleObject" Target="../embeddings/oleObject342.bin"/><Relationship Id="rId16" Type="http://schemas.openxmlformats.org/officeDocument/2006/relationships/image" Target="../media/image318.wmf"/><Relationship Id="rId15" Type="http://schemas.openxmlformats.org/officeDocument/2006/relationships/oleObject" Target="../embeddings/oleObject341.bin"/><Relationship Id="rId14" Type="http://schemas.openxmlformats.org/officeDocument/2006/relationships/image" Target="../media/image317.wmf"/><Relationship Id="rId13" Type="http://schemas.openxmlformats.org/officeDocument/2006/relationships/oleObject" Target="../embeddings/oleObject340.bin"/><Relationship Id="rId12" Type="http://schemas.openxmlformats.org/officeDocument/2006/relationships/image" Target="../media/image316.wmf"/><Relationship Id="rId11" Type="http://schemas.openxmlformats.org/officeDocument/2006/relationships/oleObject" Target="../embeddings/oleObject339.bin"/><Relationship Id="rId10" Type="http://schemas.openxmlformats.org/officeDocument/2006/relationships/image" Target="../media/image315.emf"/><Relationship Id="rId1" Type="http://schemas.openxmlformats.org/officeDocument/2006/relationships/oleObject" Target="../embeddings/oleObject335.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347.bin"/><Relationship Id="rId8" Type="http://schemas.openxmlformats.org/officeDocument/2006/relationships/image" Target="../media/image323.wmf"/><Relationship Id="rId7" Type="http://schemas.openxmlformats.org/officeDocument/2006/relationships/oleObject" Target="../embeddings/oleObject346.bin"/><Relationship Id="rId6" Type="http://schemas.openxmlformats.org/officeDocument/2006/relationships/image" Target="../media/image322.wmf"/><Relationship Id="rId5" Type="http://schemas.openxmlformats.org/officeDocument/2006/relationships/oleObject" Target="../embeddings/oleObject345.bin"/><Relationship Id="rId4" Type="http://schemas.openxmlformats.org/officeDocument/2006/relationships/image" Target="../media/image321.wmf"/><Relationship Id="rId3" Type="http://schemas.openxmlformats.org/officeDocument/2006/relationships/oleObject" Target="../embeddings/oleObject344.bin"/><Relationship Id="rId20" Type="http://schemas.openxmlformats.org/officeDocument/2006/relationships/vmlDrawing" Target="../drawings/vmlDrawing43.vml"/><Relationship Id="rId2" Type="http://schemas.openxmlformats.org/officeDocument/2006/relationships/image" Target="../media/image320.wmf"/><Relationship Id="rId19" Type="http://schemas.openxmlformats.org/officeDocument/2006/relationships/slideLayout" Target="../slideLayouts/slideLayout7.xml"/><Relationship Id="rId18" Type="http://schemas.openxmlformats.org/officeDocument/2006/relationships/image" Target="../media/image328.wmf"/><Relationship Id="rId17" Type="http://schemas.openxmlformats.org/officeDocument/2006/relationships/oleObject" Target="../embeddings/oleObject351.bin"/><Relationship Id="rId16" Type="http://schemas.openxmlformats.org/officeDocument/2006/relationships/image" Target="../media/image327.wmf"/><Relationship Id="rId15" Type="http://schemas.openxmlformats.org/officeDocument/2006/relationships/oleObject" Target="../embeddings/oleObject350.bin"/><Relationship Id="rId14" Type="http://schemas.openxmlformats.org/officeDocument/2006/relationships/image" Target="../media/image326.wmf"/><Relationship Id="rId13" Type="http://schemas.openxmlformats.org/officeDocument/2006/relationships/oleObject" Target="../embeddings/oleObject349.bin"/><Relationship Id="rId12" Type="http://schemas.openxmlformats.org/officeDocument/2006/relationships/image" Target="../media/image325.wmf"/><Relationship Id="rId11" Type="http://schemas.openxmlformats.org/officeDocument/2006/relationships/oleObject" Target="../embeddings/oleObject348.bin"/><Relationship Id="rId10" Type="http://schemas.openxmlformats.org/officeDocument/2006/relationships/image" Target="../media/image324.wmf"/><Relationship Id="rId1" Type="http://schemas.openxmlformats.org/officeDocument/2006/relationships/oleObject" Target="../embeddings/oleObject343.bin"/></Relationships>
</file>

<file path=ppt/slides/_rels/slide49.xml.rels><?xml version="1.0" encoding="UTF-8" standalone="yes"?>
<Relationships xmlns="http://schemas.openxmlformats.org/package/2006/relationships"><Relationship Id="rId9" Type="http://schemas.openxmlformats.org/officeDocument/2006/relationships/image" Target="../media/image332.wmf"/><Relationship Id="rId8" Type="http://schemas.openxmlformats.org/officeDocument/2006/relationships/oleObject" Target="../embeddings/oleObject356.bin"/><Relationship Id="rId7" Type="http://schemas.openxmlformats.org/officeDocument/2006/relationships/image" Target="../media/image331.wmf"/><Relationship Id="rId6" Type="http://schemas.openxmlformats.org/officeDocument/2006/relationships/oleObject" Target="../embeddings/oleObject355.bin"/><Relationship Id="rId5" Type="http://schemas.openxmlformats.org/officeDocument/2006/relationships/oleObject" Target="../embeddings/oleObject354.bin"/><Relationship Id="rId4" Type="http://schemas.openxmlformats.org/officeDocument/2006/relationships/image" Target="../media/image330.wmf"/><Relationship Id="rId3" Type="http://schemas.openxmlformats.org/officeDocument/2006/relationships/oleObject" Target="../embeddings/oleObject353.bin"/><Relationship Id="rId21" Type="http://schemas.openxmlformats.org/officeDocument/2006/relationships/vmlDrawing" Target="../drawings/vmlDrawing44.vml"/><Relationship Id="rId20" Type="http://schemas.openxmlformats.org/officeDocument/2006/relationships/slideLayout" Target="../slideLayouts/slideLayout7.xml"/><Relationship Id="rId2" Type="http://schemas.openxmlformats.org/officeDocument/2006/relationships/image" Target="../media/image329.wmf"/><Relationship Id="rId19" Type="http://schemas.openxmlformats.org/officeDocument/2006/relationships/image" Target="../media/image337.wmf"/><Relationship Id="rId18" Type="http://schemas.openxmlformats.org/officeDocument/2006/relationships/oleObject" Target="../embeddings/oleObject361.bin"/><Relationship Id="rId17" Type="http://schemas.openxmlformats.org/officeDocument/2006/relationships/image" Target="../media/image336.wmf"/><Relationship Id="rId16" Type="http://schemas.openxmlformats.org/officeDocument/2006/relationships/oleObject" Target="../embeddings/oleObject360.bin"/><Relationship Id="rId15" Type="http://schemas.openxmlformats.org/officeDocument/2006/relationships/image" Target="../media/image335.wmf"/><Relationship Id="rId14" Type="http://schemas.openxmlformats.org/officeDocument/2006/relationships/oleObject" Target="../embeddings/oleObject359.bin"/><Relationship Id="rId13" Type="http://schemas.openxmlformats.org/officeDocument/2006/relationships/image" Target="../media/image334.wmf"/><Relationship Id="rId12" Type="http://schemas.openxmlformats.org/officeDocument/2006/relationships/oleObject" Target="../embeddings/oleObject358.bin"/><Relationship Id="rId11" Type="http://schemas.openxmlformats.org/officeDocument/2006/relationships/image" Target="../media/image333.wmf"/><Relationship Id="rId10" Type="http://schemas.openxmlformats.org/officeDocument/2006/relationships/oleObject" Target="../embeddings/oleObject357.bin"/><Relationship Id="rId1" Type="http://schemas.openxmlformats.org/officeDocument/2006/relationships/oleObject" Target="../embeddings/oleObject352.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366.bin"/><Relationship Id="rId8" Type="http://schemas.openxmlformats.org/officeDocument/2006/relationships/image" Target="../media/image341.wmf"/><Relationship Id="rId7" Type="http://schemas.openxmlformats.org/officeDocument/2006/relationships/oleObject" Target="../embeddings/oleObject365.bin"/><Relationship Id="rId6" Type="http://schemas.openxmlformats.org/officeDocument/2006/relationships/image" Target="../media/image340.wmf"/><Relationship Id="rId5" Type="http://schemas.openxmlformats.org/officeDocument/2006/relationships/oleObject" Target="../embeddings/oleObject364.bin"/><Relationship Id="rId4" Type="http://schemas.openxmlformats.org/officeDocument/2006/relationships/image" Target="../media/image339.wmf"/><Relationship Id="rId3" Type="http://schemas.openxmlformats.org/officeDocument/2006/relationships/oleObject" Target="../embeddings/oleObject363.bin"/><Relationship Id="rId2" Type="http://schemas.openxmlformats.org/officeDocument/2006/relationships/image" Target="../media/image338.wmf"/><Relationship Id="rId16" Type="http://schemas.openxmlformats.org/officeDocument/2006/relationships/vmlDrawing" Target="../drawings/vmlDrawing45.vml"/><Relationship Id="rId15" Type="http://schemas.openxmlformats.org/officeDocument/2006/relationships/slideLayout" Target="../slideLayouts/slideLayout7.xml"/><Relationship Id="rId14" Type="http://schemas.openxmlformats.org/officeDocument/2006/relationships/image" Target="../media/image344.wmf"/><Relationship Id="rId13" Type="http://schemas.openxmlformats.org/officeDocument/2006/relationships/oleObject" Target="../embeddings/oleObject368.bin"/><Relationship Id="rId12" Type="http://schemas.openxmlformats.org/officeDocument/2006/relationships/image" Target="../media/image343.wmf"/><Relationship Id="rId11" Type="http://schemas.openxmlformats.org/officeDocument/2006/relationships/oleObject" Target="../embeddings/oleObject367.bin"/><Relationship Id="rId10" Type="http://schemas.openxmlformats.org/officeDocument/2006/relationships/image" Target="../media/image342.wmf"/><Relationship Id="rId1" Type="http://schemas.openxmlformats.org/officeDocument/2006/relationships/oleObject" Target="../embeddings/oleObject362.bin"/></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9" Type="http://schemas.openxmlformats.org/officeDocument/2006/relationships/vmlDrawing" Target="../drawings/vmlDrawing46.vml"/><Relationship Id="rId8" Type="http://schemas.openxmlformats.org/officeDocument/2006/relationships/slideLayout" Target="../slideLayouts/slideLayout7.xml"/><Relationship Id="rId7" Type="http://schemas.openxmlformats.org/officeDocument/2006/relationships/image" Target="../media/image347.wmf"/><Relationship Id="rId6" Type="http://schemas.openxmlformats.org/officeDocument/2006/relationships/oleObject" Target="../embeddings/oleObject371.bin"/><Relationship Id="rId5" Type="http://schemas.openxmlformats.org/officeDocument/2006/relationships/image" Target="../media/image346.wmf"/><Relationship Id="rId4" Type="http://schemas.openxmlformats.org/officeDocument/2006/relationships/oleObject" Target="../embeddings/oleObject370.bin"/><Relationship Id="rId3" Type="http://schemas.openxmlformats.org/officeDocument/2006/relationships/image" Target="../media/image345.wmf"/><Relationship Id="rId2" Type="http://schemas.openxmlformats.org/officeDocument/2006/relationships/oleObject" Target="../embeddings/oleObject369.bin"/><Relationship Id="rId1" Type="http://schemas.openxmlformats.org/officeDocument/2006/relationships/image" Target="../media/image217.jpeg"/></Relationships>
</file>

<file path=ppt/slides/_rels/slide53.xml.rels><?xml version="1.0" encoding="UTF-8" standalone="yes"?>
<Relationships xmlns="http://schemas.openxmlformats.org/package/2006/relationships"><Relationship Id="rId9" Type="http://schemas.openxmlformats.org/officeDocument/2006/relationships/image" Target="../media/image351.wmf"/><Relationship Id="rId8" Type="http://schemas.openxmlformats.org/officeDocument/2006/relationships/oleObject" Target="../embeddings/oleObject375.bin"/><Relationship Id="rId7" Type="http://schemas.openxmlformats.org/officeDocument/2006/relationships/image" Target="../media/image350.wmf"/><Relationship Id="rId6" Type="http://schemas.openxmlformats.org/officeDocument/2006/relationships/oleObject" Target="../embeddings/oleObject374.bin"/><Relationship Id="rId5" Type="http://schemas.openxmlformats.org/officeDocument/2006/relationships/image" Target="../media/image349.wmf"/><Relationship Id="rId4" Type="http://schemas.openxmlformats.org/officeDocument/2006/relationships/oleObject" Target="../embeddings/oleObject373.bin"/><Relationship Id="rId3" Type="http://schemas.openxmlformats.org/officeDocument/2006/relationships/image" Target="../media/image217.jpeg"/><Relationship Id="rId2" Type="http://schemas.openxmlformats.org/officeDocument/2006/relationships/image" Target="../media/image348.wmf"/><Relationship Id="rId13" Type="http://schemas.openxmlformats.org/officeDocument/2006/relationships/vmlDrawing" Target="../drawings/vmlDrawing47.vml"/><Relationship Id="rId12" Type="http://schemas.openxmlformats.org/officeDocument/2006/relationships/slideLayout" Target="../slideLayouts/slideLayout7.xml"/><Relationship Id="rId11" Type="http://schemas.openxmlformats.org/officeDocument/2006/relationships/image" Target="../media/image352.wmf"/><Relationship Id="rId10" Type="http://schemas.openxmlformats.org/officeDocument/2006/relationships/oleObject" Target="../embeddings/oleObject376.bin"/><Relationship Id="rId1" Type="http://schemas.openxmlformats.org/officeDocument/2006/relationships/oleObject" Target="../embeddings/oleObject372.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381.bin"/><Relationship Id="rId8" Type="http://schemas.openxmlformats.org/officeDocument/2006/relationships/image" Target="../media/image356.wmf"/><Relationship Id="rId7" Type="http://schemas.openxmlformats.org/officeDocument/2006/relationships/oleObject" Target="../embeddings/oleObject380.bin"/><Relationship Id="rId6" Type="http://schemas.openxmlformats.org/officeDocument/2006/relationships/image" Target="../media/image355.wmf"/><Relationship Id="rId5" Type="http://schemas.openxmlformats.org/officeDocument/2006/relationships/oleObject" Target="../embeddings/oleObject379.bin"/><Relationship Id="rId4" Type="http://schemas.openxmlformats.org/officeDocument/2006/relationships/image" Target="../media/image354.wmf"/><Relationship Id="rId3" Type="http://schemas.openxmlformats.org/officeDocument/2006/relationships/oleObject" Target="../embeddings/oleObject378.bin"/><Relationship Id="rId2" Type="http://schemas.openxmlformats.org/officeDocument/2006/relationships/image" Target="../media/image353.wmf"/><Relationship Id="rId14" Type="http://schemas.openxmlformats.org/officeDocument/2006/relationships/vmlDrawing" Target="../drawings/vmlDrawing48.vml"/><Relationship Id="rId13" Type="http://schemas.openxmlformats.org/officeDocument/2006/relationships/slideLayout" Target="../slideLayouts/slideLayout7.xml"/><Relationship Id="rId12" Type="http://schemas.openxmlformats.org/officeDocument/2006/relationships/image" Target="../media/image358.wmf"/><Relationship Id="rId11" Type="http://schemas.openxmlformats.org/officeDocument/2006/relationships/oleObject" Target="../embeddings/oleObject382.bin"/><Relationship Id="rId10" Type="http://schemas.openxmlformats.org/officeDocument/2006/relationships/image" Target="../media/image357.wmf"/><Relationship Id="rId1" Type="http://schemas.openxmlformats.org/officeDocument/2006/relationships/oleObject" Target="../embeddings/oleObject377.bin"/></Relationships>
</file>

<file path=ppt/slides/_rels/slide55.xml.rels><?xml version="1.0" encoding="UTF-8" standalone="yes"?>
<Relationships xmlns="http://schemas.openxmlformats.org/package/2006/relationships"><Relationship Id="rId9" Type="http://schemas.openxmlformats.org/officeDocument/2006/relationships/oleObject" Target="../embeddings/oleObject387.bin"/><Relationship Id="rId8" Type="http://schemas.openxmlformats.org/officeDocument/2006/relationships/image" Target="../media/image362.wmf"/><Relationship Id="rId7" Type="http://schemas.openxmlformats.org/officeDocument/2006/relationships/oleObject" Target="../embeddings/oleObject386.bin"/><Relationship Id="rId6" Type="http://schemas.openxmlformats.org/officeDocument/2006/relationships/image" Target="../media/image361.wmf"/><Relationship Id="rId5" Type="http://schemas.openxmlformats.org/officeDocument/2006/relationships/oleObject" Target="../embeddings/oleObject385.bin"/><Relationship Id="rId40" Type="http://schemas.openxmlformats.org/officeDocument/2006/relationships/vmlDrawing" Target="../drawings/vmlDrawing49.vml"/><Relationship Id="rId4" Type="http://schemas.openxmlformats.org/officeDocument/2006/relationships/image" Target="../media/image360.wmf"/><Relationship Id="rId39" Type="http://schemas.openxmlformats.org/officeDocument/2006/relationships/slideLayout" Target="../slideLayouts/slideLayout7.xml"/><Relationship Id="rId38" Type="http://schemas.openxmlformats.org/officeDocument/2006/relationships/image" Target="../media/image218.jpeg"/><Relationship Id="rId37" Type="http://schemas.openxmlformats.org/officeDocument/2006/relationships/oleObject" Target="../embeddings/oleObject401.bin"/><Relationship Id="rId36" Type="http://schemas.openxmlformats.org/officeDocument/2006/relationships/image" Target="../media/image376.wmf"/><Relationship Id="rId35" Type="http://schemas.openxmlformats.org/officeDocument/2006/relationships/oleObject" Target="../embeddings/oleObject400.bin"/><Relationship Id="rId34" Type="http://schemas.openxmlformats.org/officeDocument/2006/relationships/image" Target="../media/image375.wmf"/><Relationship Id="rId33" Type="http://schemas.openxmlformats.org/officeDocument/2006/relationships/oleObject" Target="../embeddings/oleObject399.bin"/><Relationship Id="rId32" Type="http://schemas.openxmlformats.org/officeDocument/2006/relationships/image" Target="../media/image374.wmf"/><Relationship Id="rId31" Type="http://schemas.openxmlformats.org/officeDocument/2006/relationships/oleObject" Target="../embeddings/oleObject398.bin"/><Relationship Id="rId30" Type="http://schemas.openxmlformats.org/officeDocument/2006/relationships/image" Target="../media/image373.wmf"/><Relationship Id="rId3" Type="http://schemas.openxmlformats.org/officeDocument/2006/relationships/oleObject" Target="../embeddings/oleObject384.bin"/><Relationship Id="rId29" Type="http://schemas.openxmlformats.org/officeDocument/2006/relationships/oleObject" Target="../embeddings/oleObject397.bin"/><Relationship Id="rId28" Type="http://schemas.openxmlformats.org/officeDocument/2006/relationships/image" Target="../media/image372.wmf"/><Relationship Id="rId27" Type="http://schemas.openxmlformats.org/officeDocument/2006/relationships/oleObject" Target="../embeddings/oleObject396.bin"/><Relationship Id="rId26" Type="http://schemas.openxmlformats.org/officeDocument/2006/relationships/image" Target="../media/image371.emf"/><Relationship Id="rId25" Type="http://schemas.openxmlformats.org/officeDocument/2006/relationships/oleObject" Target="../embeddings/oleObject395.bin"/><Relationship Id="rId24" Type="http://schemas.openxmlformats.org/officeDocument/2006/relationships/image" Target="../media/image370.wmf"/><Relationship Id="rId23" Type="http://schemas.openxmlformats.org/officeDocument/2006/relationships/oleObject" Target="../embeddings/oleObject394.bin"/><Relationship Id="rId22" Type="http://schemas.openxmlformats.org/officeDocument/2006/relationships/image" Target="../media/image369.wmf"/><Relationship Id="rId21" Type="http://schemas.openxmlformats.org/officeDocument/2006/relationships/oleObject" Target="../embeddings/oleObject393.bin"/><Relationship Id="rId20" Type="http://schemas.openxmlformats.org/officeDocument/2006/relationships/image" Target="../media/image368.emf"/><Relationship Id="rId2" Type="http://schemas.openxmlformats.org/officeDocument/2006/relationships/image" Target="../media/image359.wmf"/><Relationship Id="rId19" Type="http://schemas.openxmlformats.org/officeDocument/2006/relationships/oleObject" Target="../embeddings/oleObject392.bin"/><Relationship Id="rId18" Type="http://schemas.openxmlformats.org/officeDocument/2006/relationships/oleObject" Target="../embeddings/oleObject391.bin"/><Relationship Id="rId17" Type="http://schemas.openxmlformats.org/officeDocument/2006/relationships/image" Target="../media/image367.wmf"/><Relationship Id="rId16" Type="http://schemas.openxmlformats.org/officeDocument/2006/relationships/oleObject" Target="../embeddings/oleObject390.bin"/><Relationship Id="rId15" Type="http://schemas.openxmlformats.org/officeDocument/2006/relationships/image" Target="../media/image366.emf"/><Relationship Id="rId14" Type="http://schemas.openxmlformats.org/officeDocument/2006/relationships/image" Target="../media/image365.wmf"/><Relationship Id="rId13" Type="http://schemas.openxmlformats.org/officeDocument/2006/relationships/oleObject" Target="../embeddings/oleObject389.bin"/><Relationship Id="rId12" Type="http://schemas.openxmlformats.org/officeDocument/2006/relationships/image" Target="../media/image364.wmf"/><Relationship Id="rId11" Type="http://schemas.openxmlformats.org/officeDocument/2006/relationships/oleObject" Target="../embeddings/oleObject388.bin"/><Relationship Id="rId10" Type="http://schemas.openxmlformats.org/officeDocument/2006/relationships/image" Target="../media/image363.wmf"/><Relationship Id="rId1" Type="http://schemas.openxmlformats.org/officeDocument/2006/relationships/oleObject" Target="../embeddings/oleObject383.bin"/></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slide" Target="slide1.xml"/></Relationships>
</file>

<file path=ppt/slides/_rels/slide57.xml.rels><?xml version="1.0" encoding="UTF-8" standalone="yes"?>
<Relationships xmlns="http://schemas.openxmlformats.org/package/2006/relationships"><Relationship Id="rId9" Type="http://schemas.openxmlformats.org/officeDocument/2006/relationships/oleObject" Target="../embeddings/oleObject406.bin"/><Relationship Id="rId8" Type="http://schemas.openxmlformats.org/officeDocument/2006/relationships/image" Target="../media/image380.wmf"/><Relationship Id="rId7" Type="http://schemas.openxmlformats.org/officeDocument/2006/relationships/oleObject" Target="../embeddings/oleObject405.bin"/><Relationship Id="rId6" Type="http://schemas.openxmlformats.org/officeDocument/2006/relationships/image" Target="../media/image379.wmf"/><Relationship Id="rId5" Type="http://schemas.openxmlformats.org/officeDocument/2006/relationships/oleObject" Target="../embeddings/oleObject404.bin"/><Relationship Id="rId4" Type="http://schemas.openxmlformats.org/officeDocument/2006/relationships/image" Target="../media/image378.wmf"/><Relationship Id="rId3" Type="http://schemas.openxmlformats.org/officeDocument/2006/relationships/oleObject" Target="../embeddings/oleObject403.bin"/><Relationship Id="rId2" Type="http://schemas.openxmlformats.org/officeDocument/2006/relationships/image" Target="../media/image377.wmf"/><Relationship Id="rId14" Type="http://schemas.openxmlformats.org/officeDocument/2006/relationships/vmlDrawing" Target="../drawings/vmlDrawing50.vml"/><Relationship Id="rId13" Type="http://schemas.openxmlformats.org/officeDocument/2006/relationships/slideLayout" Target="../slideLayouts/slideLayout7.xml"/><Relationship Id="rId12" Type="http://schemas.openxmlformats.org/officeDocument/2006/relationships/image" Target="../media/image382.wmf"/><Relationship Id="rId11" Type="http://schemas.openxmlformats.org/officeDocument/2006/relationships/oleObject" Target="../embeddings/oleObject407.bin"/><Relationship Id="rId10" Type="http://schemas.openxmlformats.org/officeDocument/2006/relationships/image" Target="../media/image381.wmf"/><Relationship Id="rId1" Type="http://schemas.openxmlformats.org/officeDocument/2006/relationships/oleObject" Target="../embeddings/oleObject402.bin"/></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386.wmf"/><Relationship Id="rId7" Type="http://schemas.openxmlformats.org/officeDocument/2006/relationships/oleObject" Target="../embeddings/oleObject411.bin"/><Relationship Id="rId6" Type="http://schemas.openxmlformats.org/officeDocument/2006/relationships/image" Target="../media/image385.wmf"/><Relationship Id="rId5" Type="http://schemas.openxmlformats.org/officeDocument/2006/relationships/oleObject" Target="../embeddings/oleObject410.bin"/><Relationship Id="rId4" Type="http://schemas.openxmlformats.org/officeDocument/2006/relationships/image" Target="../media/image384.wmf"/><Relationship Id="rId3" Type="http://schemas.openxmlformats.org/officeDocument/2006/relationships/oleObject" Target="../embeddings/oleObject409.bin"/><Relationship Id="rId2" Type="http://schemas.openxmlformats.org/officeDocument/2006/relationships/image" Target="../media/image383.wmf"/><Relationship Id="rId10" Type="http://schemas.openxmlformats.org/officeDocument/2006/relationships/vmlDrawing" Target="../drawings/vmlDrawing51.vml"/><Relationship Id="rId1" Type="http://schemas.openxmlformats.org/officeDocument/2006/relationships/oleObject" Target="../embeddings/oleObject408.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416.bin"/><Relationship Id="rId8" Type="http://schemas.openxmlformats.org/officeDocument/2006/relationships/image" Target="../media/image390.wmf"/><Relationship Id="rId7" Type="http://schemas.openxmlformats.org/officeDocument/2006/relationships/oleObject" Target="../embeddings/oleObject415.bin"/><Relationship Id="rId6" Type="http://schemas.openxmlformats.org/officeDocument/2006/relationships/image" Target="../media/image389.wmf"/><Relationship Id="rId5" Type="http://schemas.openxmlformats.org/officeDocument/2006/relationships/oleObject" Target="../embeddings/oleObject414.bin"/><Relationship Id="rId4" Type="http://schemas.openxmlformats.org/officeDocument/2006/relationships/image" Target="../media/image388.wmf"/><Relationship Id="rId3" Type="http://schemas.openxmlformats.org/officeDocument/2006/relationships/oleObject" Target="../embeddings/oleObject413.bin"/><Relationship Id="rId28" Type="http://schemas.openxmlformats.org/officeDocument/2006/relationships/vmlDrawing" Target="../drawings/vmlDrawing52.vml"/><Relationship Id="rId27" Type="http://schemas.openxmlformats.org/officeDocument/2006/relationships/slideLayout" Target="../slideLayouts/slideLayout7.xml"/><Relationship Id="rId26" Type="http://schemas.openxmlformats.org/officeDocument/2006/relationships/image" Target="../media/image399.wmf"/><Relationship Id="rId25" Type="http://schemas.openxmlformats.org/officeDocument/2006/relationships/oleObject" Target="../embeddings/oleObject424.bin"/><Relationship Id="rId24" Type="http://schemas.openxmlformats.org/officeDocument/2006/relationships/image" Target="../media/image398.wmf"/><Relationship Id="rId23" Type="http://schemas.openxmlformats.org/officeDocument/2006/relationships/oleObject" Target="../embeddings/oleObject423.bin"/><Relationship Id="rId22" Type="http://schemas.openxmlformats.org/officeDocument/2006/relationships/image" Target="../media/image397.wmf"/><Relationship Id="rId21" Type="http://schemas.openxmlformats.org/officeDocument/2006/relationships/oleObject" Target="../embeddings/oleObject422.bin"/><Relationship Id="rId20" Type="http://schemas.openxmlformats.org/officeDocument/2006/relationships/image" Target="../media/image396.wmf"/><Relationship Id="rId2" Type="http://schemas.openxmlformats.org/officeDocument/2006/relationships/image" Target="../media/image387.wmf"/><Relationship Id="rId19" Type="http://schemas.openxmlformats.org/officeDocument/2006/relationships/oleObject" Target="../embeddings/oleObject421.bin"/><Relationship Id="rId18" Type="http://schemas.openxmlformats.org/officeDocument/2006/relationships/image" Target="../media/image395.wmf"/><Relationship Id="rId17" Type="http://schemas.openxmlformats.org/officeDocument/2006/relationships/oleObject" Target="../embeddings/oleObject420.bin"/><Relationship Id="rId16" Type="http://schemas.openxmlformats.org/officeDocument/2006/relationships/image" Target="../media/image394.wmf"/><Relationship Id="rId15" Type="http://schemas.openxmlformats.org/officeDocument/2006/relationships/oleObject" Target="../embeddings/oleObject419.bin"/><Relationship Id="rId14" Type="http://schemas.openxmlformats.org/officeDocument/2006/relationships/image" Target="../media/image393.wmf"/><Relationship Id="rId13" Type="http://schemas.openxmlformats.org/officeDocument/2006/relationships/oleObject" Target="../embeddings/oleObject418.bin"/><Relationship Id="rId12" Type="http://schemas.openxmlformats.org/officeDocument/2006/relationships/image" Target="../media/image392.wmf"/><Relationship Id="rId11" Type="http://schemas.openxmlformats.org/officeDocument/2006/relationships/oleObject" Target="../embeddings/oleObject417.bin"/><Relationship Id="rId10" Type="http://schemas.openxmlformats.org/officeDocument/2006/relationships/image" Target="../media/image391.wmf"/><Relationship Id="rId1" Type="http://schemas.openxmlformats.org/officeDocument/2006/relationships/oleObject" Target="../embeddings/oleObject412.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429.bin"/><Relationship Id="rId8" Type="http://schemas.openxmlformats.org/officeDocument/2006/relationships/image" Target="../media/image403.wmf"/><Relationship Id="rId7" Type="http://schemas.openxmlformats.org/officeDocument/2006/relationships/oleObject" Target="../embeddings/oleObject428.bin"/><Relationship Id="rId6" Type="http://schemas.openxmlformats.org/officeDocument/2006/relationships/image" Target="../media/image402.wmf"/><Relationship Id="rId5" Type="http://schemas.openxmlformats.org/officeDocument/2006/relationships/oleObject" Target="../embeddings/oleObject427.bin"/><Relationship Id="rId4" Type="http://schemas.openxmlformats.org/officeDocument/2006/relationships/image" Target="../media/image401.wmf"/><Relationship Id="rId3" Type="http://schemas.openxmlformats.org/officeDocument/2006/relationships/oleObject" Target="../embeddings/oleObject426.bin"/><Relationship Id="rId2" Type="http://schemas.openxmlformats.org/officeDocument/2006/relationships/image" Target="../media/image400.wmf"/><Relationship Id="rId16" Type="http://schemas.openxmlformats.org/officeDocument/2006/relationships/vmlDrawing" Target="../drawings/vmlDrawing53.vml"/><Relationship Id="rId15" Type="http://schemas.openxmlformats.org/officeDocument/2006/relationships/slideLayout" Target="../slideLayouts/slideLayout7.xml"/><Relationship Id="rId14" Type="http://schemas.openxmlformats.org/officeDocument/2006/relationships/image" Target="../media/image406.wmf"/><Relationship Id="rId13" Type="http://schemas.openxmlformats.org/officeDocument/2006/relationships/oleObject" Target="../embeddings/oleObject431.bin"/><Relationship Id="rId12" Type="http://schemas.openxmlformats.org/officeDocument/2006/relationships/image" Target="../media/image405.wmf"/><Relationship Id="rId11" Type="http://schemas.openxmlformats.org/officeDocument/2006/relationships/oleObject" Target="../embeddings/oleObject430.bin"/><Relationship Id="rId10" Type="http://schemas.openxmlformats.org/officeDocument/2006/relationships/image" Target="../media/image404.wmf"/><Relationship Id="rId1" Type="http://schemas.openxmlformats.org/officeDocument/2006/relationships/oleObject" Target="../embeddings/oleObject425.bin"/></Relationships>
</file>

<file path=ppt/slides/_rels/slide6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10.wmf"/><Relationship Id="rId7" Type="http://schemas.openxmlformats.org/officeDocument/2006/relationships/oleObject" Target="../embeddings/oleObject435.bin"/><Relationship Id="rId6" Type="http://schemas.openxmlformats.org/officeDocument/2006/relationships/image" Target="../media/image409.wmf"/><Relationship Id="rId5" Type="http://schemas.openxmlformats.org/officeDocument/2006/relationships/oleObject" Target="../embeddings/oleObject434.bin"/><Relationship Id="rId4" Type="http://schemas.openxmlformats.org/officeDocument/2006/relationships/image" Target="../media/image408.wmf"/><Relationship Id="rId3" Type="http://schemas.openxmlformats.org/officeDocument/2006/relationships/oleObject" Target="../embeddings/oleObject433.bin"/><Relationship Id="rId2" Type="http://schemas.openxmlformats.org/officeDocument/2006/relationships/image" Target="../media/image407.wmf"/><Relationship Id="rId10" Type="http://schemas.openxmlformats.org/officeDocument/2006/relationships/vmlDrawing" Target="../drawings/vmlDrawing54.vml"/><Relationship Id="rId1" Type="http://schemas.openxmlformats.org/officeDocument/2006/relationships/oleObject" Target="../embeddings/oleObject432.bin"/></Relationships>
</file>

<file path=ppt/slides/_rels/slide62.xml.rels><?xml version="1.0" encoding="UTF-8" standalone="yes"?>
<Relationships xmlns="http://schemas.openxmlformats.org/package/2006/relationships"><Relationship Id="rId9" Type="http://schemas.openxmlformats.org/officeDocument/2006/relationships/oleObject" Target="../embeddings/oleObject440.bin"/><Relationship Id="rId8" Type="http://schemas.openxmlformats.org/officeDocument/2006/relationships/image" Target="../media/image414.wmf"/><Relationship Id="rId7" Type="http://schemas.openxmlformats.org/officeDocument/2006/relationships/oleObject" Target="../embeddings/oleObject439.bin"/><Relationship Id="rId6" Type="http://schemas.openxmlformats.org/officeDocument/2006/relationships/image" Target="../media/image413.wmf"/><Relationship Id="rId5" Type="http://schemas.openxmlformats.org/officeDocument/2006/relationships/oleObject" Target="../embeddings/oleObject438.bin"/><Relationship Id="rId4" Type="http://schemas.openxmlformats.org/officeDocument/2006/relationships/image" Target="../media/image412.wmf"/><Relationship Id="rId3" Type="http://schemas.openxmlformats.org/officeDocument/2006/relationships/oleObject" Target="../embeddings/oleObject437.bin"/><Relationship Id="rId24" Type="http://schemas.openxmlformats.org/officeDocument/2006/relationships/vmlDrawing" Target="../drawings/vmlDrawing55.vml"/><Relationship Id="rId23" Type="http://schemas.openxmlformats.org/officeDocument/2006/relationships/slideLayout" Target="../slideLayouts/slideLayout7.xml"/><Relationship Id="rId22" Type="http://schemas.openxmlformats.org/officeDocument/2006/relationships/image" Target="../media/image421.wmf"/><Relationship Id="rId21" Type="http://schemas.openxmlformats.org/officeDocument/2006/relationships/oleObject" Target="../embeddings/oleObject446.bin"/><Relationship Id="rId20" Type="http://schemas.openxmlformats.org/officeDocument/2006/relationships/image" Target="../media/image420.wmf"/><Relationship Id="rId2" Type="http://schemas.openxmlformats.org/officeDocument/2006/relationships/image" Target="../media/image411.wmf"/><Relationship Id="rId19" Type="http://schemas.openxmlformats.org/officeDocument/2006/relationships/oleObject" Target="../embeddings/oleObject445.bin"/><Relationship Id="rId18" Type="http://schemas.openxmlformats.org/officeDocument/2006/relationships/image" Target="../media/image419.wmf"/><Relationship Id="rId17" Type="http://schemas.openxmlformats.org/officeDocument/2006/relationships/oleObject" Target="../embeddings/oleObject444.bin"/><Relationship Id="rId16" Type="http://schemas.openxmlformats.org/officeDocument/2006/relationships/image" Target="../media/image418.wmf"/><Relationship Id="rId15" Type="http://schemas.openxmlformats.org/officeDocument/2006/relationships/oleObject" Target="../embeddings/oleObject443.bin"/><Relationship Id="rId14" Type="http://schemas.openxmlformats.org/officeDocument/2006/relationships/image" Target="../media/image417.wmf"/><Relationship Id="rId13" Type="http://schemas.openxmlformats.org/officeDocument/2006/relationships/oleObject" Target="../embeddings/oleObject442.bin"/><Relationship Id="rId12" Type="http://schemas.openxmlformats.org/officeDocument/2006/relationships/image" Target="../media/image416.wmf"/><Relationship Id="rId11" Type="http://schemas.openxmlformats.org/officeDocument/2006/relationships/oleObject" Target="../embeddings/oleObject441.bin"/><Relationship Id="rId10" Type="http://schemas.openxmlformats.org/officeDocument/2006/relationships/image" Target="../media/image415.wmf"/><Relationship Id="rId1" Type="http://schemas.openxmlformats.org/officeDocument/2006/relationships/oleObject" Target="../embeddings/oleObject436.bin"/></Relationships>
</file>

<file path=ppt/slides/_rels/slide63.xml.rels><?xml version="1.0" encoding="UTF-8" standalone="yes"?>
<Relationships xmlns="http://schemas.openxmlformats.org/package/2006/relationships"><Relationship Id="rId9" Type="http://schemas.openxmlformats.org/officeDocument/2006/relationships/oleObject" Target="../embeddings/oleObject451.bin"/><Relationship Id="rId8" Type="http://schemas.openxmlformats.org/officeDocument/2006/relationships/image" Target="../media/image425.wmf"/><Relationship Id="rId7" Type="http://schemas.openxmlformats.org/officeDocument/2006/relationships/oleObject" Target="../embeddings/oleObject450.bin"/><Relationship Id="rId6" Type="http://schemas.openxmlformats.org/officeDocument/2006/relationships/image" Target="../media/image424.wmf"/><Relationship Id="rId5" Type="http://schemas.openxmlformats.org/officeDocument/2006/relationships/oleObject" Target="../embeddings/oleObject449.bin"/><Relationship Id="rId4" Type="http://schemas.openxmlformats.org/officeDocument/2006/relationships/image" Target="../media/image423.wmf"/><Relationship Id="rId3" Type="http://schemas.openxmlformats.org/officeDocument/2006/relationships/oleObject" Target="../embeddings/oleObject448.bin"/><Relationship Id="rId26" Type="http://schemas.openxmlformats.org/officeDocument/2006/relationships/vmlDrawing" Target="../drawings/vmlDrawing56.vml"/><Relationship Id="rId25" Type="http://schemas.openxmlformats.org/officeDocument/2006/relationships/slideLayout" Target="../slideLayouts/slideLayout7.xml"/><Relationship Id="rId24" Type="http://schemas.openxmlformats.org/officeDocument/2006/relationships/image" Target="../media/image433.jpeg"/><Relationship Id="rId23" Type="http://schemas.openxmlformats.org/officeDocument/2006/relationships/image" Target="../media/image432.wmf"/><Relationship Id="rId22" Type="http://schemas.openxmlformats.org/officeDocument/2006/relationships/oleObject" Target="../embeddings/oleObject457.bin"/><Relationship Id="rId21" Type="http://schemas.openxmlformats.org/officeDocument/2006/relationships/image" Target="../media/image431.wmf"/><Relationship Id="rId20" Type="http://schemas.openxmlformats.org/officeDocument/2006/relationships/oleObject" Target="../embeddings/oleObject456.bin"/><Relationship Id="rId2" Type="http://schemas.openxmlformats.org/officeDocument/2006/relationships/image" Target="../media/image422.wmf"/><Relationship Id="rId19" Type="http://schemas.openxmlformats.org/officeDocument/2006/relationships/image" Target="../media/image430.wmf"/><Relationship Id="rId18" Type="http://schemas.openxmlformats.org/officeDocument/2006/relationships/oleObject" Target="../embeddings/oleObject455.bin"/><Relationship Id="rId17" Type="http://schemas.openxmlformats.org/officeDocument/2006/relationships/image" Target="../media/image429.wmf"/><Relationship Id="rId16" Type="http://schemas.openxmlformats.org/officeDocument/2006/relationships/oleObject" Target="../embeddings/oleObject454.bin"/><Relationship Id="rId15" Type="http://schemas.openxmlformats.org/officeDocument/2006/relationships/image" Target="../media/image428.wmf"/><Relationship Id="rId14" Type="http://schemas.openxmlformats.org/officeDocument/2006/relationships/oleObject" Target="../embeddings/oleObject453.bin"/><Relationship Id="rId13" Type="http://schemas.openxmlformats.org/officeDocument/2006/relationships/image" Target="../media/image427.jpeg"/><Relationship Id="rId12" Type="http://schemas.openxmlformats.org/officeDocument/2006/relationships/image" Target="../media/image426.wmf"/><Relationship Id="rId11" Type="http://schemas.openxmlformats.org/officeDocument/2006/relationships/oleObject" Target="../embeddings/oleObject452.bin"/><Relationship Id="rId10" Type="http://schemas.openxmlformats.org/officeDocument/2006/relationships/image" Target="../media/image389.wmf"/><Relationship Id="rId1" Type="http://schemas.openxmlformats.org/officeDocument/2006/relationships/oleObject" Target="../embeddings/oleObject447.bin"/></Relationships>
</file>

<file path=ppt/slides/_rels/slide64.xml.rels><?xml version="1.0" encoding="UTF-8" standalone="yes"?>
<Relationships xmlns="http://schemas.openxmlformats.org/package/2006/relationships"><Relationship Id="rId9" Type="http://schemas.openxmlformats.org/officeDocument/2006/relationships/oleObject" Target="../embeddings/oleObject462.bin"/><Relationship Id="rId8" Type="http://schemas.openxmlformats.org/officeDocument/2006/relationships/image" Target="../media/image437.wmf"/><Relationship Id="rId7" Type="http://schemas.openxmlformats.org/officeDocument/2006/relationships/oleObject" Target="../embeddings/oleObject461.bin"/><Relationship Id="rId6" Type="http://schemas.openxmlformats.org/officeDocument/2006/relationships/image" Target="../media/image436.wmf"/><Relationship Id="rId5" Type="http://schemas.openxmlformats.org/officeDocument/2006/relationships/oleObject" Target="../embeddings/oleObject460.bin"/><Relationship Id="rId4" Type="http://schemas.openxmlformats.org/officeDocument/2006/relationships/image" Target="../media/image435.wmf"/><Relationship Id="rId3" Type="http://schemas.openxmlformats.org/officeDocument/2006/relationships/oleObject" Target="../embeddings/oleObject459.bin"/><Relationship Id="rId28" Type="http://schemas.openxmlformats.org/officeDocument/2006/relationships/vmlDrawing" Target="../drawings/vmlDrawing57.vml"/><Relationship Id="rId27" Type="http://schemas.openxmlformats.org/officeDocument/2006/relationships/slideLayout" Target="../slideLayouts/slideLayout7.xml"/><Relationship Id="rId26" Type="http://schemas.openxmlformats.org/officeDocument/2006/relationships/image" Target="../media/image446.wmf"/><Relationship Id="rId25" Type="http://schemas.openxmlformats.org/officeDocument/2006/relationships/oleObject" Target="../embeddings/oleObject470.bin"/><Relationship Id="rId24" Type="http://schemas.openxmlformats.org/officeDocument/2006/relationships/image" Target="../media/image445.wmf"/><Relationship Id="rId23" Type="http://schemas.openxmlformats.org/officeDocument/2006/relationships/oleObject" Target="../embeddings/oleObject469.bin"/><Relationship Id="rId22" Type="http://schemas.openxmlformats.org/officeDocument/2006/relationships/image" Target="../media/image444.wmf"/><Relationship Id="rId21" Type="http://schemas.openxmlformats.org/officeDocument/2006/relationships/oleObject" Target="../embeddings/oleObject468.bin"/><Relationship Id="rId20" Type="http://schemas.openxmlformats.org/officeDocument/2006/relationships/image" Target="../media/image443.wmf"/><Relationship Id="rId2" Type="http://schemas.openxmlformats.org/officeDocument/2006/relationships/image" Target="../media/image434.wmf"/><Relationship Id="rId19" Type="http://schemas.openxmlformats.org/officeDocument/2006/relationships/oleObject" Target="../embeddings/oleObject467.bin"/><Relationship Id="rId18" Type="http://schemas.openxmlformats.org/officeDocument/2006/relationships/image" Target="../media/image442.wmf"/><Relationship Id="rId17" Type="http://schemas.openxmlformats.org/officeDocument/2006/relationships/oleObject" Target="../embeddings/oleObject466.bin"/><Relationship Id="rId16" Type="http://schemas.openxmlformats.org/officeDocument/2006/relationships/image" Target="../media/image441.wmf"/><Relationship Id="rId15" Type="http://schemas.openxmlformats.org/officeDocument/2006/relationships/oleObject" Target="../embeddings/oleObject465.bin"/><Relationship Id="rId14" Type="http://schemas.openxmlformats.org/officeDocument/2006/relationships/image" Target="../media/image440.wmf"/><Relationship Id="rId13" Type="http://schemas.openxmlformats.org/officeDocument/2006/relationships/oleObject" Target="../embeddings/oleObject464.bin"/><Relationship Id="rId12" Type="http://schemas.openxmlformats.org/officeDocument/2006/relationships/image" Target="../media/image439.wmf"/><Relationship Id="rId11" Type="http://schemas.openxmlformats.org/officeDocument/2006/relationships/oleObject" Target="../embeddings/oleObject463.bin"/><Relationship Id="rId10" Type="http://schemas.openxmlformats.org/officeDocument/2006/relationships/image" Target="../media/image438.wmf"/><Relationship Id="rId1" Type="http://schemas.openxmlformats.org/officeDocument/2006/relationships/oleObject" Target="../embeddings/oleObject458.bin"/></Relationships>
</file>

<file path=ppt/slides/_rels/slide65.xml.rels><?xml version="1.0" encoding="UTF-8" standalone="yes"?>
<Relationships xmlns="http://schemas.openxmlformats.org/package/2006/relationships"><Relationship Id="rId9" Type="http://schemas.openxmlformats.org/officeDocument/2006/relationships/oleObject" Target="../embeddings/oleObject475.bin"/><Relationship Id="rId8" Type="http://schemas.openxmlformats.org/officeDocument/2006/relationships/image" Target="../media/image450.wmf"/><Relationship Id="rId7" Type="http://schemas.openxmlformats.org/officeDocument/2006/relationships/oleObject" Target="../embeddings/oleObject474.bin"/><Relationship Id="rId6" Type="http://schemas.openxmlformats.org/officeDocument/2006/relationships/image" Target="../media/image449.wmf"/><Relationship Id="rId5" Type="http://schemas.openxmlformats.org/officeDocument/2006/relationships/oleObject" Target="../embeddings/oleObject473.bin"/><Relationship Id="rId4" Type="http://schemas.openxmlformats.org/officeDocument/2006/relationships/image" Target="../media/image448.wmf"/><Relationship Id="rId3" Type="http://schemas.openxmlformats.org/officeDocument/2006/relationships/oleObject" Target="../embeddings/oleObject472.bin"/><Relationship Id="rId2" Type="http://schemas.openxmlformats.org/officeDocument/2006/relationships/image" Target="../media/image447.wmf"/><Relationship Id="rId17" Type="http://schemas.openxmlformats.org/officeDocument/2006/relationships/vmlDrawing" Target="../drawings/vmlDrawing58.vml"/><Relationship Id="rId16" Type="http://schemas.openxmlformats.org/officeDocument/2006/relationships/slideLayout" Target="../slideLayouts/slideLayout7.xml"/><Relationship Id="rId15" Type="http://schemas.openxmlformats.org/officeDocument/2006/relationships/slide" Target="slide2.xml"/><Relationship Id="rId14" Type="http://schemas.openxmlformats.org/officeDocument/2006/relationships/image" Target="../media/image453.wmf"/><Relationship Id="rId13" Type="http://schemas.openxmlformats.org/officeDocument/2006/relationships/oleObject" Target="../embeddings/oleObject477.bin"/><Relationship Id="rId12" Type="http://schemas.openxmlformats.org/officeDocument/2006/relationships/image" Target="../media/image452.wmf"/><Relationship Id="rId11" Type="http://schemas.openxmlformats.org/officeDocument/2006/relationships/oleObject" Target="../embeddings/oleObject476.bin"/><Relationship Id="rId10" Type="http://schemas.openxmlformats.org/officeDocument/2006/relationships/image" Target="../media/image451.wmf"/><Relationship Id="rId1" Type="http://schemas.openxmlformats.org/officeDocument/2006/relationships/oleObject" Target="../embeddings/oleObject471.bin"/></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482.bin"/><Relationship Id="rId8" Type="http://schemas.openxmlformats.org/officeDocument/2006/relationships/image" Target="../media/image457.wmf"/><Relationship Id="rId7" Type="http://schemas.openxmlformats.org/officeDocument/2006/relationships/oleObject" Target="../embeddings/oleObject481.bin"/><Relationship Id="rId6" Type="http://schemas.openxmlformats.org/officeDocument/2006/relationships/image" Target="../media/image456.wmf"/><Relationship Id="rId5" Type="http://schemas.openxmlformats.org/officeDocument/2006/relationships/oleObject" Target="../embeddings/oleObject480.bin"/><Relationship Id="rId4" Type="http://schemas.openxmlformats.org/officeDocument/2006/relationships/image" Target="../media/image455.wmf"/><Relationship Id="rId3" Type="http://schemas.openxmlformats.org/officeDocument/2006/relationships/oleObject" Target="../embeddings/oleObject479.bin"/><Relationship Id="rId2" Type="http://schemas.openxmlformats.org/officeDocument/2006/relationships/image" Target="../media/image454.wmf"/><Relationship Id="rId12" Type="http://schemas.openxmlformats.org/officeDocument/2006/relationships/vmlDrawing" Target="../drawings/vmlDrawing59.vml"/><Relationship Id="rId11" Type="http://schemas.openxmlformats.org/officeDocument/2006/relationships/slideLayout" Target="../slideLayouts/slideLayout2.xml"/><Relationship Id="rId10" Type="http://schemas.openxmlformats.org/officeDocument/2006/relationships/image" Target="../media/image458.wmf"/><Relationship Id="rId1" Type="http://schemas.openxmlformats.org/officeDocument/2006/relationships/oleObject" Target="../embeddings/oleObject478.bin"/></Relationships>
</file>

<file path=ppt/slides/_rels/slide67.xml.rels><?xml version="1.0" encoding="UTF-8" standalone="yes"?>
<Relationships xmlns="http://schemas.openxmlformats.org/package/2006/relationships"><Relationship Id="rId9" Type="http://schemas.openxmlformats.org/officeDocument/2006/relationships/image" Target="../media/image463.wmf"/><Relationship Id="rId8" Type="http://schemas.openxmlformats.org/officeDocument/2006/relationships/oleObject" Target="../embeddings/oleObject486.bin"/><Relationship Id="rId7" Type="http://schemas.openxmlformats.org/officeDocument/2006/relationships/image" Target="../media/image462.wmf"/><Relationship Id="rId6" Type="http://schemas.openxmlformats.org/officeDocument/2006/relationships/oleObject" Target="../embeddings/oleObject485.bin"/><Relationship Id="rId5" Type="http://schemas.openxmlformats.org/officeDocument/2006/relationships/image" Target="../media/image461.wmf"/><Relationship Id="rId4" Type="http://schemas.openxmlformats.org/officeDocument/2006/relationships/oleObject" Target="../embeddings/oleObject484.bin"/><Relationship Id="rId3" Type="http://schemas.openxmlformats.org/officeDocument/2006/relationships/image" Target="../media/image460.wmf"/><Relationship Id="rId2" Type="http://schemas.openxmlformats.org/officeDocument/2006/relationships/oleObject" Target="../embeddings/oleObject483.bin"/><Relationship Id="rId15" Type="http://schemas.openxmlformats.org/officeDocument/2006/relationships/vmlDrawing" Target="../drawings/vmlDrawing60.vml"/><Relationship Id="rId14" Type="http://schemas.openxmlformats.org/officeDocument/2006/relationships/slideLayout" Target="../slideLayouts/slideLayout7.xml"/><Relationship Id="rId13" Type="http://schemas.openxmlformats.org/officeDocument/2006/relationships/image" Target="../media/image465.wmf"/><Relationship Id="rId12" Type="http://schemas.openxmlformats.org/officeDocument/2006/relationships/oleObject" Target="../embeddings/oleObject488.bin"/><Relationship Id="rId11" Type="http://schemas.openxmlformats.org/officeDocument/2006/relationships/image" Target="../media/image464.wmf"/><Relationship Id="rId10" Type="http://schemas.openxmlformats.org/officeDocument/2006/relationships/oleObject" Target="../embeddings/oleObject487.bin"/><Relationship Id="rId1" Type="http://schemas.openxmlformats.org/officeDocument/2006/relationships/image" Target="../media/image459.wmf"/></Relationships>
</file>

<file path=ppt/slides/_rels/slide68.xml.rels><?xml version="1.0" encoding="UTF-8" standalone="yes"?>
<Relationships xmlns="http://schemas.openxmlformats.org/package/2006/relationships"><Relationship Id="rId9" Type="http://schemas.openxmlformats.org/officeDocument/2006/relationships/image" Target="../media/image470.wmf"/><Relationship Id="rId8" Type="http://schemas.openxmlformats.org/officeDocument/2006/relationships/oleObject" Target="../embeddings/oleObject492.bin"/><Relationship Id="rId7" Type="http://schemas.openxmlformats.org/officeDocument/2006/relationships/image" Target="../media/image469.wmf"/><Relationship Id="rId6" Type="http://schemas.openxmlformats.org/officeDocument/2006/relationships/oleObject" Target="../embeddings/oleObject491.bin"/><Relationship Id="rId5" Type="http://schemas.openxmlformats.org/officeDocument/2006/relationships/image" Target="../media/image468.wmf"/><Relationship Id="rId4" Type="http://schemas.openxmlformats.org/officeDocument/2006/relationships/oleObject" Target="../embeddings/oleObject490.bin"/><Relationship Id="rId3" Type="http://schemas.openxmlformats.org/officeDocument/2006/relationships/image" Target="../media/image467.wmf"/><Relationship Id="rId2" Type="http://schemas.openxmlformats.org/officeDocument/2006/relationships/oleObject" Target="../embeddings/oleObject489.bin"/><Relationship Id="rId13" Type="http://schemas.openxmlformats.org/officeDocument/2006/relationships/vmlDrawing" Target="../drawings/vmlDrawing61.vml"/><Relationship Id="rId12" Type="http://schemas.openxmlformats.org/officeDocument/2006/relationships/slideLayout" Target="../slideLayouts/slideLayout7.xml"/><Relationship Id="rId11" Type="http://schemas.openxmlformats.org/officeDocument/2006/relationships/image" Target="../media/image471.wmf"/><Relationship Id="rId10" Type="http://schemas.openxmlformats.org/officeDocument/2006/relationships/oleObject" Target="../embeddings/oleObject493.bin"/><Relationship Id="rId1" Type="http://schemas.openxmlformats.org/officeDocument/2006/relationships/image" Target="../media/image466.jpeg"/></Relationships>
</file>

<file path=ppt/slides/_rels/slide69.xml.rels><?xml version="1.0" encoding="UTF-8" standalone="yes"?>
<Relationships xmlns="http://schemas.openxmlformats.org/package/2006/relationships"><Relationship Id="rId9" Type="http://schemas.openxmlformats.org/officeDocument/2006/relationships/slide" Target="slide1.xml"/><Relationship Id="rId8" Type="http://schemas.openxmlformats.org/officeDocument/2006/relationships/image" Target="../media/image475.wmf"/><Relationship Id="rId7" Type="http://schemas.openxmlformats.org/officeDocument/2006/relationships/oleObject" Target="../embeddings/oleObject497.bin"/><Relationship Id="rId6" Type="http://schemas.openxmlformats.org/officeDocument/2006/relationships/image" Target="../media/image474.wmf"/><Relationship Id="rId5" Type="http://schemas.openxmlformats.org/officeDocument/2006/relationships/oleObject" Target="../embeddings/oleObject496.bin"/><Relationship Id="rId4" Type="http://schemas.openxmlformats.org/officeDocument/2006/relationships/image" Target="../media/image473.wmf"/><Relationship Id="rId3" Type="http://schemas.openxmlformats.org/officeDocument/2006/relationships/oleObject" Target="../embeddings/oleObject495.bin"/><Relationship Id="rId20" Type="http://schemas.openxmlformats.org/officeDocument/2006/relationships/vmlDrawing" Target="../drawings/vmlDrawing62.vml"/><Relationship Id="rId2" Type="http://schemas.openxmlformats.org/officeDocument/2006/relationships/image" Target="../media/image472.wmf"/><Relationship Id="rId19" Type="http://schemas.openxmlformats.org/officeDocument/2006/relationships/slideLayout" Target="../slideLayouts/slideLayout7.xml"/><Relationship Id="rId18" Type="http://schemas.openxmlformats.org/officeDocument/2006/relationships/image" Target="../media/image468.wmf"/><Relationship Id="rId17" Type="http://schemas.openxmlformats.org/officeDocument/2006/relationships/oleObject" Target="../embeddings/oleObject501.bin"/><Relationship Id="rId16" Type="http://schemas.openxmlformats.org/officeDocument/2006/relationships/image" Target="../media/image467.wmf"/><Relationship Id="rId15" Type="http://schemas.openxmlformats.org/officeDocument/2006/relationships/oleObject" Target="../embeddings/oleObject500.bin"/><Relationship Id="rId14" Type="http://schemas.openxmlformats.org/officeDocument/2006/relationships/image" Target="../media/image466.jpeg"/><Relationship Id="rId13" Type="http://schemas.openxmlformats.org/officeDocument/2006/relationships/image" Target="../media/image471.wmf"/><Relationship Id="rId12" Type="http://schemas.openxmlformats.org/officeDocument/2006/relationships/oleObject" Target="../embeddings/oleObject499.bin"/><Relationship Id="rId11" Type="http://schemas.openxmlformats.org/officeDocument/2006/relationships/image" Target="../media/image476.wmf"/><Relationship Id="rId10" Type="http://schemas.openxmlformats.org/officeDocument/2006/relationships/oleObject" Target="../embeddings/oleObject498.bin"/><Relationship Id="rId1" Type="http://schemas.openxmlformats.org/officeDocument/2006/relationships/oleObject" Target="../embeddings/oleObject49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Line 4"/>
          <p:cNvSpPr>
            <a:spLocks noChangeShapeType="1"/>
          </p:cNvSpPr>
          <p:nvPr/>
        </p:nvSpPr>
        <p:spPr bwMode="auto">
          <a:xfrm>
            <a:off x="100013" y="1493838"/>
            <a:ext cx="9043987" cy="0"/>
          </a:xfrm>
          <a:prstGeom prst="line">
            <a:avLst/>
          </a:prstGeom>
          <a:noFill/>
          <a:ln w="28575">
            <a:solidFill>
              <a:srgbClr val="0062E1">
                <a:alpha val="70195"/>
              </a:srgbClr>
            </a:solidFill>
            <a:round/>
          </a:ln>
        </p:spPr>
        <p:txBody>
          <a:bodyPr/>
          <a:lstStyle/>
          <a:p>
            <a:endParaRPr lang="zh-CN" altLang="en-US"/>
          </a:p>
        </p:txBody>
      </p:sp>
      <p:sp>
        <p:nvSpPr>
          <p:cNvPr id="133125" name="Text Box 5"/>
          <p:cNvSpPr txBox="1">
            <a:spLocks noChangeArrowheads="1"/>
          </p:cNvSpPr>
          <p:nvPr/>
        </p:nvSpPr>
        <p:spPr bwMode="auto">
          <a:xfrm>
            <a:off x="476250" y="1978025"/>
            <a:ext cx="2746375" cy="519113"/>
          </a:xfrm>
          <a:prstGeom prst="rect">
            <a:avLst/>
          </a:prstGeom>
          <a:noFill/>
          <a:ln w="9525">
            <a:noFill/>
            <a:miter lim="800000"/>
          </a:ln>
        </p:spPr>
        <p:txBody>
          <a:bodyPr>
            <a:spAutoFit/>
          </a:bodyPr>
          <a:lstStyle/>
          <a:p>
            <a:pPr algn="l">
              <a:spcBef>
                <a:spcPct val="50000"/>
              </a:spcBef>
            </a:pPr>
            <a:r>
              <a:rPr lang="zh-CN" altLang="en-US" sz="2800" b="1" i="0">
                <a:solidFill>
                  <a:schemeClr val="accent2"/>
                </a:solidFill>
                <a:latin typeface="Times New Roman" panose="02020603050405020304" pitchFamily="18" charset="0"/>
              </a:rPr>
              <a:t>本章内容：</a:t>
            </a:r>
            <a:endParaRPr lang="zh-CN" altLang="en-US" sz="2800" b="1" i="0">
              <a:solidFill>
                <a:schemeClr val="accent2"/>
              </a:solidFill>
              <a:latin typeface="Times New Roman" panose="02020603050405020304" pitchFamily="18" charset="0"/>
            </a:endParaRPr>
          </a:p>
        </p:txBody>
      </p:sp>
      <p:sp>
        <p:nvSpPr>
          <p:cNvPr id="133126" name="Text Box 6">
            <a:hlinkClick r:id="rId1" action="ppaction://hlinksldjump"/>
          </p:cNvPr>
          <p:cNvSpPr txBox="1">
            <a:spLocks noChangeArrowheads="1"/>
          </p:cNvSpPr>
          <p:nvPr/>
        </p:nvSpPr>
        <p:spPr bwMode="auto">
          <a:xfrm>
            <a:off x="1214438" y="2784475"/>
            <a:ext cx="5105400" cy="457200"/>
          </a:xfrm>
          <a:prstGeom prst="rect">
            <a:avLst/>
          </a:prstGeom>
          <a:noFill/>
          <a:ln w="9525">
            <a:noFill/>
            <a:miter lim="800000"/>
          </a:ln>
        </p:spPr>
        <p:txBody>
          <a:bodyPr>
            <a:spAutoFit/>
          </a:bodyPr>
          <a:lstStyle/>
          <a:p>
            <a:pPr algn="l">
              <a:spcBef>
                <a:spcPct val="50000"/>
              </a:spcBef>
            </a:pPr>
            <a:r>
              <a:rPr lang="en-US" altLang="zh-CN" b="1" i="0">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 </a:t>
            </a:r>
            <a:r>
              <a:rPr lang="en-US" altLang="zh-CN" b="1" i="0">
                <a:solidFill>
                  <a:schemeClr val="accent2"/>
                </a:solidFill>
                <a:latin typeface="Times New Roman" panose="02020603050405020304" pitchFamily="18" charset="0"/>
              </a:rPr>
              <a:t>3. 1 </a:t>
            </a:r>
            <a:r>
              <a:rPr lang="zh-CN" altLang="en-US" b="1" i="0">
                <a:solidFill>
                  <a:schemeClr val="accent2"/>
                </a:solidFill>
                <a:latin typeface="Times New Roman" panose="02020603050405020304" pitchFamily="18" charset="0"/>
              </a:rPr>
              <a:t>动量   动量守恒定律</a:t>
            </a:r>
            <a:endParaRPr lang="zh-CN" altLang="en-US" b="1" i="0">
              <a:solidFill>
                <a:schemeClr val="accent2"/>
              </a:solidFill>
              <a:latin typeface="Times New Roman" panose="02020603050405020304" pitchFamily="18" charset="0"/>
            </a:endParaRPr>
          </a:p>
        </p:txBody>
      </p:sp>
      <p:sp>
        <p:nvSpPr>
          <p:cNvPr id="133127" name="Text Box 7">
            <a:hlinkClick r:id="rId2" action="ppaction://hlinksldjump"/>
          </p:cNvPr>
          <p:cNvSpPr txBox="1">
            <a:spLocks noChangeArrowheads="1"/>
          </p:cNvSpPr>
          <p:nvPr/>
        </p:nvSpPr>
        <p:spPr bwMode="auto">
          <a:xfrm>
            <a:off x="1214438" y="3459163"/>
            <a:ext cx="6911975" cy="457200"/>
          </a:xfrm>
          <a:prstGeom prst="rect">
            <a:avLst/>
          </a:prstGeom>
          <a:noFill/>
          <a:ln w="9525">
            <a:noFill/>
            <a:miter lim="800000"/>
          </a:ln>
        </p:spPr>
        <p:txBody>
          <a:bodyPr>
            <a:spAutoFit/>
          </a:bodyPr>
          <a:lstStyle/>
          <a:p>
            <a:pPr algn="l">
              <a:spcBef>
                <a:spcPct val="50000"/>
              </a:spcBef>
            </a:pPr>
            <a:r>
              <a:rPr lang="en-US" altLang="zh-CN" b="1" i="0">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 </a:t>
            </a:r>
            <a:r>
              <a:rPr lang="en-US" altLang="zh-CN" b="1" i="0">
                <a:solidFill>
                  <a:schemeClr val="accent2"/>
                </a:solidFill>
                <a:latin typeface="Times New Roman" panose="02020603050405020304" pitchFamily="18" charset="0"/>
              </a:rPr>
              <a:t>3. 2 </a:t>
            </a:r>
            <a:r>
              <a:rPr lang="zh-CN" altLang="en-US" b="1" i="0">
                <a:solidFill>
                  <a:schemeClr val="accent2"/>
                </a:solidFill>
                <a:latin typeface="Times New Roman" panose="02020603050405020304" pitchFamily="18" charset="0"/>
              </a:rPr>
              <a:t>功和能    机械能守恒定律</a:t>
            </a:r>
            <a:endParaRPr lang="zh-CN" altLang="en-US" b="1" i="0">
              <a:solidFill>
                <a:schemeClr val="accent2"/>
              </a:solidFill>
              <a:latin typeface="Times New Roman" panose="02020603050405020304" pitchFamily="18" charset="0"/>
            </a:endParaRPr>
          </a:p>
        </p:txBody>
      </p:sp>
      <p:sp>
        <p:nvSpPr>
          <p:cNvPr id="133129" name="Text Box 9">
            <a:hlinkClick r:id="rId3" action="ppaction://hlinksldjump"/>
          </p:cNvPr>
          <p:cNvSpPr txBox="1">
            <a:spLocks noChangeArrowheads="1"/>
          </p:cNvSpPr>
          <p:nvPr/>
        </p:nvSpPr>
        <p:spPr bwMode="auto">
          <a:xfrm>
            <a:off x="1214438" y="4141788"/>
            <a:ext cx="6911975" cy="457200"/>
          </a:xfrm>
          <a:prstGeom prst="rect">
            <a:avLst/>
          </a:prstGeom>
          <a:noFill/>
          <a:ln w="9525">
            <a:noFill/>
            <a:miter lim="800000"/>
          </a:ln>
        </p:spPr>
        <p:txBody>
          <a:bodyPr>
            <a:spAutoFit/>
          </a:bodyPr>
          <a:lstStyle/>
          <a:p>
            <a:pPr algn="l">
              <a:spcBef>
                <a:spcPct val="50000"/>
              </a:spcBef>
            </a:pPr>
            <a:r>
              <a:rPr lang="en-US" altLang="zh-CN" b="1" i="0">
                <a:solidFill>
                  <a:schemeClr val="accent2"/>
                </a:solidFill>
                <a:latin typeface="Times New Roman" panose="02020603050405020304" pitchFamily="18" charset="0"/>
              </a:rPr>
              <a:t>§</a:t>
            </a:r>
            <a:r>
              <a:rPr lang="en-US" altLang="zh-CN" b="1">
                <a:solidFill>
                  <a:schemeClr val="accent2"/>
                </a:solidFill>
                <a:latin typeface="Times New Roman" panose="02020603050405020304" pitchFamily="18" charset="0"/>
              </a:rPr>
              <a:t> </a:t>
            </a:r>
            <a:r>
              <a:rPr lang="en-US" altLang="zh-CN" b="1" i="0">
                <a:solidFill>
                  <a:schemeClr val="accent2"/>
                </a:solidFill>
                <a:latin typeface="Times New Roman" panose="02020603050405020304" pitchFamily="18" charset="0"/>
              </a:rPr>
              <a:t>3. 3 </a:t>
            </a:r>
            <a:r>
              <a:rPr lang="zh-CN" altLang="en-US" b="1" i="0">
                <a:solidFill>
                  <a:schemeClr val="accent2"/>
                </a:solidFill>
                <a:latin typeface="Times New Roman" panose="02020603050405020304" pitchFamily="18" charset="0"/>
              </a:rPr>
              <a:t>角动量     角动量守恒定律</a:t>
            </a:r>
            <a:endParaRPr lang="zh-CN" altLang="en-US" b="1" i="0">
              <a:solidFill>
                <a:schemeClr val="accent2"/>
              </a:solidFill>
              <a:latin typeface="Times New Roman" panose="02020603050405020304" pitchFamily="18" charset="0"/>
            </a:endParaRPr>
          </a:p>
        </p:txBody>
      </p:sp>
      <p:sp>
        <p:nvSpPr>
          <p:cNvPr id="65543" name="Text Box 10"/>
          <p:cNvSpPr txBox="1">
            <a:spLocks noChangeArrowheads="1"/>
          </p:cNvSpPr>
          <p:nvPr/>
        </p:nvSpPr>
        <p:spPr bwMode="auto">
          <a:xfrm>
            <a:off x="657225" y="627063"/>
            <a:ext cx="7316788" cy="769937"/>
          </a:xfrm>
          <a:prstGeom prst="rect">
            <a:avLst/>
          </a:prstGeom>
          <a:noFill/>
          <a:ln w="9525" algn="ctr">
            <a:noFill/>
            <a:miter lim="800000"/>
          </a:ln>
        </p:spPr>
        <p:txBody>
          <a:bodyPr anchor="ctr">
            <a:spAutoFit/>
          </a:bodyPr>
          <a:lstStyle/>
          <a:p>
            <a:r>
              <a:rPr lang="zh-CN" altLang="en-US" sz="4400" b="1" i="0">
                <a:solidFill>
                  <a:srgbClr val="FF3300"/>
                </a:solidFill>
                <a:latin typeface="隶书" panose="02010509060101010101" pitchFamily="49" charset="-122"/>
                <a:ea typeface="隶书" panose="02010509060101010101" pitchFamily="49" charset="-122"/>
                <a:cs typeface="Times New Roman" panose="02020603050405020304" pitchFamily="18" charset="0"/>
              </a:rPr>
              <a:t>第</a:t>
            </a:r>
            <a:r>
              <a:rPr lang="en-US" altLang="zh-CN" sz="4400" b="1" i="0">
                <a:solidFill>
                  <a:srgbClr val="FF3300"/>
                </a:solidFill>
                <a:latin typeface="隶书" panose="02010509060101010101" pitchFamily="49" charset="-122"/>
                <a:ea typeface="隶书" panose="02010509060101010101" pitchFamily="49" charset="-122"/>
                <a:cs typeface="Times New Roman" panose="02020603050405020304" pitchFamily="18" charset="0"/>
              </a:rPr>
              <a:t>3</a:t>
            </a:r>
            <a:r>
              <a:rPr lang="zh-CN" altLang="en-US" sz="4400" b="1" i="0">
                <a:solidFill>
                  <a:srgbClr val="FF3300"/>
                </a:solidFill>
                <a:latin typeface="隶书" panose="02010509060101010101" pitchFamily="49" charset="-122"/>
                <a:ea typeface="隶书" panose="02010509060101010101" pitchFamily="49" charset="-122"/>
                <a:cs typeface="Times New Roman" panose="02020603050405020304" pitchFamily="18" charset="0"/>
              </a:rPr>
              <a:t>章 力学的守恒定律</a:t>
            </a:r>
            <a:endParaRPr lang="zh-CN" altLang="en-US" sz="4400" b="1" i="0">
              <a:solidFill>
                <a:srgbClr val="FF3300"/>
              </a:solidFill>
              <a:latin typeface="隶书" panose="02010509060101010101" pitchFamily="49" charset="-122"/>
              <a:ea typeface="隶书" panose="02010509060101010101"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3124"/>
                                        </p:tgtEl>
                                        <p:attrNameLst>
                                          <p:attrName>style.visibility</p:attrName>
                                        </p:attrNameLst>
                                      </p:cBhvr>
                                      <p:to>
                                        <p:strVal val="visible"/>
                                      </p:to>
                                    </p:set>
                                    <p:animEffect transition="in" filter="wipe(left)">
                                      <p:cBhvr>
                                        <p:cTn id="7" dur="500"/>
                                        <p:tgtEl>
                                          <p:spTgt spid="1331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3125"/>
                                        </p:tgtEl>
                                        <p:attrNameLst>
                                          <p:attrName>style.visibility</p:attrName>
                                        </p:attrNameLst>
                                      </p:cBhvr>
                                      <p:to>
                                        <p:strVal val="visible"/>
                                      </p:to>
                                    </p:set>
                                    <p:animEffect transition="in" filter="wipe(left)">
                                      <p:cBhvr>
                                        <p:cTn id="12" dur="500"/>
                                        <p:tgtEl>
                                          <p:spTgt spid="1331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3126"/>
                                        </p:tgtEl>
                                        <p:attrNameLst>
                                          <p:attrName>style.visibility</p:attrName>
                                        </p:attrNameLst>
                                      </p:cBhvr>
                                      <p:to>
                                        <p:strVal val="visible"/>
                                      </p:to>
                                    </p:set>
                                    <p:animEffect transition="in" filter="wipe(left)">
                                      <p:cBhvr>
                                        <p:cTn id="17" dur="500"/>
                                        <p:tgtEl>
                                          <p:spTgt spid="13312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3127"/>
                                        </p:tgtEl>
                                        <p:attrNameLst>
                                          <p:attrName>style.visibility</p:attrName>
                                        </p:attrNameLst>
                                      </p:cBhvr>
                                      <p:to>
                                        <p:strVal val="visible"/>
                                      </p:to>
                                    </p:set>
                                    <p:animEffect transition="in" filter="wipe(left)">
                                      <p:cBhvr>
                                        <p:cTn id="22" dur="500"/>
                                        <p:tgtEl>
                                          <p:spTgt spid="13312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3129"/>
                                        </p:tgtEl>
                                        <p:attrNameLst>
                                          <p:attrName>style.visibility</p:attrName>
                                        </p:attrNameLst>
                                      </p:cBhvr>
                                      <p:to>
                                        <p:strVal val="visible"/>
                                      </p:to>
                                    </p:set>
                                    <p:animEffect transition="in" filter="wipe(left)">
                                      <p:cBhvr>
                                        <p:cTn id="27" dur="500"/>
                                        <p:tgtEl>
                                          <p:spTgt spid="133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nimBg="1"/>
      <p:bldP spid="133125" grpId="0"/>
      <p:bldP spid="133126" grpId="0"/>
      <p:bldP spid="133127" grpId="0"/>
      <p:bldP spid="13312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Text Box 4"/>
          <p:cNvSpPr txBox="1">
            <a:spLocks noChangeArrowheads="1"/>
          </p:cNvSpPr>
          <p:nvPr/>
        </p:nvSpPr>
        <p:spPr bwMode="auto">
          <a:xfrm>
            <a:off x="701675" y="503238"/>
            <a:ext cx="7699375" cy="519112"/>
          </a:xfrm>
          <a:prstGeom prst="rect">
            <a:avLst/>
          </a:prstGeom>
          <a:noFill/>
          <a:ln w="12700" cap="sq">
            <a:noFill/>
            <a:miter lim="800000"/>
            <a:headEnd type="none" w="sm" len="sm"/>
            <a:tailEnd type="none" w="sm" len="sm"/>
          </a:ln>
        </p:spPr>
        <p:txBody>
          <a:bodyPr>
            <a:spAutoFit/>
          </a:bodyPr>
          <a:lstStyle/>
          <a:p>
            <a:r>
              <a:rPr lang="en-US" altLang="zh-CN" sz="2800" b="1" i="0">
                <a:solidFill>
                  <a:srgbClr val="002060"/>
                </a:solidFill>
                <a:latin typeface="Times New Roman" panose="02020603050405020304" pitchFamily="18" charset="0"/>
                <a:ea typeface="黑体" panose="02010609060101010101" pitchFamily="2" charset="-122"/>
              </a:rPr>
              <a:t>§3.1  </a:t>
            </a:r>
            <a:r>
              <a:rPr lang="zh-CN" altLang="en-US" sz="2800" b="1" i="0">
                <a:solidFill>
                  <a:srgbClr val="002060"/>
                </a:solidFill>
                <a:latin typeface="Times New Roman" panose="02020603050405020304" pitchFamily="18" charset="0"/>
                <a:ea typeface="黑体" panose="02010609060101010101" pitchFamily="2" charset="-122"/>
              </a:rPr>
              <a:t>动量  动量守恒定律 </a:t>
            </a:r>
            <a:endParaRPr lang="zh-CN" altLang="en-US" sz="2800" b="1" i="0">
              <a:solidFill>
                <a:srgbClr val="002060"/>
              </a:solidFill>
              <a:latin typeface="Times New Roman" panose="02020603050405020304" pitchFamily="18" charset="0"/>
              <a:ea typeface="黑体" panose="02010609060101010101" pitchFamily="2" charset="-122"/>
            </a:endParaRPr>
          </a:p>
        </p:txBody>
      </p:sp>
      <p:sp>
        <p:nvSpPr>
          <p:cNvPr id="1038" name="Text Box 5"/>
          <p:cNvSpPr txBox="1">
            <a:spLocks noChangeArrowheads="1"/>
          </p:cNvSpPr>
          <p:nvPr/>
        </p:nvSpPr>
        <p:spPr bwMode="auto">
          <a:xfrm>
            <a:off x="161925" y="1179513"/>
            <a:ext cx="5130800" cy="457200"/>
          </a:xfrm>
          <a:prstGeom prst="rect">
            <a:avLst/>
          </a:prstGeom>
          <a:noFill/>
          <a:ln w="9525" algn="ctr">
            <a:noFill/>
            <a:miter lim="800000"/>
            <a:headEnd type="none" w="sm" len="sm"/>
            <a:tailEnd type="none" w="sm" len="sm"/>
          </a:ln>
        </p:spPr>
        <p:txBody>
          <a:bodyPr>
            <a:spAutoFit/>
          </a:bodyPr>
          <a:lstStyle/>
          <a:p>
            <a:pPr algn="l">
              <a:spcBef>
                <a:spcPct val="50000"/>
              </a:spcBef>
            </a:pPr>
            <a:r>
              <a:rPr lang="en-US" altLang="zh-CN" b="1" i="0">
                <a:solidFill>
                  <a:srgbClr val="0000FF"/>
                </a:solidFill>
                <a:latin typeface="Times New Roman" panose="02020603050405020304" pitchFamily="18" charset="0"/>
              </a:rPr>
              <a:t>3.1.1  </a:t>
            </a:r>
            <a:r>
              <a:rPr lang="zh-CN" altLang="en-US" b="1" i="0">
                <a:solidFill>
                  <a:srgbClr val="0000FF"/>
                </a:solidFill>
                <a:latin typeface="Times New Roman" panose="02020603050405020304" pitchFamily="18" charset="0"/>
              </a:rPr>
              <a:t>质点的动量定理</a:t>
            </a:r>
            <a:endParaRPr lang="zh-CN" altLang="en-US" b="1" i="0">
              <a:solidFill>
                <a:srgbClr val="0000FF"/>
              </a:solidFill>
              <a:latin typeface="Times New Roman" panose="02020603050405020304" pitchFamily="18" charset="0"/>
            </a:endParaRPr>
          </a:p>
        </p:txBody>
      </p:sp>
      <p:grpSp>
        <p:nvGrpSpPr>
          <p:cNvPr id="2" name="Group 58"/>
          <p:cNvGrpSpPr/>
          <p:nvPr/>
        </p:nvGrpSpPr>
        <p:grpSpPr bwMode="auto">
          <a:xfrm>
            <a:off x="5688013" y="1403350"/>
            <a:ext cx="3097212" cy="2774950"/>
            <a:chOff x="3470" y="2115"/>
            <a:chExt cx="1951" cy="1748"/>
          </a:xfrm>
        </p:grpSpPr>
        <p:sp>
          <p:nvSpPr>
            <p:cNvPr id="1050" name="Text Box 59"/>
            <p:cNvSpPr txBox="1">
              <a:spLocks noChangeArrowheads="1"/>
            </p:cNvSpPr>
            <p:nvPr/>
          </p:nvSpPr>
          <p:spPr bwMode="auto">
            <a:xfrm>
              <a:off x="4068" y="2745"/>
              <a:ext cx="453" cy="288"/>
            </a:xfrm>
            <a:prstGeom prst="rect">
              <a:avLst/>
            </a:prstGeom>
            <a:noFill/>
            <a:ln w="9525">
              <a:noFill/>
              <a:miter lim="800000"/>
            </a:ln>
          </p:spPr>
          <p:txBody>
            <a:bodyPr>
              <a:spAutoFit/>
            </a:bodyPr>
            <a:lstStyle/>
            <a:p>
              <a:pPr algn="l" eaLnBrk="0" hangingPunct="0"/>
              <a:r>
                <a:rPr kumimoji="0" lang="en-US" altLang="zh-CN" b="1">
                  <a:solidFill>
                    <a:srgbClr val="FF0000"/>
                  </a:solidFill>
                  <a:latin typeface="Times New Roman" panose="02020603050405020304" pitchFamily="18" charset="0"/>
                </a:rPr>
                <a:t>t</a:t>
              </a:r>
              <a:endParaRPr kumimoji="0" lang="en-US" altLang="zh-CN" b="1" i="0">
                <a:solidFill>
                  <a:srgbClr val="FF0000"/>
                </a:solidFill>
                <a:latin typeface="Times New Roman" panose="02020603050405020304" pitchFamily="18" charset="0"/>
              </a:endParaRPr>
            </a:p>
          </p:txBody>
        </p:sp>
        <p:sp>
          <p:nvSpPr>
            <p:cNvPr id="1051" name="Arc 60"/>
            <p:cNvSpPr/>
            <p:nvPr/>
          </p:nvSpPr>
          <p:spPr bwMode="auto">
            <a:xfrm flipH="1">
              <a:off x="4033" y="2593"/>
              <a:ext cx="1107" cy="1206"/>
            </a:xfrm>
            <a:custGeom>
              <a:avLst/>
              <a:gdLst>
                <a:gd name="T0" fmla="*/ 0 w 23413"/>
                <a:gd name="T1" fmla="*/ 0 h 25372"/>
                <a:gd name="T2" fmla="*/ 0 w 23413"/>
                <a:gd name="T3" fmla="*/ 0 h 25372"/>
                <a:gd name="T4" fmla="*/ 0 w 23413"/>
                <a:gd name="T5" fmla="*/ 0 h 25372"/>
                <a:gd name="T6" fmla="*/ 0 60000 65536"/>
                <a:gd name="T7" fmla="*/ 0 60000 65536"/>
                <a:gd name="T8" fmla="*/ 0 60000 65536"/>
                <a:gd name="T9" fmla="*/ 0 w 23413"/>
                <a:gd name="T10" fmla="*/ 0 h 25372"/>
                <a:gd name="T11" fmla="*/ 23413 w 23413"/>
                <a:gd name="T12" fmla="*/ 25372 h 25372"/>
              </a:gdLst>
              <a:ahLst/>
              <a:cxnLst>
                <a:cxn ang="T6">
                  <a:pos x="T0" y="T1"/>
                </a:cxn>
                <a:cxn ang="T7">
                  <a:pos x="T2" y="T3"/>
                </a:cxn>
                <a:cxn ang="T8">
                  <a:pos x="T4" y="T5"/>
                </a:cxn>
              </a:cxnLst>
              <a:rect l="T9" t="T10" r="T11" b="T12"/>
              <a:pathLst>
                <a:path w="23413" h="25372" fill="none" extrusionOk="0">
                  <a:moveTo>
                    <a:pt x="0" y="76"/>
                  </a:moveTo>
                  <a:cubicBezTo>
                    <a:pt x="603" y="25"/>
                    <a:pt x="1207" y="-1"/>
                    <a:pt x="1813" y="0"/>
                  </a:cubicBezTo>
                  <a:cubicBezTo>
                    <a:pt x="13742" y="0"/>
                    <a:pt x="23413" y="9670"/>
                    <a:pt x="23413" y="21600"/>
                  </a:cubicBezTo>
                  <a:cubicBezTo>
                    <a:pt x="23413" y="22864"/>
                    <a:pt x="23301" y="24126"/>
                    <a:pt x="23081" y="25372"/>
                  </a:cubicBezTo>
                </a:path>
                <a:path w="23413" h="25372" stroke="0" extrusionOk="0">
                  <a:moveTo>
                    <a:pt x="0" y="76"/>
                  </a:moveTo>
                  <a:cubicBezTo>
                    <a:pt x="603" y="25"/>
                    <a:pt x="1207" y="-1"/>
                    <a:pt x="1813" y="0"/>
                  </a:cubicBezTo>
                  <a:cubicBezTo>
                    <a:pt x="13742" y="0"/>
                    <a:pt x="23413" y="9670"/>
                    <a:pt x="23413" y="21600"/>
                  </a:cubicBezTo>
                  <a:cubicBezTo>
                    <a:pt x="23413" y="22864"/>
                    <a:pt x="23301" y="24126"/>
                    <a:pt x="23081" y="25372"/>
                  </a:cubicBezTo>
                  <a:lnTo>
                    <a:pt x="1813" y="21600"/>
                  </a:lnTo>
                  <a:close/>
                </a:path>
              </a:pathLst>
            </a:custGeom>
            <a:noFill/>
            <a:ln w="28575">
              <a:solidFill>
                <a:srgbClr val="FF0000"/>
              </a:solidFill>
              <a:round/>
            </a:ln>
          </p:spPr>
          <p:txBody>
            <a:bodyPr wrap="none" anchor="ctr"/>
            <a:lstStyle/>
            <a:p>
              <a:endParaRPr lang="zh-CN" altLang="en-US"/>
            </a:p>
          </p:txBody>
        </p:sp>
        <p:graphicFrame>
          <p:nvGraphicFramePr>
            <p:cNvPr id="1031" name="Object 61"/>
            <p:cNvGraphicFramePr>
              <a:graphicFrameLocks noChangeAspect="1"/>
            </p:cNvGraphicFramePr>
            <p:nvPr/>
          </p:nvGraphicFramePr>
          <p:xfrm>
            <a:off x="3983" y="3626"/>
            <a:ext cx="123" cy="120"/>
          </p:xfrm>
          <a:graphic>
            <a:graphicData uri="http://schemas.openxmlformats.org/presentationml/2006/ole">
              <mc:AlternateContent xmlns:mc="http://schemas.openxmlformats.org/markup-compatibility/2006">
                <mc:Choice xmlns:v="urn:schemas-microsoft-com:vml" Requires="v">
                  <p:oleObj spid="_x0000_s1025" name="公式" r:id="rId1" imgW="4572000" imgH="4572000" progId="Equation.3">
                    <p:embed/>
                  </p:oleObj>
                </mc:Choice>
                <mc:Fallback>
                  <p:oleObj name="公式" r:id="rId1" imgW="4572000" imgH="4572000" progId="Equation.3">
                    <p:embed/>
                    <p:pic>
                      <p:nvPicPr>
                        <p:cNvPr id="0" name="Object 61"/>
                        <p:cNvPicPr>
                          <a:picLocks noChangeAspect="1"/>
                        </p:cNvPicPr>
                        <p:nvPr/>
                      </p:nvPicPr>
                      <p:blipFill>
                        <a:blip r:embed="rId2"/>
                        <a:stretch>
                          <a:fillRect/>
                        </a:stretch>
                      </p:blipFill>
                      <p:spPr>
                        <a:xfrm>
                          <a:off x="3983" y="3626"/>
                          <a:ext cx="123" cy="120"/>
                        </a:xfrm>
                        <a:prstGeom prst="rect">
                          <a:avLst/>
                        </a:prstGeom>
                        <a:noFill/>
                        <a:ln w="9525">
                          <a:noFill/>
                        </a:ln>
                      </p:spPr>
                    </p:pic>
                  </p:oleObj>
                </mc:Fallback>
              </mc:AlternateContent>
            </a:graphicData>
          </a:graphic>
        </p:graphicFrame>
        <p:graphicFrame>
          <p:nvGraphicFramePr>
            <p:cNvPr id="1032" name="Object 62"/>
            <p:cNvGraphicFramePr>
              <a:graphicFrameLocks noChangeAspect="1"/>
            </p:cNvGraphicFramePr>
            <p:nvPr/>
          </p:nvGraphicFramePr>
          <p:xfrm>
            <a:off x="4810" y="2546"/>
            <a:ext cx="123" cy="120"/>
          </p:xfrm>
          <a:graphic>
            <a:graphicData uri="http://schemas.openxmlformats.org/presentationml/2006/ole">
              <mc:AlternateContent xmlns:mc="http://schemas.openxmlformats.org/markup-compatibility/2006">
                <mc:Choice xmlns:v="urn:schemas-microsoft-com:vml" Requires="v">
                  <p:oleObj spid="_x0000_s1032" name="公式" r:id="rId3" imgW="4572000" imgH="4572000" progId="Equation.3">
                    <p:embed/>
                  </p:oleObj>
                </mc:Choice>
                <mc:Fallback>
                  <p:oleObj name="公式" r:id="rId3" imgW="4572000" imgH="4572000" progId="Equation.3">
                    <p:embed/>
                    <p:pic>
                      <p:nvPicPr>
                        <p:cNvPr id="0" name="Object 62"/>
                        <p:cNvPicPr>
                          <a:picLocks noChangeAspect="1"/>
                        </p:cNvPicPr>
                        <p:nvPr/>
                      </p:nvPicPr>
                      <p:blipFill>
                        <a:blip r:embed="rId2"/>
                        <a:stretch>
                          <a:fillRect/>
                        </a:stretch>
                      </p:blipFill>
                      <p:spPr>
                        <a:xfrm>
                          <a:off x="4810" y="2546"/>
                          <a:ext cx="123" cy="120"/>
                        </a:xfrm>
                        <a:prstGeom prst="rect">
                          <a:avLst/>
                        </a:prstGeom>
                        <a:noFill/>
                        <a:ln w="9525">
                          <a:noFill/>
                        </a:ln>
                      </p:spPr>
                    </p:pic>
                  </p:oleObj>
                </mc:Fallback>
              </mc:AlternateContent>
            </a:graphicData>
          </a:graphic>
        </p:graphicFrame>
        <p:sp>
          <p:nvSpPr>
            <p:cNvPr id="1052" name="Line 63"/>
            <p:cNvSpPr>
              <a:spLocks noChangeShapeType="1"/>
            </p:cNvSpPr>
            <p:nvPr/>
          </p:nvSpPr>
          <p:spPr bwMode="auto">
            <a:xfrm>
              <a:off x="3814" y="3346"/>
              <a:ext cx="1162" cy="0"/>
            </a:xfrm>
            <a:prstGeom prst="line">
              <a:avLst/>
            </a:prstGeom>
            <a:noFill/>
            <a:ln w="28575">
              <a:solidFill>
                <a:srgbClr val="0033CC"/>
              </a:solidFill>
              <a:round/>
              <a:tailEnd type="triangle" w="med" len="med"/>
            </a:ln>
          </p:spPr>
          <p:txBody>
            <a:bodyPr wrap="none" anchor="ctr"/>
            <a:lstStyle/>
            <a:p>
              <a:endParaRPr lang="zh-CN" altLang="en-US"/>
            </a:p>
          </p:txBody>
        </p:sp>
        <p:sp>
          <p:nvSpPr>
            <p:cNvPr id="1053" name="Line 64"/>
            <p:cNvSpPr>
              <a:spLocks noChangeShapeType="1"/>
            </p:cNvSpPr>
            <p:nvPr/>
          </p:nvSpPr>
          <p:spPr bwMode="auto">
            <a:xfrm flipV="1">
              <a:off x="3814" y="2242"/>
              <a:ext cx="0" cy="1104"/>
            </a:xfrm>
            <a:prstGeom prst="line">
              <a:avLst/>
            </a:prstGeom>
            <a:noFill/>
            <a:ln w="28575">
              <a:solidFill>
                <a:srgbClr val="0033CC"/>
              </a:solidFill>
              <a:round/>
              <a:tailEnd type="triangle" w="med" len="med"/>
            </a:ln>
          </p:spPr>
          <p:txBody>
            <a:bodyPr wrap="none" anchor="ctr"/>
            <a:lstStyle/>
            <a:p>
              <a:endParaRPr lang="zh-CN" altLang="en-US"/>
            </a:p>
          </p:txBody>
        </p:sp>
        <p:sp>
          <p:nvSpPr>
            <p:cNvPr id="1054" name="Line 65"/>
            <p:cNvSpPr>
              <a:spLocks noChangeShapeType="1"/>
            </p:cNvSpPr>
            <p:nvPr/>
          </p:nvSpPr>
          <p:spPr bwMode="auto">
            <a:xfrm flipH="1">
              <a:off x="3470" y="3346"/>
              <a:ext cx="344" cy="240"/>
            </a:xfrm>
            <a:prstGeom prst="line">
              <a:avLst/>
            </a:prstGeom>
            <a:noFill/>
            <a:ln w="28575">
              <a:solidFill>
                <a:srgbClr val="0033CC"/>
              </a:solidFill>
              <a:round/>
              <a:tailEnd type="triangle" w="med" len="med"/>
            </a:ln>
          </p:spPr>
          <p:txBody>
            <a:bodyPr wrap="none" anchor="ctr"/>
            <a:lstStyle/>
            <a:p>
              <a:endParaRPr lang="zh-CN" altLang="en-US"/>
            </a:p>
          </p:txBody>
        </p:sp>
        <p:sp>
          <p:nvSpPr>
            <p:cNvPr id="1055" name="Text Box 66"/>
            <p:cNvSpPr txBox="1">
              <a:spLocks noChangeArrowheads="1"/>
            </p:cNvSpPr>
            <p:nvPr/>
          </p:nvSpPr>
          <p:spPr bwMode="auto">
            <a:xfrm>
              <a:off x="3537" y="3467"/>
              <a:ext cx="212" cy="288"/>
            </a:xfrm>
            <a:prstGeom prst="rect">
              <a:avLst/>
            </a:prstGeom>
            <a:noFill/>
            <a:ln w="952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x</a:t>
              </a:r>
              <a:endParaRPr kumimoji="0" lang="en-US" altLang="zh-CN" i="0">
                <a:solidFill>
                  <a:srgbClr val="0033CC"/>
                </a:solidFill>
                <a:latin typeface="Times New Roman" panose="02020603050405020304" pitchFamily="18" charset="0"/>
              </a:endParaRPr>
            </a:p>
          </p:txBody>
        </p:sp>
        <p:sp>
          <p:nvSpPr>
            <p:cNvPr id="1056" name="Rectangle 67"/>
            <p:cNvSpPr>
              <a:spLocks noChangeArrowheads="1"/>
            </p:cNvSpPr>
            <p:nvPr/>
          </p:nvSpPr>
          <p:spPr bwMode="auto">
            <a:xfrm>
              <a:off x="4835" y="3329"/>
              <a:ext cx="201" cy="288"/>
            </a:xfrm>
            <a:prstGeom prst="rect">
              <a:avLst/>
            </a:prstGeom>
            <a:noFill/>
            <a:ln w="952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y</a:t>
              </a:r>
              <a:endParaRPr kumimoji="0" lang="en-US" altLang="zh-CN">
                <a:solidFill>
                  <a:srgbClr val="0033CC"/>
                </a:solidFill>
                <a:latin typeface="Times New Roman" panose="02020603050405020304" pitchFamily="18" charset="0"/>
              </a:endParaRPr>
            </a:p>
          </p:txBody>
        </p:sp>
        <p:sp>
          <p:nvSpPr>
            <p:cNvPr id="1057" name="Rectangle 68"/>
            <p:cNvSpPr>
              <a:spLocks noChangeArrowheads="1"/>
            </p:cNvSpPr>
            <p:nvPr/>
          </p:nvSpPr>
          <p:spPr bwMode="auto">
            <a:xfrm>
              <a:off x="3584" y="2115"/>
              <a:ext cx="191" cy="288"/>
            </a:xfrm>
            <a:prstGeom prst="rect">
              <a:avLst/>
            </a:prstGeom>
            <a:noFill/>
            <a:ln w="952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z</a:t>
              </a:r>
              <a:endParaRPr kumimoji="0" lang="en-US" altLang="zh-CN">
                <a:solidFill>
                  <a:srgbClr val="0033CC"/>
                </a:solidFill>
                <a:latin typeface="Times New Roman" panose="02020603050405020304" pitchFamily="18" charset="0"/>
              </a:endParaRPr>
            </a:p>
          </p:txBody>
        </p:sp>
        <p:sp>
          <p:nvSpPr>
            <p:cNvPr id="1058" name="Rectangle 69"/>
            <p:cNvSpPr>
              <a:spLocks noChangeArrowheads="1"/>
            </p:cNvSpPr>
            <p:nvPr/>
          </p:nvSpPr>
          <p:spPr bwMode="auto">
            <a:xfrm>
              <a:off x="3717" y="3319"/>
              <a:ext cx="255" cy="288"/>
            </a:xfrm>
            <a:prstGeom prst="rect">
              <a:avLst/>
            </a:prstGeom>
            <a:noFill/>
            <a:ln w="38100">
              <a:noFill/>
              <a:miter lim="800000"/>
            </a:ln>
          </p:spPr>
          <p:txBody>
            <a:bodyPr wrap="none">
              <a:spAutoFit/>
            </a:bodyPr>
            <a:lstStyle/>
            <a:p>
              <a:pPr algn="l" eaLnBrk="0" hangingPunct="0"/>
              <a:r>
                <a:rPr kumimoji="0" lang="en-US" altLang="zh-CN">
                  <a:solidFill>
                    <a:srgbClr val="0033CC"/>
                  </a:solidFill>
                  <a:latin typeface="Times New Roman" panose="02020603050405020304" pitchFamily="18" charset="0"/>
                </a:rPr>
                <a:t>O</a:t>
              </a:r>
              <a:endParaRPr kumimoji="0" lang="en-US" altLang="zh-CN">
                <a:solidFill>
                  <a:srgbClr val="0033CC"/>
                </a:solidFill>
                <a:latin typeface="Times New Roman" panose="02020603050405020304" pitchFamily="18" charset="0"/>
              </a:endParaRPr>
            </a:p>
          </p:txBody>
        </p:sp>
        <p:sp>
          <p:nvSpPr>
            <p:cNvPr id="1059" name="Line 70"/>
            <p:cNvSpPr>
              <a:spLocks noChangeShapeType="1"/>
            </p:cNvSpPr>
            <p:nvPr/>
          </p:nvSpPr>
          <p:spPr bwMode="auto">
            <a:xfrm flipV="1">
              <a:off x="4040" y="3516"/>
              <a:ext cx="542" cy="176"/>
            </a:xfrm>
            <a:prstGeom prst="line">
              <a:avLst/>
            </a:prstGeom>
            <a:noFill/>
            <a:ln w="38100">
              <a:solidFill>
                <a:srgbClr val="006600"/>
              </a:solidFill>
              <a:round/>
              <a:tailEnd type="triangle" w="med" len="med"/>
            </a:ln>
          </p:spPr>
          <p:txBody>
            <a:bodyPr wrap="none" anchor="ctr"/>
            <a:lstStyle/>
            <a:p>
              <a:endParaRPr lang="zh-CN" altLang="en-US"/>
            </a:p>
          </p:txBody>
        </p:sp>
        <p:sp>
          <p:nvSpPr>
            <p:cNvPr id="1060" name="Line 71"/>
            <p:cNvSpPr>
              <a:spLocks noChangeShapeType="1"/>
            </p:cNvSpPr>
            <p:nvPr/>
          </p:nvSpPr>
          <p:spPr bwMode="auto">
            <a:xfrm>
              <a:off x="4859" y="2592"/>
              <a:ext cx="178" cy="362"/>
            </a:xfrm>
            <a:prstGeom prst="line">
              <a:avLst/>
            </a:prstGeom>
            <a:noFill/>
            <a:ln w="38100">
              <a:solidFill>
                <a:srgbClr val="006600"/>
              </a:solidFill>
              <a:round/>
              <a:tailEnd type="triangle" w="med" len="med"/>
            </a:ln>
          </p:spPr>
          <p:txBody>
            <a:bodyPr wrap="none" anchor="ctr"/>
            <a:lstStyle/>
            <a:p>
              <a:endParaRPr lang="zh-CN" altLang="en-US"/>
            </a:p>
          </p:txBody>
        </p:sp>
        <p:graphicFrame>
          <p:nvGraphicFramePr>
            <p:cNvPr id="1033" name="Object 72"/>
            <p:cNvGraphicFramePr>
              <a:graphicFrameLocks noChangeAspect="1"/>
            </p:cNvGraphicFramePr>
            <p:nvPr/>
          </p:nvGraphicFramePr>
          <p:xfrm>
            <a:off x="4491" y="3607"/>
            <a:ext cx="180" cy="256"/>
          </p:xfrm>
          <a:graphic>
            <a:graphicData uri="http://schemas.openxmlformats.org/presentationml/2006/ole">
              <mc:AlternateContent xmlns:mc="http://schemas.openxmlformats.org/markup-compatibility/2006">
                <mc:Choice xmlns:v="urn:schemas-microsoft-com:vml" Requires="v">
                  <p:oleObj spid="_x0000_s1033" name="公式" r:id="rId4" imgW="6705600" imgH="9753600" progId="Equation.3">
                    <p:embed/>
                  </p:oleObj>
                </mc:Choice>
                <mc:Fallback>
                  <p:oleObj name="公式" r:id="rId4" imgW="6705600" imgH="9753600" progId="Equation.3">
                    <p:embed/>
                    <p:pic>
                      <p:nvPicPr>
                        <p:cNvPr id="0" name="Object 72"/>
                        <p:cNvPicPr>
                          <a:picLocks noChangeAspect="1"/>
                        </p:cNvPicPr>
                        <p:nvPr/>
                      </p:nvPicPr>
                      <p:blipFill>
                        <a:blip r:embed="rId5"/>
                        <a:stretch>
                          <a:fillRect/>
                        </a:stretch>
                      </p:blipFill>
                      <p:spPr>
                        <a:xfrm>
                          <a:off x="4491" y="3607"/>
                          <a:ext cx="180" cy="256"/>
                        </a:xfrm>
                        <a:prstGeom prst="rect">
                          <a:avLst/>
                        </a:prstGeom>
                        <a:noFill/>
                        <a:ln w="9525">
                          <a:noFill/>
                        </a:ln>
                      </p:spPr>
                    </p:pic>
                  </p:oleObj>
                </mc:Fallback>
              </mc:AlternateContent>
            </a:graphicData>
          </a:graphic>
        </p:graphicFrame>
        <p:graphicFrame>
          <p:nvGraphicFramePr>
            <p:cNvPr id="1034" name="Object 73"/>
            <p:cNvGraphicFramePr>
              <a:graphicFrameLocks noChangeAspect="1"/>
            </p:cNvGraphicFramePr>
            <p:nvPr/>
          </p:nvGraphicFramePr>
          <p:xfrm>
            <a:off x="5082" y="2682"/>
            <a:ext cx="196" cy="256"/>
          </p:xfrm>
          <a:graphic>
            <a:graphicData uri="http://schemas.openxmlformats.org/presentationml/2006/ole">
              <mc:AlternateContent xmlns:mc="http://schemas.openxmlformats.org/markup-compatibility/2006">
                <mc:Choice xmlns:v="urn:schemas-microsoft-com:vml" Requires="v">
                  <p:oleObj spid="_x0000_s1034" name="公式" r:id="rId6" imgW="7315200" imgH="9753600" progId="Equation.3">
                    <p:embed/>
                  </p:oleObj>
                </mc:Choice>
                <mc:Fallback>
                  <p:oleObj name="公式" r:id="rId6" imgW="7315200" imgH="9753600" progId="Equation.3">
                    <p:embed/>
                    <p:pic>
                      <p:nvPicPr>
                        <p:cNvPr id="0" name="Object 73"/>
                        <p:cNvPicPr>
                          <a:picLocks noChangeAspect="1"/>
                        </p:cNvPicPr>
                        <p:nvPr/>
                      </p:nvPicPr>
                      <p:blipFill>
                        <a:blip r:embed="rId7"/>
                        <a:stretch>
                          <a:fillRect/>
                        </a:stretch>
                      </p:blipFill>
                      <p:spPr>
                        <a:xfrm>
                          <a:off x="5082" y="2682"/>
                          <a:ext cx="196" cy="256"/>
                        </a:xfrm>
                        <a:prstGeom prst="rect">
                          <a:avLst/>
                        </a:prstGeom>
                        <a:noFill/>
                        <a:ln w="9525">
                          <a:noFill/>
                        </a:ln>
                      </p:spPr>
                    </p:pic>
                  </p:oleObj>
                </mc:Fallback>
              </mc:AlternateContent>
            </a:graphicData>
          </a:graphic>
        </p:graphicFrame>
        <p:graphicFrame>
          <p:nvGraphicFramePr>
            <p:cNvPr id="1035" name="Object 74"/>
            <p:cNvGraphicFramePr>
              <a:graphicFrameLocks noChangeAspect="1"/>
            </p:cNvGraphicFramePr>
            <p:nvPr/>
          </p:nvGraphicFramePr>
          <p:xfrm>
            <a:off x="4237" y="2875"/>
            <a:ext cx="123" cy="120"/>
          </p:xfrm>
          <a:graphic>
            <a:graphicData uri="http://schemas.openxmlformats.org/presentationml/2006/ole">
              <mc:AlternateContent xmlns:mc="http://schemas.openxmlformats.org/markup-compatibility/2006">
                <mc:Choice xmlns:v="urn:schemas-microsoft-com:vml" Requires="v">
                  <p:oleObj spid="_x0000_s1035" name="公式" r:id="rId8" imgW="4572000" imgH="4572000" progId="Equation.3">
                    <p:embed/>
                  </p:oleObj>
                </mc:Choice>
                <mc:Fallback>
                  <p:oleObj name="公式" r:id="rId8" imgW="4572000" imgH="4572000" progId="Equation.3">
                    <p:embed/>
                    <p:pic>
                      <p:nvPicPr>
                        <p:cNvPr id="0" name="Object 74"/>
                        <p:cNvPicPr>
                          <a:picLocks noChangeAspect="1"/>
                        </p:cNvPicPr>
                        <p:nvPr/>
                      </p:nvPicPr>
                      <p:blipFill>
                        <a:blip r:embed="rId2"/>
                        <a:stretch>
                          <a:fillRect/>
                        </a:stretch>
                      </p:blipFill>
                      <p:spPr>
                        <a:xfrm>
                          <a:off x="4237" y="2875"/>
                          <a:ext cx="123" cy="120"/>
                        </a:xfrm>
                        <a:prstGeom prst="rect">
                          <a:avLst/>
                        </a:prstGeom>
                        <a:noFill/>
                        <a:ln w="9525">
                          <a:noFill/>
                        </a:ln>
                      </p:spPr>
                    </p:pic>
                  </p:oleObj>
                </mc:Fallback>
              </mc:AlternateContent>
            </a:graphicData>
          </a:graphic>
        </p:graphicFrame>
        <p:sp>
          <p:nvSpPr>
            <p:cNvPr id="1061" name="Line 75"/>
            <p:cNvSpPr>
              <a:spLocks noChangeShapeType="1"/>
            </p:cNvSpPr>
            <p:nvPr/>
          </p:nvSpPr>
          <p:spPr bwMode="auto">
            <a:xfrm>
              <a:off x="4294" y="2941"/>
              <a:ext cx="397" cy="122"/>
            </a:xfrm>
            <a:prstGeom prst="line">
              <a:avLst/>
            </a:prstGeom>
            <a:noFill/>
            <a:ln w="38100">
              <a:solidFill>
                <a:srgbClr val="006600"/>
              </a:solidFill>
              <a:round/>
              <a:tailEnd type="triangle" w="med" len="med"/>
            </a:ln>
          </p:spPr>
          <p:txBody>
            <a:bodyPr wrap="none" anchor="ctr"/>
            <a:lstStyle/>
            <a:p>
              <a:endParaRPr lang="zh-CN" altLang="en-US"/>
            </a:p>
          </p:txBody>
        </p:sp>
        <p:graphicFrame>
          <p:nvGraphicFramePr>
            <p:cNvPr id="1036" name="Object 76"/>
            <p:cNvGraphicFramePr>
              <a:graphicFrameLocks noChangeAspect="1"/>
            </p:cNvGraphicFramePr>
            <p:nvPr/>
          </p:nvGraphicFramePr>
          <p:xfrm>
            <a:off x="4781" y="3017"/>
            <a:ext cx="172" cy="208"/>
          </p:xfrm>
          <a:graphic>
            <a:graphicData uri="http://schemas.openxmlformats.org/presentationml/2006/ole">
              <mc:AlternateContent xmlns:mc="http://schemas.openxmlformats.org/markup-compatibility/2006">
                <mc:Choice xmlns:v="urn:schemas-microsoft-com:vml" Requires="v">
                  <p:oleObj spid="_x0000_s1036" name="公式" r:id="rId9" imgW="6400800" imgH="7924800" progId="Equation.3">
                    <p:embed/>
                  </p:oleObj>
                </mc:Choice>
                <mc:Fallback>
                  <p:oleObj name="公式" r:id="rId9" imgW="6400800" imgH="7924800" progId="Equation.3">
                    <p:embed/>
                    <p:pic>
                      <p:nvPicPr>
                        <p:cNvPr id="0" name="Object 76"/>
                        <p:cNvPicPr>
                          <a:picLocks noChangeAspect="1"/>
                        </p:cNvPicPr>
                        <p:nvPr/>
                      </p:nvPicPr>
                      <p:blipFill>
                        <a:blip r:embed="rId10"/>
                        <a:stretch>
                          <a:fillRect/>
                        </a:stretch>
                      </p:blipFill>
                      <p:spPr>
                        <a:xfrm>
                          <a:off x="4781" y="3017"/>
                          <a:ext cx="172" cy="208"/>
                        </a:xfrm>
                        <a:prstGeom prst="rect">
                          <a:avLst/>
                        </a:prstGeom>
                        <a:noFill/>
                        <a:ln w="9525">
                          <a:noFill/>
                        </a:ln>
                      </p:spPr>
                    </p:pic>
                  </p:oleObj>
                </mc:Fallback>
              </mc:AlternateContent>
            </a:graphicData>
          </a:graphic>
        </p:graphicFrame>
        <p:sp>
          <p:nvSpPr>
            <p:cNvPr id="1062" name="Text Box 77"/>
            <p:cNvSpPr txBox="1">
              <a:spLocks noChangeArrowheads="1"/>
            </p:cNvSpPr>
            <p:nvPr/>
          </p:nvSpPr>
          <p:spPr bwMode="auto">
            <a:xfrm>
              <a:off x="3788" y="3562"/>
              <a:ext cx="453" cy="288"/>
            </a:xfrm>
            <a:prstGeom prst="rect">
              <a:avLst/>
            </a:prstGeom>
            <a:noFill/>
            <a:ln w="9525">
              <a:noFill/>
              <a:miter lim="800000"/>
            </a:ln>
          </p:spPr>
          <p:txBody>
            <a:bodyPr>
              <a:spAutoFit/>
            </a:bodyPr>
            <a:lstStyle/>
            <a:p>
              <a:pPr algn="l" eaLnBrk="0" hangingPunct="0"/>
              <a:r>
                <a:rPr kumimoji="0" lang="en-US" altLang="zh-CN" b="1">
                  <a:solidFill>
                    <a:srgbClr val="FF0000"/>
                  </a:solidFill>
                  <a:latin typeface="Times New Roman" panose="02020603050405020304" pitchFamily="18" charset="0"/>
                </a:rPr>
                <a:t>t</a:t>
              </a:r>
              <a:r>
                <a:rPr kumimoji="0" lang="en-US" altLang="zh-CN" b="1" i="0" baseline="-25000">
                  <a:solidFill>
                    <a:srgbClr val="FF0000"/>
                  </a:solidFill>
                  <a:latin typeface="Times New Roman" panose="02020603050405020304" pitchFamily="18" charset="0"/>
                </a:rPr>
                <a:t>1</a:t>
              </a:r>
              <a:endParaRPr kumimoji="0" lang="en-US" altLang="zh-CN" b="1" i="0">
                <a:solidFill>
                  <a:srgbClr val="FF0000"/>
                </a:solidFill>
                <a:latin typeface="Times New Roman" panose="02020603050405020304" pitchFamily="18" charset="0"/>
              </a:endParaRPr>
            </a:p>
          </p:txBody>
        </p:sp>
        <p:sp>
          <p:nvSpPr>
            <p:cNvPr id="1063" name="Text Box 78"/>
            <p:cNvSpPr txBox="1">
              <a:spLocks noChangeArrowheads="1"/>
            </p:cNvSpPr>
            <p:nvPr/>
          </p:nvSpPr>
          <p:spPr bwMode="auto">
            <a:xfrm>
              <a:off x="4605" y="2284"/>
              <a:ext cx="816" cy="288"/>
            </a:xfrm>
            <a:prstGeom prst="rect">
              <a:avLst/>
            </a:prstGeom>
            <a:noFill/>
            <a:ln w="9525">
              <a:noFill/>
              <a:miter lim="800000"/>
            </a:ln>
          </p:spPr>
          <p:txBody>
            <a:bodyPr>
              <a:spAutoFit/>
            </a:bodyPr>
            <a:lstStyle/>
            <a:p>
              <a:pPr algn="l" eaLnBrk="0" hangingPunct="0"/>
              <a:r>
                <a:rPr kumimoji="0" lang="en-US" altLang="zh-CN" b="1">
                  <a:solidFill>
                    <a:srgbClr val="FF0000"/>
                  </a:solidFill>
                  <a:latin typeface="Times New Roman" panose="02020603050405020304" pitchFamily="18" charset="0"/>
                </a:rPr>
                <a:t>t</a:t>
              </a:r>
              <a:r>
                <a:rPr kumimoji="0" lang="en-US" altLang="zh-CN" b="1" i="0" baseline="-25000">
                  <a:solidFill>
                    <a:srgbClr val="FF0000"/>
                  </a:solidFill>
                  <a:latin typeface="Times New Roman" panose="02020603050405020304" pitchFamily="18" charset="0"/>
                </a:rPr>
                <a:t>2</a:t>
              </a:r>
              <a:endParaRPr kumimoji="0" lang="en-US" altLang="zh-CN" b="1" i="0">
                <a:solidFill>
                  <a:srgbClr val="FF0000"/>
                </a:solidFill>
                <a:latin typeface="Times New Roman" panose="02020603050405020304" pitchFamily="18" charset="0"/>
              </a:endParaRPr>
            </a:p>
          </p:txBody>
        </p:sp>
      </p:grpSp>
      <p:sp>
        <p:nvSpPr>
          <p:cNvPr id="77903" name="Text Box 79"/>
          <p:cNvSpPr txBox="1">
            <a:spLocks noChangeArrowheads="1"/>
          </p:cNvSpPr>
          <p:nvPr/>
        </p:nvSpPr>
        <p:spPr bwMode="auto">
          <a:xfrm>
            <a:off x="1196975" y="1808163"/>
            <a:ext cx="4608513"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力在时间上的积累，即</a:t>
            </a:r>
            <a:r>
              <a:rPr kumimoji="0" lang="zh-CN" altLang="en-US" b="1" i="0">
                <a:solidFill>
                  <a:srgbClr val="FF6600"/>
                </a:solidFill>
                <a:latin typeface="Times New Roman" panose="02020603050405020304" pitchFamily="18" charset="0"/>
              </a:rPr>
              <a:t>冲量</a:t>
            </a:r>
            <a:r>
              <a:rPr kumimoji="0" lang="zh-CN" altLang="en-US" b="1" i="0">
                <a:solidFill>
                  <a:srgbClr val="FF9900"/>
                </a:solidFill>
                <a:latin typeface="Times New Roman" panose="02020603050405020304" pitchFamily="18" charset="0"/>
              </a:rPr>
              <a:t>。</a:t>
            </a:r>
            <a:endParaRPr kumimoji="0" lang="zh-CN" altLang="en-US" b="1" i="0">
              <a:solidFill>
                <a:srgbClr val="FF9900"/>
              </a:solidFill>
              <a:latin typeface="Times New Roman" panose="02020603050405020304" pitchFamily="18" charset="0"/>
            </a:endParaRPr>
          </a:p>
        </p:txBody>
      </p:sp>
      <p:sp>
        <p:nvSpPr>
          <p:cNvPr id="77904" name="Text Box 80"/>
          <p:cNvSpPr txBox="1">
            <a:spLocks noChangeArrowheads="1"/>
          </p:cNvSpPr>
          <p:nvPr/>
        </p:nvSpPr>
        <p:spPr bwMode="auto">
          <a:xfrm>
            <a:off x="250825" y="1801813"/>
            <a:ext cx="1216025" cy="457200"/>
          </a:xfrm>
          <a:prstGeom prst="rect">
            <a:avLst/>
          </a:prstGeom>
          <a:noFill/>
          <a:ln w="9525">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冲量</a:t>
            </a:r>
            <a:endParaRPr lang="zh-CN" altLang="en-US" b="1" i="0">
              <a:solidFill>
                <a:srgbClr val="FF0000"/>
              </a:solidFill>
              <a:latin typeface="Times New Roman" panose="02020603050405020304" pitchFamily="18" charset="0"/>
            </a:endParaRPr>
          </a:p>
        </p:txBody>
      </p:sp>
      <p:graphicFrame>
        <p:nvGraphicFramePr>
          <p:cNvPr id="77905" name="Object 81"/>
          <p:cNvGraphicFramePr/>
          <p:nvPr/>
        </p:nvGraphicFramePr>
        <p:xfrm>
          <a:off x="2232025" y="3024188"/>
          <a:ext cx="2443163" cy="431800"/>
        </p:xfrm>
        <a:graphic>
          <a:graphicData uri="http://schemas.openxmlformats.org/presentationml/2006/ole">
            <mc:AlternateContent xmlns:mc="http://schemas.openxmlformats.org/markup-compatibility/2006">
              <mc:Choice xmlns:v="urn:schemas-microsoft-com:vml" Requires="v">
                <p:oleObj spid="_x0000_s1026" name="公式" r:id="rId11" imgW="32613600" imgH="5791200" progId="Equation.3">
                  <p:embed/>
                </p:oleObj>
              </mc:Choice>
              <mc:Fallback>
                <p:oleObj name="公式" r:id="rId11" imgW="32613600" imgH="5791200" progId="Equation.3">
                  <p:embed/>
                  <p:pic>
                    <p:nvPicPr>
                      <p:cNvPr id="0" name="Object 81"/>
                      <p:cNvPicPr/>
                      <p:nvPr/>
                    </p:nvPicPr>
                    <p:blipFill>
                      <a:blip r:embed="rId12"/>
                      <a:stretch>
                        <a:fillRect/>
                      </a:stretch>
                    </p:blipFill>
                    <p:spPr>
                      <a:xfrm>
                        <a:off x="2232025" y="3024188"/>
                        <a:ext cx="2443163" cy="431800"/>
                      </a:xfrm>
                      <a:prstGeom prst="rect">
                        <a:avLst/>
                      </a:prstGeom>
                      <a:noFill/>
                      <a:ln w="9525">
                        <a:noFill/>
                      </a:ln>
                    </p:spPr>
                  </p:pic>
                </p:oleObj>
              </mc:Fallback>
            </mc:AlternateContent>
          </a:graphicData>
        </a:graphic>
      </p:graphicFrame>
      <p:sp>
        <p:nvSpPr>
          <p:cNvPr id="77906" name="Text Box 82"/>
          <p:cNvSpPr txBox="1">
            <a:spLocks noChangeArrowheads="1"/>
          </p:cNvSpPr>
          <p:nvPr/>
        </p:nvSpPr>
        <p:spPr bwMode="auto">
          <a:xfrm>
            <a:off x="566738" y="2387600"/>
            <a:ext cx="1979612" cy="457200"/>
          </a:xfrm>
          <a:prstGeom prst="rect">
            <a:avLst/>
          </a:prstGeom>
          <a:noFill/>
          <a:ln w="9525">
            <a:noFill/>
            <a:miter lim="800000"/>
          </a:ln>
        </p:spPr>
        <p:txBody>
          <a:bodyPr>
            <a:spAutoFit/>
          </a:bodyPr>
          <a:lstStyle/>
          <a:p>
            <a:pPr algn="l" eaLnBrk="0" hangingPunct="0"/>
            <a:r>
              <a:rPr kumimoji="0" lang="zh-CN" altLang="en-US" b="1" i="0">
                <a:solidFill>
                  <a:srgbClr val="FF6600"/>
                </a:solidFill>
                <a:latin typeface="Times New Roman" panose="02020603050405020304" pitchFamily="18" charset="0"/>
              </a:rPr>
              <a:t>恒力的冲量</a:t>
            </a:r>
            <a:endParaRPr kumimoji="0" lang="zh-CN" altLang="en-US" b="1" i="0">
              <a:solidFill>
                <a:srgbClr val="FF6600"/>
              </a:solidFill>
              <a:latin typeface="Times New Roman" panose="02020603050405020304" pitchFamily="18" charset="0"/>
            </a:endParaRPr>
          </a:p>
        </p:txBody>
      </p:sp>
      <p:sp>
        <p:nvSpPr>
          <p:cNvPr id="77907" name="Text Box 83"/>
          <p:cNvSpPr txBox="1">
            <a:spLocks noChangeArrowheads="1"/>
          </p:cNvSpPr>
          <p:nvPr/>
        </p:nvSpPr>
        <p:spPr bwMode="auto">
          <a:xfrm>
            <a:off x="638175" y="3743325"/>
            <a:ext cx="2447925" cy="457200"/>
          </a:xfrm>
          <a:prstGeom prst="rect">
            <a:avLst/>
          </a:prstGeom>
          <a:noFill/>
          <a:ln w="9525">
            <a:noFill/>
            <a:miter lim="800000"/>
          </a:ln>
        </p:spPr>
        <p:txBody>
          <a:bodyPr>
            <a:spAutoFit/>
          </a:bodyPr>
          <a:lstStyle/>
          <a:p>
            <a:pPr algn="l" eaLnBrk="0" hangingPunct="0"/>
            <a:r>
              <a:rPr kumimoji="0" lang="zh-CN" altLang="en-US" b="1" i="0">
                <a:solidFill>
                  <a:srgbClr val="FF6600"/>
                </a:solidFill>
                <a:latin typeface="Times New Roman" panose="02020603050405020304" pitchFamily="18" charset="0"/>
              </a:rPr>
              <a:t>变力的冲量</a:t>
            </a:r>
            <a:endParaRPr kumimoji="0" lang="zh-CN" altLang="en-US" b="1" i="0">
              <a:solidFill>
                <a:srgbClr val="FF6600"/>
              </a:solidFill>
              <a:latin typeface="Times New Roman" panose="02020603050405020304" pitchFamily="18" charset="0"/>
            </a:endParaRPr>
          </a:p>
        </p:txBody>
      </p:sp>
      <p:graphicFrame>
        <p:nvGraphicFramePr>
          <p:cNvPr id="77908" name="Object 84"/>
          <p:cNvGraphicFramePr>
            <a:graphicFrameLocks noChangeAspect="1"/>
          </p:cNvGraphicFramePr>
          <p:nvPr/>
        </p:nvGraphicFramePr>
        <p:xfrm>
          <a:off x="4318000" y="4362450"/>
          <a:ext cx="1281113" cy="641350"/>
        </p:xfrm>
        <a:graphic>
          <a:graphicData uri="http://schemas.openxmlformats.org/presentationml/2006/ole">
            <mc:AlternateContent xmlns:mc="http://schemas.openxmlformats.org/markup-compatibility/2006">
              <mc:Choice xmlns:v="urn:schemas-microsoft-com:vml" Requires="v">
                <p:oleObj spid="_x0000_s1027" name="公式" r:id="rId13" imgW="17068800" imgH="8534400" progId="Equation.3">
                  <p:embed/>
                </p:oleObj>
              </mc:Choice>
              <mc:Fallback>
                <p:oleObj name="公式" r:id="rId13" imgW="17068800" imgH="8534400" progId="Equation.3">
                  <p:embed/>
                  <p:pic>
                    <p:nvPicPr>
                      <p:cNvPr id="0" name="Object 84"/>
                      <p:cNvPicPr>
                        <a:picLocks noChangeAspect="1"/>
                      </p:cNvPicPr>
                      <p:nvPr/>
                    </p:nvPicPr>
                    <p:blipFill>
                      <a:blip r:embed="rId14"/>
                      <a:stretch>
                        <a:fillRect/>
                      </a:stretch>
                    </p:blipFill>
                    <p:spPr>
                      <a:xfrm>
                        <a:off x="4318000" y="4362450"/>
                        <a:ext cx="1281113" cy="641350"/>
                      </a:xfrm>
                      <a:prstGeom prst="rect">
                        <a:avLst/>
                      </a:prstGeom>
                      <a:noFill/>
                      <a:ln w="9525">
                        <a:noFill/>
                      </a:ln>
                    </p:spPr>
                  </p:pic>
                </p:oleObj>
              </mc:Fallback>
            </mc:AlternateContent>
          </a:graphicData>
        </a:graphic>
      </p:graphicFrame>
      <p:sp>
        <p:nvSpPr>
          <p:cNvPr id="77909" name="Text Box 85"/>
          <p:cNvSpPr txBox="1">
            <a:spLocks noChangeArrowheads="1"/>
          </p:cNvSpPr>
          <p:nvPr/>
        </p:nvSpPr>
        <p:spPr bwMode="auto">
          <a:xfrm>
            <a:off x="2447925" y="3736975"/>
            <a:ext cx="2447925"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元冲量：</a:t>
            </a:r>
            <a:endParaRPr kumimoji="0" lang="zh-CN" altLang="en-US" b="1" i="0">
              <a:solidFill>
                <a:schemeClr val="bg1"/>
              </a:solidFill>
              <a:latin typeface="Times New Roman" panose="02020603050405020304" pitchFamily="18" charset="0"/>
            </a:endParaRPr>
          </a:p>
        </p:txBody>
      </p:sp>
      <p:graphicFrame>
        <p:nvGraphicFramePr>
          <p:cNvPr id="77910" name="Object 86"/>
          <p:cNvGraphicFramePr>
            <a:graphicFrameLocks noChangeAspect="1"/>
          </p:cNvGraphicFramePr>
          <p:nvPr/>
        </p:nvGraphicFramePr>
        <p:xfrm>
          <a:off x="4056063" y="3729038"/>
          <a:ext cx="1281112" cy="388937"/>
        </p:xfrm>
        <a:graphic>
          <a:graphicData uri="http://schemas.openxmlformats.org/presentationml/2006/ole">
            <mc:AlternateContent xmlns:mc="http://schemas.openxmlformats.org/markup-compatibility/2006">
              <mc:Choice xmlns:v="urn:schemas-microsoft-com:vml" Requires="v">
                <p:oleObj spid="_x0000_s1028" name="公式" r:id="rId15" imgW="17068800" imgH="5181600" progId="Equation.3">
                  <p:embed/>
                </p:oleObj>
              </mc:Choice>
              <mc:Fallback>
                <p:oleObj name="公式" r:id="rId15" imgW="17068800" imgH="5181600" progId="Equation.3">
                  <p:embed/>
                  <p:pic>
                    <p:nvPicPr>
                      <p:cNvPr id="0" name="Object 86"/>
                      <p:cNvPicPr>
                        <a:picLocks noChangeAspect="1"/>
                      </p:cNvPicPr>
                      <p:nvPr/>
                    </p:nvPicPr>
                    <p:blipFill>
                      <a:blip r:embed="rId16"/>
                      <a:stretch>
                        <a:fillRect/>
                      </a:stretch>
                    </p:blipFill>
                    <p:spPr>
                      <a:xfrm>
                        <a:off x="4056063" y="3729038"/>
                        <a:ext cx="1281112" cy="388937"/>
                      </a:xfrm>
                      <a:prstGeom prst="rect">
                        <a:avLst/>
                      </a:prstGeom>
                      <a:noFill/>
                      <a:ln w="9525">
                        <a:noFill/>
                      </a:ln>
                    </p:spPr>
                  </p:pic>
                </p:oleObj>
              </mc:Fallback>
            </mc:AlternateContent>
          </a:graphicData>
        </a:graphic>
      </p:graphicFrame>
      <p:sp>
        <p:nvSpPr>
          <p:cNvPr id="77911" name="Text Box 87"/>
          <p:cNvSpPr txBox="1">
            <a:spLocks noChangeArrowheads="1"/>
          </p:cNvSpPr>
          <p:nvPr/>
        </p:nvSpPr>
        <p:spPr bwMode="auto">
          <a:xfrm>
            <a:off x="2592388" y="4398963"/>
            <a:ext cx="2447925"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1</a:t>
            </a:r>
            <a:r>
              <a:rPr kumimoji="0" lang="en-US" altLang="zh-CN" b="1" i="0" baseline="-25000">
                <a:solidFill>
                  <a:srgbClr val="FFFF00"/>
                </a:solidFill>
                <a:latin typeface="Times New Roman" panose="02020603050405020304" pitchFamily="18" charset="0"/>
              </a:rPr>
              <a:t> </a:t>
            </a:r>
            <a:r>
              <a:rPr kumimoji="0" lang="en-US" altLang="zh-CN" b="1" i="0">
                <a:solidFill>
                  <a:schemeClr val="bg1"/>
                </a:solidFill>
                <a:latin typeface="Times New Roman" panose="02020603050405020304" pitchFamily="18" charset="0"/>
                <a:cs typeface="Times New Roman" panose="02020603050405020304" pitchFamily="18" charset="0"/>
              </a:rPr>
              <a:t>→</a:t>
            </a:r>
            <a:r>
              <a:rPr kumimoji="0" lang="en-US" altLang="zh-CN" b="1">
                <a:solidFill>
                  <a:srgbClr val="FF6600"/>
                </a:solidFill>
                <a:latin typeface="Times New Roman" panose="02020603050405020304" pitchFamily="18" charset="0"/>
                <a:cs typeface="Times New Roman" panose="02020603050405020304" pitchFamily="18" charset="0"/>
              </a:rPr>
              <a:t> </a:t>
            </a:r>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2</a:t>
            </a:r>
            <a:r>
              <a:rPr kumimoji="0" lang="en-US" altLang="zh-CN" b="1" i="0">
                <a:solidFill>
                  <a:schemeClr val="bg1"/>
                </a:solidFill>
                <a:latin typeface="Times New Roman" panose="02020603050405020304" pitchFamily="18" charset="0"/>
              </a:rPr>
              <a:t>)</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77912" name="Text Box 88"/>
          <p:cNvSpPr txBox="1">
            <a:spLocks noChangeArrowheads="1"/>
          </p:cNvSpPr>
          <p:nvPr/>
        </p:nvSpPr>
        <p:spPr bwMode="auto">
          <a:xfrm>
            <a:off x="2366963" y="2349500"/>
            <a:ext cx="3384550"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1 </a:t>
            </a:r>
            <a:r>
              <a:rPr kumimoji="0" lang="en-US" altLang="zh-CN" b="1" i="0">
                <a:solidFill>
                  <a:schemeClr val="bg1"/>
                </a:solidFill>
                <a:latin typeface="Times New Roman" panose="02020603050405020304" pitchFamily="18" charset="0"/>
                <a:cs typeface="Times New Roman" panose="02020603050405020304" pitchFamily="18" charset="0"/>
              </a:rPr>
              <a:t>→</a:t>
            </a:r>
            <a:r>
              <a:rPr kumimoji="0" lang="en-US" altLang="zh-CN" b="1" i="0">
                <a:solidFill>
                  <a:srgbClr val="FFFF00"/>
                </a:solidFill>
                <a:latin typeface="Times New Roman" panose="02020603050405020304" pitchFamily="18" charset="0"/>
                <a:cs typeface="Times New Roman" panose="02020603050405020304" pitchFamily="18" charset="0"/>
              </a:rPr>
              <a:t> </a:t>
            </a:r>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2</a:t>
            </a:r>
            <a:r>
              <a:rPr kumimoji="0" lang="en-US" altLang="zh-CN" b="1" i="0">
                <a:solidFill>
                  <a:schemeClr val="bg1"/>
                </a:solidFill>
                <a:latin typeface="Times New Roman" panose="02020603050405020304" pitchFamily="18" charset="0"/>
              </a:rPr>
              <a:t>)</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77913" name="Text Box 89"/>
          <p:cNvSpPr txBox="1">
            <a:spLocks noChangeArrowheads="1"/>
          </p:cNvSpPr>
          <p:nvPr/>
        </p:nvSpPr>
        <p:spPr bwMode="auto">
          <a:xfrm>
            <a:off x="206375" y="5132388"/>
            <a:ext cx="3598863" cy="457200"/>
          </a:xfrm>
          <a:prstGeom prst="rect">
            <a:avLst/>
          </a:prstGeom>
          <a:noFill/>
          <a:ln w="9525">
            <a:noFill/>
            <a:miter lim="800000"/>
          </a:ln>
        </p:spPr>
        <p:txBody>
          <a:bodyPr>
            <a:spAutoFit/>
          </a:bodyPr>
          <a:lstStyle/>
          <a:p>
            <a:pPr algn="l" eaLnBrk="0" hangingPunct="0"/>
            <a:r>
              <a:rPr kumimoji="0" lang="zh-CN" altLang="en-US" b="1" i="0">
                <a:solidFill>
                  <a:srgbClr val="FF0000"/>
                </a:solidFill>
                <a:latin typeface="Times New Roman" panose="02020603050405020304" pitchFamily="18" charset="0"/>
              </a:rPr>
              <a:t>质点动量定理</a:t>
            </a:r>
            <a:endParaRPr kumimoji="0" lang="zh-CN" altLang="en-US" b="1" i="0">
              <a:solidFill>
                <a:srgbClr val="FF0000"/>
              </a:solidFill>
              <a:latin typeface="Times New Roman" panose="02020603050405020304" pitchFamily="18" charset="0"/>
            </a:endParaRPr>
          </a:p>
        </p:txBody>
      </p:sp>
      <p:sp>
        <p:nvSpPr>
          <p:cNvPr id="77914" name="Text Box 90"/>
          <p:cNvSpPr txBox="1">
            <a:spLocks noChangeArrowheads="1"/>
          </p:cNvSpPr>
          <p:nvPr/>
        </p:nvSpPr>
        <p:spPr bwMode="auto">
          <a:xfrm>
            <a:off x="611188" y="5813425"/>
            <a:ext cx="2438400"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由牛顿运动定律</a:t>
            </a:r>
            <a:endParaRPr kumimoji="0" lang="zh-CN" altLang="en-US" i="0">
              <a:solidFill>
                <a:schemeClr val="bg1"/>
              </a:solidFill>
              <a:latin typeface="Times New Roman" panose="02020603050405020304" pitchFamily="18" charset="0"/>
            </a:endParaRPr>
          </a:p>
        </p:txBody>
      </p:sp>
      <p:graphicFrame>
        <p:nvGraphicFramePr>
          <p:cNvPr id="77915" name="Object 91"/>
          <p:cNvGraphicFramePr>
            <a:graphicFrameLocks noChangeAspect="1"/>
          </p:cNvGraphicFramePr>
          <p:nvPr/>
        </p:nvGraphicFramePr>
        <p:xfrm>
          <a:off x="2997200" y="5711825"/>
          <a:ext cx="1371600" cy="731838"/>
        </p:xfrm>
        <a:graphic>
          <a:graphicData uri="http://schemas.openxmlformats.org/presentationml/2006/ole">
            <mc:AlternateContent xmlns:mc="http://schemas.openxmlformats.org/markup-compatibility/2006">
              <mc:Choice xmlns:v="urn:schemas-microsoft-com:vml" Requires="v">
                <p:oleObj spid="_x0000_s1029" name="公式" r:id="rId17" imgW="18288000" imgH="9753600" progId="Equation.3">
                  <p:embed/>
                </p:oleObj>
              </mc:Choice>
              <mc:Fallback>
                <p:oleObj name="公式" r:id="rId17" imgW="18288000" imgH="9753600" progId="Equation.3">
                  <p:embed/>
                  <p:pic>
                    <p:nvPicPr>
                      <p:cNvPr id="0" name="Object 91"/>
                      <p:cNvPicPr>
                        <a:picLocks noChangeAspect="1"/>
                      </p:cNvPicPr>
                      <p:nvPr/>
                    </p:nvPicPr>
                    <p:blipFill>
                      <a:blip r:embed="rId18"/>
                      <a:stretch>
                        <a:fillRect/>
                      </a:stretch>
                    </p:blipFill>
                    <p:spPr>
                      <a:xfrm>
                        <a:off x="2997200" y="5711825"/>
                        <a:ext cx="1371600" cy="731838"/>
                      </a:xfrm>
                      <a:prstGeom prst="rect">
                        <a:avLst/>
                      </a:prstGeom>
                      <a:noFill/>
                      <a:ln w="9525">
                        <a:noFill/>
                      </a:ln>
                    </p:spPr>
                  </p:pic>
                </p:oleObj>
              </mc:Fallback>
            </mc:AlternateContent>
          </a:graphicData>
        </a:graphic>
      </p:graphicFrame>
      <p:graphicFrame>
        <p:nvGraphicFramePr>
          <p:cNvPr id="77924" name="Object 100"/>
          <p:cNvGraphicFramePr>
            <a:graphicFrameLocks noChangeAspect="1"/>
          </p:cNvGraphicFramePr>
          <p:nvPr/>
        </p:nvGraphicFramePr>
        <p:xfrm>
          <a:off x="5292725" y="5815013"/>
          <a:ext cx="2786063" cy="434975"/>
        </p:xfrm>
        <a:graphic>
          <a:graphicData uri="http://schemas.openxmlformats.org/presentationml/2006/ole">
            <mc:AlternateContent xmlns:mc="http://schemas.openxmlformats.org/markup-compatibility/2006">
              <mc:Choice xmlns:v="urn:schemas-microsoft-com:vml" Requires="v">
                <p:oleObj spid="_x0000_s1030" name="公式" r:id="rId19" imgW="36880800" imgH="5791200" progId="Equation.3">
                  <p:embed/>
                </p:oleObj>
              </mc:Choice>
              <mc:Fallback>
                <p:oleObj name="公式" r:id="rId19" imgW="36880800" imgH="5791200" progId="Equation.3">
                  <p:embed/>
                  <p:pic>
                    <p:nvPicPr>
                      <p:cNvPr id="0" name="Object 100"/>
                      <p:cNvPicPr>
                        <a:picLocks noChangeAspect="1"/>
                      </p:cNvPicPr>
                      <p:nvPr/>
                    </p:nvPicPr>
                    <p:blipFill>
                      <a:blip r:embed="rId20"/>
                      <a:stretch>
                        <a:fillRect/>
                      </a:stretch>
                    </p:blipFill>
                    <p:spPr>
                      <a:xfrm>
                        <a:off x="5292725" y="5815013"/>
                        <a:ext cx="2786063" cy="434975"/>
                      </a:xfrm>
                      <a:prstGeom prst="rect">
                        <a:avLst/>
                      </a:prstGeom>
                      <a:noFill/>
                      <a:ln w="12700">
                        <a:noFill/>
                      </a:ln>
                    </p:spPr>
                  </p:pic>
                </p:oleObj>
              </mc:Fallback>
            </mc:AlternateContent>
          </a:graphicData>
        </a:graphic>
      </p:graphicFrame>
      <p:sp>
        <p:nvSpPr>
          <p:cNvPr id="77925" name="AutoShape 101"/>
          <p:cNvSpPr>
            <a:spLocks noChangeArrowheads="1"/>
          </p:cNvSpPr>
          <p:nvPr/>
        </p:nvSpPr>
        <p:spPr bwMode="auto">
          <a:xfrm>
            <a:off x="4527550" y="6010275"/>
            <a:ext cx="585788" cy="119063"/>
          </a:xfrm>
          <a:prstGeom prst="rightArrow">
            <a:avLst>
              <a:gd name="adj1" fmla="val 50000"/>
              <a:gd name="adj2" fmla="val 123000"/>
            </a:avLst>
          </a:prstGeom>
          <a:solidFill>
            <a:srgbClr val="66FFFF"/>
          </a:solidFill>
          <a:ln w="9525">
            <a:solidFill>
              <a:srgbClr val="00CCFF"/>
            </a:solidFill>
            <a:miter lim="800000"/>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904"/>
                                        </p:tgtEl>
                                        <p:attrNameLst>
                                          <p:attrName>style.visibility</p:attrName>
                                        </p:attrNameLst>
                                      </p:cBhvr>
                                      <p:to>
                                        <p:strVal val="visible"/>
                                      </p:to>
                                    </p:set>
                                    <p:animEffect transition="in" filter="wipe(left)">
                                      <p:cBhvr>
                                        <p:cTn id="7" dur="500"/>
                                        <p:tgtEl>
                                          <p:spTgt spid="779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7903"/>
                                        </p:tgtEl>
                                        <p:attrNameLst>
                                          <p:attrName>style.visibility</p:attrName>
                                        </p:attrNameLst>
                                      </p:cBhvr>
                                      <p:to>
                                        <p:strVal val="visible"/>
                                      </p:to>
                                    </p:set>
                                    <p:animEffect transition="in" filter="wipe(left)">
                                      <p:cBhvr>
                                        <p:cTn id="12" dur="500"/>
                                        <p:tgtEl>
                                          <p:spTgt spid="7790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7906"/>
                                        </p:tgtEl>
                                        <p:attrNameLst>
                                          <p:attrName>style.visibility</p:attrName>
                                        </p:attrNameLst>
                                      </p:cBhvr>
                                      <p:to>
                                        <p:strVal val="visible"/>
                                      </p:to>
                                    </p:set>
                                    <p:animEffect transition="in" filter="wipe(left)">
                                      <p:cBhvr>
                                        <p:cTn id="17" dur="500"/>
                                        <p:tgtEl>
                                          <p:spTgt spid="779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7912"/>
                                        </p:tgtEl>
                                        <p:attrNameLst>
                                          <p:attrName>style.visibility</p:attrName>
                                        </p:attrNameLst>
                                      </p:cBhvr>
                                      <p:to>
                                        <p:strVal val="visible"/>
                                      </p:to>
                                    </p:set>
                                    <p:animEffect transition="in" filter="wipe(left)">
                                      <p:cBhvr>
                                        <p:cTn id="22" dur="500"/>
                                        <p:tgtEl>
                                          <p:spTgt spid="779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7905"/>
                                        </p:tgtEl>
                                        <p:attrNameLst>
                                          <p:attrName>style.visibility</p:attrName>
                                        </p:attrNameLst>
                                      </p:cBhvr>
                                      <p:to>
                                        <p:strVal val="visible"/>
                                      </p:to>
                                    </p:set>
                                    <p:animEffect transition="in" filter="wipe(left)">
                                      <p:cBhvr>
                                        <p:cTn id="27" dur="500"/>
                                        <p:tgtEl>
                                          <p:spTgt spid="779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7907"/>
                                        </p:tgtEl>
                                        <p:attrNameLst>
                                          <p:attrName>style.visibility</p:attrName>
                                        </p:attrNameLst>
                                      </p:cBhvr>
                                      <p:to>
                                        <p:strVal val="visible"/>
                                      </p:to>
                                    </p:set>
                                    <p:animEffect transition="in" filter="wipe(left)">
                                      <p:cBhvr>
                                        <p:cTn id="32" dur="500"/>
                                        <p:tgtEl>
                                          <p:spTgt spid="7790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77909"/>
                                        </p:tgtEl>
                                        <p:attrNameLst>
                                          <p:attrName>style.visibility</p:attrName>
                                        </p:attrNameLst>
                                      </p:cBhvr>
                                      <p:to>
                                        <p:strVal val="visible"/>
                                      </p:to>
                                    </p:set>
                                    <p:animEffect transition="in" filter="wipe(left)">
                                      <p:cBhvr>
                                        <p:cTn id="42" dur="500"/>
                                        <p:tgtEl>
                                          <p:spTgt spid="7790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7910"/>
                                        </p:tgtEl>
                                        <p:attrNameLst>
                                          <p:attrName>style.visibility</p:attrName>
                                        </p:attrNameLst>
                                      </p:cBhvr>
                                      <p:to>
                                        <p:strVal val="visible"/>
                                      </p:to>
                                    </p:set>
                                    <p:animEffect transition="in" filter="wipe(left)">
                                      <p:cBhvr>
                                        <p:cTn id="47" dur="500"/>
                                        <p:tgtEl>
                                          <p:spTgt spid="7791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77911"/>
                                        </p:tgtEl>
                                        <p:attrNameLst>
                                          <p:attrName>style.visibility</p:attrName>
                                        </p:attrNameLst>
                                      </p:cBhvr>
                                      <p:to>
                                        <p:strVal val="visible"/>
                                      </p:to>
                                    </p:set>
                                    <p:animEffect transition="in" filter="wipe(left)">
                                      <p:cBhvr>
                                        <p:cTn id="52" dur="500"/>
                                        <p:tgtEl>
                                          <p:spTgt spid="7791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77908"/>
                                        </p:tgtEl>
                                        <p:attrNameLst>
                                          <p:attrName>style.visibility</p:attrName>
                                        </p:attrNameLst>
                                      </p:cBhvr>
                                      <p:to>
                                        <p:strVal val="visible"/>
                                      </p:to>
                                    </p:set>
                                    <p:animEffect transition="in" filter="wipe(left)">
                                      <p:cBhvr>
                                        <p:cTn id="57" dur="500"/>
                                        <p:tgtEl>
                                          <p:spTgt spid="7790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77913"/>
                                        </p:tgtEl>
                                        <p:attrNameLst>
                                          <p:attrName>style.visibility</p:attrName>
                                        </p:attrNameLst>
                                      </p:cBhvr>
                                      <p:to>
                                        <p:strVal val="visible"/>
                                      </p:to>
                                    </p:set>
                                    <p:animEffect transition="in" filter="wipe(left)">
                                      <p:cBhvr>
                                        <p:cTn id="62" dur="500"/>
                                        <p:tgtEl>
                                          <p:spTgt spid="77913"/>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77914"/>
                                        </p:tgtEl>
                                        <p:attrNameLst>
                                          <p:attrName>style.visibility</p:attrName>
                                        </p:attrNameLst>
                                      </p:cBhvr>
                                      <p:to>
                                        <p:strVal val="visible"/>
                                      </p:to>
                                    </p:set>
                                    <p:animEffect transition="in" filter="wipe(left)">
                                      <p:cBhvr>
                                        <p:cTn id="67" dur="500"/>
                                        <p:tgtEl>
                                          <p:spTgt spid="77914"/>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77915"/>
                                        </p:tgtEl>
                                        <p:attrNameLst>
                                          <p:attrName>style.visibility</p:attrName>
                                        </p:attrNameLst>
                                      </p:cBhvr>
                                      <p:to>
                                        <p:strVal val="visible"/>
                                      </p:to>
                                    </p:set>
                                    <p:animEffect transition="in" filter="wipe(left)">
                                      <p:cBhvr>
                                        <p:cTn id="72" dur="500"/>
                                        <p:tgtEl>
                                          <p:spTgt spid="779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77925"/>
                                        </p:tgtEl>
                                        <p:attrNameLst>
                                          <p:attrName>style.visibility</p:attrName>
                                        </p:attrNameLst>
                                      </p:cBhvr>
                                      <p:to>
                                        <p:strVal val="visible"/>
                                      </p:to>
                                    </p:set>
                                    <p:animEffect transition="in" filter="wipe(left)">
                                      <p:cBhvr>
                                        <p:cTn id="77" dur="500"/>
                                        <p:tgtEl>
                                          <p:spTgt spid="77925"/>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77924"/>
                                        </p:tgtEl>
                                        <p:attrNameLst>
                                          <p:attrName>style.visibility</p:attrName>
                                        </p:attrNameLst>
                                      </p:cBhvr>
                                      <p:to>
                                        <p:strVal val="visible"/>
                                      </p:to>
                                    </p:set>
                                    <p:animEffect transition="in" filter="wipe(left)">
                                      <p:cBhvr>
                                        <p:cTn id="82" dur="500"/>
                                        <p:tgtEl>
                                          <p:spTgt spid="77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03" grpId="0" autoUpdateAnimBg="0"/>
      <p:bldP spid="77904" grpId="0"/>
      <p:bldP spid="77906" grpId="0" autoUpdateAnimBg="0"/>
      <p:bldP spid="77907" grpId="0" autoUpdateAnimBg="0"/>
      <p:bldP spid="77909" grpId="0" autoUpdateAnimBg="0"/>
      <p:bldP spid="77911" grpId="0" autoUpdateAnimBg="0"/>
      <p:bldP spid="77912" grpId="0" autoUpdateAnimBg="0"/>
      <p:bldP spid="77913" grpId="0" autoUpdateAnimBg="0"/>
      <p:bldP spid="77914" grpId="0" autoUpdateAnimBg="0"/>
      <p:bldP spid="77925"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697538" y="1308100"/>
            <a:ext cx="3154362" cy="2705100"/>
            <a:chOff x="3606" y="1298"/>
            <a:chExt cx="1987" cy="1704"/>
          </a:xfrm>
        </p:grpSpPr>
        <p:grpSp>
          <p:nvGrpSpPr>
            <p:cNvPr id="2087" name="Group 3"/>
            <p:cNvGrpSpPr/>
            <p:nvPr/>
          </p:nvGrpSpPr>
          <p:grpSpPr bwMode="auto">
            <a:xfrm>
              <a:off x="3606" y="1298"/>
              <a:ext cx="1987" cy="1704"/>
              <a:chOff x="3569" y="300"/>
              <a:chExt cx="1987" cy="1704"/>
            </a:xfrm>
          </p:grpSpPr>
          <p:graphicFrame>
            <p:nvGraphicFramePr>
              <p:cNvPr id="2060" name="Object 4"/>
              <p:cNvGraphicFramePr>
                <a:graphicFrameLocks noChangeAspect="1"/>
              </p:cNvGraphicFramePr>
              <p:nvPr/>
            </p:nvGraphicFramePr>
            <p:xfrm>
              <a:off x="3569" y="1298"/>
              <a:ext cx="376" cy="264"/>
            </p:xfrm>
            <a:graphic>
              <a:graphicData uri="http://schemas.openxmlformats.org/presentationml/2006/ole">
                <mc:AlternateContent xmlns:mc="http://schemas.openxmlformats.org/markup-compatibility/2006">
                  <mc:Choice xmlns:v="urn:schemas-microsoft-com:vml" Requires="v">
                    <p:oleObj spid="_x0000_s2049" name="公式" r:id="rId1" imgW="14020800" imgH="10058400" progId="Equation.3">
                      <p:embed/>
                    </p:oleObj>
                  </mc:Choice>
                  <mc:Fallback>
                    <p:oleObj name="公式" r:id="rId1" imgW="14020800" imgH="10058400" progId="Equation.3">
                      <p:embed/>
                      <p:pic>
                        <p:nvPicPr>
                          <p:cNvPr id="0" name="Object 4"/>
                          <p:cNvPicPr>
                            <a:picLocks noChangeAspect="1"/>
                          </p:cNvPicPr>
                          <p:nvPr/>
                        </p:nvPicPr>
                        <p:blipFill>
                          <a:blip r:embed="rId2"/>
                          <a:stretch>
                            <a:fillRect/>
                          </a:stretch>
                        </p:blipFill>
                        <p:spPr>
                          <a:xfrm>
                            <a:off x="3569" y="1298"/>
                            <a:ext cx="376" cy="264"/>
                          </a:xfrm>
                          <a:prstGeom prst="rect">
                            <a:avLst/>
                          </a:prstGeom>
                          <a:noFill/>
                          <a:ln w="9525">
                            <a:noFill/>
                          </a:ln>
                        </p:spPr>
                      </p:pic>
                    </p:oleObj>
                  </mc:Fallback>
                </mc:AlternateContent>
              </a:graphicData>
            </a:graphic>
          </p:graphicFrame>
          <p:graphicFrame>
            <p:nvGraphicFramePr>
              <p:cNvPr id="2061" name="Object 5"/>
              <p:cNvGraphicFramePr>
                <a:graphicFrameLocks noChangeAspect="1"/>
              </p:cNvGraphicFramePr>
              <p:nvPr/>
            </p:nvGraphicFramePr>
            <p:xfrm>
              <a:off x="5156" y="300"/>
              <a:ext cx="400" cy="262"/>
            </p:xfrm>
            <a:graphic>
              <a:graphicData uri="http://schemas.openxmlformats.org/presentationml/2006/ole">
                <mc:AlternateContent xmlns:mc="http://schemas.openxmlformats.org/markup-compatibility/2006">
                  <mc:Choice xmlns:v="urn:schemas-microsoft-com:vml" Requires="v">
                    <p:oleObj spid="_x0000_s2061" name="公式" r:id="rId3" imgW="14935200" imgH="10058400" progId="Equation.3">
                      <p:embed/>
                    </p:oleObj>
                  </mc:Choice>
                  <mc:Fallback>
                    <p:oleObj name="公式" r:id="rId3" imgW="14935200" imgH="10058400" progId="Equation.3">
                      <p:embed/>
                      <p:pic>
                        <p:nvPicPr>
                          <p:cNvPr id="0" name="Object 5"/>
                          <p:cNvPicPr>
                            <a:picLocks noChangeAspect="1"/>
                          </p:cNvPicPr>
                          <p:nvPr/>
                        </p:nvPicPr>
                        <p:blipFill>
                          <a:blip r:embed="rId4"/>
                          <a:stretch>
                            <a:fillRect/>
                          </a:stretch>
                        </p:blipFill>
                        <p:spPr>
                          <a:xfrm>
                            <a:off x="5156" y="300"/>
                            <a:ext cx="400" cy="262"/>
                          </a:xfrm>
                          <a:prstGeom prst="rect">
                            <a:avLst/>
                          </a:prstGeom>
                          <a:noFill/>
                          <a:ln w="9525">
                            <a:noFill/>
                          </a:ln>
                        </p:spPr>
                      </p:pic>
                    </p:oleObj>
                  </mc:Fallback>
                </mc:AlternateContent>
              </a:graphicData>
            </a:graphic>
          </p:graphicFrame>
          <p:graphicFrame>
            <p:nvGraphicFramePr>
              <p:cNvPr id="2062" name="Object 6"/>
              <p:cNvGraphicFramePr>
                <a:graphicFrameLocks noChangeAspect="1"/>
              </p:cNvGraphicFramePr>
              <p:nvPr/>
            </p:nvGraphicFramePr>
            <p:xfrm>
              <a:off x="3946" y="1679"/>
              <a:ext cx="123" cy="120"/>
            </p:xfrm>
            <a:graphic>
              <a:graphicData uri="http://schemas.openxmlformats.org/presentationml/2006/ole">
                <mc:AlternateContent xmlns:mc="http://schemas.openxmlformats.org/markup-compatibility/2006">
                  <mc:Choice xmlns:v="urn:schemas-microsoft-com:vml" Requires="v">
                    <p:oleObj spid="_x0000_s2062" name="公式" r:id="rId5" imgW="4572000" imgH="4572000" progId="Equation.3">
                      <p:embed/>
                    </p:oleObj>
                  </mc:Choice>
                  <mc:Fallback>
                    <p:oleObj name="公式" r:id="rId5" imgW="4572000" imgH="4572000" progId="Equation.3">
                      <p:embed/>
                      <p:pic>
                        <p:nvPicPr>
                          <p:cNvPr id="0" name="Object 6"/>
                          <p:cNvPicPr>
                            <a:picLocks noChangeAspect="1"/>
                          </p:cNvPicPr>
                          <p:nvPr/>
                        </p:nvPicPr>
                        <p:blipFill>
                          <a:blip r:embed="rId6"/>
                          <a:stretch>
                            <a:fillRect/>
                          </a:stretch>
                        </p:blipFill>
                        <p:spPr>
                          <a:xfrm>
                            <a:off x="3946" y="1679"/>
                            <a:ext cx="123" cy="120"/>
                          </a:xfrm>
                          <a:prstGeom prst="rect">
                            <a:avLst/>
                          </a:prstGeom>
                          <a:noFill/>
                          <a:ln w="9525">
                            <a:noFill/>
                          </a:ln>
                        </p:spPr>
                      </p:pic>
                    </p:oleObj>
                  </mc:Fallback>
                </mc:AlternateContent>
              </a:graphicData>
            </a:graphic>
          </p:graphicFrame>
          <p:graphicFrame>
            <p:nvGraphicFramePr>
              <p:cNvPr id="2063" name="Object 7"/>
              <p:cNvGraphicFramePr>
                <a:graphicFrameLocks noChangeAspect="1"/>
              </p:cNvGraphicFramePr>
              <p:nvPr/>
            </p:nvGraphicFramePr>
            <p:xfrm>
              <a:off x="4782" y="717"/>
              <a:ext cx="123" cy="120"/>
            </p:xfrm>
            <a:graphic>
              <a:graphicData uri="http://schemas.openxmlformats.org/presentationml/2006/ole">
                <mc:AlternateContent xmlns:mc="http://schemas.openxmlformats.org/markup-compatibility/2006">
                  <mc:Choice xmlns:v="urn:schemas-microsoft-com:vml" Requires="v">
                    <p:oleObj spid="_x0000_s2063" name="公式" r:id="rId7" imgW="4572000" imgH="4572000" progId="Equation.3">
                      <p:embed/>
                    </p:oleObj>
                  </mc:Choice>
                  <mc:Fallback>
                    <p:oleObj name="公式" r:id="rId7" imgW="4572000" imgH="4572000" progId="Equation.3">
                      <p:embed/>
                      <p:pic>
                        <p:nvPicPr>
                          <p:cNvPr id="0" name="Object 7"/>
                          <p:cNvPicPr>
                            <a:picLocks noChangeAspect="1"/>
                          </p:cNvPicPr>
                          <p:nvPr/>
                        </p:nvPicPr>
                        <p:blipFill>
                          <a:blip r:embed="rId6"/>
                          <a:stretch>
                            <a:fillRect/>
                          </a:stretch>
                        </p:blipFill>
                        <p:spPr>
                          <a:xfrm>
                            <a:off x="4782" y="717"/>
                            <a:ext cx="123" cy="120"/>
                          </a:xfrm>
                          <a:prstGeom prst="rect">
                            <a:avLst/>
                          </a:prstGeom>
                          <a:noFill/>
                          <a:ln w="9525">
                            <a:noFill/>
                          </a:ln>
                        </p:spPr>
                      </p:pic>
                    </p:oleObj>
                  </mc:Fallback>
                </mc:AlternateContent>
              </a:graphicData>
            </a:graphic>
          </p:graphicFrame>
          <p:sp>
            <p:nvSpPr>
              <p:cNvPr id="2091" name="Line 8"/>
              <p:cNvSpPr>
                <a:spLocks noChangeShapeType="1"/>
              </p:cNvSpPr>
              <p:nvPr/>
            </p:nvSpPr>
            <p:spPr bwMode="auto">
              <a:xfrm flipV="1">
                <a:off x="4003" y="1569"/>
                <a:ext cx="542" cy="176"/>
              </a:xfrm>
              <a:prstGeom prst="line">
                <a:avLst/>
              </a:prstGeom>
              <a:noFill/>
              <a:ln w="38100">
                <a:solidFill>
                  <a:srgbClr val="006600"/>
                </a:solidFill>
                <a:round/>
                <a:tailEnd type="triangle" w="med" len="med"/>
              </a:ln>
            </p:spPr>
            <p:txBody>
              <a:bodyPr wrap="none" anchor="ctr"/>
              <a:lstStyle/>
              <a:p>
                <a:endParaRPr lang="zh-CN" altLang="en-US"/>
              </a:p>
            </p:txBody>
          </p:sp>
          <p:sp>
            <p:nvSpPr>
              <p:cNvPr id="2092" name="Line 9"/>
              <p:cNvSpPr>
                <a:spLocks noChangeShapeType="1"/>
              </p:cNvSpPr>
              <p:nvPr/>
            </p:nvSpPr>
            <p:spPr bwMode="auto">
              <a:xfrm>
                <a:off x="4831" y="763"/>
                <a:ext cx="178" cy="362"/>
              </a:xfrm>
              <a:prstGeom prst="line">
                <a:avLst/>
              </a:prstGeom>
              <a:noFill/>
              <a:ln w="38100">
                <a:solidFill>
                  <a:srgbClr val="006600"/>
                </a:solidFill>
                <a:round/>
                <a:tailEnd type="triangle" w="med" len="med"/>
              </a:ln>
            </p:spPr>
            <p:txBody>
              <a:bodyPr wrap="none" anchor="ctr"/>
              <a:lstStyle/>
              <a:p>
                <a:endParaRPr lang="zh-CN" altLang="en-US"/>
              </a:p>
            </p:txBody>
          </p:sp>
          <p:graphicFrame>
            <p:nvGraphicFramePr>
              <p:cNvPr id="2064" name="Object 10"/>
              <p:cNvGraphicFramePr>
                <a:graphicFrameLocks noChangeAspect="1"/>
              </p:cNvGraphicFramePr>
              <p:nvPr/>
            </p:nvGraphicFramePr>
            <p:xfrm>
              <a:off x="4454" y="1660"/>
              <a:ext cx="180" cy="256"/>
            </p:xfrm>
            <a:graphic>
              <a:graphicData uri="http://schemas.openxmlformats.org/presentationml/2006/ole">
                <mc:AlternateContent xmlns:mc="http://schemas.openxmlformats.org/markup-compatibility/2006">
                  <mc:Choice xmlns:v="urn:schemas-microsoft-com:vml" Requires="v">
                    <p:oleObj spid="_x0000_s2064" name="公式" r:id="rId8" imgW="6705600" imgH="9753600" progId="Equation.3">
                      <p:embed/>
                    </p:oleObj>
                  </mc:Choice>
                  <mc:Fallback>
                    <p:oleObj name="公式" r:id="rId8" imgW="6705600" imgH="9753600" progId="Equation.3">
                      <p:embed/>
                      <p:pic>
                        <p:nvPicPr>
                          <p:cNvPr id="0" name="Object 10"/>
                          <p:cNvPicPr>
                            <a:picLocks noChangeAspect="1"/>
                          </p:cNvPicPr>
                          <p:nvPr/>
                        </p:nvPicPr>
                        <p:blipFill>
                          <a:blip r:embed="rId9"/>
                          <a:stretch>
                            <a:fillRect/>
                          </a:stretch>
                        </p:blipFill>
                        <p:spPr>
                          <a:xfrm>
                            <a:off x="4454" y="1660"/>
                            <a:ext cx="180" cy="256"/>
                          </a:xfrm>
                          <a:prstGeom prst="rect">
                            <a:avLst/>
                          </a:prstGeom>
                          <a:noFill/>
                          <a:ln w="9525">
                            <a:noFill/>
                          </a:ln>
                        </p:spPr>
                      </p:pic>
                    </p:oleObj>
                  </mc:Fallback>
                </mc:AlternateContent>
              </a:graphicData>
            </a:graphic>
          </p:graphicFrame>
          <p:graphicFrame>
            <p:nvGraphicFramePr>
              <p:cNvPr id="2065" name="Object 11"/>
              <p:cNvGraphicFramePr>
                <a:graphicFrameLocks noChangeAspect="1"/>
              </p:cNvGraphicFramePr>
              <p:nvPr/>
            </p:nvGraphicFramePr>
            <p:xfrm>
              <a:off x="5054" y="853"/>
              <a:ext cx="196" cy="256"/>
            </p:xfrm>
            <a:graphic>
              <a:graphicData uri="http://schemas.openxmlformats.org/presentationml/2006/ole">
                <mc:AlternateContent xmlns:mc="http://schemas.openxmlformats.org/markup-compatibility/2006">
                  <mc:Choice xmlns:v="urn:schemas-microsoft-com:vml" Requires="v">
                    <p:oleObj spid="_x0000_s2065" name="公式" r:id="rId10" imgW="7315200" imgH="9753600" progId="Equation.3">
                      <p:embed/>
                    </p:oleObj>
                  </mc:Choice>
                  <mc:Fallback>
                    <p:oleObj name="公式" r:id="rId10" imgW="7315200" imgH="9753600" progId="Equation.3">
                      <p:embed/>
                      <p:pic>
                        <p:nvPicPr>
                          <p:cNvPr id="0" name="Object 11"/>
                          <p:cNvPicPr>
                            <a:picLocks noChangeAspect="1"/>
                          </p:cNvPicPr>
                          <p:nvPr/>
                        </p:nvPicPr>
                        <p:blipFill>
                          <a:blip r:embed="rId11"/>
                          <a:stretch>
                            <a:fillRect/>
                          </a:stretch>
                        </p:blipFill>
                        <p:spPr>
                          <a:xfrm>
                            <a:off x="5054" y="853"/>
                            <a:ext cx="196" cy="256"/>
                          </a:xfrm>
                          <a:prstGeom prst="rect">
                            <a:avLst/>
                          </a:prstGeom>
                          <a:noFill/>
                          <a:ln w="9525">
                            <a:noFill/>
                          </a:ln>
                        </p:spPr>
                      </p:pic>
                    </p:oleObj>
                  </mc:Fallback>
                </mc:AlternateContent>
              </a:graphicData>
            </a:graphic>
          </p:graphicFrame>
          <p:sp>
            <p:nvSpPr>
              <p:cNvPr id="2093" name="Arc 12"/>
              <p:cNvSpPr/>
              <p:nvPr/>
            </p:nvSpPr>
            <p:spPr bwMode="auto">
              <a:xfrm flipH="1">
                <a:off x="4004" y="753"/>
                <a:ext cx="1107" cy="1101"/>
              </a:xfrm>
              <a:custGeom>
                <a:avLst/>
                <a:gdLst>
                  <a:gd name="T0" fmla="*/ 0 w 23413"/>
                  <a:gd name="T1" fmla="*/ 0 h 23156"/>
                  <a:gd name="T2" fmla="*/ 0 w 23413"/>
                  <a:gd name="T3" fmla="*/ 0 h 23156"/>
                  <a:gd name="T4" fmla="*/ 0 w 23413"/>
                  <a:gd name="T5" fmla="*/ 0 h 23156"/>
                  <a:gd name="T6" fmla="*/ 0 60000 65536"/>
                  <a:gd name="T7" fmla="*/ 0 60000 65536"/>
                  <a:gd name="T8" fmla="*/ 0 60000 65536"/>
                  <a:gd name="T9" fmla="*/ 0 w 23413"/>
                  <a:gd name="T10" fmla="*/ 0 h 23156"/>
                  <a:gd name="T11" fmla="*/ 23413 w 23413"/>
                  <a:gd name="T12" fmla="*/ 23156 h 23156"/>
                </a:gdLst>
                <a:ahLst/>
                <a:cxnLst>
                  <a:cxn ang="T6">
                    <a:pos x="T0" y="T1"/>
                  </a:cxn>
                  <a:cxn ang="T7">
                    <a:pos x="T2" y="T3"/>
                  </a:cxn>
                  <a:cxn ang="T8">
                    <a:pos x="T4" y="T5"/>
                  </a:cxn>
                </a:cxnLst>
                <a:rect l="T9" t="T10" r="T11" b="T12"/>
                <a:pathLst>
                  <a:path w="23413" h="23156" fill="none" extrusionOk="0">
                    <a:moveTo>
                      <a:pt x="0" y="76"/>
                    </a:moveTo>
                    <a:cubicBezTo>
                      <a:pt x="603" y="25"/>
                      <a:pt x="1207" y="-1"/>
                      <a:pt x="1813" y="0"/>
                    </a:cubicBezTo>
                    <a:cubicBezTo>
                      <a:pt x="13742" y="0"/>
                      <a:pt x="23413" y="9670"/>
                      <a:pt x="23413" y="21600"/>
                    </a:cubicBezTo>
                    <a:cubicBezTo>
                      <a:pt x="23413" y="22119"/>
                      <a:pt x="23394" y="22638"/>
                      <a:pt x="23356" y="23155"/>
                    </a:cubicBezTo>
                  </a:path>
                  <a:path w="23413" h="23156" stroke="0" extrusionOk="0">
                    <a:moveTo>
                      <a:pt x="0" y="76"/>
                    </a:moveTo>
                    <a:cubicBezTo>
                      <a:pt x="603" y="25"/>
                      <a:pt x="1207" y="-1"/>
                      <a:pt x="1813" y="0"/>
                    </a:cubicBezTo>
                    <a:cubicBezTo>
                      <a:pt x="13742" y="0"/>
                      <a:pt x="23413" y="9670"/>
                      <a:pt x="23413" y="21600"/>
                    </a:cubicBezTo>
                    <a:cubicBezTo>
                      <a:pt x="23413" y="22119"/>
                      <a:pt x="23394" y="22638"/>
                      <a:pt x="23356" y="23155"/>
                    </a:cubicBezTo>
                    <a:lnTo>
                      <a:pt x="1813" y="21600"/>
                    </a:lnTo>
                    <a:close/>
                  </a:path>
                </a:pathLst>
              </a:custGeom>
              <a:noFill/>
              <a:ln w="28575">
                <a:solidFill>
                  <a:srgbClr val="FF0000"/>
                </a:solidFill>
                <a:round/>
              </a:ln>
            </p:spPr>
            <p:txBody>
              <a:bodyPr wrap="none" anchor="ctr"/>
              <a:lstStyle/>
              <a:p>
                <a:endParaRPr lang="zh-CN" altLang="en-US"/>
              </a:p>
            </p:txBody>
          </p:sp>
          <p:sp>
            <p:nvSpPr>
              <p:cNvPr id="2094" name="Text Box 13"/>
              <p:cNvSpPr txBox="1">
                <a:spLocks noChangeArrowheads="1"/>
              </p:cNvSpPr>
              <p:nvPr/>
            </p:nvSpPr>
            <p:spPr bwMode="auto">
              <a:xfrm>
                <a:off x="3796" y="1716"/>
                <a:ext cx="453" cy="288"/>
              </a:xfrm>
              <a:prstGeom prst="rect">
                <a:avLst/>
              </a:prstGeom>
              <a:noFill/>
              <a:ln w="9525">
                <a:noFill/>
                <a:miter lim="800000"/>
              </a:ln>
            </p:spPr>
            <p:txBody>
              <a:bodyPr>
                <a:spAutoFit/>
              </a:bodyPr>
              <a:lstStyle/>
              <a:p>
                <a:pPr algn="l" eaLnBrk="0" hangingPunct="0"/>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1</a:t>
                </a:r>
                <a:endParaRPr kumimoji="0" lang="en-US" altLang="zh-CN" b="1" i="0">
                  <a:solidFill>
                    <a:srgbClr val="FF6600"/>
                  </a:solidFill>
                  <a:latin typeface="Times New Roman" panose="02020603050405020304" pitchFamily="18" charset="0"/>
                </a:endParaRPr>
              </a:p>
            </p:txBody>
          </p:sp>
          <p:sp>
            <p:nvSpPr>
              <p:cNvPr id="2095" name="Text Box 14"/>
              <p:cNvSpPr txBox="1">
                <a:spLocks noChangeArrowheads="1"/>
              </p:cNvSpPr>
              <p:nvPr/>
            </p:nvSpPr>
            <p:spPr bwMode="auto">
              <a:xfrm>
                <a:off x="4577" y="473"/>
                <a:ext cx="816" cy="288"/>
              </a:xfrm>
              <a:prstGeom prst="rect">
                <a:avLst/>
              </a:prstGeom>
              <a:noFill/>
              <a:ln w="9525">
                <a:noFill/>
                <a:miter lim="800000"/>
              </a:ln>
            </p:spPr>
            <p:txBody>
              <a:bodyPr>
                <a:spAutoFit/>
              </a:bodyPr>
              <a:lstStyle/>
              <a:p>
                <a:pPr algn="l" eaLnBrk="0" hangingPunct="0"/>
                <a:r>
                  <a:rPr kumimoji="0" lang="en-US" altLang="zh-CN" b="1">
                    <a:solidFill>
                      <a:srgbClr val="FF6600"/>
                    </a:solidFill>
                    <a:latin typeface="Times New Roman" panose="02020603050405020304" pitchFamily="18" charset="0"/>
                  </a:rPr>
                  <a:t>t</a:t>
                </a:r>
                <a:r>
                  <a:rPr kumimoji="0" lang="en-US" altLang="zh-CN" b="1" i="0" baseline="-25000">
                    <a:solidFill>
                      <a:srgbClr val="FF6600"/>
                    </a:solidFill>
                    <a:latin typeface="Times New Roman" panose="02020603050405020304" pitchFamily="18" charset="0"/>
                  </a:rPr>
                  <a:t>2</a:t>
                </a:r>
                <a:endParaRPr kumimoji="0" lang="en-US" altLang="zh-CN" b="1" i="0">
                  <a:solidFill>
                    <a:srgbClr val="FF6600"/>
                  </a:solidFill>
                  <a:latin typeface="Times New Roman" panose="02020603050405020304" pitchFamily="18" charset="0"/>
                </a:endParaRPr>
              </a:p>
            </p:txBody>
          </p:sp>
          <p:sp>
            <p:nvSpPr>
              <p:cNvPr id="2096" name="Line 15"/>
              <p:cNvSpPr>
                <a:spLocks noChangeShapeType="1"/>
              </p:cNvSpPr>
              <p:nvPr/>
            </p:nvSpPr>
            <p:spPr bwMode="auto">
              <a:xfrm flipV="1">
                <a:off x="4005" y="1334"/>
                <a:ext cx="0" cy="392"/>
              </a:xfrm>
              <a:prstGeom prst="line">
                <a:avLst/>
              </a:prstGeom>
              <a:noFill/>
              <a:ln w="38100">
                <a:solidFill>
                  <a:srgbClr val="3333CC"/>
                </a:solidFill>
                <a:round/>
                <a:tailEnd type="triangle" w="med" len="med"/>
              </a:ln>
            </p:spPr>
            <p:txBody>
              <a:bodyPr wrap="none" anchor="ctr"/>
              <a:lstStyle/>
              <a:p>
                <a:endParaRPr lang="zh-CN" altLang="en-US"/>
              </a:p>
            </p:txBody>
          </p:sp>
          <p:sp>
            <p:nvSpPr>
              <p:cNvPr id="2097" name="Line 16"/>
              <p:cNvSpPr>
                <a:spLocks noChangeShapeType="1"/>
              </p:cNvSpPr>
              <p:nvPr/>
            </p:nvSpPr>
            <p:spPr bwMode="auto">
              <a:xfrm flipV="1">
                <a:off x="4830" y="618"/>
                <a:ext cx="635" cy="143"/>
              </a:xfrm>
              <a:prstGeom prst="line">
                <a:avLst/>
              </a:prstGeom>
              <a:noFill/>
              <a:ln w="38100">
                <a:solidFill>
                  <a:srgbClr val="3333CC"/>
                </a:solidFill>
                <a:round/>
                <a:tailEnd type="triangle" w="med" len="med"/>
              </a:ln>
            </p:spPr>
            <p:txBody>
              <a:bodyPr wrap="none" anchor="ctr"/>
              <a:lstStyle/>
              <a:p>
                <a:endParaRPr lang="zh-CN" altLang="en-US"/>
              </a:p>
            </p:txBody>
          </p:sp>
        </p:grpSp>
        <p:graphicFrame>
          <p:nvGraphicFramePr>
            <p:cNvPr id="2057" name="Object 17"/>
            <p:cNvGraphicFramePr>
              <a:graphicFrameLocks noChangeAspect="1"/>
            </p:cNvGraphicFramePr>
            <p:nvPr/>
          </p:nvGraphicFramePr>
          <p:xfrm>
            <a:off x="4246" y="2031"/>
            <a:ext cx="123" cy="120"/>
          </p:xfrm>
          <a:graphic>
            <a:graphicData uri="http://schemas.openxmlformats.org/presentationml/2006/ole">
              <mc:AlternateContent xmlns:mc="http://schemas.openxmlformats.org/markup-compatibility/2006">
                <mc:Choice xmlns:v="urn:schemas-microsoft-com:vml" Requires="v">
                  <p:oleObj spid="_x0000_s2057" name="公式" r:id="rId12" imgW="4572000" imgH="4572000" progId="Equation.3">
                    <p:embed/>
                  </p:oleObj>
                </mc:Choice>
                <mc:Fallback>
                  <p:oleObj name="公式" r:id="rId12" imgW="4572000" imgH="4572000" progId="Equation.3">
                    <p:embed/>
                    <p:pic>
                      <p:nvPicPr>
                        <p:cNvPr id="0" name="Object 17"/>
                        <p:cNvPicPr>
                          <a:picLocks noChangeAspect="1"/>
                        </p:cNvPicPr>
                        <p:nvPr/>
                      </p:nvPicPr>
                      <p:blipFill>
                        <a:blip r:embed="rId6"/>
                        <a:stretch>
                          <a:fillRect/>
                        </a:stretch>
                      </p:blipFill>
                      <p:spPr>
                        <a:xfrm>
                          <a:off x="4246" y="2031"/>
                          <a:ext cx="123" cy="120"/>
                        </a:xfrm>
                        <a:prstGeom prst="rect">
                          <a:avLst/>
                        </a:prstGeom>
                        <a:noFill/>
                        <a:ln w="9525">
                          <a:noFill/>
                        </a:ln>
                      </p:spPr>
                    </p:pic>
                  </p:oleObj>
                </mc:Fallback>
              </mc:AlternateContent>
            </a:graphicData>
          </a:graphic>
        </p:graphicFrame>
        <p:sp>
          <p:nvSpPr>
            <p:cNvPr id="2088" name="Line 18"/>
            <p:cNvSpPr>
              <a:spLocks noChangeShapeType="1"/>
            </p:cNvSpPr>
            <p:nvPr/>
          </p:nvSpPr>
          <p:spPr bwMode="auto">
            <a:xfrm>
              <a:off x="4303" y="2097"/>
              <a:ext cx="397" cy="122"/>
            </a:xfrm>
            <a:prstGeom prst="line">
              <a:avLst/>
            </a:prstGeom>
            <a:noFill/>
            <a:ln w="38100">
              <a:solidFill>
                <a:srgbClr val="006600"/>
              </a:solidFill>
              <a:round/>
              <a:tailEnd type="triangle" w="med" len="med"/>
            </a:ln>
          </p:spPr>
          <p:txBody>
            <a:bodyPr wrap="none" anchor="ctr"/>
            <a:lstStyle/>
            <a:p>
              <a:endParaRPr lang="zh-CN" altLang="en-US"/>
            </a:p>
          </p:txBody>
        </p:sp>
        <p:graphicFrame>
          <p:nvGraphicFramePr>
            <p:cNvPr id="2058" name="Object 19"/>
            <p:cNvGraphicFramePr>
              <a:graphicFrameLocks noChangeAspect="1"/>
            </p:cNvGraphicFramePr>
            <p:nvPr/>
          </p:nvGraphicFramePr>
          <p:xfrm>
            <a:off x="4790" y="2173"/>
            <a:ext cx="172" cy="208"/>
          </p:xfrm>
          <a:graphic>
            <a:graphicData uri="http://schemas.openxmlformats.org/presentationml/2006/ole">
              <mc:AlternateContent xmlns:mc="http://schemas.openxmlformats.org/markup-compatibility/2006">
                <mc:Choice xmlns:v="urn:schemas-microsoft-com:vml" Requires="v">
                  <p:oleObj spid="_x0000_s2058" name="公式" r:id="rId13" imgW="6400800" imgH="7924800" progId="Equation.3">
                    <p:embed/>
                  </p:oleObj>
                </mc:Choice>
                <mc:Fallback>
                  <p:oleObj name="公式" r:id="rId13" imgW="6400800" imgH="7924800" progId="Equation.3">
                    <p:embed/>
                    <p:pic>
                      <p:nvPicPr>
                        <p:cNvPr id="0" name="Object 19"/>
                        <p:cNvPicPr>
                          <a:picLocks noChangeAspect="1"/>
                        </p:cNvPicPr>
                        <p:nvPr/>
                      </p:nvPicPr>
                      <p:blipFill>
                        <a:blip r:embed="rId14"/>
                        <a:stretch>
                          <a:fillRect/>
                        </a:stretch>
                      </p:blipFill>
                      <p:spPr>
                        <a:xfrm>
                          <a:off x="4790" y="2173"/>
                          <a:ext cx="172" cy="208"/>
                        </a:xfrm>
                        <a:prstGeom prst="rect">
                          <a:avLst/>
                        </a:prstGeom>
                        <a:noFill/>
                        <a:ln w="9525">
                          <a:noFill/>
                        </a:ln>
                      </p:spPr>
                    </p:pic>
                  </p:oleObj>
                </mc:Fallback>
              </mc:AlternateContent>
            </a:graphicData>
          </a:graphic>
        </p:graphicFrame>
        <p:sp>
          <p:nvSpPr>
            <p:cNvPr id="2089" name="Text Box 20"/>
            <p:cNvSpPr txBox="1">
              <a:spLocks noChangeArrowheads="1"/>
            </p:cNvSpPr>
            <p:nvPr/>
          </p:nvSpPr>
          <p:spPr bwMode="auto">
            <a:xfrm>
              <a:off x="4077" y="1901"/>
              <a:ext cx="453" cy="288"/>
            </a:xfrm>
            <a:prstGeom prst="rect">
              <a:avLst/>
            </a:prstGeom>
            <a:noFill/>
            <a:ln w="9525">
              <a:noFill/>
              <a:miter lim="800000"/>
            </a:ln>
          </p:spPr>
          <p:txBody>
            <a:bodyPr>
              <a:spAutoFit/>
            </a:bodyPr>
            <a:lstStyle/>
            <a:p>
              <a:pPr algn="l" eaLnBrk="0" hangingPunct="0"/>
              <a:r>
                <a:rPr kumimoji="0" lang="en-US" altLang="zh-CN" b="1">
                  <a:solidFill>
                    <a:srgbClr val="FF6600"/>
                  </a:solidFill>
                  <a:latin typeface="Times New Roman" panose="02020603050405020304" pitchFamily="18" charset="0"/>
                </a:rPr>
                <a:t>t</a:t>
              </a:r>
              <a:endParaRPr kumimoji="0" lang="en-US" altLang="zh-CN" b="1" i="0">
                <a:solidFill>
                  <a:srgbClr val="FF6600"/>
                </a:solidFill>
                <a:latin typeface="Times New Roman" panose="02020603050405020304" pitchFamily="18" charset="0"/>
              </a:endParaRPr>
            </a:p>
          </p:txBody>
        </p:sp>
        <p:sp>
          <p:nvSpPr>
            <p:cNvPr id="2090" name="Line 21"/>
            <p:cNvSpPr>
              <a:spLocks noChangeShapeType="1"/>
            </p:cNvSpPr>
            <p:nvPr/>
          </p:nvSpPr>
          <p:spPr bwMode="auto">
            <a:xfrm flipV="1">
              <a:off x="4299" y="1706"/>
              <a:ext cx="259" cy="383"/>
            </a:xfrm>
            <a:prstGeom prst="line">
              <a:avLst/>
            </a:prstGeom>
            <a:noFill/>
            <a:ln w="38100">
              <a:solidFill>
                <a:srgbClr val="3333CC"/>
              </a:solidFill>
              <a:round/>
              <a:tailEnd type="triangle" w="med" len="med"/>
            </a:ln>
          </p:spPr>
          <p:txBody>
            <a:bodyPr wrap="none" anchor="ctr"/>
            <a:lstStyle/>
            <a:p>
              <a:endParaRPr lang="zh-CN" altLang="en-US"/>
            </a:p>
          </p:txBody>
        </p:sp>
        <p:graphicFrame>
          <p:nvGraphicFramePr>
            <p:cNvPr id="2059" name="Object 22"/>
            <p:cNvGraphicFramePr>
              <a:graphicFrameLocks noChangeAspect="1"/>
            </p:cNvGraphicFramePr>
            <p:nvPr/>
          </p:nvGraphicFramePr>
          <p:xfrm>
            <a:off x="4150" y="1570"/>
            <a:ext cx="323" cy="184"/>
          </p:xfrm>
          <a:graphic>
            <a:graphicData uri="http://schemas.openxmlformats.org/presentationml/2006/ole">
              <mc:AlternateContent xmlns:mc="http://schemas.openxmlformats.org/markup-compatibility/2006">
                <mc:Choice xmlns:v="urn:schemas-microsoft-com:vml" Requires="v">
                  <p:oleObj spid="_x0000_s2059" name="公式" r:id="rId15" imgW="11887200" imgH="7010400" progId="Equation.3">
                    <p:embed/>
                  </p:oleObj>
                </mc:Choice>
                <mc:Fallback>
                  <p:oleObj name="公式" r:id="rId15" imgW="11887200" imgH="7010400" progId="Equation.3">
                    <p:embed/>
                    <p:pic>
                      <p:nvPicPr>
                        <p:cNvPr id="0" name="Object 22"/>
                        <p:cNvPicPr>
                          <a:picLocks noChangeAspect="1"/>
                        </p:cNvPicPr>
                        <p:nvPr/>
                      </p:nvPicPr>
                      <p:blipFill>
                        <a:blip r:embed="rId16"/>
                        <a:stretch>
                          <a:fillRect/>
                        </a:stretch>
                      </p:blipFill>
                      <p:spPr>
                        <a:xfrm>
                          <a:off x="4150" y="1570"/>
                          <a:ext cx="323" cy="184"/>
                        </a:xfrm>
                        <a:prstGeom prst="rect">
                          <a:avLst/>
                        </a:prstGeom>
                        <a:noFill/>
                        <a:ln w="9525">
                          <a:noFill/>
                        </a:ln>
                      </p:spPr>
                    </p:pic>
                  </p:oleObj>
                </mc:Fallback>
              </mc:AlternateContent>
            </a:graphicData>
          </a:graphic>
        </p:graphicFrame>
      </p:grpSp>
      <p:sp>
        <p:nvSpPr>
          <p:cNvPr id="136215" name="Text Box 23"/>
          <p:cNvSpPr txBox="1">
            <a:spLocks noChangeArrowheads="1"/>
          </p:cNvSpPr>
          <p:nvPr/>
        </p:nvSpPr>
        <p:spPr bwMode="auto">
          <a:xfrm>
            <a:off x="4616450" y="593725"/>
            <a:ext cx="3511550" cy="53657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（微分形式）</a:t>
            </a:r>
            <a:endParaRPr kumimoji="0" lang="zh-CN" altLang="en-US" b="1" i="0">
              <a:solidFill>
                <a:srgbClr val="FF0000"/>
              </a:solidFill>
              <a:latin typeface="Times New Roman" panose="02020603050405020304" pitchFamily="18" charset="0"/>
            </a:endParaRPr>
          </a:p>
        </p:txBody>
      </p:sp>
      <p:grpSp>
        <p:nvGrpSpPr>
          <p:cNvPr id="4" name="Group 24"/>
          <p:cNvGrpSpPr/>
          <p:nvPr/>
        </p:nvGrpSpPr>
        <p:grpSpPr bwMode="auto">
          <a:xfrm>
            <a:off x="7316788" y="3203575"/>
            <a:ext cx="1471612" cy="1538288"/>
            <a:chOff x="3742" y="2205"/>
            <a:chExt cx="927" cy="969"/>
          </a:xfrm>
        </p:grpSpPr>
        <p:sp>
          <p:nvSpPr>
            <p:cNvPr id="2080" name="Line 25"/>
            <p:cNvSpPr>
              <a:spLocks noChangeAspect="1" noChangeShapeType="1"/>
            </p:cNvSpPr>
            <p:nvPr/>
          </p:nvSpPr>
          <p:spPr bwMode="auto">
            <a:xfrm>
              <a:off x="4131" y="2897"/>
              <a:ext cx="427" cy="1"/>
            </a:xfrm>
            <a:prstGeom prst="line">
              <a:avLst/>
            </a:prstGeom>
            <a:noFill/>
            <a:ln w="28575">
              <a:solidFill>
                <a:srgbClr val="0033CC"/>
              </a:solidFill>
              <a:round/>
              <a:tailEnd type="triangle" w="med" len="med"/>
            </a:ln>
          </p:spPr>
          <p:txBody>
            <a:bodyPr wrap="none" anchor="ctr"/>
            <a:lstStyle/>
            <a:p>
              <a:endParaRPr lang="zh-CN" altLang="en-US"/>
            </a:p>
          </p:txBody>
        </p:sp>
        <p:sp>
          <p:nvSpPr>
            <p:cNvPr id="2081" name="Line 26"/>
            <p:cNvSpPr>
              <a:spLocks noChangeAspect="1" noChangeShapeType="1"/>
            </p:cNvSpPr>
            <p:nvPr/>
          </p:nvSpPr>
          <p:spPr bwMode="auto">
            <a:xfrm flipV="1">
              <a:off x="4150" y="2341"/>
              <a:ext cx="1" cy="552"/>
            </a:xfrm>
            <a:prstGeom prst="line">
              <a:avLst/>
            </a:prstGeom>
            <a:noFill/>
            <a:ln w="28575">
              <a:solidFill>
                <a:srgbClr val="0033CC"/>
              </a:solidFill>
              <a:round/>
              <a:tailEnd type="triangle" w="med" len="med"/>
            </a:ln>
          </p:spPr>
          <p:txBody>
            <a:bodyPr wrap="none" anchor="ctr"/>
            <a:lstStyle/>
            <a:p>
              <a:endParaRPr lang="zh-CN" altLang="en-US"/>
            </a:p>
          </p:txBody>
        </p:sp>
        <p:sp>
          <p:nvSpPr>
            <p:cNvPr id="2082" name="Line 27"/>
            <p:cNvSpPr>
              <a:spLocks noChangeAspect="1" noChangeShapeType="1"/>
            </p:cNvSpPr>
            <p:nvPr/>
          </p:nvSpPr>
          <p:spPr bwMode="auto">
            <a:xfrm flipH="1">
              <a:off x="3969" y="2897"/>
              <a:ext cx="172" cy="120"/>
            </a:xfrm>
            <a:prstGeom prst="line">
              <a:avLst/>
            </a:prstGeom>
            <a:noFill/>
            <a:ln w="28575">
              <a:solidFill>
                <a:srgbClr val="0033CC"/>
              </a:solidFill>
              <a:round/>
              <a:tailEnd type="triangle" w="med" len="med"/>
            </a:ln>
          </p:spPr>
          <p:txBody>
            <a:bodyPr wrap="none" anchor="ctr"/>
            <a:lstStyle/>
            <a:p>
              <a:endParaRPr lang="zh-CN" altLang="en-US"/>
            </a:p>
          </p:txBody>
        </p:sp>
        <p:sp>
          <p:nvSpPr>
            <p:cNvPr id="2083" name="Text Box 28"/>
            <p:cNvSpPr txBox="1">
              <a:spLocks noChangeArrowheads="1"/>
            </p:cNvSpPr>
            <p:nvPr/>
          </p:nvSpPr>
          <p:spPr bwMode="auto">
            <a:xfrm>
              <a:off x="3742" y="2886"/>
              <a:ext cx="212" cy="288"/>
            </a:xfrm>
            <a:prstGeom prst="rect">
              <a:avLst/>
            </a:prstGeom>
            <a:noFill/>
            <a:ln w="2857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x</a:t>
              </a:r>
              <a:endParaRPr kumimoji="0" lang="en-US" altLang="zh-CN" i="0">
                <a:solidFill>
                  <a:srgbClr val="0033CC"/>
                </a:solidFill>
                <a:latin typeface="Times New Roman" panose="02020603050405020304" pitchFamily="18" charset="0"/>
              </a:endParaRPr>
            </a:p>
          </p:txBody>
        </p:sp>
        <p:sp>
          <p:nvSpPr>
            <p:cNvPr id="2084" name="Rectangle 29"/>
            <p:cNvSpPr>
              <a:spLocks noChangeArrowheads="1"/>
            </p:cNvSpPr>
            <p:nvPr/>
          </p:nvSpPr>
          <p:spPr bwMode="auto">
            <a:xfrm>
              <a:off x="4468" y="2840"/>
              <a:ext cx="201" cy="288"/>
            </a:xfrm>
            <a:prstGeom prst="rect">
              <a:avLst/>
            </a:prstGeom>
            <a:noFill/>
            <a:ln w="2857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y</a:t>
              </a:r>
              <a:endParaRPr kumimoji="0" lang="en-US" altLang="zh-CN">
                <a:solidFill>
                  <a:srgbClr val="0033CC"/>
                </a:solidFill>
                <a:latin typeface="Times New Roman" panose="02020603050405020304" pitchFamily="18" charset="0"/>
              </a:endParaRPr>
            </a:p>
          </p:txBody>
        </p:sp>
        <p:sp>
          <p:nvSpPr>
            <p:cNvPr id="2085" name="Rectangle 30"/>
            <p:cNvSpPr>
              <a:spLocks noChangeArrowheads="1"/>
            </p:cNvSpPr>
            <p:nvPr/>
          </p:nvSpPr>
          <p:spPr bwMode="auto">
            <a:xfrm>
              <a:off x="3941" y="2205"/>
              <a:ext cx="191" cy="288"/>
            </a:xfrm>
            <a:prstGeom prst="rect">
              <a:avLst/>
            </a:prstGeom>
            <a:noFill/>
            <a:ln w="9525">
              <a:noFill/>
              <a:miter lim="800000"/>
            </a:ln>
          </p:spPr>
          <p:txBody>
            <a:bodyPr wrap="none">
              <a:spAutoFit/>
            </a:bodyPr>
            <a:lstStyle/>
            <a:p>
              <a:pPr algn="l" eaLnBrk="0" hangingPunct="0"/>
              <a:r>
                <a:rPr kumimoji="0" lang="en-US" altLang="zh-CN" b="1">
                  <a:solidFill>
                    <a:srgbClr val="0033CC"/>
                  </a:solidFill>
                  <a:latin typeface="Times New Roman" panose="02020603050405020304" pitchFamily="18" charset="0"/>
                </a:rPr>
                <a:t>z</a:t>
              </a:r>
              <a:endParaRPr kumimoji="0" lang="en-US" altLang="zh-CN">
                <a:solidFill>
                  <a:srgbClr val="0033CC"/>
                </a:solidFill>
                <a:latin typeface="Times New Roman" panose="02020603050405020304" pitchFamily="18" charset="0"/>
              </a:endParaRPr>
            </a:p>
          </p:txBody>
        </p:sp>
        <p:sp>
          <p:nvSpPr>
            <p:cNvPr id="2086" name="Rectangle 31"/>
            <p:cNvSpPr>
              <a:spLocks noChangeArrowheads="1"/>
            </p:cNvSpPr>
            <p:nvPr/>
          </p:nvSpPr>
          <p:spPr bwMode="auto">
            <a:xfrm>
              <a:off x="4034" y="2870"/>
              <a:ext cx="255" cy="288"/>
            </a:xfrm>
            <a:prstGeom prst="rect">
              <a:avLst/>
            </a:prstGeom>
            <a:noFill/>
            <a:ln w="38100">
              <a:noFill/>
              <a:miter lim="800000"/>
            </a:ln>
          </p:spPr>
          <p:txBody>
            <a:bodyPr wrap="none">
              <a:spAutoFit/>
            </a:bodyPr>
            <a:lstStyle/>
            <a:p>
              <a:pPr algn="l" eaLnBrk="0" hangingPunct="0"/>
              <a:r>
                <a:rPr kumimoji="0" lang="en-US" altLang="zh-CN">
                  <a:solidFill>
                    <a:srgbClr val="0033CC"/>
                  </a:solidFill>
                  <a:latin typeface="Times New Roman" panose="02020603050405020304" pitchFamily="18" charset="0"/>
                </a:rPr>
                <a:t>O</a:t>
              </a:r>
              <a:endParaRPr kumimoji="0" lang="en-US" altLang="zh-CN">
                <a:solidFill>
                  <a:srgbClr val="0033CC"/>
                </a:solidFill>
                <a:latin typeface="Times New Roman" panose="02020603050405020304" pitchFamily="18" charset="0"/>
              </a:endParaRPr>
            </a:p>
          </p:txBody>
        </p:sp>
      </p:grpSp>
      <p:graphicFrame>
        <p:nvGraphicFramePr>
          <p:cNvPr id="2050" name="Object 34"/>
          <p:cNvGraphicFramePr>
            <a:graphicFrameLocks noChangeAspect="1"/>
          </p:cNvGraphicFramePr>
          <p:nvPr/>
        </p:nvGraphicFramePr>
        <p:xfrm>
          <a:off x="1646238" y="638175"/>
          <a:ext cx="2774950" cy="434975"/>
        </p:xfrm>
        <a:graphic>
          <a:graphicData uri="http://schemas.openxmlformats.org/presentationml/2006/ole">
            <mc:AlternateContent xmlns:mc="http://schemas.openxmlformats.org/markup-compatibility/2006">
              <mc:Choice xmlns:v="urn:schemas-microsoft-com:vml" Requires="v">
                <p:oleObj spid="_x0000_s2050" name="公式" r:id="rId17" imgW="36880800" imgH="5791200" progId="Equation.3">
                  <p:embed/>
                </p:oleObj>
              </mc:Choice>
              <mc:Fallback>
                <p:oleObj name="公式" r:id="rId17" imgW="36880800" imgH="5791200" progId="Equation.3">
                  <p:embed/>
                  <p:pic>
                    <p:nvPicPr>
                      <p:cNvPr id="0" name="Object 34"/>
                      <p:cNvPicPr>
                        <a:picLocks noChangeAspect="1"/>
                      </p:cNvPicPr>
                      <p:nvPr/>
                    </p:nvPicPr>
                    <p:blipFill>
                      <a:blip r:embed="rId18"/>
                      <a:stretch>
                        <a:fillRect/>
                      </a:stretch>
                    </p:blipFill>
                    <p:spPr>
                      <a:xfrm>
                        <a:off x="1646238" y="638175"/>
                        <a:ext cx="2774950" cy="434975"/>
                      </a:xfrm>
                      <a:prstGeom prst="rect">
                        <a:avLst/>
                      </a:prstGeom>
                      <a:solidFill>
                        <a:srgbClr val="CCFFCC"/>
                      </a:solidFill>
                      <a:ln w="12700" cap="flat" cmpd="sng">
                        <a:solidFill>
                          <a:srgbClr val="00FF00"/>
                        </a:solidFill>
                        <a:prstDash val="solid"/>
                        <a:miter/>
                        <a:headEnd type="none" w="med" len="med"/>
                        <a:tailEnd type="none" w="med" len="med"/>
                      </a:ln>
                    </p:spPr>
                  </p:pic>
                </p:oleObj>
              </mc:Fallback>
            </mc:AlternateContent>
          </a:graphicData>
        </a:graphic>
      </p:graphicFrame>
      <p:sp>
        <p:nvSpPr>
          <p:cNvPr id="136228" name="Text Box 36"/>
          <p:cNvSpPr txBox="1">
            <a:spLocks noChangeArrowheads="1"/>
          </p:cNvSpPr>
          <p:nvPr/>
        </p:nvSpPr>
        <p:spPr bwMode="auto">
          <a:xfrm>
            <a:off x="385763" y="1493838"/>
            <a:ext cx="3348037"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对一段有限时间有</a:t>
            </a:r>
            <a:endParaRPr kumimoji="0" lang="zh-CN" altLang="en-US" i="0">
              <a:solidFill>
                <a:schemeClr val="bg1"/>
              </a:solidFill>
              <a:latin typeface="Times New Roman" panose="02020603050405020304" pitchFamily="18" charset="0"/>
            </a:endParaRPr>
          </a:p>
        </p:txBody>
      </p:sp>
      <p:graphicFrame>
        <p:nvGraphicFramePr>
          <p:cNvPr id="136229" name="Object 37"/>
          <p:cNvGraphicFramePr>
            <a:graphicFrameLocks noChangeAspect="1"/>
          </p:cNvGraphicFramePr>
          <p:nvPr/>
        </p:nvGraphicFramePr>
        <p:xfrm>
          <a:off x="927100" y="2139950"/>
          <a:ext cx="2408238" cy="687388"/>
        </p:xfrm>
        <a:graphic>
          <a:graphicData uri="http://schemas.openxmlformats.org/presentationml/2006/ole">
            <mc:AlternateContent xmlns:mc="http://schemas.openxmlformats.org/markup-compatibility/2006">
              <mc:Choice xmlns:v="urn:schemas-microsoft-com:vml" Requires="v">
                <p:oleObj spid="_x0000_s2051" name="公式" r:id="rId19" imgW="32004000" imgH="9144000" progId="Equation.3">
                  <p:embed/>
                </p:oleObj>
              </mc:Choice>
              <mc:Fallback>
                <p:oleObj name="公式" r:id="rId19" imgW="32004000" imgH="9144000" progId="Equation.3">
                  <p:embed/>
                  <p:pic>
                    <p:nvPicPr>
                      <p:cNvPr id="0" name="Object 37"/>
                      <p:cNvPicPr>
                        <a:picLocks noChangeAspect="1"/>
                      </p:cNvPicPr>
                      <p:nvPr/>
                    </p:nvPicPr>
                    <p:blipFill>
                      <a:blip r:embed="rId20"/>
                      <a:stretch>
                        <a:fillRect/>
                      </a:stretch>
                    </p:blipFill>
                    <p:spPr>
                      <a:xfrm>
                        <a:off x="927100" y="2139950"/>
                        <a:ext cx="2408238" cy="687388"/>
                      </a:xfrm>
                      <a:prstGeom prst="rect">
                        <a:avLst/>
                      </a:prstGeom>
                      <a:noFill/>
                      <a:ln w="9525">
                        <a:noFill/>
                      </a:ln>
                    </p:spPr>
                  </p:pic>
                </p:oleObj>
              </mc:Fallback>
            </mc:AlternateContent>
          </a:graphicData>
        </a:graphic>
      </p:graphicFrame>
      <p:sp>
        <p:nvSpPr>
          <p:cNvPr id="136230" name="Text Box 38"/>
          <p:cNvSpPr txBox="1">
            <a:spLocks noChangeArrowheads="1"/>
          </p:cNvSpPr>
          <p:nvPr/>
        </p:nvSpPr>
        <p:spPr bwMode="auto">
          <a:xfrm>
            <a:off x="3627438" y="2230438"/>
            <a:ext cx="2205037" cy="53657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（积分形式）</a:t>
            </a:r>
            <a:endParaRPr kumimoji="0" lang="zh-CN" altLang="en-US" b="1" i="0">
              <a:solidFill>
                <a:srgbClr val="FF0000"/>
              </a:solidFill>
              <a:latin typeface="Times New Roman" panose="02020603050405020304" pitchFamily="18" charset="0"/>
            </a:endParaRPr>
          </a:p>
        </p:txBody>
      </p:sp>
      <p:sp>
        <p:nvSpPr>
          <p:cNvPr id="136231" name="Text Box 39"/>
          <p:cNvSpPr txBox="1">
            <a:spLocks noChangeArrowheads="1"/>
          </p:cNvSpPr>
          <p:nvPr/>
        </p:nvSpPr>
        <p:spPr bwMode="auto">
          <a:xfrm>
            <a:off x="296863" y="3073400"/>
            <a:ext cx="5253037" cy="1016000"/>
          </a:xfrm>
          <a:prstGeom prst="rect">
            <a:avLst/>
          </a:prstGeom>
          <a:solidFill>
            <a:srgbClr val="CCFFFF"/>
          </a:solidFill>
          <a:ln w="19050">
            <a:solidFill>
              <a:srgbClr val="00FFFF">
                <a:alpha val="50195"/>
              </a:srgbClr>
            </a:solidFill>
            <a:miter lim="800000"/>
          </a:ln>
        </p:spPr>
        <p:txBody>
          <a:bodyPr>
            <a:spAutoFit/>
          </a:bodyPr>
          <a:lstStyle/>
          <a:p>
            <a:pPr algn="just" eaLnBrk="0" hangingPunct="0">
              <a:lnSpc>
                <a:spcPct val="125000"/>
              </a:lnSpc>
            </a:pPr>
            <a:r>
              <a:rPr kumimoji="0" lang="zh-CN" altLang="en-US" b="1" i="0">
                <a:solidFill>
                  <a:schemeClr val="bg1"/>
                </a:solidFill>
                <a:latin typeface="Times New Roman" panose="02020603050405020304" pitchFamily="18" charset="0"/>
              </a:rPr>
              <a:t>质点动量的增量等于合外力对质点作用的冲量</a:t>
            </a:r>
            <a:endParaRPr kumimoji="0" lang="zh-CN" altLang="en-US" i="0">
              <a:solidFill>
                <a:srgbClr val="FFFF00"/>
              </a:solidFill>
              <a:latin typeface="Times New Roman" panose="02020603050405020304" pitchFamily="18" charset="0"/>
            </a:endParaRPr>
          </a:p>
        </p:txBody>
      </p:sp>
      <p:grpSp>
        <p:nvGrpSpPr>
          <p:cNvPr id="5" name="Group 56"/>
          <p:cNvGrpSpPr/>
          <p:nvPr/>
        </p:nvGrpSpPr>
        <p:grpSpPr bwMode="auto">
          <a:xfrm>
            <a:off x="6526213" y="5157788"/>
            <a:ext cx="2232025" cy="971550"/>
            <a:chOff x="4286" y="1913"/>
            <a:chExt cx="1406" cy="612"/>
          </a:xfrm>
        </p:grpSpPr>
        <p:sp>
          <p:nvSpPr>
            <p:cNvPr id="2077" name="Line 57"/>
            <p:cNvSpPr>
              <a:spLocks noChangeShapeType="1"/>
            </p:cNvSpPr>
            <p:nvPr/>
          </p:nvSpPr>
          <p:spPr bwMode="auto">
            <a:xfrm flipV="1">
              <a:off x="4667" y="2328"/>
              <a:ext cx="635" cy="143"/>
            </a:xfrm>
            <a:prstGeom prst="line">
              <a:avLst/>
            </a:prstGeom>
            <a:noFill/>
            <a:ln w="38100">
              <a:solidFill>
                <a:srgbClr val="3333CC"/>
              </a:solidFill>
              <a:round/>
              <a:tailEnd type="stealth" w="med" len="lg"/>
            </a:ln>
          </p:spPr>
          <p:txBody>
            <a:bodyPr wrap="none" anchor="ctr"/>
            <a:lstStyle/>
            <a:p>
              <a:endParaRPr lang="zh-CN" altLang="en-US"/>
            </a:p>
          </p:txBody>
        </p:sp>
        <p:sp>
          <p:nvSpPr>
            <p:cNvPr id="2078" name="Line 58"/>
            <p:cNvSpPr>
              <a:spLocks noChangeShapeType="1"/>
            </p:cNvSpPr>
            <p:nvPr/>
          </p:nvSpPr>
          <p:spPr bwMode="auto">
            <a:xfrm flipV="1">
              <a:off x="4676" y="2079"/>
              <a:ext cx="0" cy="392"/>
            </a:xfrm>
            <a:prstGeom prst="line">
              <a:avLst/>
            </a:prstGeom>
            <a:noFill/>
            <a:ln w="38100">
              <a:solidFill>
                <a:srgbClr val="3333CC"/>
              </a:solidFill>
              <a:round/>
              <a:tailEnd type="stealth" w="med" len="lg"/>
            </a:ln>
          </p:spPr>
          <p:txBody>
            <a:bodyPr wrap="none" anchor="ctr"/>
            <a:lstStyle/>
            <a:p>
              <a:endParaRPr lang="zh-CN" altLang="en-US"/>
            </a:p>
          </p:txBody>
        </p:sp>
        <p:sp>
          <p:nvSpPr>
            <p:cNvPr id="2079" name="Line 59"/>
            <p:cNvSpPr>
              <a:spLocks noChangeShapeType="1"/>
            </p:cNvSpPr>
            <p:nvPr/>
          </p:nvSpPr>
          <p:spPr bwMode="auto">
            <a:xfrm>
              <a:off x="4671" y="2085"/>
              <a:ext cx="630" cy="248"/>
            </a:xfrm>
            <a:prstGeom prst="line">
              <a:avLst/>
            </a:prstGeom>
            <a:noFill/>
            <a:ln w="38100">
              <a:solidFill>
                <a:srgbClr val="FF6600"/>
              </a:solidFill>
              <a:round/>
              <a:tailEnd type="stealth" w="med" len="lg"/>
            </a:ln>
          </p:spPr>
          <p:txBody>
            <a:bodyPr wrap="none" anchor="ctr"/>
            <a:lstStyle/>
            <a:p>
              <a:endParaRPr lang="zh-CN" altLang="en-US"/>
            </a:p>
          </p:txBody>
        </p:sp>
        <p:graphicFrame>
          <p:nvGraphicFramePr>
            <p:cNvPr id="2054" name="Object 60"/>
            <p:cNvGraphicFramePr>
              <a:graphicFrameLocks noChangeAspect="1"/>
            </p:cNvGraphicFramePr>
            <p:nvPr/>
          </p:nvGraphicFramePr>
          <p:xfrm>
            <a:off x="4286" y="2026"/>
            <a:ext cx="375" cy="264"/>
          </p:xfrm>
          <a:graphic>
            <a:graphicData uri="http://schemas.openxmlformats.org/presentationml/2006/ole">
              <mc:AlternateContent xmlns:mc="http://schemas.openxmlformats.org/markup-compatibility/2006">
                <mc:Choice xmlns:v="urn:schemas-microsoft-com:vml" Requires="v">
                  <p:oleObj spid="_x0000_s2054" name="公式" r:id="rId21" imgW="14020800" imgH="10058400" progId="Equation.3">
                    <p:embed/>
                  </p:oleObj>
                </mc:Choice>
                <mc:Fallback>
                  <p:oleObj name="公式" r:id="rId21" imgW="14020800" imgH="10058400" progId="Equation.3">
                    <p:embed/>
                    <p:pic>
                      <p:nvPicPr>
                        <p:cNvPr id="0" name="Object 60"/>
                        <p:cNvPicPr>
                          <a:picLocks noChangeAspect="1"/>
                        </p:cNvPicPr>
                        <p:nvPr/>
                      </p:nvPicPr>
                      <p:blipFill>
                        <a:blip r:embed="rId2"/>
                        <a:stretch>
                          <a:fillRect/>
                        </a:stretch>
                      </p:blipFill>
                      <p:spPr>
                        <a:xfrm>
                          <a:off x="4286" y="2026"/>
                          <a:ext cx="375" cy="264"/>
                        </a:xfrm>
                        <a:prstGeom prst="rect">
                          <a:avLst/>
                        </a:prstGeom>
                        <a:noFill/>
                        <a:ln w="9525">
                          <a:noFill/>
                        </a:ln>
                      </p:spPr>
                    </p:pic>
                  </p:oleObj>
                </mc:Fallback>
              </mc:AlternateContent>
            </a:graphicData>
          </a:graphic>
        </p:graphicFrame>
        <p:graphicFrame>
          <p:nvGraphicFramePr>
            <p:cNvPr id="2055" name="Object 61"/>
            <p:cNvGraphicFramePr>
              <a:graphicFrameLocks noChangeAspect="1"/>
            </p:cNvGraphicFramePr>
            <p:nvPr/>
          </p:nvGraphicFramePr>
          <p:xfrm>
            <a:off x="5286" y="2260"/>
            <a:ext cx="406" cy="265"/>
          </p:xfrm>
          <a:graphic>
            <a:graphicData uri="http://schemas.openxmlformats.org/presentationml/2006/ole">
              <mc:AlternateContent xmlns:mc="http://schemas.openxmlformats.org/markup-compatibility/2006">
                <mc:Choice xmlns:v="urn:schemas-microsoft-com:vml" Requires="v">
                  <p:oleObj spid="_x0000_s2055" name="公式" r:id="rId22" imgW="14935200" imgH="10058400" progId="Equation.3">
                    <p:embed/>
                  </p:oleObj>
                </mc:Choice>
                <mc:Fallback>
                  <p:oleObj name="公式" r:id="rId22" imgW="14935200" imgH="10058400" progId="Equation.3">
                    <p:embed/>
                    <p:pic>
                      <p:nvPicPr>
                        <p:cNvPr id="0" name="Object 61"/>
                        <p:cNvPicPr>
                          <a:picLocks noChangeAspect="1"/>
                        </p:cNvPicPr>
                        <p:nvPr/>
                      </p:nvPicPr>
                      <p:blipFill>
                        <a:blip r:embed="rId4"/>
                        <a:stretch>
                          <a:fillRect/>
                        </a:stretch>
                      </p:blipFill>
                      <p:spPr>
                        <a:xfrm>
                          <a:off x="5286" y="2260"/>
                          <a:ext cx="406" cy="265"/>
                        </a:xfrm>
                        <a:prstGeom prst="rect">
                          <a:avLst/>
                        </a:prstGeom>
                        <a:noFill/>
                        <a:ln w="9525">
                          <a:noFill/>
                        </a:ln>
                      </p:spPr>
                    </p:pic>
                  </p:oleObj>
                </mc:Fallback>
              </mc:AlternateContent>
            </a:graphicData>
          </a:graphic>
        </p:graphicFrame>
        <p:graphicFrame>
          <p:nvGraphicFramePr>
            <p:cNvPr id="2056" name="Object 62"/>
            <p:cNvGraphicFramePr>
              <a:graphicFrameLocks noChangeAspect="1"/>
            </p:cNvGraphicFramePr>
            <p:nvPr/>
          </p:nvGraphicFramePr>
          <p:xfrm>
            <a:off x="5214" y="1913"/>
            <a:ext cx="149" cy="233"/>
          </p:xfrm>
          <a:graphic>
            <a:graphicData uri="http://schemas.openxmlformats.org/presentationml/2006/ole">
              <mc:AlternateContent xmlns:mc="http://schemas.openxmlformats.org/markup-compatibility/2006">
                <mc:Choice xmlns:v="urn:schemas-microsoft-com:vml" Requires="v">
                  <p:oleObj spid="_x0000_s2056" name="公式" r:id="rId23" imgW="5486400" imgH="8839200" progId="Equation.3">
                    <p:embed/>
                  </p:oleObj>
                </mc:Choice>
                <mc:Fallback>
                  <p:oleObj name="公式" r:id="rId23" imgW="5486400" imgH="8839200" progId="Equation.3">
                    <p:embed/>
                    <p:pic>
                      <p:nvPicPr>
                        <p:cNvPr id="0" name="Object 62"/>
                        <p:cNvPicPr>
                          <a:picLocks noChangeAspect="1"/>
                        </p:cNvPicPr>
                        <p:nvPr/>
                      </p:nvPicPr>
                      <p:blipFill>
                        <a:blip r:embed="rId24"/>
                        <a:stretch>
                          <a:fillRect/>
                        </a:stretch>
                      </p:blipFill>
                      <p:spPr>
                        <a:xfrm>
                          <a:off x="5214" y="1913"/>
                          <a:ext cx="149" cy="233"/>
                        </a:xfrm>
                        <a:prstGeom prst="rect">
                          <a:avLst/>
                        </a:prstGeom>
                        <a:noFill/>
                        <a:ln w="9525">
                          <a:noFill/>
                        </a:ln>
                      </p:spPr>
                    </p:pic>
                  </p:oleObj>
                </mc:Fallback>
              </mc:AlternateContent>
            </a:graphicData>
          </a:graphic>
        </p:graphicFrame>
      </p:grpSp>
      <p:sp>
        <p:nvSpPr>
          <p:cNvPr id="136255" name="Text Box 63"/>
          <p:cNvSpPr txBox="1">
            <a:spLocks noChangeArrowheads="1"/>
          </p:cNvSpPr>
          <p:nvPr/>
        </p:nvSpPr>
        <p:spPr bwMode="auto">
          <a:xfrm>
            <a:off x="611188" y="4141788"/>
            <a:ext cx="1379537" cy="457200"/>
          </a:xfrm>
          <a:prstGeom prst="rect">
            <a:avLst/>
          </a:prstGeom>
          <a:noFill/>
          <a:ln w="9525">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动量</a:t>
            </a:r>
            <a:r>
              <a:rPr lang="zh-CN" altLang="en-US" i="0">
                <a:solidFill>
                  <a:srgbClr val="FF0000"/>
                </a:solidFill>
                <a:latin typeface="Times New Roman" panose="02020603050405020304" pitchFamily="18" charset="0"/>
              </a:rPr>
              <a:t>：</a:t>
            </a:r>
            <a:endParaRPr lang="zh-CN" altLang="en-US" i="0">
              <a:solidFill>
                <a:srgbClr val="FF0000"/>
              </a:solidFill>
              <a:latin typeface="Times New Roman" panose="02020603050405020304" pitchFamily="18" charset="0"/>
            </a:endParaRPr>
          </a:p>
        </p:txBody>
      </p:sp>
      <p:graphicFrame>
        <p:nvGraphicFramePr>
          <p:cNvPr id="136256" name="Object 64"/>
          <p:cNvGraphicFramePr>
            <a:graphicFrameLocks noChangeAspect="1"/>
          </p:cNvGraphicFramePr>
          <p:nvPr/>
        </p:nvGraphicFramePr>
        <p:xfrm>
          <a:off x="1736725" y="4232275"/>
          <a:ext cx="962025" cy="366713"/>
        </p:xfrm>
        <a:graphic>
          <a:graphicData uri="http://schemas.openxmlformats.org/presentationml/2006/ole">
            <mc:AlternateContent xmlns:mc="http://schemas.openxmlformats.org/markup-compatibility/2006">
              <mc:Choice xmlns:v="urn:schemas-microsoft-com:vml" Requires="v">
                <p:oleObj spid="_x0000_s2052" name="公式" r:id="rId25" imgW="12801600" imgH="4876800" progId="Equation.3">
                  <p:embed/>
                </p:oleObj>
              </mc:Choice>
              <mc:Fallback>
                <p:oleObj name="公式" r:id="rId25" imgW="12801600" imgH="4876800" progId="Equation.3">
                  <p:embed/>
                  <p:pic>
                    <p:nvPicPr>
                      <p:cNvPr id="0" name="Object 64"/>
                      <p:cNvPicPr>
                        <a:picLocks noChangeAspect="1"/>
                      </p:cNvPicPr>
                      <p:nvPr/>
                    </p:nvPicPr>
                    <p:blipFill>
                      <a:blip r:embed="rId26"/>
                      <a:stretch>
                        <a:fillRect/>
                      </a:stretch>
                    </p:blipFill>
                    <p:spPr>
                      <a:xfrm>
                        <a:off x="1736725" y="4232275"/>
                        <a:ext cx="962025" cy="366713"/>
                      </a:xfrm>
                      <a:prstGeom prst="rect">
                        <a:avLst/>
                      </a:prstGeom>
                      <a:noFill/>
                      <a:ln w="9525">
                        <a:noFill/>
                      </a:ln>
                    </p:spPr>
                  </p:pic>
                </p:oleObj>
              </mc:Fallback>
            </mc:AlternateContent>
          </a:graphicData>
        </a:graphic>
      </p:graphicFrame>
      <p:sp>
        <p:nvSpPr>
          <p:cNvPr id="136258" name="Text Box 66"/>
          <p:cNvSpPr txBox="1">
            <a:spLocks noChangeArrowheads="1"/>
          </p:cNvSpPr>
          <p:nvPr/>
        </p:nvSpPr>
        <p:spPr bwMode="auto">
          <a:xfrm>
            <a:off x="2816225" y="4149725"/>
            <a:ext cx="2244725" cy="457200"/>
          </a:xfrm>
          <a:prstGeom prst="rect">
            <a:avLst/>
          </a:prstGeom>
          <a:noFill/>
          <a:ln w="9525">
            <a:noFill/>
            <a:miter lim="800000"/>
          </a:ln>
        </p:spPr>
        <p:txBody>
          <a:bodyPr>
            <a:spAutoFit/>
          </a:bodyPr>
          <a:lstStyle/>
          <a:p>
            <a:pPr algn="l">
              <a:spcBef>
                <a:spcPct val="50000"/>
              </a:spcBef>
            </a:pPr>
            <a:r>
              <a:rPr lang="zh-CN" altLang="en-US" i="0">
                <a:latin typeface="Times New Roman" panose="02020603050405020304" pitchFamily="18" charset="0"/>
              </a:rPr>
              <a:t>（</a:t>
            </a:r>
            <a:r>
              <a:rPr lang="zh-CN" altLang="en-US" b="1" i="0">
                <a:latin typeface="Times New Roman" panose="02020603050405020304" pitchFamily="18" charset="0"/>
              </a:rPr>
              <a:t>方向</a:t>
            </a:r>
            <a:r>
              <a:rPr lang="zh-CN" altLang="en-US" i="0">
                <a:latin typeface="Times New Roman" panose="02020603050405020304" pitchFamily="18" charset="0"/>
              </a:rPr>
              <a:t>：   ）</a:t>
            </a:r>
            <a:endParaRPr lang="zh-CN" altLang="en-US" i="0">
              <a:latin typeface="Times New Roman" panose="02020603050405020304" pitchFamily="18" charset="0"/>
            </a:endParaRPr>
          </a:p>
        </p:txBody>
      </p:sp>
      <p:graphicFrame>
        <p:nvGraphicFramePr>
          <p:cNvPr id="136260" name="Object 68"/>
          <p:cNvGraphicFramePr>
            <a:graphicFrameLocks noChangeAspect="1"/>
          </p:cNvGraphicFramePr>
          <p:nvPr/>
        </p:nvGraphicFramePr>
        <p:xfrm>
          <a:off x="4122738" y="4233863"/>
          <a:ext cx="230187" cy="320675"/>
        </p:xfrm>
        <a:graphic>
          <a:graphicData uri="http://schemas.openxmlformats.org/presentationml/2006/ole">
            <mc:AlternateContent xmlns:mc="http://schemas.openxmlformats.org/markup-compatibility/2006">
              <mc:Choice xmlns:v="urn:schemas-microsoft-com:vml" Requires="v">
                <p:oleObj spid="_x0000_s2053" name="公式" r:id="rId27" imgW="3048000" imgH="4267200" progId="Equation.3">
                  <p:embed/>
                </p:oleObj>
              </mc:Choice>
              <mc:Fallback>
                <p:oleObj name="公式" r:id="rId27" imgW="3048000" imgH="4267200" progId="Equation.3">
                  <p:embed/>
                  <p:pic>
                    <p:nvPicPr>
                      <p:cNvPr id="0" name="Object 68"/>
                      <p:cNvPicPr>
                        <a:picLocks noChangeAspect="1"/>
                      </p:cNvPicPr>
                      <p:nvPr/>
                    </p:nvPicPr>
                    <p:blipFill>
                      <a:blip r:embed="rId28"/>
                      <a:stretch>
                        <a:fillRect/>
                      </a:stretch>
                    </p:blipFill>
                    <p:spPr>
                      <a:xfrm>
                        <a:off x="4122738" y="4233863"/>
                        <a:ext cx="230187" cy="320675"/>
                      </a:xfrm>
                      <a:prstGeom prst="rect">
                        <a:avLst/>
                      </a:prstGeom>
                      <a:noFill/>
                      <a:ln w="9525">
                        <a:noFill/>
                      </a:ln>
                    </p:spPr>
                  </p:pic>
                </p:oleObj>
              </mc:Fallback>
            </mc:AlternateContent>
          </a:graphicData>
        </a:graphic>
      </p:graphicFrame>
      <p:sp>
        <p:nvSpPr>
          <p:cNvPr id="136261" name="Text Box 69"/>
          <p:cNvSpPr txBox="1">
            <a:spLocks noChangeArrowheads="1"/>
          </p:cNvSpPr>
          <p:nvPr/>
        </p:nvSpPr>
        <p:spPr bwMode="auto">
          <a:xfrm>
            <a:off x="1420813" y="4772025"/>
            <a:ext cx="2790825" cy="457200"/>
          </a:xfrm>
          <a:prstGeom prst="rect">
            <a:avLst/>
          </a:prstGeom>
          <a:noFill/>
          <a:ln w="9525">
            <a:noFill/>
            <a:miter lim="800000"/>
          </a:ln>
        </p:spPr>
        <p:txBody>
          <a:bodyPr>
            <a:spAutoFit/>
          </a:bodyPr>
          <a:lstStyle/>
          <a:p>
            <a:pPr algn="l">
              <a:spcBef>
                <a:spcPct val="50000"/>
              </a:spcBef>
            </a:pPr>
            <a:r>
              <a:rPr lang="zh-CN" altLang="en-US" b="1" i="0">
                <a:latin typeface="Times New Roman" panose="02020603050405020304" pitchFamily="18" charset="0"/>
              </a:rPr>
              <a:t>单位：</a:t>
            </a:r>
            <a:r>
              <a:rPr lang="en-US" altLang="zh-CN" b="1" i="0">
                <a:solidFill>
                  <a:srgbClr val="FF6600"/>
                </a:solidFill>
                <a:latin typeface="Times New Roman" panose="02020603050405020304" pitchFamily="18" charset="0"/>
              </a:rPr>
              <a:t>(㎏·m·s</a:t>
            </a:r>
            <a:r>
              <a:rPr lang="en-US" altLang="zh-CN" b="1" i="0" baseline="30000">
                <a:solidFill>
                  <a:srgbClr val="FF6600"/>
                </a:solidFill>
                <a:latin typeface="Times New Roman" panose="02020603050405020304" pitchFamily="18" charset="0"/>
              </a:rPr>
              <a:t>-1</a:t>
            </a:r>
            <a:r>
              <a:rPr lang="en-US" altLang="zh-CN" b="1" i="0">
                <a:solidFill>
                  <a:srgbClr val="FF6600"/>
                </a:solidFill>
                <a:latin typeface="Times New Roman" panose="02020603050405020304" pitchFamily="18" charset="0"/>
              </a:rPr>
              <a:t>)</a:t>
            </a:r>
            <a:r>
              <a:rPr lang="en-US" altLang="zh-CN" b="1" i="0">
                <a:latin typeface="Times New Roman" panose="02020603050405020304" pitchFamily="18" charset="0"/>
              </a:rPr>
              <a:t> </a:t>
            </a:r>
            <a:endParaRPr lang="en-US" altLang="zh-CN" b="1" i="0">
              <a:latin typeface="Times New Roman" panose="02020603050405020304" pitchFamily="18" charset="0"/>
            </a:endParaRPr>
          </a:p>
        </p:txBody>
      </p:sp>
      <p:sp>
        <p:nvSpPr>
          <p:cNvPr id="136262" name="Text Box 70"/>
          <p:cNvSpPr txBox="1">
            <a:spLocks noChangeArrowheads="1"/>
          </p:cNvSpPr>
          <p:nvPr/>
        </p:nvSpPr>
        <p:spPr bwMode="auto">
          <a:xfrm>
            <a:off x="304800" y="5441950"/>
            <a:ext cx="5822950" cy="830263"/>
          </a:xfrm>
          <a:prstGeom prst="rect">
            <a:avLst/>
          </a:prstGeom>
          <a:gradFill rotWithShape="1">
            <a:gsLst>
              <a:gs pos="0">
                <a:srgbClr val="FFCCFF"/>
              </a:gs>
              <a:gs pos="50000">
                <a:srgbClr val="FFFFCC"/>
              </a:gs>
              <a:gs pos="100000">
                <a:srgbClr val="FFCCFF"/>
              </a:gs>
            </a:gsLst>
            <a:lin ang="18900000" scaled="1"/>
          </a:gradFill>
          <a:ln w="9525">
            <a:noFill/>
            <a:miter lim="800000"/>
          </a:ln>
        </p:spPr>
        <p:txBody>
          <a:bodyPr>
            <a:spAutoFit/>
          </a:bodyPr>
          <a:lstStyle/>
          <a:p>
            <a:pPr algn="just">
              <a:spcBef>
                <a:spcPct val="50000"/>
              </a:spcBef>
            </a:pPr>
            <a:r>
              <a:rPr lang="zh-CN" altLang="en-US" b="1" i="0">
                <a:latin typeface="Times New Roman" panose="02020603050405020304" pitchFamily="18" charset="0"/>
              </a:rPr>
              <a:t>描述物体运动状态更为普遍和最为基本的物理量 </a:t>
            </a:r>
            <a:endParaRPr lang="zh-CN" altLang="en-US" b="1" i="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6215"/>
                                        </p:tgtEl>
                                        <p:attrNameLst>
                                          <p:attrName>style.visibility</p:attrName>
                                        </p:attrNameLst>
                                      </p:cBhvr>
                                      <p:to>
                                        <p:strVal val="visible"/>
                                      </p:to>
                                    </p:set>
                                    <p:animEffect transition="in" filter="wipe(left)">
                                      <p:cBhvr>
                                        <p:cTn id="7" dur="500"/>
                                        <p:tgtEl>
                                          <p:spTgt spid="1362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6228"/>
                                        </p:tgtEl>
                                        <p:attrNameLst>
                                          <p:attrName>style.visibility</p:attrName>
                                        </p:attrNameLst>
                                      </p:cBhvr>
                                      <p:to>
                                        <p:strVal val="visible"/>
                                      </p:to>
                                    </p:set>
                                    <p:animEffect transition="in" filter="wipe(left)">
                                      <p:cBhvr>
                                        <p:cTn id="12" dur="500"/>
                                        <p:tgtEl>
                                          <p:spTgt spid="1362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6229"/>
                                        </p:tgtEl>
                                        <p:attrNameLst>
                                          <p:attrName>style.visibility</p:attrName>
                                        </p:attrNameLst>
                                      </p:cBhvr>
                                      <p:to>
                                        <p:strVal val="visible"/>
                                      </p:to>
                                    </p:set>
                                    <p:animEffect transition="in" filter="wipe(left)">
                                      <p:cBhvr>
                                        <p:cTn id="17" dur="500"/>
                                        <p:tgtEl>
                                          <p:spTgt spid="1362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36230"/>
                                        </p:tgtEl>
                                        <p:attrNameLst>
                                          <p:attrName>style.visibility</p:attrName>
                                        </p:attrNameLst>
                                      </p:cBhvr>
                                      <p:to>
                                        <p:strVal val="visible"/>
                                      </p:to>
                                    </p:set>
                                    <p:animEffect transition="in" filter="wipe(left)">
                                      <p:cBhvr>
                                        <p:cTn id="22" dur="500"/>
                                        <p:tgtEl>
                                          <p:spTgt spid="13623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6231"/>
                                        </p:tgtEl>
                                        <p:attrNameLst>
                                          <p:attrName>style.visibility</p:attrName>
                                        </p:attrNameLst>
                                      </p:cBhvr>
                                      <p:to>
                                        <p:strVal val="visible"/>
                                      </p:to>
                                    </p:set>
                                    <p:animEffect transition="in" filter="wipe(left)">
                                      <p:cBhvr>
                                        <p:cTn id="27" dur="500"/>
                                        <p:tgtEl>
                                          <p:spTgt spid="13623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down)">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wipe(down)">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6255"/>
                                        </p:tgtEl>
                                        <p:attrNameLst>
                                          <p:attrName>style.visibility</p:attrName>
                                        </p:attrNameLst>
                                      </p:cBhvr>
                                      <p:to>
                                        <p:strVal val="visible"/>
                                      </p:to>
                                    </p:set>
                                    <p:animEffect transition="in" filter="wipe(left)">
                                      <p:cBhvr>
                                        <p:cTn id="47" dur="1000"/>
                                        <p:tgtEl>
                                          <p:spTgt spid="13625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6256"/>
                                        </p:tgtEl>
                                        <p:attrNameLst>
                                          <p:attrName>style.visibility</p:attrName>
                                        </p:attrNameLst>
                                      </p:cBhvr>
                                      <p:to>
                                        <p:strVal val="visible"/>
                                      </p:to>
                                    </p:set>
                                    <p:animEffect transition="in" filter="wipe(left)">
                                      <p:cBhvr>
                                        <p:cTn id="52" dur="500"/>
                                        <p:tgtEl>
                                          <p:spTgt spid="13625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6258"/>
                                        </p:tgtEl>
                                        <p:attrNameLst>
                                          <p:attrName>style.visibility</p:attrName>
                                        </p:attrNameLst>
                                      </p:cBhvr>
                                      <p:to>
                                        <p:strVal val="visible"/>
                                      </p:to>
                                    </p:set>
                                    <p:animEffect transition="in" filter="wipe(left)">
                                      <p:cBhvr>
                                        <p:cTn id="57" dur="500"/>
                                        <p:tgtEl>
                                          <p:spTgt spid="136258"/>
                                        </p:tgtEl>
                                      </p:cBhvr>
                                    </p:animEffect>
                                  </p:childTnLst>
                                </p:cTn>
                              </p:par>
                              <p:par>
                                <p:cTn id="58" presetID="22" presetClass="entr" presetSubtype="8" fill="hold" nodeType="withEffect">
                                  <p:stCondLst>
                                    <p:cond delay="0"/>
                                  </p:stCondLst>
                                  <p:childTnLst>
                                    <p:set>
                                      <p:cBhvr>
                                        <p:cTn id="59" dur="1" fill="hold">
                                          <p:stCondLst>
                                            <p:cond delay="0"/>
                                          </p:stCondLst>
                                        </p:cTn>
                                        <p:tgtEl>
                                          <p:spTgt spid="136260"/>
                                        </p:tgtEl>
                                        <p:attrNameLst>
                                          <p:attrName>style.visibility</p:attrName>
                                        </p:attrNameLst>
                                      </p:cBhvr>
                                      <p:to>
                                        <p:strVal val="visible"/>
                                      </p:to>
                                    </p:set>
                                    <p:animEffect transition="in" filter="wipe(left)">
                                      <p:cBhvr>
                                        <p:cTn id="60" dur="500"/>
                                        <p:tgtEl>
                                          <p:spTgt spid="136260"/>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36261"/>
                                        </p:tgtEl>
                                        <p:attrNameLst>
                                          <p:attrName>style.visibility</p:attrName>
                                        </p:attrNameLst>
                                      </p:cBhvr>
                                      <p:to>
                                        <p:strVal val="visible"/>
                                      </p:to>
                                    </p:set>
                                    <p:animEffect transition="in" filter="wipe(left)">
                                      <p:cBhvr>
                                        <p:cTn id="65" dur="1000"/>
                                        <p:tgtEl>
                                          <p:spTgt spid="136261"/>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36262"/>
                                        </p:tgtEl>
                                        <p:attrNameLst>
                                          <p:attrName>style.visibility</p:attrName>
                                        </p:attrNameLst>
                                      </p:cBhvr>
                                      <p:to>
                                        <p:strVal val="visible"/>
                                      </p:to>
                                    </p:set>
                                    <p:animEffect transition="in" filter="wipe(left)">
                                      <p:cBhvr>
                                        <p:cTn id="70" dur="1000"/>
                                        <p:tgtEl>
                                          <p:spTgt spid="13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215" grpId="0"/>
      <p:bldP spid="136228" grpId="0" autoUpdateAnimBg="0"/>
      <p:bldP spid="136230" grpId="0"/>
      <p:bldP spid="136231" grpId="0" animBg="1" autoUpdateAnimBg="0"/>
      <p:bldP spid="136255" grpId="0"/>
      <p:bldP spid="136258" grpId="0"/>
      <p:bldP spid="136261" grpId="0"/>
      <p:bldP spid="13626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8242" name="Object 2"/>
          <p:cNvGraphicFramePr>
            <a:graphicFrameLocks noChangeAspect="1"/>
          </p:cNvGraphicFramePr>
          <p:nvPr/>
        </p:nvGraphicFramePr>
        <p:xfrm>
          <a:off x="1331913" y="1089025"/>
          <a:ext cx="2663825" cy="1865313"/>
        </p:xfrm>
        <a:graphic>
          <a:graphicData uri="http://schemas.openxmlformats.org/presentationml/2006/ole">
            <mc:AlternateContent xmlns:mc="http://schemas.openxmlformats.org/markup-compatibility/2006">
              <mc:Choice xmlns:v="urn:schemas-microsoft-com:vml" Requires="v">
                <p:oleObj spid="_x0000_s3073" name="公式" r:id="rId1" imgW="35966400" imgH="24993600" progId="Equation.3">
                  <p:embed/>
                </p:oleObj>
              </mc:Choice>
              <mc:Fallback>
                <p:oleObj name="公式" r:id="rId1" imgW="35966400" imgH="24993600" progId="Equation.3">
                  <p:embed/>
                  <p:pic>
                    <p:nvPicPr>
                      <p:cNvPr id="0" name="Object 2"/>
                      <p:cNvPicPr>
                        <a:picLocks noChangeAspect="1"/>
                      </p:cNvPicPr>
                      <p:nvPr/>
                    </p:nvPicPr>
                    <p:blipFill>
                      <a:blip r:embed="rId2"/>
                      <a:stretch>
                        <a:fillRect/>
                      </a:stretch>
                    </p:blipFill>
                    <p:spPr>
                      <a:xfrm>
                        <a:off x="1331913" y="1089025"/>
                        <a:ext cx="2663825" cy="1865313"/>
                      </a:xfrm>
                      <a:prstGeom prst="rect">
                        <a:avLst/>
                      </a:prstGeom>
                      <a:noFill/>
                      <a:ln w="19050">
                        <a:noFill/>
                      </a:ln>
                    </p:spPr>
                  </p:pic>
                </p:oleObj>
              </mc:Fallback>
            </mc:AlternateContent>
          </a:graphicData>
        </a:graphic>
      </p:graphicFrame>
      <p:sp>
        <p:nvSpPr>
          <p:cNvPr id="138243" name="Text Box 3"/>
          <p:cNvSpPr txBox="1">
            <a:spLocks noChangeArrowheads="1"/>
          </p:cNvSpPr>
          <p:nvPr/>
        </p:nvSpPr>
        <p:spPr bwMode="auto">
          <a:xfrm>
            <a:off x="755650" y="4652963"/>
            <a:ext cx="4191000" cy="1042987"/>
          </a:xfrm>
          <a:prstGeom prst="rect">
            <a:avLst/>
          </a:prstGeom>
          <a:solidFill>
            <a:srgbClr val="CCFFCC"/>
          </a:solidFill>
          <a:ln w="9525">
            <a:solidFill>
              <a:srgbClr val="00FF00"/>
            </a:solidFill>
            <a:miter lim="800000"/>
          </a:ln>
        </p:spPr>
        <p:txBody>
          <a:bodyPr tIns="82800" bIns="82800">
            <a:spAutoFit/>
          </a:bodyPr>
          <a:lstStyle/>
          <a:p>
            <a:pPr eaLnBrk="0" hangingPunct="0">
              <a:lnSpc>
                <a:spcPct val="125000"/>
              </a:lnSpc>
            </a:pPr>
            <a:r>
              <a:rPr kumimoji="0" lang="zh-CN" altLang="en-US" b="1" i="0">
                <a:solidFill>
                  <a:schemeClr val="bg1"/>
                </a:solidFill>
                <a:latin typeface="Times New Roman" panose="02020603050405020304" pitchFamily="18" charset="0"/>
              </a:rPr>
              <a:t>在力的整个作用时间内，平均冲力的冲量等于变力的冲量</a:t>
            </a:r>
            <a:endParaRPr kumimoji="0" lang="zh-CN" altLang="en-US" i="0">
              <a:solidFill>
                <a:schemeClr val="bg1"/>
              </a:solidFill>
              <a:latin typeface="Times New Roman" panose="02020603050405020304" pitchFamily="18" charset="0"/>
            </a:endParaRPr>
          </a:p>
        </p:txBody>
      </p:sp>
      <p:graphicFrame>
        <p:nvGraphicFramePr>
          <p:cNvPr id="138244" name="Object 4"/>
          <p:cNvGraphicFramePr>
            <a:graphicFrameLocks noChangeAspect="1"/>
          </p:cNvGraphicFramePr>
          <p:nvPr/>
        </p:nvGraphicFramePr>
        <p:xfrm>
          <a:off x="927100" y="3789363"/>
          <a:ext cx="1311275" cy="687387"/>
        </p:xfrm>
        <a:graphic>
          <a:graphicData uri="http://schemas.openxmlformats.org/presentationml/2006/ole">
            <mc:AlternateContent xmlns:mc="http://schemas.openxmlformats.org/markup-compatibility/2006">
              <mc:Choice xmlns:v="urn:schemas-microsoft-com:vml" Requires="v">
                <p:oleObj spid="_x0000_s3075" name="公式" r:id="rId3" imgW="17373600" imgH="9144000" progId="Equation.3">
                  <p:embed/>
                </p:oleObj>
              </mc:Choice>
              <mc:Fallback>
                <p:oleObj name="公式" r:id="rId3" imgW="17373600" imgH="9144000" progId="Equation.3">
                  <p:embed/>
                  <p:pic>
                    <p:nvPicPr>
                      <p:cNvPr id="0" name="Object 4"/>
                      <p:cNvPicPr>
                        <a:picLocks noChangeAspect="1"/>
                      </p:cNvPicPr>
                      <p:nvPr/>
                    </p:nvPicPr>
                    <p:blipFill>
                      <a:blip r:embed="rId4"/>
                      <a:stretch>
                        <a:fillRect/>
                      </a:stretch>
                    </p:blipFill>
                    <p:spPr>
                      <a:xfrm>
                        <a:off x="927100" y="3789363"/>
                        <a:ext cx="1311275" cy="687387"/>
                      </a:xfrm>
                      <a:prstGeom prst="rect">
                        <a:avLst/>
                      </a:prstGeom>
                      <a:noFill/>
                      <a:ln w="9525">
                        <a:noFill/>
                      </a:ln>
                    </p:spPr>
                  </p:pic>
                </p:oleObj>
              </mc:Fallback>
            </mc:AlternateContent>
          </a:graphicData>
        </a:graphic>
      </p:graphicFrame>
      <p:graphicFrame>
        <p:nvGraphicFramePr>
          <p:cNvPr id="138245" name="Object 5"/>
          <p:cNvGraphicFramePr/>
          <p:nvPr/>
        </p:nvGraphicFramePr>
        <p:xfrm>
          <a:off x="5370513" y="3832225"/>
          <a:ext cx="261937" cy="261938"/>
        </p:xfrm>
        <a:graphic>
          <a:graphicData uri="http://schemas.openxmlformats.org/presentationml/2006/ole">
            <mc:AlternateContent xmlns:mc="http://schemas.openxmlformats.org/markup-compatibility/2006">
              <mc:Choice xmlns:v="urn:schemas-microsoft-com:vml" Requires="v">
                <p:oleObj spid="_x0000_s3076" name="公式" r:id="rId5" imgW="3962400" imgH="3962400" progId="Equation.3">
                  <p:embed/>
                </p:oleObj>
              </mc:Choice>
              <mc:Fallback>
                <p:oleObj name="公式" r:id="rId5" imgW="3962400" imgH="3962400" progId="Equation.3">
                  <p:embed/>
                  <p:pic>
                    <p:nvPicPr>
                      <p:cNvPr id="0" name="Object 5"/>
                      <p:cNvPicPr/>
                      <p:nvPr/>
                    </p:nvPicPr>
                    <p:blipFill>
                      <a:blip r:embed="rId6"/>
                      <a:stretch>
                        <a:fillRect/>
                      </a:stretch>
                    </p:blipFill>
                    <p:spPr>
                      <a:xfrm>
                        <a:off x="5370513" y="3832225"/>
                        <a:ext cx="261937" cy="261938"/>
                      </a:xfrm>
                      <a:prstGeom prst="rect">
                        <a:avLst/>
                      </a:prstGeom>
                      <a:noFill/>
                      <a:ln w="9525">
                        <a:noFill/>
                      </a:ln>
                    </p:spPr>
                  </p:pic>
                </p:oleObj>
              </mc:Fallback>
            </mc:AlternateContent>
          </a:graphicData>
        </a:graphic>
      </p:graphicFrame>
      <p:graphicFrame>
        <p:nvGraphicFramePr>
          <p:cNvPr id="138246" name="Object 6"/>
          <p:cNvGraphicFramePr/>
          <p:nvPr/>
        </p:nvGraphicFramePr>
        <p:xfrm>
          <a:off x="5365750" y="4284663"/>
          <a:ext cx="261938" cy="327025"/>
        </p:xfrm>
        <a:graphic>
          <a:graphicData uri="http://schemas.openxmlformats.org/presentationml/2006/ole">
            <mc:AlternateContent xmlns:mc="http://schemas.openxmlformats.org/markup-compatibility/2006">
              <mc:Choice xmlns:v="urn:schemas-microsoft-com:vml" Requires="v">
                <p:oleObj spid="_x0000_s3077" name="公式" r:id="rId7" imgW="3962400" imgH="4876800" progId="Equation.3">
                  <p:embed/>
                </p:oleObj>
              </mc:Choice>
              <mc:Fallback>
                <p:oleObj name="公式" r:id="rId7" imgW="3962400" imgH="4876800" progId="Equation.3">
                  <p:embed/>
                  <p:pic>
                    <p:nvPicPr>
                      <p:cNvPr id="0" name="Object 6"/>
                      <p:cNvPicPr/>
                      <p:nvPr/>
                    </p:nvPicPr>
                    <p:blipFill>
                      <a:blip r:embed="rId8"/>
                      <a:stretch>
                        <a:fillRect/>
                      </a:stretch>
                    </p:blipFill>
                    <p:spPr>
                      <a:xfrm>
                        <a:off x="5365750" y="4284663"/>
                        <a:ext cx="261938" cy="327025"/>
                      </a:xfrm>
                      <a:prstGeom prst="rect">
                        <a:avLst/>
                      </a:prstGeom>
                      <a:noFill/>
                      <a:ln w="9525">
                        <a:noFill/>
                      </a:ln>
                    </p:spPr>
                  </p:pic>
                </p:oleObj>
              </mc:Fallback>
            </mc:AlternateContent>
          </a:graphicData>
        </a:graphic>
      </p:graphicFrame>
      <p:grpSp>
        <p:nvGrpSpPr>
          <p:cNvPr id="2" name="Group 7"/>
          <p:cNvGrpSpPr/>
          <p:nvPr/>
        </p:nvGrpSpPr>
        <p:grpSpPr bwMode="auto">
          <a:xfrm>
            <a:off x="5448300" y="2989263"/>
            <a:ext cx="3074988" cy="3213100"/>
            <a:chOff x="3432" y="1883"/>
            <a:chExt cx="1937" cy="2024"/>
          </a:xfrm>
        </p:grpSpPr>
        <p:graphicFrame>
          <p:nvGraphicFramePr>
            <p:cNvPr id="3081" name="Object 8"/>
            <p:cNvGraphicFramePr>
              <a:graphicFrameLocks noChangeAspect="1"/>
            </p:cNvGraphicFramePr>
            <p:nvPr/>
          </p:nvGraphicFramePr>
          <p:xfrm>
            <a:off x="4239" y="3682"/>
            <a:ext cx="146" cy="177"/>
          </p:xfrm>
          <a:graphic>
            <a:graphicData uri="http://schemas.openxmlformats.org/presentationml/2006/ole">
              <mc:AlternateContent xmlns:mc="http://schemas.openxmlformats.org/markup-compatibility/2006">
                <mc:Choice xmlns:v="urn:schemas-microsoft-com:vml" Requires="v">
                  <p:oleObj spid="_x0000_s3081" name="公式" r:id="rId9" imgW="4267200" imgH="4267200" progId="Equation.3">
                    <p:embed/>
                  </p:oleObj>
                </mc:Choice>
                <mc:Fallback>
                  <p:oleObj name="公式" r:id="rId9" imgW="4267200" imgH="4267200" progId="Equation.3">
                    <p:embed/>
                    <p:pic>
                      <p:nvPicPr>
                        <p:cNvPr id="0" name="Object 8"/>
                        <p:cNvPicPr>
                          <a:picLocks noChangeAspect="1"/>
                        </p:cNvPicPr>
                        <p:nvPr/>
                      </p:nvPicPr>
                      <p:blipFill>
                        <a:blip r:embed="rId10"/>
                        <a:stretch>
                          <a:fillRect/>
                        </a:stretch>
                      </p:blipFill>
                      <p:spPr>
                        <a:xfrm>
                          <a:off x="4239" y="3682"/>
                          <a:ext cx="146" cy="177"/>
                        </a:xfrm>
                        <a:prstGeom prst="rect">
                          <a:avLst/>
                        </a:prstGeom>
                        <a:noFill/>
                        <a:ln w="9525">
                          <a:noFill/>
                        </a:ln>
                      </p:spPr>
                    </p:pic>
                  </p:oleObj>
                </mc:Fallback>
              </mc:AlternateContent>
            </a:graphicData>
          </a:graphic>
        </p:graphicFrame>
        <p:sp>
          <p:nvSpPr>
            <p:cNvPr id="3099" name="Line 9"/>
            <p:cNvSpPr>
              <a:spLocks noChangeShapeType="1"/>
            </p:cNvSpPr>
            <p:nvPr/>
          </p:nvSpPr>
          <p:spPr bwMode="auto">
            <a:xfrm flipV="1">
              <a:off x="3608" y="1951"/>
              <a:ext cx="0" cy="1680"/>
            </a:xfrm>
            <a:prstGeom prst="line">
              <a:avLst/>
            </a:prstGeom>
            <a:noFill/>
            <a:ln w="28575">
              <a:solidFill>
                <a:srgbClr val="3333CC"/>
              </a:solidFill>
              <a:round/>
              <a:tailEnd type="triangle" w="med" len="med"/>
            </a:ln>
          </p:spPr>
          <p:txBody>
            <a:bodyPr/>
            <a:lstStyle/>
            <a:p>
              <a:endParaRPr lang="zh-CN" altLang="en-US"/>
            </a:p>
          </p:txBody>
        </p:sp>
        <p:sp>
          <p:nvSpPr>
            <p:cNvPr id="3100" name="Line 10"/>
            <p:cNvSpPr>
              <a:spLocks noChangeShapeType="1"/>
            </p:cNvSpPr>
            <p:nvPr/>
          </p:nvSpPr>
          <p:spPr bwMode="auto">
            <a:xfrm>
              <a:off x="3597" y="3618"/>
              <a:ext cx="1728" cy="0"/>
            </a:xfrm>
            <a:prstGeom prst="line">
              <a:avLst/>
            </a:prstGeom>
            <a:noFill/>
            <a:ln w="28575">
              <a:solidFill>
                <a:srgbClr val="3333CC"/>
              </a:solidFill>
              <a:round/>
              <a:tailEnd type="triangle" w="med" len="med"/>
            </a:ln>
          </p:spPr>
          <p:txBody>
            <a:bodyPr/>
            <a:lstStyle/>
            <a:p>
              <a:endParaRPr lang="zh-CN" altLang="en-US"/>
            </a:p>
          </p:txBody>
        </p:sp>
        <p:graphicFrame>
          <p:nvGraphicFramePr>
            <p:cNvPr id="3082" name="Object 11"/>
            <p:cNvGraphicFramePr>
              <a:graphicFrameLocks noChangeAspect="1"/>
            </p:cNvGraphicFramePr>
            <p:nvPr/>
          </p:nvGraphicFramePr>
          <p:xfrm>
            <a:off x="3672" y="1883"/>
            <a:ext cx="140" cy="170"/>
          </p:xfrm>
          <a:graphic>
            <a:graphicData uri="http://schemas.openxmlformats.org/presentationml/2006/ole">
              <mc:AlternateContent xmlns:mc="http://schemas.openxmlformats.org/markup-compatibility/2006">
                <mc:Choice xmlns:v="urn:schemas-microsoft-com:vml" Requires="v">
                  <p:oleObj spid="_x0000_s3082" name="公式" r:id="rId11" imgW="3962400" imgH="3962400" progId="Equation.3">
                    <p:embed/>
                  </p:oleObj>
                </mc:Choice>
                <mc:Fallback>
                  <p:oleObj name="公式" r:id="rId11" imgW="3962400" imgH="3962400" progId="Equation.3">
                    <p:embed/>
                    <p:pic>
                      <p:nvPicPr>
                        <p:cNvPr id="0" name="Object 11"/>
                        <p:cNvPicPr>
                          <a:picLocks noChangeAspect="1"/>
                        </p:cNvPicPr>
                        <p:nvPr/>
                      </p:nvPicPr>
                      <p:blipFill>
                        <a:blip r:embed="rId12"/>
                        <a:stretch>
                          <a:fillRect/>
                        </a:stretch>
                      </p:blipFill>
                      <p:spPr>
                        <a:xfrm>
                          <a:off x="3672" y="1883"/>
                          <a:ext cx="140" cy="170"/>
                        </a:xfrm>
                        <a:prstGeom prst="rect">
                          <a:avLst/>
                        </a:prstGeom>
                        <a:noFill/>
                        <a:ln w="9525">
                          <a:noFill/>
                        </a:ln>
                      </p:spPr>
                    </p:pic>
                  </p:oleObj>
                </mc:Fallback>
              </mc:AlternateContent>
            </a:graphicData>
          </a:graphic>
        </p:graphicFrame>
        <p:graphicFrame>
          <p:nvGraphicFramePr>
            <p:cNvPr id="3083" name="Object 12"/>
            <p:cNvGraphicFramePr>
              <a:graphicFrameLocks noChangeAspect="1"/>
            </p:cNvGraphicFramePr>
            <p:nvPr/>
          </p:nvGraphicFramePr>
          <p:xfrm>
            <a:off x="3432" y="3707"/>
            <a:ext cx="141" cy="183"/>
          </p:xfrm>
          <a:graphic>
            <a:graphicData uri="http://schemas.openxmlformats.org/presentationml/2006/ole">
              <mc:AlternateContent xmlns:mc="http://schemas.openxmlformats.org/markup-compatibility/2006">
                <mc:Choice xmlns:v="urn:schemas-microsoft-com:vml" Requires="v">
                  <p:oleObj spid="_x0000_s3083" name="公式" r:id="rId13" imgW="3962400" imgH="4267200" progId="Equation.3">
                    <p:embed/>
                  </p:oleObj>
                </mc:Choice>
                <mc:Fallback>
                  <p:oleObj name="公式" r:id="rId13" imgW="3962400" imgH="4267200" progId="Equation.3">
                    <p:embed/>
                    <p:pic>
                      <p:nvPicPr>
                        <p:cNvPr id="0" name="Object 12"/>
                        <p:cNvPicPr>
                          <a:picLocks noChangeAspect="1"/>
                        </p:cNvPicPr>
                        <p:nvPr/>
                      </p:nvPicPr>
                      <p:blipFill>
                        <a:blip r:embed="rId14"/>
                        <a:stretch>
                          <a:fillRect/>
                        </a:stretch>
                      </p:blipFill>
                      <p:spPr>
                        <a:xfrm>
                          <a:off x="3432" y="3707"/>
                          <a:ext cx="141" cy="183"/>
                        </a:xfrm>
                        <a:prstGeom prst="rect">
                          <a:avLst/>
                        </a:prstGeom>
                        <a:noFill/>
                        <a:ln w="9525">
                          <a:noFill/>
                        </a:ln>
                      </p:spPr>
                    </p:pic>
                  </p:oleObj>
                </mc:Fallback>
              </mc:AlternateContent>
            </a:graphicData>
          </a:graphic>
        </p:graphicFrame>
        <p:graphicFrame>
          <p:nvGraphicFramePr>
            <p:cNvPr id="3084" name="Object 13"/>
            <p:cNvGraphicFramePr>
              <a:graphicFrameLocks noChangeAspect="1"/>
            </p:cNvGraphicFramePr>
            <p:nvPr/>
          </p:nvGraphicFramePr>
          <p:xfrm>
            <a:off x="3938" y="3679"/>
            <a:ext cx="119" cy="222"/>
          </p:xfrm>
          <a:graphic>
            <a:graphicData uri="http://schemas.openxmlformats.org/presentationml/2006/ole">
              <mc:AlternateContent xmlns:mc="http://schemas.openxmlformats.org/markup-compatibility/2006">
                <mc:Choice xmlns:v="urn:schemas-microsoft-com:vml" Requires="v">
                  <p:oleObj spid="_x0000_s3084" name="公式" r:id="rId15" imgW="3352800" imgH="5181600" progId="Equation.3">
                    <p:embed/>
                  </p:oleObj>
                </mc:Choice>
                <mc:Fallback>
                  <p:oleObj name="公式" r:id="rId15" imgW="3352800" imgH="5181600" progId="Equation.3">
                    <p:embed/>
                    <p:pic>
                      <p:nvPicPr>
                        <p:cNvPr id="0" name="Object 13"/>
                        <p:cNvPicPr>
                          <a:picLocks noChangeAspect="1"/>
                        </p:cNvPicPr>
                        <p:nvPr/>
                      </p:nvPicPr>
                      <p:blipFill>
                        <a:blip r:embed="rId16"/>
                        <a:stretch>
                          <a:fillRect/>
                        </a:stretch>
                      </p:blipFill>
                      <p:spPr>
                        <a:xfrm>
                          <a:off x="3938" y="3679"/>
                          <a:ext cx="119" cy="222"/>
                        </a:xfrm>
                        <a:prstGeom prst="rect">
                          <a:avLst/>
                        </a:prstGeom>
                        <a:noFill/>
                        <a:ln w="9525">
                          <a:noFill/>
                        </a:ln>
                      </p:spPr>
                    </p:pic>
                  </p:oleObj>
                </mc:Fallback>
              </mc:AlternateContent>
            </a:graphicData>
          </a:graphic>
        </p:graphicFrame>
        <p:graphicFrame>
          <p:nvGraphicFramePr>
            <p:cNvPr id="3085" name="Object 14"/>
            <p:cNvGraphicFramePr>
              <a:graphicFrameLocks noChangeAspect="1"/>
            </p:cNvGraphicFramePr>
            <p:nvPr/>
          </p:nvGraphicFramePr>
          <p:xfrm>
            <a:off x="4616" y="3672"/>
            <a:ext cx="130" cy="235"/>
          </p:xfrm>
          <a:graphic>
            <a:graphicData uri="http://schemas.openxmlformats.org/presentationml/2006/ole">
              <mc:AlternateContent xmlns:mc="http://schemas.openxmlformats.org/markup-compatibility/2006">
                <mc:Choice xmlns:v="urn:schemas-microsoft-com:vml" Requires="v">
                  <p:oleObj spid="_x0000_s3085" name="公式" r:id="rId17" imgW="3657600" imgH="5486400" progId="Equation.3">
                    <p:embed/>
                  </p:oleObj>
                </mc:Choice>
                <mc:Fallback>
                  <p:oleObj name="公式" r:id="rId17" imgW="3657600" imgH="5486400" progId="Equation.3">
                    <p:embed/>
                    <p:pic>
                      <p:nvPicPr>
                        <p:cNvPr id="0" name="Object 14"/>
                        <p:cNvPicPr>
                          <a:picLocks noChangeAspect="1"/>
                        </p:cNvPicPr>
                        <p:nvPr/>
                      </p:nvPicPr>
                      <p:blipFill>
                        <a:blip r:embed="rId18"/>
                        <a:stretch>
                          <a:fillRect/>
                        </a:stretch>
                      </p:blipFill>
                      <p:spPr>
                        <a:xfrm>
                          <a:off x="4616" y="3672"/>
                          <a:ext cx="130" cy="235"/>
                        </a:xfrm>
                        <a:prstGeom prst="rect">
                          <a:avLst/>
                        </a:prstGeom>
                        <a:noFill/>
                        <a:ln w="9525">
                          <a:noFill/>
                        </a:ln>
                      </p:spPr>
                    </p:pic>
                  </p:oleObj>
                </mc:Fallback>
              </mc:AlternateContent>
            </a:graphicData>
          </a:graphic>
        </p:graphicFrame>
        <p:graphicFrame>
          <p:nvGraphicFramePr>
            <p:cNvPr id="3086" name="Object 15"/>
            <p:cNvGraphicFramePr>
              <a:graphicFrameLocks noChangeAspect="1"/>
            </p:cNvGraphicFramePr>
            <p:nvPr/>
          </p:nvGraphicFramePr>
          <p:xfrm>
            <a:off x="5282" y="3671"/>
            <a:ext cx="87" cy="170"/>
          </p:xfrm>
          <a:graphic>
            <a:graphicData uri="http://schemas.openxmlformats.org/presentationml/2006/ole">
              <mc:AlternateContent xmlns:mc="http://schemas.openxmlformats.org/markup-compatibility/2006">
                <mc:Choice xmlns:v="urn:schemas-microsoft-com:vml" Requires="v">
                  <p:oleObj spid="_x0000_s3086" name="公式" r:id="rId19" imgW="2438400" imgH="3962400" progId="Equation.3">
                    <p:embed/>
                  </p:oleObj>
                </mc:Choice>
                <mc:Fallback>
                  <p:oleObj name="公式" r:id="rId19" imgW="2438400" imgH="3962400" progId="Equation.3">
                    <p:embed/>
                    <p:pic>
                      <p:nvPicPr>
                        <p:cNvPr id="0" name="Object 15"/>
                        <p:cNvPicPr>
                          <a:picLocks noChangeAspect="1"/>
                        </p:cNvPicPr>
                        <p:nvPr/>
                      </p:nvPicPr>
                      <p:blipFill>
                        <a:blip r:embed="rId20"/>
                        <a:stretch>
                          <a:fillRect/>
                        </a:stretch>
                      </p:blipFill>
                      <p:spPr>
                        <a:xfrm>
                          <a:off x="5282" y="3671"/>
                          <a:ext cx="87" cy="170"/>
                        </a:xfrm>
                        <a:prstGeom prst="rect">
                          <a:avLst/>
                        </a:prstGeom>
                        <a:noFill/>
                        <a:ln w="9525">
                          <a:noFill/>
                        </a:ln>
                      </p:spPr>
                    </p:pic>
                  </p:oleObj>
                </mc:Fallback>
              </mc:AlternateContent>
            </a:graphicData>
          </a:graphic>
        </p:graphicFrame>
        <p:sp>
          <p:nvSpPr>
            <p:cNvPr id="3101" name="Freeform 16"/>
            <p:cNvSpPr/>
            <p:nvPr/>
          </p:nvSpPr>
          <p:spPr bwMode="auto">
            <a:xfrm>
              <a:off x="4009" y="2139"/>
              <a:ext cx="645" cy="1474"/>
            </a:xfrm>
            <a:custGeom>
              <a:avLst/>
              <a:gdLst>
                <a:gd name="T0" fmla="*/ 0 w 645"/>
                <a:gd name="T1" fmla="*/ 1474 h 1474"/>
                <a:gd name="T2" fmla="*/ 299 w 645"/>
                <a:gd name="T3" fmla="*/ 0 h 1474"/>
                <a:gd name="T4" fmla="*/ 645 w 645"/>
                <a:gd name="T5" fmla="*/ 1474 h 1474"/>
                <a:gd name="T6" fmla="*/ 0 60000 65536"/>
                <a:gd name="T7" fmla="*/ 0 60000 65536"/>
                <a:gd name="T8" fmla="*/ 0 60000 65536"/>
                <a:gd name="T9" fmla="*/ 0 w 645"/>
                <a:gd name="T10" fmla="*/ 0 h 1474"/>
                <a:gd name="T11" fmla="*/ 645 w 645"/>
                <a:gd name="T12" fmla="*/ 1474 h 1474"/>
              </a:gdLst>
              <a:ahLst/>
              <a:cxnLst>
                <a:cxn ang="T6">
                  <a:pos x="T0" y="T1"/>
                </a:cxn>
                <a:cxn ang="T7">
                  <a:pos x="T2" y="T3"/>
                </a:cxn>
                <a:cxn ang="T8">
                  <a:pos x="T4" y="T5"/>
                </a:cxn>
              </a:cxnLst>
              <a:rect l="T9" t="T10" r="T11" b="T12"/>
              <a:pathLst>
                <a:path w="645" h="1474">
                  <a:moveTo>
                    <a:pt x="0" y="1474"/>
                  </a:moveTo>
                  <a:cubicBezTo>
                    <a:pt x="96" y="737"/>
                    <a:pt x="192" y="0"/>
                    <a:pt x="299" y="0"/>
                  </a:cubicBezTo>
                  <a:cubicBezTo>
                    <a:pt x="406" y="0"/>
                    <a:pt x="525" y="737"/>
                    <a:pt x="645" y="1474"/>
                  </a:cubicBezTo>
                </a:path>
              </a:pathLst>
            </a:custGeom>
            <a:solidFill>
              <a:srgbClr val="6699FF">
                <a:alpha val="61960"/>
              </a:srgbClr>
            </a:solidFill>
            <a:ln w="28575">
              <a:solidFill>
                <a:srgbClr val="000000"/>
              </a:solidFill>
              <a:round/>
            </a:ln>
          </p:spPr>
          <p:txBody>
            <a:bodyPr tIns="82800" bIns="82800">
              <a:spAutoFit/>
            </a:bodyPr>
            <a:lstStyle/>
            <a:p>
              <a:endParaRPr lang="zh-CN" altLang="en-US"/>
            </a:p>
          </p:txBody>
        </p:sp>
      </p:grpSp>
      <p:grpSp>
        <p:nvGrpSpPr>
          <p:cNvPr id="3" name="Group 17"/>
          <p:cNvGrpSpPr/>
          <p:nvPr/>
        </p:nvGrpSpPr>
        <p:grpSpPr bwMode="auto">
          <a:xfrm>
            <a:off x="5724525" y="3937000"/>
            <a:ext cx="977900" cy="1820863"/>
            <a:chOff x="3619" y="2469"/>
            <a:chExt cx="557" cy="912"/>
          </a:xfrm>
        </p:grpSpPr>
        <p:sp>
          <p:nvSpPr>
            <p:cNvPr id="3097" name="Line 18"/>
            <p:cNvSpPr>
              <a:spLocks noChangeShapeType="1"/>
            </p:cNvSpPr>
            <p:nvPr/>
          </p:nvSpPr>
          <p:spPr bwMode="auto">
            <a:xfrm>
              <a:off x="3619" y="2469"/>
              <a:ext cx="557" cy="0"/>
            </a:xfrm>
            <a:prstGeom prst="line">
              <a:avLst/>
            </a:prstGeom>
            <a:noFill/>
            <a:ln w="19050">
              <a:solidFill>
                <a:srgbClr val="CC0000"/>
              </a:solidFill>
              <a:prstDash val="dash"/>
              <a:round/>
            </a:ln>
          </p:spPr>
          <p:txBody>
            <a:bodyPr/>
            <a:lstStyle/>
            <a:p>
              <a:endParaRPr lang="zh-CN" altLang="en-US"/>
            </a:p>
          </p:txBody>
        </p:sp>
        <p:sp>
          <p:nvSpPr>
            <p:cNvPr id="3098" name="Line 19"/>
            <p:cNvSpPr>
              <a:spLocks noChangeShapeType="1"/>
            </p:cNvSpPr>
            <p:nvPr/>
          </p:nvSpPr>
          <p:spPr bwMode="auto">
            <a:xfrm>
              <a:off x="4147" y="2469"/>
              <a:ext cx="0" cy="912"/>
            </a:xfrm>
            <a:prstGeom prst="line">
              <a:avLst/>
            </a:prstGeom>
            <a:noFill/>
            <a:ln w="50800">
              <a:solidFill>
                <a:srgbClr val="CC0000"/>
              </a:solidFill>
              <a:round/>
            </a:ln>
          </p:spPr>
          <p:txBody>
            <a:bodyPr/>
            <a:lstStyle/>
            <a:p>
              <a:endParaRPr lang="zh-CN" altLang="en-US"/>
            </a:p>
          </p:txBody>
        </p:sp>
      </p:grpSp>
      <p:sp>
        <p:nvSpPr>
          <p:cNvPr id="138260" name="Text Box 20"/>
          <p:cNvSpPr txBox="1">
            <a:spLocks noChangeArrowheads="1"/>
          </p:cNvSpPr>
          <p:nvPr/>
        </p:nvSpPr>
        <p:spPr bwMode="auto">
          <a:xfrm>
            <a:off x="4751388" y="1358900"/>
            <a:ext cx="2725737" cy="1279525"/>
          </a:xfrm>
          <a:prstGeom prst="rect">
            <a:avLst/>
          </a:prstGeom>
          <a:solidFill>
            <a:srgbClr val="CCFFCC"/>
          </a:solidFill>
          <a:ln w="19050" algn="ctr">
            <a:solidFill>
              <a:srgbClr val="00FF00"/>
            </a:solidFill>
            <a:miter lim="800000"/>
          </a:ln>
        </p:spPr>
        <p:txBody>
          <a:bodyPr tIns="82800" bIns="82800">
            <a:spAutoFit/>
          </a:bodyPr>
          <a:lstStyle/>
          <a:p>
            <a:pPr algn="just" eaLnBrk="0" hangingPunct="0">
              <a:spcBef>
                <a:spcPct val="50000"/>
              </a:spcBef>
            </a:pPr>
            <a:r>
              <a:rPr kumimoji="0" lang="zh-CN" altLang="en-US" b="1" i="0">
                <a:solidFill>
                  <a:schemeClr val="bg1"/>
                </a:solidFill>
                <a:latin typeface="Times New Roman" panose="02020603050405020304" pitchFamily="18" charset="0"/>
              </a:rPr>
              <a:t>冲量的任何分量等于在它自己方向上的动量分量的增量</a:t>
            </a:r>
            <a:endParaRPr kumimoji="0" lang="zh-CN" altLang="en-US" b="1" i="0">
              <a:solidFill>
                <a:schemeClr val="bg1"/>
              </a:solidFill>
              <a:latin typeface="Times New Roman" panose="02020603050405020304" pitchFamily="18" charset="0"/>
            </a:endParaRPr>
          </a:p>
        </p:txBody>
      </p:sp>
      <p:sp>
        <p:nvSpPr>
          <p:cNvPr id="138261" name="Text Box 21"/>
          <p:cNvSpPr txBox="1">
            <a:spLocks noChangeArrowheads="1"/>
          </p:cNvSpPr>
          <p:nvPr/>
        </p:nvSpPr>
        <p:spPr bwMode="auto">
          <a:xfrm>
            <a:off x="385763" y="468313"/>
            <a:ext cx="4383087" cy="585787"/>
          </a:xfrm>
          <a:prstGeom prst="rect">
            <a:avLst/>
          </a:prstGeom>
          <a:noFill/>
          <a:ln w="9525" algn="ctr">
            <a:noFill/>
            <a:miter lim="800000"/>
          </a:ln>
        </p:spPr>
        <p:txBody>
          <a:bodyPr tIns="82800" bIns="82800">
            <a:spAutoFit/>
          </a:bodyPr>
          <a:lstStyle/>
          <a:p>
            <a:pPr algn="just" eaLnBrk="0" hangingPunct="0">
              <a:lnSpc>
                <a:spcPct val="115000"/>
              </a:lnSpc>
              <a:buClr>
                <a:srgbClr val="CC0000"/>
              </a:buClr>
              <a:buFont typeface="Wingdings" panose="05000000000000000000" pitchFamily="2" charset="2"/>
              <a:buChar char="v"/>
            </a:pPr>
            <a:r>
              <a:rPr kumimoji="0" lang="zh-CN" altLang="en-US" b="1" i="0">
                <a:solidFill>
                  <a:schemeClr val="bg1"/>
                </a:solidFill>
                <a:latin typeface="Times New Roman" panose="02020603050405020304" pitchFamily="18" charset="0"/>
              </a:rPr>
              <a:t>动量定理的分量形式</a:t>
            </a:r>
            <a:endParaRPr kumimoji="0" lang="zh-CN" altLang="en-US" b="1" i="0">
              <a:solidFill>
                <a:schemeClr val="bg1"/>
              </a:solidFill>
              <a:latin typeface="Times New Roman" panose="02020603050405020304" pitchFamily="18" charset="0"/>
            </a:endParaRPr>
          </a:p>
        </p:txBody>
      </p:sp>
      <p:grpSp>
        <p:nvGrpSpPr>
          <p:cNvPr id="4" name="Group 22"/>
          <p:cNvGrpSpPr/>
          <p:nvPr/>
        </p:nvGrpSpPr>
        <p:grpSpPr bwMode="auto">
          <a:xfrm>
            <a:off x="5729288" y="4422775"/>
            <a:ext cx="1660525" cy="1308100"/>
            <a:chOff x="3609" y="2786"/>
            <a:chExt cx="1046" cy="824"/>
          </a:xfrm>
        </p:grpSpPr>
        <p:sp>
          <p:nvSpPr>
            <p:cNvPr id="3095" name="Rectangle 23"/>
            <p:cNvSpPr>
              <a:spLocks noChangeArrowheads="1"/>
            </p:cNvSpPr>
            <p:nvPr/>
          </p:nvSpPr>
          <p:spPr bwMode="auto">
            <a:xfrm>
              <a:off x="3983" y="2786"/>
              <a:ext cx="671" cy="824"/>
            </a:xfrm>
            <a:prstGeom prst="rect">
              <a:avLst/>
            </a:prstGeom>
            <a:noFill/>
            <a:ln w="19050" algn="ctr">
              <a:solidFill>
                <a:srgbClr val="008000"/>
              </a:solidFill>
              <a:prstDash val="dash"/>
              <a:miter lim="800000"/>
            </a:ln>
          </p:spPr>
          <p:txBody>
            <a:bodyPr tIns="82800" bIns="82800" anchor="ctr">
              <a:spAutoFit/>
            </a:bodyPr>
            <a:lstStyle/>
            <a:p>
              <a:endParaRPr lang="zh-CN" altLang="en-US"/>
            </a:p>
          </p:txBody>
        </p:sp>
        <p:sp>
          <p:nvSpPr>
            <p:cNvPr id="3096" name="Line 24"/>
            <p:cNvSpPr>
              <a:spLocks noChangeShapeType="1"/>
            </p:cNvSpPr>
            <p:nvPr/>
          </p:nvSpPr>
          <p:spPr bwMode="auto">
            <a:xfrm>
              <a:off x="3609" y="2786"/>
              <a:ext cx="1046" cy="0"/>
            </a:xfrm>
            <a:prstGeom prst="line">
              <a:avLst/>
            </a:prstGeom>
            <a:noFill/>
            <a:ln w="19050">
              <a:solidFill>
                <a:srgbClr val="008000"/>
              </a:solidFill>
              <a:prstDash val="dash"/>
              <a:round/>
            </a:ln>
          </p:spPr>
          <p:txBody>
            <a:bodyPr tIns="82800" bIns="82800">
              <a:spAutoFit/>
            </a:bodyPr>
            <a:lstStyle/>
            <a:p>
              <a:endParaRPr lang="zh-CN" altLang="en-US"/>
            </a:p>
          </p:txBody>
        </p:sp>
      </p:grpSp>
      <p:sp>
        <p:nvSpPr>
          <p:cNvPr id="138265" name="AutoShape 25"/>
          <p:cNvSpPr/>
          <p:nvPr/>
        </p:nvSpPr>
        <p:spPr bwMode="auto">
          <a:xfrm>
            <a:off x="4302125" y="1258888"/>
            <a:ext cx="288925" cy="1584325"/>
          </a:xfrm>
          <a:prstGeom prst="rightBrace">
            <a:avLst>
              <a:gd name="adj1" fmla="val 45696"/>
              <a:gd name="adj2" fmla="val 50000"/>
            </a:avLst>
          </a:prstGeom>
          <a:noFill/>
          <a:ln w="19050">
            <a:solidFill>
              <a:srgbClr val="0000FF"/>
            </a:solidFill>
            <a:round/>
          </a:ln>
        </p:spPr>
        <p:txBody>
          <a:bodyPr wrap="none" anchor="ctr"/>
          <a:lstStyle/>
          <a:p>
            <a:endParaRPr lang="zh-CN" altLang="en-US"/>
          </a:p>
        </p:txBody>
      </p:sp>
      <p:sp>
        <p:nvSpPr>
          <p:cNvPr id="138266" name="Text Box 26"/>
          <p:cNvSpPr txBox="1">
            <a:spLocks noChangeArrowheads="1"/>
          </p:cNvSpPr>
          <p:nvPr/>
        </p:nvSpPr>
        <p:spPr bwMode="auto">
          <a:xfrm>
            <a:off x="468313" y="3141663"/>
            <a:ext cx="4191000" cy="585787"/>
          </a:xfrm>
          <a:prstGeom prst="rect">
            <a:avLst/>
          </a:prstGeom>
          <a:noFill/>
          <a:ln w="9525">
            <a:noFill/>
            <a:miter lim="800000"/>
          </a:ln>
        </p:spPr>
        <p:txBody>
          <a:bodyPr tIns="82800" bIns="82800">
            <a:spAutoFit/>
          </a:bodyPr>
          <a:lstStyle/>
          <a:p>
            <a:pPr algn="just" eaLnBrk="0" hangingPunct="0">
              <a:lnSpc>
                <a:spcPct val="115000"/>
              </a:lnSpc>
              <a:buClr>
                <a:srgbClr val="CC0000"/>
              </a:buClr>
              <a:buFont typeface="Wingdings" panose="05000000000000000000" pitchFamily="2" charset="2"/>
              <a:buChar char="v"/>
            </a:pPr>
            <a:r>
              <a:rPr kumimoji="0" lang="zh-CN" altLang="en-US" b="1" i="0">
                <a:solidFill>
                  <a:schemeClr val="bg1"/>
                </a:solidFill>
                <a:latin typeface="Times New Roman" panose="02020603050405020304" pitchFamily="18" charset="0"/>
              </a:rPr>
              <a:t>平均冲力</a:t>
            </a:r>
            <a:endParaRPr kumimoji="0" lang="zh-CN" altLang="en-US" i="0">
              <a:solidFill>
                <a:schemeClr val="bg1"/>
              </a:solidFill>
              <a:latin typeface="Times New Roman" panose="02020603050405020304" pitchFamily="18" charset="0"/>
            </a:endParaRPr>
          </a:p>
        </p:txBody>
      </p:sp>
      <p:graphicFrame>
        <p:nvGraphicFramePr>
          <p:cNvPr id="138267" name="Object 27"/>
          <p:cNvGraphicFramePr>
            <a:graphicFrameLocks noGrp="1" noChangeAspect="1"/>
          </p:cNvGraphicFramePr>
          <p:nvPr>
            <p:ph sz="half" idx="4294967295"/>
          </p:nvPr>
        </p:nvGraphicFramePr>
        <p:xfrm>
          <a:off x="1422400" y="5768975"/>
          <a:ext cx="2335213" cy="687388"/>
        </p:xfrm>
        <a:graphic>
          <a:graphicData uri="http://schemas.openxmlformats.org/presentationml/2006/ole">
            <mc:AlternateContent xmlns:mc="http://schemas.openxmlformats.org/markup-compatibility/2006">
              <mc:Choice xmlns:v="urn:schemas-microsoft-com:vml" Requires="v">
                <p:oleObj spid="_x0000_s3078" name="公式" r:id="rId21" imgW="31089600" imgH="9144000" progId="Equation.3">
                  <p:embed/>
                </p:oleObj>
              </mc:Choice>
              <mc:Fallback>
                <p:oleObj name="公式" r:id="rId21" imgW="31089600" imgH="9144000" progId="Equation.3">
                  <p:embed/>
                  <p:pic>
                    <p:nvPicPr>
                      <p:cNvPr id="0" name="Object 27"/>
                      <p:cNvPicPr>
                        <a:picLocks noGrp="1" noChangeAspect="1"/>
                      </p:cNvPicPr>
                      <p:nvPr/>
                    </p:nvPicPr>
                    <p:blipFill>
                      <a:blip r:embed="rId22"/>
                      <a:stretch>
                        <a:fillRect/>
                      </a:stretch>
                    </p:blipFill>
                    <p:spPr>
                      <a:xfrm>
                        <a:off x="1422400" y="5768975"/>
                        <a:ext cx="2335213" cy="687388"/>
                      </a:xfrm>
                      <a:prstGeom prst="rect">
                        <a:avLst/>
                      </a:prstGeom>
                      <a:noFill/>
                      <a:ln w="9525">
                        <a:noFill/>
                      </a:ln>
                    </p:spPr>
                  </p:pic>
                </p:oleObj>
              </mc:Fallback>
            </mc:AlternateContent>
          </a:graphicData>
        </a:graphic>
      </p:graphicFrame>
      <p:graphicFrame>
        <p:nvGraphicFramePr>
          <p:cNvPr id="138268" name="Object 28"/>
          <p:cNvGraphicFramePr>
            <a:graphicFrameLocks noChangeAspect="1"/>
          </p:cNvGraphicFramePr>
          <p:nvPr>
            <p:ph sz="half" idx="4294967295"/>
          </p:nvPr>
        </p:nvGraphicFramePr>
        <p:xfrm>
          <a:off x="2371725" y="3924300"/>
          <a:ext cx="1155700" cy="411163"/>
        </p:xfrm>
        <a:graphic>
          <a:graphicData uri="http://schemas.openxmlformats.org/presentationml/2006/ole">
            <mc:AlternateContent xmlns:mc="http://schemas.openxmlformats.org/markup-compatibility/2006">
              <mc:Choice xmlns:v="urn:schemas-microsoft-com:vml" Requires="v">
                <p:oleObj spid="_x0000_s3079" name="公式" r:id="rId23" imgW="17983200" imgH="6400800" progId="Equation.3">
                  <p:embed/>
                </p:oleObj>
              </mc:Choice>
              <mc:Fallback>
                <p:oleObj name="公式" r:id="rId23" imgW="17983200" imgH="6400800" progId="Equation.3">
                  <p:embed/>
                  <p:pic>
                    <p:nvPicPr>
                      <p:cNvPr id="0" name="Object 28"/>
                      <p:cNvPicPr>
                        <a:picLocks noChangeAspect="1"/>
                      </p:cNvPicPr>
                      <p:nvPr/>
                    </p:nvPicPr>
                    <p:blipFill>
                      <a:blip r:embed="rId24"/>
                      <a:stretch>
                        <a:fillRect/>
                      </a:stretch>
                    </p:blipFill>
                    <p:spPr>
                      <a:xfrm>
                        <a:off x="2371725" y="3924300"/>
                        <a:ext cx="1155700" cy="411163"/>
                      </a:xfrm>
                      <a:prstGeom prst="rect">
                        <a:avLst/>
                      </a:prstGeom>
                      <a:noFill/>
                      <a:ln w="9525">
                        <a:noFill/>
                      </a:ln>
                    </p:spPr>
                  </p:pic>
                </p:oleObj>
              </mc:Fallback>
            </mc:AlternateContent>
          </a:graphicData>
        </a:graphic>
      </p:graphicFrame>
      <p:graphicFrame>
        <p:nvGraphicFramePr>
          <p:cNvPr id="3080" name="Object 29"/>
          <p:cNvGraphicFramePr>
            <a:graphicFrameLocks noChangeAspect="1"/>
          </p:cNvGraphicFramePr>
          <p:nvPr/>
        </p:nvGraphicFramePr>
        <p:xfrm>
          <a:off x="5876925" y="458788"/>
          <a:ext cx="2408238" cy="687387"/>
        </p:xfrm>
        <a:graphic>
          <a:graphicData uri="http://schemas.openxmlformats.org/presentationml/2006/ole">
            <mc:AlternateContent xmlns:mc="http://schemas.openxmlformats.org/markup-compatibility/2006">
              <mc:Choice xmlns:v="urn:schemas-microsoft-com:vml" Requires="v">
                <p:oleObj spid="_x0000_s3080" name="公式" r:id="rId25" imgW="32004000" imgH="9144000" progId="Equation.3">
                  <p:embed/>
                </p:oleObj>
              </mc:Choice>
              <mc:Fallback>
                <p:oleObj name="公式" r:id="rId25" imgW="32004000" imgH="9144000" progId="Equation.3">
                  <p:embed/>
                  <p:pic>
                    <p:nvPicPr>
                      <p:cNvPr id="0" name="Object 29"/>
                      <p:cNvPicPr>
                        <a:picLocks noChangeAspect="1"/>
                      </p:cNvPicPr>
                      <p:nvPr/>
                    </p:nvPicPr>
                    <p:blipFill>
                      <a:blip r:embed="rId26"/>
                      <a:stretch>
                        <a:fillRect/>
                      </a:stretch>
                    </p:blipFill>
                    <p:spPr>
                      <a:xfrm>
                        <a:off x="5876925" y="458788"/>
                        <a:ext cx="2408238" cy="687387"/>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8261"/>
                                        </p:tgtEl>
                                        <p:attrNameLst>
                                          <p:attrName>style.visibility</p:attrName>
                                        </p:attrNameLst>
                                      </p:cBhvr>
                                      <p:to>
                                        <p:strVal val="visible"/>
                                      </p:to>
                                    </p:set>
                                    <p:animEffect transition="in" filter="wipe(left)">
                                      <p:cBhvr>
                                        <p:cTn id="7" dur="500"/>
                                        <p:tgtEl>
                                          <p:spTgt spid="13826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38242"/>
                                        </p:tgtEl>
                                        <p:attrNameLst>
                                          <p:attrName>style.visibility</p:attrName>
                                        </p:attrNameLst>
                                      </p:cBhvr>
                                      <p:to>
                                        <p:strVal val="visible"/>
                                      </p:to>
                                    </p:set>
                                    <p:animEffect transition="in" filter="box(out)">
                                      <p:cBhvr>
                                        <p:cTn id="12" dur="500"/>
                                        <p:tgtEl>
                                          <p:spTgt spid="13824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8265"/>
                                        </p:tgtEl>
                                        <p:attrNameLst>
                                          <p:attrName>style.visibility</p:attrName>
                                        </p:attrNameLst>
                                      </p:cBhvr>
                                      <p:to>
                                        <p:strVal val="visible"/>
                                      </p:to>
                                    </p:set>
                                    <p:animEffect transition="in" filter="wipe(left)">
                                      <p:cBhvr>
                                        <p:cTn id="17" dur="500"/>
                                        <p:tgtEl>
                                          <p:spTgt spid="138265"/>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38260"/>
                                        </p:tgtEl>
                                        <p:attrNameLst>
                                          <p:attrName>style.visibility</p:attrName>
                                        </p:attrNameLst>
                                      </p:cBhvr>
                                      <p:to>
                                        <p:strVal val="visible"/>
                                      </p:to>
                                    </p:set>
                                    <p:animEffect transition="in" filter="box(out)">
                                      <p:cBhvr>
                                        <p:cTn id="22" dur="500"/>
                                        <p:tgtEl>
                                          <p:spTgt spid="13826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8266"/>
                                        </p:tgtEl>
                                        <p:attrNameLst>
                                          <p:attrName>style.visibility</p:attrName>
                                        </p:attrNameLst>
                                      </p:cBhvr>
                                      <p:to>
                                        <p:strVal val="visible"/>
                                      </p:to>
                                    </p:set>
                                    <p:animEffect transition="in" filter="wipe(left)">
                                      <p:cBhvr>
                                        <p:cTn id="27" dur="500"/>
                                        <p:tgtEl>
                                          <p:spTgt spid="138266"/>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38245"/>
                                        </p:tgtEl>
                                        <p:attrNameLst>
                                          <p:attrName>style.visibility</p:attrName>
                                        </p:attrNameLst>
                                      </p:cBhvr>
                                      <p:to>
                                        <p:strVal val="visible"/>
                                      </p:to>
                                    </p:set>
                                    <p:animEffect transition="in" filter="wipe(left)">
                                      <p:cBhvr>
                                        <p:cTn id="38" dur="500"/>
                                        <p:tgtEl>
                                          <p:spTgt spid="138245"/>
                                        </p:tgtEl>
                                      </p:cBhvr>
                                    </p:animEffect>
                                  </p:childTnLst>
                                </p:cTn>
                              </p:par>
                            </p:childTnLst>
                          </p:cTn>
                        </p:par>
                        <p:par>
                          <p:cTn id="39" fill="hold">
                            <p:stCondLst>
                              <p:cond delay="500"/>
                            </p:stCondLst>
                            <p:childTnLst>
                              <p:par>
                                <p:cTn id="40" presetID="22" presetClass="entr" presetSubtype="1" fill="hold" nodeType="after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up)">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38244"/>
                                        </p:tgtEl>
                                        <p:attrNameLst>
                                          <p:attrName>style.visibility</p:attrName>
                                        </p:attrNameLst>
                                      </p:cBhvr>
                                      <p:to>
                                        <p:strVal val="visible"/>
                                      </p:to>
                                    </p:set>
                                    <p:animEffect transition="in" filter="wipe(left)">
                                      <p:cBhvr>
                                        <p:cTn id="47" dur="500"/>
                                        <p:tgtEl>
                                          <p:spTgt spid="138244"/>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 calcmode="lin" valueType="num">
                                      <p:cBhvr>
                                        <p:cTn id="52" dur="500" fill="hold"/>
                                        <p:tgtEl>
                                          <p:spTgt spid="4"/>
                                        </p:tgtEl>
                                        <p:attrNameLst>
                                          <p:attrName>ppt_w</p:attrName>
                                        </p:attrNameLst>
                                      </p:cBhvr>
                                      <p:tavLst>
                                        <p:tav tm="0">
                                          <p:val>
                                            <p:fltVal val="0"/>
                                          </p:val>
                                        </p:tav>
                                        <p:tav tm="100000">
                                          <p:val>
                                            <p:strVal val="#ppt_w"/>
                                          </p:val>
                                        </p:tav>
                                      </p:tavLst>
                                    </p:anim>
                                    <p:anim calcmode="lin" valueType="num">
                                      <p:cBhvr>
                                        <p:cTn id="53"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8246"/>
                                        </p:tgtEl>
                                        <p:attrNameLst>
                                          <p:attrName>style.visibility</p:attrName>
                                        </p:attrNameLst>
                                      </p:cBhvr>
                                      <p:to>
                                        <p:strVal val="visible"/>
                                      </p:to>
                                    </p:set>
                                    <p:animEffect transition="in" filter="wipe(left)">
                                      <p:cBhvr>
                                        <p:cTn id="58" dur="500"/>
                                        <p:tgtEl>
                                          <p:spTgt spid="13824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38268"/>
                                        </p:tgtEl>
                                        <p:attrNameLst>
                                          <p:attrName>style.visibility</p:attrName>
                                        </p:attrNameLst>
                                      </p:cBhvr>
                                      <p:to>
                                        <p:strVal val="visible"/>
                                      </p:to>
                                    </p:set>
                                    <p:animEffect transition="in" filter="wipe(left)">
                                      <p:cBhvr>
                                        <p:cTn id="63" dur="500"/>
                                        <p:tgtEl>
                                          <p:spTgt spid="13826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38243"/>
                                        </p:tgtEl>
                                        <p:attrNameLst>
                                          <p:attrName>style.visibility</p:attrName>
                                        </p:attrNameLst>
                                      </p:cBhvr>
                                      <p:to>
                                        <p:strVal val="visible"/>
                                      </p:to>
                                    </p:set>
                                    <p:animEffect transition="in" filter="wipe(left)">
                                      <p:cBhvr>
                                        <p:cTn id="68" dur="500"/>
                                        <p:tgtEl>
                                          <p:spTgt spid="13824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38267"/>
                                        </p:tgtEl>
                                        <p:attrNameLst>
                                          <p:attrName>style.visibility</p:attrName>
                                        </p:attrNameLst>
                                      </p:cBhvr>
                                      <p:to>
                                        <p:strVal val="visible"/>
                                      </p:to>
                                    </p:set>
                                    <p:animEffect transition="in" filter="wipe(left)">
                                      <p:cBhvr>
                                        <p:cTn id="73" dur="500"/>
                                        <p:tgtEl>
                                          <p:spTgt spid="138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3" grpId="0" animBg="1"/>
      <p:bldP spid="138260" grpId="0" animBg="1"/>
      <p:bldP spid="138261" grpId="0"/>
      <p:bldP spid="138265" grpId="0" animBg="1"/>
      <p:bldP spid="1382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ext Box 2"/>
          <p:cNvSpPr txBox="1">
            <a:spLocks noChangeArrowheads="1"/>
          </p:cNvSpPr>
          <p:nvPr/>
        </p:nvSpPr>
        <p:spPr bwMode="auto">
          <a:xfrm>
            <a:off x="134938" y="1133475"/>
            <a:ext cx="8596312" cy="830263"/>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(1) </a:t>
            </a:r>
            <a:r>
              <a:rPr kumimoji="0" lang="zh-CN" altLang="en-US" b="1" i="0">
                <a:solidFill>
                  <a:schemeClr val="bg1"/>
                </a:solidFill>
                <a:latin typeface="Times New Roman" panose="02020603050405020304" pitchFamily="18" charset="0"/>
              </a:rPr>
              <a:t>动量和冲量都是</a:t>
            </a:r>
            <a:r>
              <a:rPr kumimoji="0" lang="zh-CN" altLang="en-US" b="1" i="0">
                <a:solidFill>
                  <a:srgbClr val="FF6600"/>
                </a:solidFill>
                <a:latin typeface="Times New Roman" panose="02020603050405020304" pitchFamily="18" charset="0"/>
              </a:rPr>
              <a:t>矢量</a:t>
            </a:r>
            <a:r>
              <a:rPr kumimoji="0" lang="zh-CN" altLang="en-US" b="1" i="0">
                <a:solidFill>
                  <a:schemeClr val="bg1"/>
                </a:solidFill>
                <a:latin typeface="Times New Roman" panose="02020603050405020304" pitchFamily="18" charset="0"/>
              </a:rPr>
              <a:t>，动量与速度同方向，冲量沿动量增量的方向。</a:t>
            </a:r>
            <a:endParaRPr kumimoji="0" lang="zh-CN" altLang="en-US" b="1" i="0">
              <a:solidFill>
                <a:schemeClr val="bg1"/>
              </a:solidFill>
              <a:latin typeface="Times New Roman" panose="02020603050405020304" pitchFamily="18" charset="0"/>
            </a:endParaRPr>
          </a:p>
        </p:txBody>
      </p:sp>
      <p:sp>
        <p:nvSpPr>
          <p:cNvPr id="139267" name="Text Box 3"/>
          <p:cNvSpPr txBox="1">
            <a:spLocks noChangeArrowheads="1"/>
          </p:cNvSpPr>
          <p:nvPr/>
        </p:nvSpPr>
        <p:spPr bwMode="auto">
          <a:xfrm>
            <a:off x="134938" y="2033588"/>
            <a:ext cx="8982075"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(2) </a:t>
            </a:r>
            <a:r>
              <a:rPr kumimoji="0" lang="zh-CN" altLang="en-US" b="1" i="0">
                <a:solidFill>
                  <a:schemeClr val="bg1"/>
                </a:solidFill>
                <a:latin typeface="Times New Roman" panose="02020603050405020304" pitchFamily="18" charset="0"/>
              </a:rPr>
              <a:t>动量是物质运动的一种量度，具有</a:t>
            </a:r>
            <a:r>
              <a:rPr kumimoji="0" lang="zh-CN" altLang="en-US" b="1" i="0">
                <a:solidFill>
                  <a:srgbClr val="FF6600"/>
                </a:solidFill>
                <a:latin typeface="Times New Roman" panose="02020603050405020304" pitchFamily="18" charset="0"/>
              </a:rPr>
              <a:t>矢量性</a:t>
            </a:r>
            <a:r>
              <a:rPr kumimoji="0" lang="zh-CN" altLang="en-US" b="1" i="0">
                <a:solidFill>
                  <a:schemeClr val="bg1"/>
                </a:solidFill>
                <a:latin typeface="Times New Roman" panose="02020603050405020304" pitchFamily="18" charset="0"/>
              </a:rPr>
              <a:t>、</a:t>
            </a:r>
            <a:r>
              <a:rPr kumimoji="0" lang="zh-CN" altLang="en-US" b="1" i="0">
                <a:solidFill>
                  <a:srgbClr val="FF6600"/>
                </a:solidFill>
                <a:latin typeface="Times New Roman" panose="02020603050405020304" pitchFamily="18" charset="0"/>
              </a:rPr>
              <a:t>瞬时性</a:t>
            </a:r>
            <a:r>
              <a:rPr kumimoji="0" lang="zh-CN" altLang="en-US" b="1" i="0">
                <a:solidFill>
                  <a:schemeClr val="bg1"/>
                </a:solidFill>
                <a:latin typeface="Times New Roman" panose="02020603050405020304" pitchFamily="18" charset="0"/>
              </a:rPr>
              <a:t>和</a:t>
            </a:r>
            <a:r>
              <a:rPr kumimoji="0" lang="zh-CN" altLang="en-US" b="1" i="0">
                <a:solidFill>
                  <a:srgbClr val="FF6600"/>
                </a:solidFill>
                <a:latin typeface="Times New Roman" panose="02020603050405020304" pitchFamily="18" charset="0"/>
              </a:rPr>
              <a:t>相对性</a:t>
            </a:r>
            <a:r>
              <a:rPr kumimoji="0" lang="zh-CN" altLang="en-US" b="1" i="0">
                <a:solidFill>
                  <a:schemeClr val="bg1"/>
                </a:solidFill>
                <a:latin typeface="Times New Roman" panose="02020603050405020304" pitchFamily="18" charset="0"/>
              </a:rPr>
              <a:t>。</a:t>
            </a:r>
            <a:endParaRPr kumimoji="0" lang="zh-CN" altLang="en-US" i="0">
              <a:solidFill>
                <a:schemeClr val="bg1"/>
              </a:solidFill>
              <a:latin typeface="Times New Roman" panose="02020603050405020304" pitchFamily="18" charset="0"/>
            </a:endParaRPr>
          </a:p>
        </p:txBody>
      </p:sp>
      <p:sp>
        <p:nvSpPr>
          <p:cNvPr id="139268" name="Text Box 4"/>
          <p:cNvSpPr txBox="1">
            <a:spLocks noChangeArrowheads="1"/>
          </p:cNvSpPr>
          <p:nvPr/>
        </p:nvSpPr>
        <p:spPr bwMode="auto">
          <a:xfrm>
            <a:off x="522288" y="503238"/>
            <a:ext cx="2852737"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宋体" panose="02010600030101010101" pitchFamily="2" charset="-122"/>
              </a:rPr>
              <a:t>说明</a:t>
            </a:r>
            <a:endParaRPr lang="zh-CN" altLang="en-US" b="1" i="0">
              <a:solidFill>
                <a:srgbClr val="FF6600"/>
              </a:solidFill>
              <a:latin typeface="宋体" panose="02010600030101010101" pitchFamily="2" charset="-122"/>
            </a:endParaRPr>
          </a:p>
        </p:txBody>
      </p:sp>
      <p:sp>
        <p:nvSpPr>
          <p:cNvPr id="139269" name="AutoShape 5"/>
          <p:cNvSpPr>
            <a:spLocks noChangeArrowheads="1"/>
          </p:cNvSpPr>
          <p:nvPr/>
        </p:nvSpPr>
        <p:spPr bwMode="auto">
          <a:xfrm>
            <a:off x="206375" y="4476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
        <p:nvSpPr>
          <p:cNvPr id="139270" name="Text Box 6"/>
          <p:cNvSpPr txBox="1">
            <a:spLocks noChangeArrowheads="1"/>
          </p:cNvSpPr>
          <p:nvPr/>
        </p:nvSpPr>
        <p:spPr bwMode="auto">
          <a:xfrm>
            <a:off x="134938" y="2619375"/>
            <a:ext cx="8756650" cy="830263"/>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(3) </a:t>
            </a:r>
            <a:r>
              <a:rPr kumimoji="0" lang="zh-CN" altLang="en-US" b="1" i="0">
                <a:solidFill>
                  <a:schemeClr val="bg1"/>
                </a:solidFill>
                <a:latin typeface="Times New Roman" panose="02020603050405020304" pitchFamily="18" charset="0"/>
              </a:rPr>
              <a:t>冲量是物质运动状态发生变化的原因。它是任何力</a:t>
            </a:r>
            <a:r>
              <a:rPr kumimoji="0" lang="zh-CN" altLang="en-US" b="1" i="0">
                <a:solidFill>
                  <a:srgbClr val="FF6600"/>
                </a:solidFill>
                <a:latin typeface="Times New Roman" panose="02020603050405020304" pitchFamily="18" charset="0"/>
              </a:rPr>
              <a:t>在时间过程中的积累效应</a:t>
            </a:r>
            <a:r>
              <a:rPr kumimoji="0" lang="zh-CN" altLang="en-US" b="1" i="0">
                <a:solidFill>
                  <a:schemeClr val="bg1"/>
                </a:solidFill>
                <a:latin typeface="Times New Roman" panose="02020603050405020304" pitchFamily="18" charset="0"/>
              </a:rPr>
              <a:t>的量度。</a:t>
            </a:r>
            <a:endParaRPr kumimoji="0" lang="zh-CN" altLang="en-US" i="0">
              <a:solidFill>
                <a:schemeClr val="bg1"/>
              </a:solidFill>
              <a:latin typeface="Times New Roman" panose="02020603050405020304" pitchFamily="18" charset="0"/>
            </a:endParaRPr>
          </a:p>
        </p:txBody>
      </p:sp>
      <p:sp>
        <p:nvSpPr>
          <p:cNvPr id="139271" name="Text Box 7"/>
          <p:cNvSpPr txBox="1">
            <a:spLocks noChangeArrowheads="1"/>
          </p:cNvSpPr>
          <p:nvPr/>
        </p:nvSpPr>
        <p:spPr bwMode="auto">
          <a:xfrm>
            <a:off x="134938" y="3563938"/>
            <a:ext cx="8686800" cy="830262"/>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(4) </a:t>
            </a:r>
            <a:r>
              <a:rPr kumimoji="0" lang="zh-CN" altLang="en-US" b="1" i="0">
                <a:solidFill>
                  <a:schemeClr val="bg1"/>
                </a:solidFill>
                <a:latin typeface="Times New Roman" panose="02020603050405020304" pitchFamily="18" charset="0"/>
              </a:rPr>
              <a:t>由质点动量定理可知，使物体运动的动量变化增大，不是需要很大的力就是要有足够长的作用时间。</a:t>
            </a:r>
            <a:endParaRPr kumimoji="0" lang="zh-CN" altLang="en-US" i="0">
              <a:solidFill>
                <a:schemeClr val="bg1"/>
              </a:solidFill>
              <a:latin typeface="Times New Roman" panose="02020603050405020304" pitchFamily="18" charset="0"/>
            </a:endParaRPr>
          </a:p>
        </p:txBody>
      </p:sp>
      <p:sp>
        <p:nvSpPr>
          <p:cNvPr id="139272" name="Text Box 8"/>
          <p:cNvSpPr txBox="1">
            <a:spLocks noChangeArrowheads="1"/>
          </p:cNvSpPr>
          <p:nvPr/>
        </p:nvSpPr>
        <p:spPr bwMode="auto">
          <a:xfrm>
            <a:off x="134938" y="4554538"/>
            <a:ext cx="3870325"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(5) </a:t>
            </a:r>
            <a:r>
              <a:rPr kumimoji="0" lang="zh-CN" altLang="en-US" b="1" i="0">
                <a:solidFill>
                  <a:schemeClr val="bg1"/>
                </a:solidFill>
                <a:latin typeface="Times New Roman" panose="02020603050405020304" pitchFamily="18" charset="0"/>
              </a:rPr>
              <a:t>质点受恒力作用时，</a:t>
            </a:r>
            <a:endParaRPr kumimoji="0" lang="zh-CN" altLang="en-US" i="0">
              <a:solidFill>
                <a:schemeClr val="bg1"/>
              </a:solidFill>
              <a:latin typeface="Times New Roman" panose="02020603050405020304" pitchFamily="18" charset="0"/>
            </a:endParaRPr>
          </a:p>
        </p:txBody>
      </p:sp>
      <p:graphicFrame>
        <p:nvGraphicFramePr>
          <p:cNvPr id="139273" name="Object 9"/>
          <p:cNvGraphicFramePr>
            <a:graphicFrameLocks noChangeAspect="1"/>
          </p:cNvGraphicFramePr>
          <p:nvPr/>
        </p:nvGraphicFramePr>
        <p:xfrm>
          <a:off x="3581400" y="4568825"/>
          <a:ext cx="1558925" cy="434975"/>
        </p:xfrm>
        <a:graphic>
          <a:graphicData uri="http://schemas.openxmlformats.org/presentationml/2006/ole">
            <mc:AlternateContent xmlns:mc="http://schemas.openxmlformats.org/markup-compatibility/2006">
              <mc:Choice xmlns:v="urn:schemas-microsoft-com:vml" Requires="v">
                <p:oleObj spid="_x0000_s4097" name="公式" r:id="rId1" imgW="20726400" imgH="5791200" progId="Equation.3">
                  <p:embed/>
                </p:oleObj>
              </mc:Choice>
              <mc:Fallback>
                <p:oleObj name="公式" r:id="rId1" imgW="20726400" imgH="5791200" progId="Equation.3">
                  <p:embed/>
                  <p:pic>
                    <p:nvPicPr>
                      <p:cNvPr id="0" name="Object 9"/>
                      <p:cNvPicPr>
                        <a:picLocks noChangeAspect="1"/>
                      </p:cNvPicPr>
                      <p:nvPr/>
                    </p:nvPicPr>
                    <p:blipFill>
                      <a:blip r:embed="rId2"/>
                      <a:stretch>
                        <a:fillRect/>
                      </a:stretch>
                    </p:blipFill>
                    <p:spPr>
                      <a:xfrm>
                        <a:off x="3581400" y="4568825"/>
                        <a:ext cx="1558925" cy="434975"/>
                      </a:xfrm>
                      <a:prstGeom prst="rect">
                        <a:avLst/>
                      </a:prstGeom>
                      <a:noFill/>
                      <a:ln w="9525">
                        <a:noFill/>
                      </a:ln>
                    </p:spPr>
                  </p:pic>
                </p:oleObj>
              </mc:Fallback>
            </mc:AlternateContent>
          </a:graphicData>
        </a:graphic>
      </p:graphicFrame>
      <p:sp>
        <p:nvSpPr>
          <p:cNvPr id="139274" name="Text Box 10"/>
          <p:cNvSpPr txBox="1">
            <a:spLocks noChangeArrowheads="1"/>
          </p:cNvSpPr>
          <p:nvPr/>
        </p:nvSpPr>
        <p:spPr bwMode="auto">
          <a:xfrm>
            <a:off x="134938" y="5184775"/>
            <a:ext cx="8982075"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(6) </a:t>
            </a:r>
            <a:r>
              <a:rPr kumimoji="0" lang="zh-CN" altLang="en-US" b="1" i="0">
                <a:solidFill>
                  <a:schemeClr val="bg1"/>
                </a:solidFill>
                <a:latin typeface="Times New Roman" panose="02020603050405020304" pitchFamily="18" charset="0"/>
              </a:rPr>
              <a:t>质点受多个力作用时，合外力的冲量等于各分力冲量的和。</a:t>
            </a:r>
            <a:endParaRPr kumimoji="0" lang="zh-CN" altLang="en-US" i="0">
              <a:solidFill>
                <a:schemeClr val="bg1"/>
              </a:solidFill>
              <a:latin typeface="Times New Roman" panose="02020603050405020304" pitchFamily="18" charset="0"/>
            </a:endParaRPr>
          </a:p>
        </p:txBody>
      </p:sp>
      <p:graphicFrame>
        <p:nvGraphicFramePr>
          <p:cNvPr id="139275" name="Object 11"/>
          <p:cNvGraphicFramePr>
            <a:graphicFrameLocks noChangeAspect="1"/>
          </p:cNvGraphicFramePr>
          <p:nvPr/>
        </p:nvGraphicFramePr>
        <p:xfrm>
          <a:off x="1870075" y="5815013"/>
          <a:ext cx="3827463" cy="527050"/>
        </p:xfrm>
        <a:graphic>
          <a:graphicData uri="http://schemas.openxmlformats.org/presentationml/2006/ole">
            <mc:AlternateContent xmlns:mc="http://schemas.openxmlformats.org/markup-compatibility/2006">
              <mc:Choice xmlns:v="urn:schemas-microsoft-com:vml" Requires="v">
                <p:oleObj spid="_x0000_s4099" name="公式" r:id="rId3" imgW="50901600" imgH="7010400" progId="Equation.3">
                  <p:embed/>
                </p:oleObj>
              </mc:Choice>
              <mc:Fallback>
                <p:oleObj name="公式" r:id="rId3" imgW="50901600" imgH="7010400" progId="Equation.3">
                  <p:embed/>
                  <p:pic>
                    <p:nvPicPr>
                      <p:cNvPr id="0" name="Object 11"/>
                      <p:cNvPicPr>
                        <a:picLocks noChangeAspect="1"/>
                      </p:cNvPicPr>
                      <p:nvPr/>
                    </p:nvPicPr>
                    <p:blipFill>
                      <a:blip r:embed="rId4"/>
                      <a:stretch>
                        <a:fillRect/>
                      </a:stretch>
                    </p:blipFill>
                    <p:spPr>
                      <a:xfrm>
                        <a:off x="1870075" y="5815013"/>
                        <a:ext cx="3827463" cy="5270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9269"/>
                                        </p:tgtEl>
                                        <p:attrNameLst>
                                          <p:attrName>style.visibility</p:attrName>
                                        </p:attrNameLst>
                                      </p:cBhvr>
                                      <p:to>
                                        <p:strVal val="visible"/>
                                      </p:to>
                                    </p:set>
                                    <p:animEffect transition="in" filter="dissolve">
                                      <p:cBhvr>
                                        <p:cTn id="7" dur="1000"/>
                                        <p:tgtEl>
                                          <p:spTgt spid="13926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39268"/>
                                        </p:tgtEl>
                                        <p:attrNameLst>
                                          <p:attrName>style.visibility</p:attrName>
                                        </p:attrNameLst>
                                      </p:cBhvr>
                                      <p:to>
                                        <p:strVal val="visible"/>
                                      </p:to>
                                    </p:set>
                                    <p:animEffect transition="in" filter="wipe(left)">
                                      <p:cBhvr>
                                        <p:cTn id="11" dur="500"/>
                                        <p:tgtEl>
                                          <p:spTgt spid="13926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39266"/>
                                        </p:tgtEl>
                                        <p:attrNameLst>
                                          <p:attrName>style.visibility</p:attrName>
                                        </p:attrNameLst>
                                      </p:cBhvr>
                                      <p:to>
                                        <p:strVal val="visible"/>
                                      </p:to>
                                    </p:set>
                                    <p:animEffect transition="in" filter="wipe(left)">
                                      <p:cBhvr>
                                        <p:cTn id="16" dur="500"/>
                                        <p:tgtEl>
                                          <p:spTgt spid="13926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9267"/>
                                        </p:tgtEl>
                                        <p:attrNameLst>
                                          <p:attrName>style.visibility</p:attrName>
                                        </p:attrNameLst>
                                      </p:cBhvr>
                                      <p:to>
                                        <p:strVal val="visible"/>
                                      </p:to>
                                    </p:set>
                                    <p:animEffect transition="in" filter="wipe(left)">
                                      <p:cBhvr>
                                        <p:cTn id="21" dur="500"/>
                                        <p:tgtEl>
                                          <p:spTgt spid="13926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9270"/>
                                        </p:tgtEl>
                                        <p:attrNameLst>
                                          <p:attrName>style.visibility</p:attrName>
                                        </p:attrNameLst>
                                      </p:cBhvr>
                                      <p:to>
                                        <p:strVal val="visible"/>
                                      </p:to>
                                    </p:set>
                                    <p:animEffect transition="in" filter="wipe(left)">
                                      <p:cBhvr>
                                        <p:cTn id="26" dur="500"/>
                                        <p:tgtEl>
                                          <p:spTgt spid="13927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39271"/>
                                        </p:tgtEl>
                                        <p:attrNameLst>
                                          <p:attrName>style.visibility</p:attrName>
                                        </p:attrNameLst>
                                      </p:cBhvr>
                                      <p:to>
                                        <p:strVal val="visible"/>
                                      </p:to>
                                    </p:set>
                                    <p:animEffect transition="in" filter="wipe(left)">
                                      <p:cBhvr>
                                        <p:cTn id="31" dur="500"/>
                                        <p:tgtEl>
                                          <p:spTgt spid="13927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39272"/>
                                        </p:tgtEl>
                                        <p:attrNameLst>
                                          <p:attrName>style.visibility</p:attrName>
                                        </p:attrNameLst>
                                      </p:cBhvr>
                                      <p:to>
                                        <p:strVal val="visible"/>
                                      </p:to>
                                    </p:set>
                                    <p:animEffect transition="in" filter="wipe(left)">
                                      <p:cBhvr>
                                        <p:cTn id="36" dur="500"/>
                                        <p:tgtEl>
                                          <p:spTgt spid="139272"/>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139273"/>
                                        </p:tgtEl>
                                        <p:attrNameLst>
                                          <p:attrName>style.visibility</p:attrName>
                                        </p:attrNameLst>
                                      </p:cBhvr>
                                      <p:to>
                                        <p:strVal val="visible"/>
                                      </p:to>
                                    </p:set>
                                    <p:animEffect transition="in" filter="wipe(left)">
                                      <p:cBhvr>
                                        <p:cTn id="40" dur="500"/>
                                        <p:tgtEl>
                                          <p:spTgt spid="13927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39274"/>
                                        </p:tgtEl>
                                        <p:attrNameLst>
                                          <p:attrName>style.visibility</p:attrName>
                                        </p:attrNameLst>
                                      </p:cBhvr>
                                      <p:to>
                                        <p:strVal val="visible"/>
                                      </p:to>
                                    </p:set>
                                    <p:animEffect transition="in" filter="wipe(left)">
                                      <p:cBhvr>
                                        <p:cTn id="45" dur="500"/>
                                        <p:tgtEl>
                                          <p:spTgt spid="139274"/>
                                        </p:tgtEl>
                                      </p:cBhvr>
                                    </p:animEffect>
                                  </p:childTnLst>
                                </p:cTn>
                              </p:par>
                            </p:childTnLst>
                          </p:cTn>
                        </p:par>
                        <p:par>
                          <p:cTn id="46" fill="hold">
                            <p:stCondLst>
                              <p:cond delay="500"/>
                            </p:stCondLst>
                            <p:childTnLst>
                              <p:par>
                                <p:cTn id="47" presetID="22" presetClass="entr" presetSubtype="8" fill="hold" nodeType="afterEffect">
                                  <p:stCondLst>
                                    <p:cond delay="0"/>
                                  </p:stCondLst>
                                  <p:childTnLst>
                                    <p:set>
                                      <p:cBhvr>
                                        <p:cTn id="48" dur="1" fill="hold">
                                          <p:stCondLst>
                                            <p:cond delay="0"/>
                                          </p:stCondLst>
                                        </p:cTn>
                                        <p:tgtEl>
                                          <p:spTgt spid="139275"/>
                                        </p:tgtEl>
                                        <p:attrNameLst>
                                          <p:attrName>style.visibility</p:attrName>
                                        </p:attrNameLst>
                                      </p:cBhvr>
                                      <p:to>
                                        <p:strVal val="visible"/>
                                      </p:to>
                                    </p:set>
                                    <p:animEffect transition="in" filter="wipe(left)">
                                      <p:cBhvr>
                                        <p:cTn id="49" dur="500"/>
                                        <p:tgtEl>
                                          <p:spTgt spid="139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autoUpdateAnimBg="0"/>
      <p:bldP spid="139267" grpId="0" autoUpdateAnimBg="0"/>
      <p:bldP spid="139268" grpId="0"/>
      <p:bldP spid="139269" grpId="0" animBg="1"/>
      <p:bldP spid="139270" grpId="0" autoUpdateAnimBg="0"/>
      <p:bldP spid="139271" grpId="0" autoUpdateAnimBg="0"/>
      <p:bldP spid="139272" grpId="0" autoUpdateAnimBg="0"/>
      <p:bldP spid="13927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ext Box 2"/>
          <p:cNvSpPr txBox="1">
            <a:spLocks noChangeArrowheads="1"/>
          </p:cNvSpPr>
          <p:nvPr/>
        </p:nvSpPr>
        <p:spPr bwMode="auto">
          <a:xfrm>
            <a:off x="161925" y="496888"/>
            <a:ext cx="900113" cy="457200"/>
          </a:xfrm>
          <a:prstGeom prst="rect">
            <a:avLst/>
          </a:prstGeom>
          <a:noFill/>
          <a:ln w="9525">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140291" name="Text Box 3"/>
          <p:cNvSpPr txBox="1">
            <a:spLocks noChangeArrowheads="1"/>
          </p:cNvSpPr>
          <p:nvPr/>
        </p:nvSpPr>
        <p:spPr bwMode="auto">
          <a:xfrm>
            <a:off x="701675" y="458788"/>
            <a:ext cx="8191500" cy="933450"/>
          </a:xfrm>
          <a:prstGeom prst="rect">
            <a:avLst/>
          </a:prstGeom>
          <a:noFill/>
          <a:ln w="9525" algn="ctr">
            <a:noFill/>
            <a:miter lim="800000"/>
          </a:ln>
        </p:spPr>
        <p:txBody>
          <a:bodyPr>
            <a:spAutoFit/>
          </a:bodyPr>
          <a:lstStyle/>
          <a:p>
            <a:pPr algn="l">
              <a:lnSpc>
                <a:spcPct val="115000"/>
              </a:lnSpc>
            </a:pPr>
            <a:r>
              <a:rPr lang="zh-CN" altLang="en-US" b="1" i="0">
                <a:latin typeface="Times New Roman" panose="02020603050405020304" pitchFamily="18" charset="0"/>
              </a:rPr>
              <a:t>如图所示，已知绳能承受的最大拉力</a:t>
            </a:r>
            <a:r>
              <a:rPr lang="en-US" altLang="zh-CN" b="1">
                <a:solidFill>
                  <a:srgbClr val="FF6600"/>
                </a:solidFill>
                <a:latin typeface="Times New Roman" panose="02020603050405020304" pitchFamily="18" charset="0"/>
              </a:rPr>
              <a:t>T</a:t>
            </a:r>
            <a:r>
              <a:rPr lang="en-US" altLang="zh-CN" b="1" i="0" baseline="-25000">
                <a:solidFill>
                  <a:srgbClr val="FF6600"/>
                </a:solidFill>
                <a:latin typeface="Times New Roman" panose="02020603050405020304" pitchFamily="18" charset="0"/>
              </a:rPr>
              <a:t>0 </a:t>
            </a:r>
            <a:r>
              <a:rPr lang="en-US" altLang="zh-CN" b="1" i="0">
                <a:solidFill>
                  <a:srgbClr val="FF6600"/>
                </a:solidFill>
                <a:latin typeface="Times New Roman" panose="02020603050405020304" pitchFamily="18" charset="0"/>
              </a:rPr>
              <a:t>= 9.8 N</a:t>
            </a:r>
            <a:r>
              <a:rPr lang="zh-CN" altLang="en-US" b="1" i="0">
                <a:latin typeface="Times New Roman" panose="02020603050405020304" pitchFamily="18" charset="0"/>
              </a:rPr>
              <a:t>，小球的质量</a:t>
            </a:r>
            <a:r>
              <a:rPr lang="en-US" altLang="zh-CN" b="1">
                <a:solidFill>
                  <a:srgbClr val="FF6600"/>
                </a:solidFill>
                <a:latin typeface="Times New Roman" panose="02020603050405020304" pitchFamily="18" charset="0"/>
              </a:rPr>
              <a:t>m </a:t>
            </a:r>
            <a:r>
              <a:rPr lang="en-US" altLang="zh-CN" b="1" i="0">
                <a:solidFill>
                  <a:srgbClr val="FF6600"/>
                </a:solidFill>
                <a:latin typeface="Times New Roman" panose="02020603050405020304" pitchFamily="18" charset="0"/>
              </a:rPr>
              <a:t>= 0.5 kg </a:t>
            </a:r>
            <a:r>
              <a:rPr lang="zh-CN" altLang="en-US" b="1" i="0">
                <a:latin typeface="Times New Roman" panose="02020603050405020304" pitchFamily="18" charset="0"/>
              </a:rPr>
              <a:t>，绳长 </a:t>
            </a:r>
            <a:r>
              <a:rPr lang="en-US" altLang="zh-CN" b="1">
                <a:solidFill>
                  <a:srgbClr val="FF6600"/>
                </a:solidFill>
                <a:latin typeface="Times New Roman" panose="02020603050405020304" pitchFamily="18" charset="0"/>
              </a:rPr>
              <a:t>l </a:t>
            </a:r>
            <a:r>
              <a:rPr lang="en-US" altLang="zh-CN" b="1" i="0">
                <a:solidFill>
                  <a:srgbClr val="FF6600"/>
                </a:solidFill>
                <a:latin typeface="Times New Roman" panose="02020603050405020304" pitchFamily="18" charset="0"/>
              </a:rPr>
              <a:t>= 0.3 m </a:t>
            </a:r>
            <a:r>
              <a:rPr lang="zh-CN" altLang="en-US" b="1" i="0">
                <a:latin typeface="Times New Roman" panose="02020603050405020304" pitchFamily="18" charset="0"/>
              </a:rPr>
              <a:t>。</a:t>
            </a:r>
            <a:r>
              <a:rPr lang="en-US" altLang="zh-CN" b="1" i="0">
                <a:latin typeface="Times New Roman" panose="02020603050405020304" pitchFamily="18" charset="0"/>
              </a:rPr>
              <a:t>(</a:t>
            </a:r>
            <a:r>
              <a:rPr lang="zh-CN" altLang="en-US" b="1" i="0">
                <a:latin typeface="Times New Roman" panose="02020603050405020304" pitchFamily="18" charset="0"/>
              </a:rPr>
              <a:t>小球原来静止</a:t>
            </a:r>
            <a:r>
              <a:rPr lang="en-US" altLang="zh-CN" b="1" i="0">
                <a:latin typeface="Times New Roman" panose="02020603050405020304" pitchFamily="18" charset="0"/>
              </a:rPr>
              <a:t>)</a:t>
            </a:r>
            <a:endParaRPr lang="en-US" altLang="zh-CN" b="1" i="0">
              <a:latin typeface="Times New Roman" panose="02020603050405020304" pitchFamily="18" charset="0"/>
            </a:endParaRPr>
          </a:p>
        </p:txBody>
      </p:sp>
      <p:sp>
        <p:nvSpPr>
          <p:cNvPr id="140292" name="Text Box 4"/>
          <p:cNvSpPr txBox="1">
            <a:spLocks noChangeArrowheads="1"/>
          </p:cNvSpPr>
          <p:nvPr/>
        </p:nvSpPr>
        <p:spPr bwMode="auto">
          <a:xfrm>
            <a:off x="206375" y="1584325"/>
            <a:ext cx="900113" cy="457200"/>
          </a:xfrm>
          <a:prstGeom prst="rect">
            <a:avLst/>
          </a:prstGeom>
          <a:noFill/>
          <a:ln w="9525">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sp>
        <p:nvSpPr>
          <p:cNvPr id="140293" name="Text Box 5"/>
          <p:cNvSpPr txBox="1">
            <a:spLocks noChangeArrowheads="1"/>
          </p:cNvSpPr>
          <p:nvPr/>
        </p:nvSpPr>
        <p:spPr bwMode="auto">
          <a:xfrm>
            <a:off x="771525" y="1538288"/>
            <a:ext cx="6815138" cy="512762"/>
          </a:xfrm>
          <a:prstGeom prst="rect">
            <a:avLst/>
          </a:prstGeom>
          <a:noFill/>
          <a:ln w="9525" algn="ctr">
            <a:noFill/>
            <a:miter lim="800000"/>
          </a:ln>
        </p:spPr>
        <p:txBody>
          <a:bodyPr>
            <a:spAutoFit/>
          </a:bodyPr>
          <a:lstStyle/>
          <a:p>
            <a:pPr algn="l">
              <a:lnSpc>
                <a:spcPct val="115000"/>
              </a:lnSpc>
            </a:pPr>
            <a:r>
              <a:rPr lang="zh-CN" altLang="en-US" b="1" i="0">
                <a:latin typeface="Times New Roman" panose="02020603050405020304" pitchFamily="18" charset="0"/>
              </a:rPr>
              <a:t>水平冲量 </a:t>
            </a:r>
            <a:r>
              <a:rPr lang="en-US" altLang="zh-CN" b="1">
                <a:solidFill>
                  <a:srgbClr val="FF6600"/>
                </a:solidFill>
                <a:latin typeface="Times New Roman" panose="02020603050405020304" pitchFamily="18" charset="0"/>
              </a:rPr>
              <a:t>I </a:t>
            </a:r>
            <a:r>
              <a:rPr lang="zh-CN" altLang="en-US" b="1" i="0">
                <a:latin typeface="Times New Roman" panose="02020603050405020304" pitchFamily="18" charset="0"/>
              </a:rPr>
              <a:t>等于多大时才能把绳子拉断？</a:t>
            </a:r>
            <a:endParaRPr lang="zh-CN" altLang="en-US" b="1" i="0">
              <a:latin typeface="Times New Roman" panose="02020603050405020304" pitchFamily="18" charset="0"/>
            </a:endParaRPr>
          </a:p>
        </p:txBody>
      </p:sp>
      <p:grpSp>
        <p:nvGrpSpPr>
          <p:cNvPr id="2" name="Group 6"/>
          <p:cNvGrpSpPr/>
          <p:nvPr/>
        </p:nvGrpSpPr>
        <p:grpSpPr bwMode="auto">
          <a:xfrm>
            <a:off x="6821488" y="1268413"/>
            <a:ext cx="1620837" cy="2654300"/>
            <a:chOff x="3702" y="1621"/>
            <a:chExt cx="1021" cy="1672"/>
          </a:xfrm>
        </p:grpSpPr>
        <p:sp>
          <p:nvSpPr>
            <p:cNvPr id="5138" name="Line 7"/>
            <p:cNvSpPr>
              <a:spLocks noChangeShapeType="1"/>
            </p:cNvSpPr>
            <p:nvPr/>
          </p:nvSpPr>
          <p:spPr bwMode="auto">
            <a:xfrm>
              <a:off x="4127" y="1621"/>
              <a:ext cx="596" cy="0"/>
            </a:xfrm>
            <a:prstGeom prst="line">
              <a:avLst/>
            </a:prstGeom>
            <a:noFill/>
            <a:ln w="9525">
              <a:solidFill>
                <a:schemeClr val="tx1"/>
              </a:solidFill>
              <a:round/>
            </a:ln>
          </p:spPr>
          <p:txBody>
            <a:bodyPr wrap="none" anchor="ctr"/>
            <a:lstStyle/>
            <a:p>
              <a:endParaRPr lang="zh-CN" altLang="en-US"/>
            </a:p>
          </p:txBody>
        </p:sp>
        <p:sp>
          <p:nvSpPr>
            <p:cNvPr id="5139" name="Line 8"/>
            <p:cNvSpPr>
              <a:spLocks noChangeShapeType="1"/>
            </p:cNvSpPr>
            <p:nvPr/>
          </p:nvSpPr>
          <p:spPr bwMode="auto">
            <a:xfrm>
              <a:off x="4383" y="1621"/>
              <a:ext cx="0" cy="1389"/>
            </a:xfrm>
            <a:prstGeom prst="line">
              <a:avLst/>
            </a:prstGeom>
            <a:noFill/>
            <a:ln w="9525">
              <a:solidFill>
                <a:schemeClr val="tx1"/>
              </a:solidFill>
              <a:round/>
            </a:ln>
          </p:spPr>
          <p:txBody>
            <a:bodyPr wrap="none" anchor="ctr"/>
            <a:lstStyle/>
            <a:p>
              <a:endParaRPr lang="zh-CN" altLang="en-US"/>
            </a:p>
          </p:txBody>
        </p:sp>
        <p:sp>
          <p:nvSpPr>
            <p:cNvPr id="5140" name="Oval 9"/>
            <p:cNvSpPr>
              <a:spLocks noChangeArrowheads="1"/>
            </p:cNvSpPr>
            <p:nvPr/>
          </p:nvSpPr>
          <p:spPr bwMode="auto">
            <a:xfrm>
              <a:off x="4241" y="3010"/>
              <a:ext cx="284" cy="283"/>
            </a:xfrm>
            <a:prstGeom prst="ellipse">
              <a:avLst/>
            </a:prstGeom>
            <a:solidFill>
              <a:srgbClr val="3333FF"/>
            </a:solidFill>
            <a:ln w="9525" algn="ctr">
              <a:solidFill>
                <a:schemeClr val="tx1"/>
              </a:solidFill>
              <a:round/>
            </a:ln>
          </p:spPr>
          <p:txBody>
            <a:bodyPr wrap="none" anchor="ctr"/>
            <a:lstStyle/>
            <a:p>
              <a:endParaRPr lang="zh-CN" altLang="en-US"/>
            </a:p>
          </p:txBody>
        </p:sp>
        <p:sp>
          <p:nvSpPr>
            <p:cNvPr id="5141" name="Line 10"/>
            <p:cNvSpPr>
              <a:spLocks noChangeShapeType="1"/>
            </p:cNvSpPr>
            <p:nvPr/>
          </p:nvSpPr>
          <p:spPr bwMode="auto">
            <a:xfrm>
              <a:off x="3786" y="3152"/>
              <a:ext cx="426" cy="0"/>
            </a:xfrm>
            <a:prstGeom prst="line">
              <a:avLst/>
            </a:prstGeom>
            <a:noFill/>
            <a:ln w="9525">
              <a:solidFill>
                <a:schemeClr val="tx1"/>
              </a:solidFill>
              <a:round/>
              <a:tailEnd type="triangle" w="med" len="med"/>
            </a:ln>
          </p:spPr>
          <p:txBody>
            <a:bodyPr wrap="none" anchor="ctr"/>
            <a:lstStyle/>
            <a:p>
              <a:endParaRPr lang="zh-CN" altLang="en-US"/>
            </a:p>
          </p:txBody>
        </p:sp>
        <p:sp>
          <p:nvSpPr>
            <p:cNvPr id="5142" name="Text Box 11"/>
            <p:cNvSpPr txBox="1">
              <a:spLocks noChangeArrowheads="1"/>
            </p:cNvSpPr>
            <p:nvPr/>
          </p:nvSpPr>
          <p:spPr bwMode="auto">
            <a:xfrm>
              <a:off x="3702" y="2869"/>
              <a:ext cx="510" cy="288"/>
            </a:xfrm>
            <a:prstGeom prst="rect">
              <a:avLst/>
            </a:prstGeom>
            <a:noFill/>
            <a:ln w="9525" algn="ctr">
              <a:noFill/>
              <a:miter lim="800000"/>
            </a:ln>
          </p:spPr>
          <p:txBody>
            <a:bodyPr>
              <a:spAutoFit/>
            </a:bodyPr>
            <a:lstStyle/>
            <a:p>
              <a:pPr>
                <a:spcBef>
                  <a:spcPct val="50000"/>
                </a:spcBef>
              </a:pPr>
              <a:r>
                <a:rPr lang="en-US" altLang="zh-CN" i="0">
                  <a:solidFill>
                    <a:srgbClr val="FF6600"/>
                  </a:solidFill>
                  <a:latin typeface="Times New Roman" panose="02020603050405020304" pitchFamily="18" charset="0"/>
                </a:rPr>
                <a:t>I</a:t>
              </a:r>
              <a:endParaRPr lang="en-US" altLang="zh-CN" i="0">
                <a:solidFill>
                  <a:srgbClr val="FF6600"/>
                </a:solidFill>
                <a:latin typeface="Times New Roman" panose="02020603050405020304" pitchFamily="18" charset="0"/>
              </a:endParaRPr>
            </a:p>
          </p:txBody>
        </p:sp>
        <p:graphicFrame>
          <p:nvGraphicFramePr>
            <p:cNvPr id="5128" name="Object 12"/>
            <p:cNvGraphicFramePr>
              <a:graphicFrameLocks noChangeAspect="1"/>
            </p:cNvGraphicFramePr>
            <p:nvPr/>
          </p:nvGraphicFramePr>
          <p:xfrm>
            <a:off x="4468" y="2188"/>
            <a:ext cx="116" cy="204"/>
          </p:xfrm>
          <a:graphic>
            <a:graphicData uri="http://schemas.openxmlformats.org/presentationml/2006/ole">
              <mc:AlternateContent xmlns:mc="http://schemas.openxmlformats.org/markup-compatibility/2006">
                <mc:Choice xmlns:v="urn:schemas-microsoft-com:vml" Requires="v">
                  <p:oleObj spid="_x0000_s5121" name="公式" r:id="rId1" imgW="2438400" imgH="4267200" progId="Equation.3">
                    <p:embed/>
                  </p:oleObj>
                </mc:Choice>
                <mc:Fallback>
                  <p:oleObj name="公式" r:id="rId1" imgW="2438400" imgH="4267200" progId="Equation.3">
                    <p:embed/>
                    <p:pic>
                      <p:nvPicPr>
                        <p:cNvPr id="0" name="Object 12"/>
                        <p:cNvPicPr>
                          <a:picLocks noChangeAspect="1"/>
                        </p:cNvPicPr>
                        <p:nvPr/>
                      </p:nvPicPr>
                      <p:blipFill>
                        <a:blip r:embed="rId2"/>
                        <a:stretch>
                          <a:fillRect/>
                        </a:stretch>
                      </p:blipFill>
                      <p:spPr>
                        <a:xfrm>
                          <a:off x="4468" y="2188"/>
                          <a:ext cx="116" cy="204"/>
                        </a:xfrm>
                        <a:prstGeom prst="rect">
                          <a:avLst/>
                        </a:prstGeom>
                        <a:noFill/>
                        <a:ln w="9525">
                          <a:noFill/>
                        </a:ln>
                      </p:spPr>
                    </p:pic>
                  </p:oleObj>
                </mc:Fallback>
              </mc:AlternateContent>
            </a:graphicData>
          </a:graphic>
        </p:graphicFrame>
      </p:grpSp>
      <p:sp>
        <p:nvSpPr>
          <p:cNvPr id="140301" name="Text Box 13"/>
          <p:cNvSpPr txBox="1">
            <a:spLocks noChangeArrowheads="1"/>
          </p:cNvSpPr>
          <p:nvPr/>
        </p:nvSpPr>
        <p:spPr bwMode="auto">
          <a:xfrm>
            <a:off x="206375" y="2214563"/>
            <a:ext cx="990600" cy="457200"/>
          </a:xfrm>
          <a:prstGeom prst="rect">
            <a:avLst/>
          </a:prstGeom>
          <a:noFill/>
          <a:ln w="9525" algn="ctr">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140302" name="Text Box 14"/>
          <p:cNvSpPr txBox="1">
            <a:spLocks noChangeArrowheads="1"/>
          </p:cNvSpPr>
          <p:nvPr/>
        </p:nvSpPr>
        <p:spPr bwMode="auto">
          <a:xfrm>
            <a:off x="746125" y="2206625"/>
            <a:ext cx="5265738" cy="933450"/>
          </a:xfrm>
          <a:prstGeom prst="rect">
            <a:avLst/>
          </a:prstGeom>
          <a:noFill/>
          <a:ln w="9525" algn="ctr">
            <a:noFill/>
            <a:miter lim="800000"/>
          </a:ln>
        </p:spPr>
        <p:txBody>
          <a:bodyPr>
            <a:spAutoFit/>
          </a:bodyPr>
          <a:lstStyle/>
          <a:p>
            <a:pPr algn="l">
              <a:lnSpc>
                <a:spcPct val="115000"/>
              </a:lnSpc>
            </a:pPr>
            <a:r>
              <a:rPr lang="zh-CN" altLang="en-US" b="1" i="0">
                <a:latin typeface="Times New Roman" panose="02020603050405020304" pitchFamily="18" charset="0"/>
              </a:rPr>
              <a:t>设小球受冲量 </a:t>
            </a:r>
            <a:r>
              <a:rPr lang="en-US" altLang="zh-CN" b="1">
                <a:solidFill>
                  <a:srgbClr val="FF6600"/>
                </a:solidFill>
                <a:latin typeface="Times New Roman" panose="02020603050405020304" pitchFamily="18" charset="0"/>
              </a:rPr>
              <a:t>I </a:t>
            </a:r>
            <a:r>
              <a:rPr lang="zh-CN" altLang="en-US" b="1" i="0">
                <a:latin typeface="Times New Roman" panose="02020603050405020304" pitchFamily="18" charset="0"/>
              </a:rPr>
              <a:t>后速度为 </a:t>
            </a:r>
            <a:r>
              <a:rPr lang="en-US" altLang="zh-CN" b="1">
                <a:solidFill>
                  <a:srgbClr val="FF6600"/>
                </a:solidFill>
                <a:latin typeface="Times New Roman" panose="02020603050405020304" pitchFamily="18" charset="0"/>
              </a:rPr>
              <a:t>v </a:t>
            </a:r>
            <a:r>
              <a:rPr lang="zh-CN" altLang="en-US" b="1" i="0">
                <a:latin typeface="Times New Roman" panose="02020603050405020304" pitchFamily="18" charset="0"/>
              </a:rPr>
              <a:t>，根据</a:t>
            </a:r>
            <a:r>
              <a:rPr lang="zh-CN" altLang="en-US" b="1" i="0">
                <a:solidFill>
                  <a:srgbClr val="FF6600"/>
                </a:solidFill>
                <a:latin typeface="Times New Roman" panose="02020603050405020304" pitchFamily="18" charset="0"/>
              </a:rPr>
              <a:t>动量定理</a:t>
            </a:r>
            <a:r>
              <a:rPr lang="zh-CN" altLang="en-US" b="1" i="0">
                <a:latin typeface="Times New Roman" panose="02020603050405020304" pitchFamily="18" charset="0"/>
              </a:rPr>
              <a:t>，有</a:t>
            </a:r>
            <a:endParaRPr lang="zh-CN" altLang="en-US" b="1" i="0">
              <a:latin typeface="Times New Roman" panose="02020603050405020304" pitchFamily="18" charset="0"/>
            </a:endParaRPr>
          </a:p>
        </p:txBody>
      </p:sp>
      <p:graphicFrame>
        <p:nvGraphicFramePr>
          <p:cNvPr id="140303" name="Object 15"/>
          <p:cNvGraphicFramePr>
            <a:graphicFrameLocks noChangeAspect="1"/>
          </p:cNvGraphicFramePr>
          <p:nvPr/>
        </p:nvGraphicFramePr>
        <p:xfrm>
          <a:off x="2232025" y="3203575"/>
          <a:ext cx="1258888" cy="320675"/>
        </p:xfrm>
        <a:graphic>
          <a:graphicData uri="http://schemas.openxmlformats.org/presentationml/2006/ole">
            <mc:AlternateContent xmlns:mc="http://schemas.openxmlformats.org/markup-compatibility/2006">
              <mc:Choice xmlns:v="urn:schemas-microsoft-com:vml" Requires="v">
                <p:oleObj spid="_x0000_s5122" name="公式" r:id="rId3" imgW="16764000" imgH="4267200" progId="Equation.3">
                  <p:embed/>
                </p:oleObj>
              </mc:Choice>
              <mc:Fallback>
                <p:oleObj name="公式" r:id="rId3" imgW="16764000" imgH="4267200" progId="Equation.3">
                  <p:embed/>
                  <p:pic>
                    <p:nvPicPr>
                      <p:cNvPr id="0" name="Object 15"/>
                      <p:cNvPicPr>
                        <a:picLocks noChangeAspect="1"/>
                      </p:cNvPicPr>
                      <p:nvPr/>
                    </p:nvPicPr>
                    <p:blipFill>
                      <a:blip r:embed="rId4"/>
                      <a:stretch>
                        <a:fillRect/>
                      </a:stretch>
                    </p:blipFill>
                    <p:spPr>
                      <a:xfrm>
                        <a:off x="2232025" y="3203575"/>
                        <a:ext cx="1258888" cy="320675"/>
                      </a:xfrm>
                      <a:prstGeom prst="rect">
                        <a:avLst/>
                      </a:prstGeom>
                      <a:noFill/>
                      <a:ln w="9525">
                        <a:noFill/>
                      </a:ln>
                    </p:spPr>
                  </p:pic>
                </p:oleObj>
              </mc:Fallback>
            </mc:AlternateContent>
          </a:graphicData>
        </a:graphic>
      </p:graphicFrame>
      <p:graphicFrame>
        <p:nvGraphicFramePr>
          <p:cNvPr id="140304" name="Object 16"/>
          <p:cNvGraphicFramePr>
            <a:graphicFrameLocks noChangeAspect="1"/>
          </p:cNvGraphicFramePr>
          <p:nvPr/>
        </p:nvGraphicFramePr>
        <p:xfrm>
          <a:off x="2155825" y="3654425"/>
          <a:ext cx="1741488" cy="755650"/>
        </p:xfrm>
        <a:graphic>
          <a:graphicData uri="http://schemas.openxmlformats.org/presentationml/2006/ole">
            <mc:AlternateContent xmlns:mc="http://schemas.openxmlformats.org/markup-compatibility/2006">
              <mc:Choice xmlns:v="urn:schemas-microsoft-com:vml" Requires="v">
                <p:oleObj spid="_x0000_s5123" name="公式" r:id="rId5" imgW="23164800" imgH="10058400" progId="Equation.3">
                  <p:embed/>
                </p:oleObj>
              </mc:Choice>
              <mc:Fallback>
                <p:oleObj name="公式" r:id="rId5" imgW="23164800" imgH="10058400" progId="Equation.3">
                  <p:embed/>
                  <p:pic>
                    <p:nvPicPr>
                      <p:cNvPr id="0" name="Object 16"/>
                      <p:cNvPicPr>
                        <a:picLocks noChangeAspect="1"/>
                      </p:cNvPicPr>
                      <p:nvPr/>
                    </p:nvPicPr>
                    <p:blipFill>
                      <a:blip r:embed="rId6"/>
                      <a:stretch>
                        <a:fillRect/>
                      </a:stretch>
                    </p:blipFill>
                    <p:spPr>
                      <a:xfrm>
                        <a:off x="2155825" y="3654425"/>
                        <a:ext cx="1741488" cy="755650"/>
                      </a:xfrm>
                      <a:prstGeom prst="rect">
                        <a:avLst/>
                      </a:prstGeom>
                      <a:noFill/>
                      <a:ln w="9525">
                        <a:noFill/>
                      </a:ln>
                    </p:spPr>
                  </p:pic>
                </p:oleObj>
              </mc:Fallback>
            </mc:AlternateContent>
          </a:graphicData>
        </a:graphic>
      </p:graphicFrame>
      <p:sp>
        <p:nvSpPr>
          <p:cNvPr id="140305" name="Text Box 17"/>
          <p:cNvSpPr txBox="1">
            <a:spLocks noChangeArrowheads="1"/>
          </p:cNvSpPr>
          <p:nvPr/>
        </p:nvSpPr>
        <p:spPr bwMode="auto">
          <a:xfrm>
            <a:off x="882650" y="3827463"/>
            <a:ext cx="1709738" cy="457200"/>
          </a:xfrm>
          <a:prstGeom prst="rect">
            <a:avLst/>
          </a:prstGeom>
          <a:noFill/>
          <a:ln w="9525" algn="ctr">
            <a:noFill/>
            <a:miter lim="800000"/>
          </a:ln>
        </p:spPr>
        <p:txBody>
          <a:bodyPr>
            <a:spAutoFit/>
          </a:bodyPr>
          <a:lstStyle/>
          <a:p>
            <a:pPr algn="l">
              <a:spcBef>
                <a:spcPct val="50000"/>
              </a:spcBef>
            </a:pPr>
            <a:r>
              <a:rPr lang="zh-CN" altLang="en-US" b="1" i="0">
                <a:latin typeface="Times New Roman" panose="02020603050405020304" pitchFamily="18" charset="0"/>
              </a:rPr>
              <a:t>对小球</a:t>
            </a:r>
            <a:endParaRPr lang="zh-CN" altLang="en-US" b="1" i="0">
              <a:latin typeface="Times New Roman" panose="02020603050405020304" pitchFamily="18" charset="0"/>
            </a:endParaRPr>
          </a:p>
        </p:txBody>
      </p:sp>
      <p:sp>
        <p:nvSpPr>
          <p:cNvPr id="140306" name="Text Box 18"/>
          <p:cNvSpPr txBox="1">
            <a:spLocks noChangeArrowheads="1"/>
          </p:cNvSpPr>
          <p:nvPr/>
        </p:nvSpPr>
        <p:spPr bwMode="auto">
          <a:xfrm>
            <a:off x="790575" y="4508500"/>
            <a:ext cx="7651750" cy="457200"/>
          </a:xfrm>
          <a:prstGeom prst="rect">
            <a:avLst/>
          </a:prstGeom>
          <a:noFill/>
          <a:ln w="9525" algn="ctr">
            <a:noFill/>
            <a:miter lim="800000"/>
          </a:ln>
        </p:spPr>
        <p:txBody>
          <a:bodyPr>
            <a:spAutoFit/>
          </a:bodyPr>
          <a:lstStyle/>
          <a:p>
            <a:pPr algn="l">
              <a:spcBef>
                <a:spcPct val="50000"/>
              </a:spcBef>
            </a:pPr>
            <a:r>
              <a:rPr lang="zh-CN" altLang="en-US" b="1" i="0">
                <a:latin typeface="Times New Roman" panose="02020603050405020304" pitchFamily="18" charset="0"/>
              </a:rPr>
              <a:t>考虑到当 </a:t>
            </a:r>
            <a:r>
              <a:rPr lang="en-US" altLang="zh-CN" b="1">
                <a:solidFill>
                  <a:srgbClr val="FF6600"/>
                </a:solidFill>
                <a:latin typeface="Times New Roman" panose="02020603050405020304" pitchFamily="18" charset="0"/>
              </a:rPr>
              <a:t>I </a:t>
            </a:r>
            <a:r>
              <a:rPr lang="en-US" altLang="zh-CN"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I</a:t>
            </a:r>
            <a:r>
              <a:rPr lang="en-US" altLang="zh-CN" b="1" i="0" baseline="-25000">
                <a:solidFill>
                  <a:srgbClr val="FF6600"/>
                </a:solidFill>
                <a:latin typeface="Times New Roman" panose="02020603050405020304" pitchFamily="18" charset="0"/>
              </a:rPr>
              <a:t>0</a:t>
            </a:r>
            <a:r>
              <a:rPr lang="en-US" altLang="zh-CN" b="1" i="0" baseline="-25000">
                <a:latin typeface="Times New Roman" panose="02020603050405020304" pitchFamily="18" charset="0"/>
              </a:rPr>
              <a:t> </a:t>
            </a:r>
            <a:r>
              <a:rPr lang="zh-CN" altLang="en-US" b="1" i="0">
                <a:latin typeface="Times New Roman" panose="02020603050405020304" pitchFamily="18" charset="0"/>
              </a:rPr>
              <a:t>时， </a:t>
            </a:r>
            <a:r>
              <a:rPr lang="en-US" altLang="zh-CN" b="1">
                <a:solidFill>
                  <a:srgbClr val="FF6600"/>
                </a:solidFill>
                <a:latin typeface="Times New Roman" panose="02020603050405020304" pitchFamily="18" charset="0"/>
              </a:rPr>
              <a:t>T</a:t>
            </a:r>
            <a:r>
              <a:rPr lang="en-US" altLang="zh-CN" b="1" i="0">
                <a:solidFill>
                  <a:srgbClr val="FF6600"/>
                </a:solidFill>
                <a:latin typeface="Times New Roman" panose="02020603050405020304" pitchFamily="18" charset="0"/>
              </a:rPr>
              <a:t> = </a:t>
            </a:r>
            <a:r>
              <a:rPr lang="en-US" altLang="zh-CN" b="1">
                <a:solidFill>
                  <a:srgbClr val="FF6600"/>
                </a:solidFill>
                <a:latin typeface="Times New Roman" panose="02020603050405020304" pitchFamily="18" charset="0"/>
              </a:rPr>
              <a:t>T</a:t>
            </a:r>
            <a:r>
              <a:rPr lang="en-US" altLang="zh-CN" b="1" i="0" baseline="-25000">
                <a:solidFill>
                  <a:srgbClr val="FF6600"/>
                </a:solidFill>
                <a:latin typeface="Times New Roman" panose="02020603050405020304" pitchFamily="18" charset="0"/>
              </a:rPr>
              <a:t>0</a:t>
            </a:r>
            <a:r>
              <a:rPr lang="en-US" altLang="zh-CN" b="1" i="0" baseline="-25000">
                <a:latin typeface="Times New Roman" panose="02020603050405020304" pitchFamily="18" charset="0"/>
              </a:rPr>
              <a:t> </a:t>
            </a:r>
            <a:r>
              <a:rPr lang="zh-CN" altLang="en-US" b="1" i="0">
                <a:latin typeface="Times New Roman" panose="02020603050405020304" pitchFamily="18" charset="0"/>
              </a:rPr>
              <a:t>， </a:t>
            </a:r>
            <a:r>
              <a:rPr lang="en-US" altLang="zh-CN" b="1">
                <a:solidFill>
                  <a:srgbClr val="FF6600"/>
                </a:solidFill>
                <a:latin typeface="Times New Roman" panose="02020603050405020304" pitchFamily="18" charset="0"/>
              </a:rPr>
              <a:t>v </a:t>
            </a:r>
            <a:r>
              <a:rPr lang="en-US" altLang="zh-CN"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v</a:t>
            </a:r>
            <a:r>
              <a:rPr lang="en-US" altLang="zh-CN" b="1" i="0" baseline="-25000">
                <a:solidFill>
                  <a:srgbClr val="FF6600"/>
                </a:solidFill>
                <a:latin typeface="Times New Roman" panose="02020603050405020304" pitchFamily="18" charset="0"/>
              </a:rPr>
              <a:t>0</a:t>
            </a:r>
            <a:r>
              <a:rPr lang="zh-CN" altLang="en-US" b="1" i="0">
                <a:latin typeface="Times New Roman" panose="02020603050405020304" pitchFamily="18" charset="0"/>
              </a:rPr>
              <a:t>，于是解得</a:t>
            </a:r>
            <a:endParaRPr lang="zh-CN" altLang="en-US" b="1" i="0">
              <a:latin typeface="Times New Roman" panose="02020603050405020304" pitchFamily="18" charset="0"/>
            </a:endParaRPr>
          </a:p>
        </p:txBody>
      </p:sp>
      <p:graphicFrame>
        <p:nvGraphicFramePr>
          <p:cNvPr id="140307" name="Object 19"/>
          <p:cNvGraphicFramePr>
            <a:graphicFrameLocks noChangeAspect="1"/>
          </p:cNvGraphicFramePr>
          <p:nvPr/>
        </p:nvGraphicFramePr>
        <p:xfrm>
          <a:off x="1466850" y="5184775"/>
          <a:ext cx="1485900" cy="409575"/>
        </p:xfrm>
        <a:graphic>
          <a:graphicData uri="http://schemas.openxmlformats.org/presentationml/2006/ole">
            <mc:AlternateContent xmlns:mc="http://schemas.openxmlformats.org/markup-compatibility/2006">
              <mc:Choice xmlns:v="urn:schemas-microsoft-com:vml" Requires="v">
                <p:oleObj spid="_x0000_s5124" name="公式" r:id="rId7" imgW="19812000" imgH="5486400" progId="Equation.3">
                  <p:embed/>
                </p:oleObj>
              </mc:Choice>
              <mc:Fallback>
                <p:oleObj name="公式" r:id="rId7" imgW="19812000" imgH="5486400" progId="Equation.3">
                  <p:embed/>
                  <p:pic>
                    <p:nvPicPr>
                      <p:cNvPr id="0" name="Object 19"/>
                      <p:cNvPicPr>
                        <a:picLocks noChangeAspect="1"/>
                      </p:cNvPicPr>
                      <p:nvPr/>
                    </p:nvPicPr>
                    <p:blipFill>
                      <a:blip r:embed="rId8"/>
                      <a:stretch>
                        <a:fillRect/>
                      </a:stretch>
                    </p:blipFill>
                    <p:spPr>
                      <a:xfrm>
                        <a:off x="1466850" y="5184775"/>
                        <a:ext cx="1485900" cy="409575"/>
                      </a:xfrm>
                      <a:prstGeom prst="rect">
                        <a:avLst/>
                      </a:prstGeom>
                      <a:noFill/>
                      <a:ln w="9525">
                        <a:noFill/>
                      </a:ln>
                    </p:spPr>
                  </p:pic>
                </p:oleObj>
              </mc:Fallback>
            </mc:AlternateContent>
          </a:graphicData>
        </a:graphic>
      </p:graphicFrame>
      <p:graphicFrame>
        <p:nvGraphicFramePr>
          <p:cNvPr id="140308" name="Object 20"/>
          <p:cNvGraphicFramePr>
            <a:graphicFrameLocks noChangeAspect="1"/>
          </p:cNvGraphicFramePr>
          <p:nvPr/>
        </p:nvGraphicFramePr>
        <p:xfrm>
          <a:off x="3132138" y="5138738"/>
          <a:ext cx="1898650" cy="479425"/>
        </p:xfrm>
        <a:graphic>
          <a:graphicData uri="http://schemas.openxmlformats.org/presentationml/2006/ole">
            <mc:AlternateContent xmlns:mc="http://schemas.openxmlformats.org/markup-compatibility/2006">
              <mc:Choice xmlns:v="urn:schemas-microsoft-com:vml" Requires="v">
                <p:oleObj spid="_x0000_s5125" name="公式" r:id="rId9" imgW="25298400" imgH="6400800" progId="Equation.3">
                  <p:embed/>
                </p:oleObj>
              </mc:Choice>
              <mc:Fallback>
                <p:oleObj name="公式" r:id="rId9" imgW="25298400" imgH="6400800" progId="Equation.3">
                  <p:embed/>
                  <p:pic>
                    <p:nvPicPr>
                      <p:cNvPr id="0" name="Object 20"/>
                      <p:cNvPicPr>
                        <a:picLocks noChangeAspect="1"/>
                      </p:cNvPicPr>
                      <p:nvPr/>
                    </p:nvPicPr>
                    <p:blipFill>
                      <a:blip r:embed="rId10"/>
                      <a:stretch>
                        <a:fillRect/>
                      </a:stretch>
                    </p:blipFill>
                    <p:spPr>
                      <a:xfrm>
                        <a:off x="3132138" y="5138738"/>
                        <a:ext cx="1898650" cy="479425"/>
                      </a:xfrm>
                      <a:prstGeom prst="rect">
                        <a:avLst/>
                      </a:prstGeom>
                      <a:noFill/>
                      <a:ln w="9525">
                        <a:noFill/>
                      </a:ln>
                    </p:spPr>
                  </p:pic>
                </p:oleObj>
              </mc:Fallback>
            </mc:AlternateContent>
          </a:graphicData>
        </a:graphic>
      </p:graphicFrame>
      <p:graphicFrame>
        <p:nvGraphicFramePr>
          <p:cNvPr id="140309" name="Object 21"/>
          <p:cNvGraphicFramePr>
            <a:graphicFrameLocks noChangeAspect="1"/>
          </p:cNvGraphicFramePr>
          <p:nvPr/>
        </p:nvGraphicFramePr>
        <p:xfrm>
          <a:off x="1728788" y="5851525"/>
          <a:ext cx="3292475" cy="457200"/>
        </p:xfrm>
        <a:graphic>
          <a:graphicData uri="http://schemas.openxmlformats.org/presentationml/2006/ole">
            <mc:AlternateContent xmlns:mc="http://schemas.openxmlformats.org/markup-compatibility/2006">
              <mc:Choice xmlns:v="urn:schemas-microsoft-com:vml" Requires="v">
                <p:oleObj spid="_x0000_s5126" name="公式" r:id="rId11" imgW="43891200" imgH="6096000" progId="Equation.3">
                  <p:embed/>
                </p:oleObj>
              </mc:Choice>
              <mc:Fallback>
                <p:oleObj name="公式" r:id="rId11" imgW="43891200" imgH="6096000" progId="Equation.3">
                  <p:embed/>
                  <p:pic>
                    <p:nvPicPr>
                      <p:cNvPr id="0" name="Object 21"/>
                      <p:cNvPicPr>
                        <a:picLocks noChangeAspect="1"/>
                      </p:cNvPicPr>
                      <p:nvPr/>
                    </p:nvPicPr>
                    <p:blipFill>
                      <a:blip r:embed="rId12"/>
                      <a:stretch>
                        <a:fillRect/>
                      </a:stretch>
                    </p:blipFill>
                    <p:spPr>
                      <a:xfrm>
                        <a:off x="1728788" y="5851525"/>
                        <a:ext cx="3292475" cy="457200"/>
                      </a:xfrm>
                      <a:prstGeom prst="rect">
                        <a:avLst/>
                      </a:prstGeom>
                      <a:noFill/>
                      <a:ln w="9525">
                        <a:noFill/>
                      </a:ln>
                    </p:spPr>
                  </p:pic>
                </p:oleObj>
              </mc:Fallback>
            </mc:AlternateContent>
          </a:graphicData>
        </a:graphic>
      </p:graphicFrame>
      <p:graphicFrame>
        <p:nvGraphicFramePr>
          <p:cNvPr id="140310" name="Object 22"/>
          <p:cNvGraphicFramePr>
            <a:graphicFrameLocks noChangeAspect="1"/>
          </p:cNvGraphicFramePr>
          <p:nvPr/>
        </p:nvGraphicFramePr>
        <p:xfrm>
          <a:off x="5202238" y="5942013"/>
          <a:ext cx="1943100" cy="366712"/>
        </p:xfrm>
        <a:graphic>
          <a:graphicData uri="http://schemas.openxmlformats.org/presentationml/2006/ole">
            <mc:AlternateContent xmlns:mc="http://schemas.openxmlformats.org/markup-compatibility/2006">
              <mc:Choice xmlns:v="urn:schemas-microsoft-com:vml" Requires="v">
                <p:oleObj spid="_x0000_s5127" name="公式" r:id="rId13" imgW="25908000" imgH="4876800" progId="Equation.3">
                  <p:embed/>
                </p:oleObj>
              </mc:Choice>
              <mc:Fallback>
                <p:oleObj name="公式" r:id="rId13" imgW="25908000" imgH="4876800" progId="Equation.3">
                  <p:embed/>
                  <p:pic>
                    <p:nvPicPr>
                      <p:cNvPr id="0" name="Object 22"/>
                      <p:cNvPicPr>
                        <a:picLocks noChangeAspect="1"/>
                      </p:cNvPicPr>
                      <p:nvPr/>
                    </p:nvPicPr>
                    <p:blipFill>
                      <a:blip r:embed="rId14"/>
                      <a:stretch>
                        <a:fillRect/>
                      </a:stretch>
                    </p:blipFill>
                    <p:spPr>
                      <a:xfrm>
                        <a:off x="5202238" y="5942013"/>
                        <a:ext cx="1943100" cy="36671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0290"/>
                                        </p:tgtEl>
                                        <p:attrNameLst>
                                          <p:attrName>style.visibility</p:attrName>
                                        </p:attrNameLst>
                                      </p:cBhvr>
                                      <p:to>
                                        <p:strVal val="visible"/>
                                      </p:to>
                                    </p:set>
                                    <p:animEffect transition="in" filter="wipe(left)">
                                      <p:cBhvr>
                                        <p:cTn id="7" dur="500"/>
                                        <p:tgtEl>
                                          <p:spTgt spid="1402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0291"/>
                                        </p:tgtEl>
                                        <p:attrNameLst>
                                          <p:attrName>style.visibility</p:attrName>
                                        </p:attrNameLst>
                                      </p:cBhvr>
                                      <p:to>
                                        <p:strVal val="visible"/>
                                      </p:to>
                                    </p:set>
                                    <p:animEffect transition="in" filter="wipe(left)">
                                      <p:cBhvr>
                                        <p:cTn id="12" dur="1000"/>
                                        <p:tgtEl>
                                          <p:spTgt spid="140291"/>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2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0292"/>
                                        </p:tgtEl>
                                        <p:attrNameLst>
                                          <p:attrName>style.visibility</p:attrName>
                                        </p:attrNameLst>
                                      </p:cBhvr>
                                      <p:to>
                                        <p:strVal val="visible"/>
                                      </p:to>
                                    </p:set>
                                    <p:animEffect transition="in" filter="wipe(left)">
                                      <p:cBhvr>
                                        <p:cTn id="22" dur="500"/>
                                        <p:tgtEl>
                                          <p:spTgt spid="14029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0293"/>
                                        </p:tgtEl>
                                        <p:attrNameLst>
                                          <p:attrName>style.visibility</p:attrName>
                                        </p:attrNameLst>
                                      </p:cBhvr>
                                      <p:to>
                                        <p:strVal val="visible"/>
                                      </p:to>
                                    </p:set>
                                    <p:animEffect transition="in" filter="wipe(left)">
                                      <p:cBhvr>
                                        <p:cTn id="27" dur="1000"/>
                                        <p:tgtEl>
                                          <p:spTgt spid="14029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301"/>
                                        </p:tgtEl>
                                        <p:attrNameLst>
                                          <p:attrName>style.visibility</p:attrName>
                                        </p:attrNameLst>
                                      </p:cBhvr>
                                      <p:to>
                                        <p:strVal val="visible"/>
                                      </p:to>
                                    </p:set>
                                    <p:animEffect transition="in" filter="wipe(left)">
                                      <p:cBhvr>
                                        <p:cTn id="32" dur="1000"/>
                                        <p:tgtEl>
                                          <p:spTgt spid="14030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0302"/>
                                        </p:tgtEl>
                                        <p:attrNameLst>
                                          <p:attrName>style.visibility</p:attrName>
                                        </p:attrNameLst>
                                      </p:cBhvr>
                                      <p:to>
                                        <p:strVal val="visible"/>
                                      </p:to>
                                    </p:set>
                                    <p:animEffect transition="in" filter="wipe(left)">
                                      <p:cBhvr>
                                        <p:cTn id="37" dur="1000"/>
                                        <p:tgtEl>
                                          <p:spTgt spid="14030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40303"/>
                                        </p:tgtEl>
                                        <p:attrNameLst>
                                          <p:attrName>style.visibility</p:attrName>
                                        </p:attrNameLst>
                                      </p:cBhvr>
                                      <p:to>
                                        <p:strVal val="visible"/>
                                      </p:to>
                                    </p:set>
                                    <p:animEffect transition="in" filter="wipe(left)">
                                      <p:cBhvr>
                                        <p:cTn id="42" dur="1000"/>
                                        <p:tgtEl>
                                          <p:spTgt spid="14030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40305"/>
                                        </p:tgtEl>
                                        <p:attrNameLst>
                                          <p:attrName>style.visibility</p:attrName>
                                        </p:attrNameLst>
                                      </p:cBhvr>
                                      <p:to>
                                        <p:strVal val="visible"/>
                                      </p:to>
                                    </p:set>
                                    <p:animEffect transition="in" filter="wipe(left)">
                                      <p:cBhvr>
                                        <p:cTn id="47" dur="1000"/>
                                        <p:tgtEl>
                                          <p:spTgt spid="14030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0304"/>
                                        </p:tgtEl>
                                        <p:attrNameLst>
                                          <p:attrName>style.visibility</p:attrName>
                                        </p:attrNameLst>
                                      </p:cBhvr>
                                      <p:to>
                                        <p:strVal val="visible"/>
                                      </p:to>
                                    </p:set>
                                    <p:animEffect transition="in" filter="wipe(left)">
                                      <p:cBhvr>
                                        <p:cTn id="52" dur="1000"/>
                                        <p:tgtEl>
                                          <p:spTgt spid="14030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40306"/>
                                        </p:tgtEl>
                                        <p:attrNameLst>
                                          <p:attrName>style.visibility</p:attrName>
                                        </p:attrNameLst>
                                      </p:cBhvr>
                                      <p:to>
                                        <p:strVal val="visible"/>
                                      </p:to>
                                    </p:set>
                                    <p:animEffect transition="in" filter="wipe(left)">
                                      <p:cBhvr>
                                        <p:cTn id="57" dur="1000"/>
                                        <p:tgtEl>
                                          <p:spTgt spid="14030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40307"/>
                                        </p:tgtEl>
                                        <p:attrNameLst>
                                          <p:attrName>style.visibility</p:attrName>
                                        </p:attrNameLst>
                                      </p:cBhvr>
                                      <p:to>
                                        <p:strVal val="visible"/>
                                      </p:to>
                                    </p:set>
                                    <p:animEffect transition="in" filter="wipe(left)">
                                      <p:cBhvr>
                                        <p:cTn id="62" dur="1000"/>
                                        <p:tgtEl>
                                          <p:spTgt spid="14030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40308"/>
                                        </p:tgtEl>
                                        <p:attrNameLst>
                                          <p:attrName>style.visibility</p:attrName>
                                        </p:attrNameLst>
                                      </p:cBhvr>
                                      <p:to>
                                        <p:strVal val="visible"/>
                                      </p:to>
                                    </p:set>
                                    <p:animEffect transition="in" filter="wipe(left)">
                                      <p:cBhvr>
                                        <p:cTn id="67" dur="1000"/>
                                        <p:tgtEl>
                                          <p:spTgt spid="140308"/>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40309"/>
                                        </p:tgtEl>
                                        <p:attrNameLst>
                                          <p:attrName>style.visibility</p:attrName>
                                        </p:attrNameLst>
                                      </p:cBhvr>
                                      <p:to>
                                        <p:strVal val="visible"/>
                                      </p:to>
                                    </p:set>
                                    <p:animEffect transition="in" filter="wipe(left)">
                                      <p:cBhvr>
                                        <p:cTn id="72" dur="1000"/>
                                        <p:tgtEl>
                                          <p:spTgt spid="14030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40310"/>
                                        </p:tgtEl>
                                        <p:attrNameLst>
                                          <p:attrName>style.visibility</p:attrName>
                                        </p:attrNameLst>
                                      </p:cBhvr>
                                      <p:to>
                                        <p:strVal val="visible"/>
                                      </p:to>
                                    </p:set>
                                    <p:animEffect transition="in" filter="wipe(left)">
                                      <p:cBhvr>
                                        <p:cTn id="77" dur="1000"/>
                                        <p:tgtEl>
                                          <p:spTgt spid="140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0" grpId="0"/>
      <p:bldP spid="140291" grpId="0"/>
      <p:bldP spid="140292" grpId="0"/>
      <p:bldP spid="140293" grpId="0"/>
      <p:bldP spid="140301" grpId="0"/>
      <p:bldP spid="140302" grpId="0"/>
      <p:bldP spid="140305" grpId="0"/>
      <p:bldP spid="14030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ext Box 2"/>
          <p:cNvSpPr txBox="1">
            <a:spLocks noChangeArrowheads="1"/>
          </p:cNvSpPr>
          <p:nvPr/>
        </p:nvSpPr>
        <p:spPr bwMode="auto">
          <a:xfrm>
            <a:off x="161925" y="485775"/>
            <a:ext cx="5254625" cy="512763"/>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rgbClr val="FF0000"/>
                </a:solidFill>
                <a:latin typeface="Times New Roman" panose="02020603050405020304" pitchFamily="18" charset="0"/>
              </a:rPr>
              <a:t>例</a:t>
            </a:r>
            <a:r>
              <a:rPr kumimoji="0" lang="zh-CN" altLang="en-US" b="1" i="0">
                <a:solidFill>
                  <a:schemeClr val="hlink"/>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质量为</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的匀质</a:t>
            </a:r>
            <a:r>
              <a:rPr lang="zh-CN" altLang="en-US" b="1" i="0">
                <a:solidFill>
                  <a:srgbClr val="FF6600"/>
                </a:solidFill>
                <a:latin typeface="宋体" panose="02010600030101010101" pitchFamily="2" charset="-122"/>
              </a:rPr>
              <a:t>软绳</a:t>
            </a:r>
            <a:r>
              <a:rPr kumimoji="0" lang="zh-CN" altLang="en-US" b="1" i="0">
                <a:solidFill>
                  <a:schemeClr val="bg1"/>
                </a:solidFill>
                <a:latin typeface="Times New Roman" panose="02020603050405020304" pitchFamily="18" charset="0"/>
              </a:rPr>
              <a:t>，全长为</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L</a:t>
            </a:r>
            <a:r>
              <a:rPr kumimoji="0" lang="zh-CN" altLang="en-US" b="1">
                <a:solidFill>
                  <a:schemeClr val="bg1"/>
                </a:solidFill>
                <a:latin typeface="Times New Roman" panose="02020603050405020304" pitchFamily="18" charset="0"/>
              </a:rPr>
              <a:t>，</a:t>
            </a:r>
            <a:endParaRPr kumimoji="0" lang="zh-CN" altLang="en-US" b="1">
              <a:solidFill>
                <a:schemeClr val="bg1"/>
              </a:solidFill>
              <a:latin typeface="Times New Roman" panose="02020603050405020304" pitchFamily="18" charset="0"/>
            </a:endParaRPr>
          </a:p>
        </p:txBody>
      </p:sp>
      <p:sp>
        <p:nvSpPr>
          <p:cNvPr id="141315" name="Text Box 3"/>
          <p:cNvSpPr txBox="1">
            <a:spLocks noChangeArrowheads="1"/>
          </p:cNvSpPr>
          <p:nvPr/>
        </p:nvSpPr>
        <p:spPr bwMode="auto">
          <a:xfrm>
            <a:off x="611188" y="890588"/>
            <a:ext cx="4773612" cy="512762"/>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chemeClr val="bg1"/>
                </a:solidFill>
                <a:latin typeface="Times New Roman" panose="02020603050405020304" pitchFamily="18" charset="0"/>
              </a:rPr>
              <a:t>开始时，下端与地面的距离为</a:t>
            </a:r>
            <a:r>
              <a:rPr kumimoji="0" lang="zh-CN" altLang="en-US" b="1" i="0">
                <a:solidFill>
                  <a:srgbClr val="66FFFF"/>
                </a:solidFill>
                <a:latin typeface="Times New Roman" panose="02020603050405020304" pitchFamily="18" charset="0"/>
              </a:rPr>
              <a:t> </a:t>
            </a:r>
            <a:r>
              <a:rPr kumimoji="0" lang="en-US" altLang="zh-CN" b="1">
                <a:solidFill>
                  <a:srgbClr val="FF6600"/>
                </a:solidFill>
                <a:latin typeface="Times New Roman" panose="02020603050405020304" pitchFamily="18" charset="0"/>
              </a:rPr>
              <a:t>h</a:t>
            </a:r>
            <a:r>
              <a:rPr kumimoji="0" lang="en-US" altLang="zh-CN" b="1" i="0">
                <a:solidFill>
                  <a:srgbClr val="FF66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a:t>
            </a:r>
            <a:endParaRPr lang="zh-CN" altLang="en-US" b="1" i="0">
              <a:solidFill>
                <a:srgbClr val="FF9900"/>
              </a:solidFill>
              <a:latin typeface="宋体" panose="02010600030101010101" pitchFamily="2" charset="-122"/>
            </a:endParaRPr>
          </a:p>
        </p:txBody>
      </p:sp>
      <p:sp>
        <p:nvSpPr>
          <p:cNvPr id="141316" name="Text Box 4"/>
          <p:cNvSpPr txBox="1">
            <a:spLocks noChangeArrowheads="1"/>
          </p:cNvSpPr>
          <p:nvPr/>
        </p:nvSpPr>
        <p:spPr bwMode="auto">
          <a:xfrm>
            <a:off x="566738" y="1385888"/>
            <a:ext cx="2317750" cy="512762"/>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chemeClr val="bg1"/>
                </a:solidFill>
                <a:latin typeface="Times New Roman" panose="02020603050405020304" pitchFamily="18" charset="0"/>
              </a:rPr>
              <a:t>下落在地面上时</a:t>
            </a:r>
            <a:endParaRPr kumimoji="0" lang="zh-CN" altLang="en-US" b="1" i="0">
              <a:solidFill>
                <a:schemeClr val="bg1"/>
              </a:solidFill>
              <a:latin typeface="Times New Roman" panose="02020603050405020304" pitchFamily="18" charset="0"/>
            </a:endParaRPr>
          </a:p>
        </p:txBody>
      </p:sp>
      <p:sp>
        <p:nvSpPr>
          <p:cNvPr id="141317" name="Text Box 5"/>
          <p:cNvSpPr txBox="1">
            <a:spLocks noChangeArrowheads="1"/>
          </p:cNvSpPr>
          <p:nvPr/>
        </p:nvSpPr>
        <p:spPr bwMode="auto">
          <a:xfrm>
            <a:off x="566738" y="2330450"/>
            <a:ext cx="2622550" cy="512763"/>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chemeClr val="bg1"/>
                </a:solidFill>
                <a:latin typeface="Times New Roman" panose="02020603050405020304" pitchFamily="18" charset="0"/>
              </a:rPr>
              <a:t>所受</a:t>
            </a:r>
            <a:r>
              <a:rPr lang="zh-CN" altLang="en-US" b="1" i="0">
                <a:solidFill>
                  <a:srgbClr val="FF6600"/>
                </a:solidFill>
                <a:latin typeface="宋体" panose="02010600030101010101" pitchFamily="2" charset="-122"/>
              </a:rPr>
              <a:t>绳</a:t>
            </a:r>
            <a:r>
              <a:rPr kumimoji="0" lang="zh-CN" altLang="en-US" b="1" i="0">
                <a:solidFill>
                  <a:schemeClr val="bg1"/>
                </a:solidFill>
                <a:latin typeface="Times New Roman" panose="02020603050405020304" pitchFamily="18" charset="0"/>
              </a:rPr>
              <a:t>的作用力？</a:t>
            </a:r>
            <a:endParaRPr kumimoji="0" lang="zh-CN" altLang="en-US" b="1" i="0">
              <a:solidFill>
                <a:schemeClr val="bg1"/>
              </a:solidFill>
              <a:latin typeface="Times New Roman" panose="02020603050405020304" pitchFamily="18" charset="0"/>
            </a:endParaRPr>
          </a:p>
        </p:txBody>
      </p:sp>
      <p:sp>
        <p:nvSpPr>
          <p:cNvPr id="141318" name="Line 6"/>
          <p:cNvSpPr>
            <a:spLocks noChangeShapeType="1"/>
          </p:cNvSpPr>
          <p:nvPr/>
        </p:nvSpPr>
        <p:spPr bwMode="auto">
          <a:xfrm>
            <a:off x="7620000" y="3352800"/>
            <a:ext cx="838200" cy="0"/>
          </a:xfrm>
          <a:prstGeom prst="line">
            <a:avLst/>
          </a:prstGeom>
          <a:noFill/>
          <a:ln w="19050">
            <a:solidFill>
              <a:srgbClr val="3333CC"/>
            </a:solidFill>
            <a:round/>
          </a:ln>
        </p:spPr>
        <p:txBody>
          <a:bodyPr wrap="none" anchor="ctr"/>
          <a:lstStyle/>
          <a:p>
            <a:endParaRPr lang="zh-CN" altLang="en-US"/>
          </a:p>
        </p:txBody>
      </p:sp>
      <p:sp>
        <p:nvSpPr>
          <p:cNvPr id="141319" name="Rectangle 7"/>
          <p:cNvSpPr>
            <a:spLocks noChangeArrowheads="1"/>
          </p:cNvSpPr>
          <p:nvPr/>
        </p:nvSpPr>
        <p:spPr bwMode="auto">
          <a:xfrm>
            <a:off x="7372350" y="1333500"/>
            <a:ext cx="369888" cy="457200"/>
          </a:xfrm>
          <a:prstGeom prst="rect">
            <a:avLst/>
          </a:prstGeom>
          <a:noFill/>
          <a:ln w="9525">
            <a:noFill/>
            <a:miter lim="800000"/>
          </a:ln>
        </p:spPr>
        <p:txBody>
          <a:bodyPr wrap="none">
            <a:spAutoFit/>
          </a:bodyPr>
          <a:lstStyle/>
          <a:p>
            <a:pPr algn="l" eaLnBrk="0" hangingPunct="0"/>
            <a:r>
              <a:rPr kumimoji="0" lang="en-US" altLang="zh-CN" b="1">
                <a:solidFill>
                  <a:srgbClr val="FF6600"/>
                </a:solidFill>
                <a:latin typeface="Times New Roman" panose="02020603050405020304" pitchFamily="18" charset="0"/>
              </a:rPr>
              <a:t>L</a:t>
            </a:r>
            <a:endParaRPr kumimoji="0" lang="en-US" altLang="zh-CN" b="1">
              <a:solidFill>
                <a:srgbClr val="FF6600"/>
              </a:solidFill>
              <a:latin typeface="Times New Roman" panose="02020603050405020304" pitchFamily="18" charset="0"/>
            </a:endParaRPr>
          </a:p>
        </p:txBody>
      </p:sp>
      <p:sp>
        <p:nvSpPr>
          <p:cNvPr id="141320" name="Rectangle 8"/>
          <p:cNvSpPr>
            <a:spLocks noChangeArrowheads="1"/>
          </p:cNvSpPr>
          <p:nvPr/>
        </p:nvSpPr>
        <p:spPr bwMode="auto">
          <a:xfrm>
            <a:off x="7696200" y="2590800"/>
            <a:ext cx="354013" cy="457200"/>
          </a:xfrm>
          <a:prstGeom prst="rect">
            <a:avLst/>
          </a:prstGeom>
          <a:noFill/>
          <a:ln w="9525">
            <a:noFill/>
            <a:miter lim="800000"/>
          </a:ln>
        </p:spPr>
        <p:txBody>
          <a:bodyPr wrap="none">
            <a:spAutoFit/>
          </a:bodyPr>
          <a:lstStyle/>
          <a:p>
            <a:pPr algn="l" eaLnBrk="0" hangingPunct="0"/>
            <a:r>
              <a:rPr kumimoji="0" lang="en-US" altLang="zh-CN" b="1">
                <a:solidFill>
                  <a:srgbClr val="FF6600"/>
                </a:solidFill>
                <a:latin typeface="Times New Roman" panose="02020603050405020304" pitchFamily="18" charset="0"/>
              </a:rPr>
              <a:t>h</a:t>
            </a:r>
            <a:endParaRPr kumimoji="0" lang="en-US" altLang="zh-CN" b="1">
              <a:solidFill>
                <a:srgbClr val="FF6600"/>
              </a:solidFill>
              <a:latin typeface="Times New Roman" panose="02020603050405020304" pitchFamily="18" charset="0"/>
            </a:endParaRPr>
          </a:p>
        </p:txBody>
      </p:sp>
      <p:sp>
        <p:nvSpPr>
          <p:cNvPr id="141321" name="Line 9"/>
          <p:cNvSpPr>
            <a:spLocks noChangeShapeType="1"/>
          </p:cNvSpPr>
          <p:nvPr/>
        </p:nvSpPr>
        <p:spPr bwMode="auto">
          <a:xfrm>
            <a:off x="7848600" y="2362200"/>
            <a:ext cx="457200" cy="0"/>
          </a:xfrm>
          <a:prstGeom prst="line">
            <a:avLst/>
          </a:prstGeom>
          <a:noFill/>
          <a:ln w="19050">
            <a:solidFill>
              <a:srgbClr val="3333CC"/>
            </a:solidFill>
            <a:round/>
          </a:ln>
        </p:spPr>
        <p:txBody>
          <a:bodyPr wrap="none" anchor="ctr"/>
          <a:lstStyle/>
          <a:p>
            <a:endParaRPr lang="zh-CN" altLang="en-US"/>
          </a:p>
        </p:txBody>
      </p:sp>
      <p:sp>
        <p:nvSpPr>
          <p:cNvPr id="141322" name="Line 10"/>
          <p:cNvSpPr>
            <a:spLocks noChangeShapeType="1"/>
          </p:cNvSpPr>
          <p:nvPr/>
        </p:nvSpPr>
        <p:spPr bwMode="auto">
          <a:xfrm>
            <a:off x="8153400" y="2362200"/>
            <a:ext cx="0" cy="990600"/>
          </a:xfrm>
          <a:prstGeom prst="line">
            <a:avLst/>
          </a:prstGeom>
          <a:noFill/>
          <a:ln w="19050">
            <a:solidFill>
              <a:srgbClr val="3333CC"/>
            </a:solidFill>
            <a:round/>
            <a:headEnd type="triangle" w="med" len="med"/>
            <a:tailEnd type="triangle" w="med" len="med"/>
          </a:ln>
        </p:spPr>
        <p:txBody>
          <a:bodyPr wrap="none" anchor="ctr"/>
          <a:lstStyle/>
          <a:p>
            <a:endParaRPr lang="zh-CN" altLang="en-US"/>
          </a:p>
        </p:txBody>
      </p:sp>
      <p:sp>
        <p:nvSpPr>
          <p:cNvPr id="141323" name="Text Box 11"/>
          <p:cNvSpPr txBox="1">
            <a:spLocks noChangeArrowheads="1"/>
          </p:cNvSpPr>
          <p:nvPr/>
        </p:nvSpPr>
        <p:spPr bwMode="auto">
          <a:xfrm>
            <a:off x="115888" y="2836863"/>
            <a:ext cx="5148262" cy="479425"/>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rgbClr val="FF0000"/>
                </a:solidFill>
                <a:latin typeface="Times New Roman" panose="02020603050405020304" pitchFamily="18" charset="0"/>
              </a:rPr>
              <a:t>解</a:t>
            </a:r>
            <a:r>
              <a:rPr kumimoji="0" lang="zh-CN" altLang="en-US" b="1" i="0">
                <a:solidFill>
                  <a:srgbClr val="FFFF66"/>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设</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t</a:t>
            </a:r>
            <a:r>
              <a:rPr kumimoji="0" lang="en-US" altLang="zh-CN" b="1" i="0">
                <a:solidFill>
                  <a:srgbClr val="FF99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时刻</a:t>
            </a:r>
            <a:r>
              <a:rPr kumimoji="0" lang="zh-CN" altLang="en-US" b="1" i="0">
                <a:latin typeface="Times New Roman" panose="02020603050405020304" pitchFamily="18" charset="0"/>
              </a:rPr>
              <a:t>（地面上有 </a:t>
            </a:r>
            <a:r>
              <a:rPr kumimoji="0" lang="en-US" altLang="zh-CN" b="1">
                <a:solidFill>
                  <a:srgbClr val="FF6600"/>
                </a:solidFill>
                <a:latin typeface="Times New Roman" panose="02020603050405020304" pitchFamily="18" charset="0"/>
              </a:rPr>
              <a:t>l</a:t>
            </a:r>
            <a:r>
              <a:rPr kumimoji="0" lang="en-US" altLang="zh-CN" b="1">
                <a:latin typeface="Times New Roman" panose="02020603050405020304" pitchFamily="18" charset="0"/>
              </a:rPr>
              <a:t> </a:t>
            </a:r>
            <a:r>
              <a:rPr kumimoji="0" lang="zh-CN" altLang="en-US" b="1" i="0">
                <a:latin typeface="Times New Roman" panose="02020603050405020304" pitchFamily="18" charset="0"/>
              </a:rPr>
              <a:t>长的绳子）</a:t>
            </a:r>
            <a:endParaRPr kumimoji="0" lang="zh-CN" altLang="en-US" i="0">
              <a:latin typeface="Times New Roman" panose="02020603050405020304" pitchFamily="18" charset="0"/>
            </a:endParaRPr>
          </a:p>
        </p:txBody>
      </p:sp>
      <p:graphicFrame>
        <p:nvGraphicFramePr>
          <p:cNvPr id="141324" name="Object 12"/>
          <p:cNvGraphicFramePr>
            <a:graphicFrameLocks noChangeAspect="1"/>
          </p:cNvGraphicFramePr>
          <p:nvPr/>
        </p:nvGraphicFramePr>
        <p:xfrm>
          <a:off x="4841875" y="2754313"/>
          <a:ext cx="1622425" cy="730250"/>
        </p:xfrm>
        <a:graphic>
          <a:graphicData uri="http://schemas.openxmlformats.org/presentationml/2006/ole">
            <mc:AlternateContent xmlns:mc="http://schemas.openxmlformats.org/markup-compatibility/2006">
              <mc:Choice xmlns:v="urn:schemas-microsoft-com:vml" Requires="v">
                <p:oleObj spid="_x0000_s6145" name="公式" r:id="rId1" imgW="21640800" imgH="9753600" progId="Equation.3">
                  <p:embed/>
                </p:oleObj>
              </mc:Choice>
              <mc:Fallback>
                <p:oleObj name="公式" r:id="rId1" imgW="21640800" imgH="9753600" progId="Equation.3">
                  <p:embed/>
                  <p:pic>
                    <p:nvPicPr>
                      <p:cNvPr id="0" name="Object 12"/>
                      <p:cNvPicPr>
                        <a:picLocks noChangeAspect="1"/>
                      </p:cNvPicPr>
                      <p:nvPr/>
                    </p:nvPicPr>
                    <p:blipFill>
                      <a:blip r:embed="rId2"/>
                      <a:stretch>
                        <a:fillRect/>
                      </a:stretch>
                    </p:blipFill>
                    <p:spPr>
                      <a:xfrm>
                        <a:off x="4841875" y="2754313"/>
                        <a:ext cx="1622425" cy="730250"/>
                      </a:xfrm>
                      <a:prstGeom prst="rect">
                        <a:avLst/>
                      </a:prstGeom>
                      <a:noFill/>
                      <a:ln w="9525">
                        <a:noFill/>
                      </a:ln>
                    </p:spPr>
                  </p:pic>
                </p:oleObj>
              </mc:Fallback>
            </mc:AlternateContent>
          </a:graphicData>
        </a:graphic>
      </p:graphicFrame>
      <p:graphicFrame>
        <p:nvGraphicFramePr>
          <p:cNvPr id="141325" name="Object 13"/>
          <p:cNvGraphicFramePr>
            <a:graphicFrameLocks noChangeAspect="1"/>
          </p:cNvGraphicFramePr>
          <p:nvPr/>
        </p:nvGraphicFramePr>
        <p:xfrm>
          <a:off x="3222625" y="3429000"/>
          <a:ext cx="1871663" cy="457200"/>
        </p:xfrm>
        <a:graphic>
          <a:graphicData uri="http://schemas.openxmlformats.org/presentationml/2006/ole">
            <mc:AlternateContent xmlns:mc="http://schemas.openxmlformats.org/markup-compatibility/2006">
              <mc:Choice xmlns:v="urn:schemas-microsoft-com:vml" Requires="v">
                <p:oleObj spid="_x0000_s6147" name="公式" r:id="rId3" imgW="24993600" imgH="6096000" progId="Equation.3">
                  <p:embed/>
                </p:oleObj>
              </mc:Choice>
              <mc:Fallback>
                <p:oleObj name="公式" r:id="rId3" imgW="24993600" imgH="6096000" progId="Equation.3">
                  <p:embed/>
                  <p:pic>
                    <p:nvPicPr>
                      <p:cNvPr id="0" name="Object 13"/>
                      <p:cNvPicPr>
                        <a:picLocks noChangeAspect="1"/>
                      </p:cNvPicPr>
                      <p:nvPr/>
                    </p:nvPicPr>
                    <p:blipFill>
                      <a:blip r:embed="rId4"/>
                      <a:stretch>
                        <a:fillRect/>
                      </a:stretch>
                    </p:blipFill>
                    <p:spPr>
                      <a:xfrm>
                        <a:off x="3222625" y="3429000"/>
                        <a:ext cx="1871663" cy="457200"/>
                      </a:xfrm>
                      <a:prstGeom prst="rect">
                        <a:avLst/>
                      </a:prstGeom>
                      <a:noFill/>
                      <a:ln w="9525">
                        <a:noFill/>
                      </a:ln>
                    </p:spPr>
                  </p:pic>
                </p:oleObj>
              </mc:Fallback>
            </mc:AlternateContent>
          </a:graphicData>
        </a:graphic>
      </p:graphicFrame>
      <p:sp>
        <p:nvSpPr>
          <p:cNvPr id="141326" name="Text Box 14"/>
          <p:cNvSpPr txBox="1">
            <a:spLocks noChangeArrowheads="1"/>
          </p:cNvSpPr>
          <p:nvPr/>
        </p:nvSpPr>
        <p:spPr bwMode="auto">
          <a:xfrm>
            <a:off x="684213" y="3357563"/>
            <a:ext cx="3376612"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此时</a:t>
            </a:r>
            <a:r>
              <a:rPr lang="zh-CN" altLang="en-US" b="1" i="0">
                <a:solidFill>
                  <a:srgbClr val="FF6600"/>
                </a:solidFill>
                <a:latin typeface="Times New Roman" panose="02020603050405020304" pitchFamily="18" charset="0"/>
              </a:rPr>
              <a:t>绳</a:t>
            </a:r>
            <a:r>
              <a:rPr kumimoji="0" lang="zh-CN" altLang="en-US" b="1" i="0">
                <a:solidFill>
                  <a:schemeClr val="bg1"/>
                </a:solidFill>
                <a:latin typeface="Times New Roman" panose="02020603050405020304" pitchFamily="18" charset="0"/>
              </a:rPr>
              <a:t>的速度为</a:t>
            </a:r>
            <a:endParaRPr kumimoji="0" lang="zh-CN" altLang="en-US" b="1" i="0">
              <a:solidFill>
                <a:schemeClr val="bg1"/>
              </a:solidFill>
              <a:latin typeface="Times New Roman" panose="02020603050405020304" pitchFamily="18" charset="0"/>
            </a:endParaRPr>
          </a:p>
        </p:txBody>
      </p:sp>
      <p:sp>
        <p:nvSpPr>
          <p:cNvPr id="141327" name="Rectangle 15"/>
          <p:cNvSpPr>
            <a:spLocks noChangeArrowheads="1"/>
          </p:cNvSpPr>
          <p:nvPr/>
        </p:nvSpPr>
        <p:spPr bwMode="auto">
          <a:xfrm>
            <a:off x="7924800" y="1295400"/>
            <a:ext cx="420688" cy="457200"/>
          </a:xfrm>
          <a:prstGeom prst="rect">
            <a:avLst/>
          </a:prstGeom>
          <a:noFill/>
          <a:ln w="9525">
            <a:noFill/>
            <a:miter lim="800000"/>
          </a:ln>
        </p:spPr>
        <p:txBody>
          <a:bodyPr wrap="none">
            <a:spAutoFit/>
          </a:bodyPr>
          <a:lstStyle/>
          <a:p>
            <a:pPr algn="l" eaLnBrk="0" hangingPunct="0"/>
            <a:r>
              <a:rPr kumimoji="0" lang="en-US" altLang="zh-CN" b="1">
                <a:solidFill>
                  <a:srgbClr val="FF6600"/>
                </a:solidFill>
                <a:latin typeface="Times New Roman" panose="02020603050405020304" pitchFamily="18" charset="0"/>
              </a:rPr>
              <a:t>m</a:t>
            </a:r>
            <a:endParaRPr kumimoji="0" lang="en-US" altLang="zh-CN" b="1">
              <a:solidFill>
                <a:srgbClr val="FF6600"/>
              </a:solidFill>
              <a:latin typeface="Times New Roman" panose="02020603050405020304" pitchFamily="18" charset="0"/>
            </a:endParaRPr>
          </a:p>
        </p:txBody>
      </p:sp>
      <p:sp>
        <p:nvSpPr>
          <p:cNvPr id="141328" name="Text Box 16"/>
          <p:cNvSpPr txBox="1">
            <a:spLocks noChangeArrowheads="1"/>
          </p:cNvSpPr>
          <p:nvPr/>
        </p:nvSpPr>
        <p:spPr bwMode="auto">
          <a:xfrm>
            <a:off x="127000" y="1852613"/>
            <a:ext cx="6965950" cy="585787"/>
          </a:xfrm>
          <a:prstGeom prst="rect">
            <a:avLst/>
          </a:prstGeom>
          <a:noFill/>
          <a:ln w="9525" algn="ctr">
            <a:noFill/>
            <a:miter lim="800000"/>
          </a:ln>
        </p:spPr>
        <p:txBody>
          <a:bodyPr tIns="82800" bIns="82800">
            <a:spAutoFit/>
          </a:bodyPr>
          <a:lstStyle/>
          <a:p>
            <a:pPr algn="just" eaLnBrk="0" hangingPunct="0">
              <a:lnSpc>
                <a:spcPct val="115000"/>
              </a:lnSpc>
            </a:pPr>
            <a:r>
              <a:rPr kumimoji="0" lang="zh-CN" altLang="en-US" b="1" i="0">
                <a:solidFill>
                  <a:srgbClr val="FF0000"/>
                </a:solidFill>
                <a:latin typeface="Times New Roman" panose="02020603050405020304" pitchFamily="18" charset="0"/>
              </a:rPr>
              <a:t>求</a:t>
            </a:r>
            <a:r>
              <a:rPr kumimoji="0" lang="zh-CN" altLang="en-US" b="1" i="0">
                <a:solidFill>
                  <a:srgbClr val="FFFF00"/>
                </a:solidFill>
                <a:latin typeface="Times New Roman" panose="02020603050405020304" pitchFamily="18" charset="0"/>
              </a:rPr>
              <a:t> </a:t>
            </a:r>
            <a:r>
              <a:rPr kumimoji="0" lang="zh-CN" altLang="en-US" b="1" i="0">
                <a:solidFill>
                  <a:srgbClr val="FF6600"/>
                </a:solidFill>
                <a:latin typeface="Times New Roman" panose="02020603050405020304" pitchFamily="18" charset="0"/>
              </a:rPr>
              <a:t> </a:t>
            </a:r>
            <a:r>
              <a:rPr lang="zh-CN" altLang="en-US" b="1" i="0">
                <a:solidFill>
                  <a:srgbClr val="FF6600"/>
                </a:solidFill>
                <a:latin typeface="宋体" panose="02010600030101010101" pitchFamily="2" charset="-122"/>
              </a:rPr>
              <a:t>绳</a:t>
            </a:r>
            <a:r>
              <a:rPr kumimoji="0" lang="zh-CN" altLang="en-US" b="1" i="0">
                <a:solidFill>
                  <a:schemeClr val="bg1"/>
                </a:solidFill>
                <a:latin typeface="Times New Roman" panose="02020603050405020304" pitchFamily="18" charset="0"/>
              </a:rPr>
              <a:t>自由下落地面上的长度为 </a:t>
            </a:r>
            <a:r>
              <a:rPr kumimoji="0" lang="en-US" altLang="zh-CN" b="1">
                <a:solidFill>
                  <a:srgbClr val="FF6600"/>
                </a:solidFill>
                <a:latin typeface="Times New Roman" panose="02020603050405020304" pitchFamily="18" charset="0"/>
              </a:rPr>
              <a:t>l </a:t>
            </a:r>
            <a:r>
              <a:rPr kumimoji="0" lang="en-US" altLang="zh-CN" b="1" i="0">
                <a:solidFill>
                  <a:srgbClr val="FF6600"/>
                </a:solidFill>
                <a:latin typeface="Times New Roman" panose="02020603050405020304" pitchFamily="18" charset="0"/>
              </a:rPr>
              <a:t>(</a:t>
            </a:r>
            <a:r>
              <a:rPr kumimoji="0" lang="en-US" altLang="zh-CN" b="1">
                <a:solidFill>
                  <a:srgbClr val="FF6600"/>
                </a:solidFill>
                <a:latin typeface="Times New Roman" panose="02020603050405020304" pitchFamily="18" charset="0"/>
              </a:rPr>
              <a:t> l&lt;L </a:t>
            </a:r>
            <a:r>
              <a:rPr kumimoji="0" lang="en-US" altLang="zh-CN" b="1" i="0">
                <a:solidFill>
                  <a:srgbClr val="FF66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时，地面</a:t>
            </a:r>
            <a:endParaRPr kumimoji="0" lang="zh-CN" altLang="en-US" b="1" i="0">
              <a:solidFill>
                <a:schemeClr val="bg1"/>
              </a:solidFill>
              <a:latin typeface="Times New Roman" panose="02020603050405020304" pitchFamily="18" charset="0"/>
            </a:endParaRPr>
          </a:p>
        </p:txBody>
      </p:sp>
      <p:grpSp>
        <p:nvGrpSpPr>
          <p:cNvPr id="2" name="Group 17"/>
          <p:cNvGrpSpPr/>
          <p:nvPr/>
        </p:nvGrpSpPr>
        <p:grpSpPr bwMode="auto">
          <a:xfrm>
            <a:off x="7767638" y="611188"/>
            <a:ext cx="93662" cy="1760537"/>
            <a:chOff x="2413" y="1666"/>
            <a:chExt cx="59" cy="1109"/>
          </a:xfrm>
        </p:grpSpPr>
        <p:sp>
          <p:nvSpPr>
            <p:cNvPr id="6196" name="Oval 18"/>
            <p:cNvSpPr>
              <a:spLocks noChangeArrowheads="1"/>
            </p:cNvSpPr>
            <p:nvPr/>
          </p:nvSpPr>
          <p:spPr bwMode="auto">
            <a:xfrm>
              <a:off x="2413" y="187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7" name="Oval 19"/>
            <p:cNvSpPr>
              <a:spLocks noChangeArrowheads="1"/>
            </p:cNvSpPr>
            <p:nvPr/>
          </p:nvSpPr>
          <p:spPr bwMode="auto">
            <a:xfrm>
              <a:off x="2413" y="194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8" name="Oval 20"/>
            <p:cNvSpPr>
              <a:spLocks noChangeArrowheads="1"/>
            </p:cNvSpPr>
            <p:nvPr/>
          </p:nvSpPr>
          <p:spPr bwMode="auto">
            <a:xfrm>
              <a:off x="2413" y="201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9" name="Oval 21"/>
            <p:cNvSpPr>
              <a:spLocks noChangeArrowheads="1"/>
            </p:cNvSpPr>
            <p:nvPr/>
          </p:nvSpPr>
          <p:spPr bwMode="auto">
            <a:xfrm>
              <a:off x="2413" y="208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0" name="Oval 22"/>
            <p:cNvSpPr>
              <a:spLocks noChangeArrowheads="1"/>
            </p:cNvSpPr>
            <p:nvPr/>
          </p:nvSpPr>
          <p:spPr bwMode="auto">
            <a:xfrm>
              <a:off x="2413" y="229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1" name="Oval 23"/>
            <p:cNvSpPr>
              <a:spLocks noChangeArrowheads="1"/>
            </p:cNvSpPr>
            <p:nvPr/>
          </p:nvSpPr>
          <p:spPr bwMode="auto">
            <a:xfrm>
              <a:off x="2413" y="215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2" name="Oval 24"/>
            <p:cNvSpPr>
              <a:spLocks noChangeArrowheads="1"/>
            </p:cNvSpPr>
            <p:nvPr/>
          </p:nvSpPr>
          <p:spPr bwMode="auto">
            <a:xfrm>
              <a:off x="2413" y="222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3" name="Oval 25"/>
            <p:cNvSpPr>
              <a:spLocks noChangeArrowheads="1"/>
            </p:cNvSpPr>
            <p:nvPr/>
          </p:nvSpPr>
          <p:spPr bwMode="auto">
            <a:xfrm>
              <a:off x="2413" y="236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4" name="Oval 26"/>
            <p:cNvSpPr>
              <a:spLocks noChangeArrowheads="1"/>
            </p:cNvSpPr>
            <p:nvPr/>
          </p:nvSpPr>
          <p:spPr bwMode="auto">
            <a:xfrm>
              <a:off x="2413" y="180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5" name="Oval 27"/>
            <p:cNvSpPr>
              <a:spLocks noChangeArrowheads="1"/>
            </p:cNvSpPr>
            <p:nvPr/>
          </p:nvSpPr>
          <p:spPr bwMode="auto">
            <a:xfrm>
              <a:off x="2413" y="243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6" name="Oval 28"/>
            <p:cNvSpPr>
              <a:spLocks noChangeArrowheads="1"/>
            </p:cNvSpPr>
            <p:nvPr/>
          </p:nvSpPr>
          <p:spPr bwMode="auto">
            <a:xfrm>
              <a:off x="2413" y="250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7" name="Oval 29"/>
            <p:cNvSpPr>
              <a:spLocks noChangeArrowheads="1"/>
            </p:cNvSpPr>
            <p:nvPr/>
          </p:nvSpPr>
          <p:spPr bwMode="auto">
            <a:xfrm>
              <a:off x="2413" y="257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8" name="Oval 30"/>
            <p:cNvSpPr>
              <a:spLocks noChangeArrowheads="1"/>
            </p:cNvSpPr>
            <p:nvPr/>
          </p:nvSpPr>
          <p:spPr bwMode="auto">
            <a:xfrm>
              <a:off x="2413" y="2719"/>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09" name="Oval 31"/>
            <p:cNvSpPr>
              <a:spLocks noChangeArrowheads="1"/>
            </p:cNvSpPr>
            <p:nvPr/>
          </p:nvSpPr>
          <p:spPr bwMode="auto">
            <a:xfrm>
              <a:off x="2413" y="173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10" name="Oval 32"/>
            <p:cNvSpPr>
              <a:spLocks noChangeArrowheads="1"/>
            </p:cNvSpPr>
            <p:nvPr/>
          </p:nvSpPr>
          <p:spPr bwMode="auto">
            <a:xfrm>
              <a:off x="2413" y="166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211" name="Oval 33"/>
            <p:cNvSpPr>
              <a:spLocks noChangeArrowheads="1"/>
            </p:cNvSpPr>
            <p:nvPr/>
          </p:nvSpPr>
          <p:spPr bwMode="auto">
            <a:xfrm>
              <a:off x="2413" y="264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grpSp>
      <p:sp>
        <p:nvSpPr>
          <p:cNvPr id="141346" name="Text Box 34"/>
          <p:cNvSpPr txBox="1">
            <a:spLocks noChangeArrowheads="1"/>
          </p:cNvSpPr>
          <p:nvPr/>
        </p:nvSpPr>
        <p:spPr bwMode="auto">
          <a:xfrm>
            <a:off x="684213" y="3875088"/>
            <a:ext cx="6119812"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以</a:t>
            </a:r>
            <a:r>
              <a:rPr kumimoji="0" lang="en-US" altLang="zh-CN" b="1" i="0">
                <a:solidFill>
                  <a:srgbClr val="FF6600"/>
                </a:solidFill>
                <a:latin typeface="Times New Roman" panose="02020603050405020304" pitchFamily="18" charset="0"/>
              </a:rPr>
              <a:t>d</a:t>
            </a:r>
            <a:r>
              <a:rPr kumimoji="0" lang="en-US" altLang="zh-CN" b="1">
                <a:solidFill>
                  <a:srgbClr val="FF6600"/>
                </a:solidFill>
                <a:latin typeface="Times New Roman" panose="02020603050405020304" pitchFamily="18" charset="0"/>
              </a:rPr>
              <a:t>m</a:t>
            </a:r>
            <a:r>
              <a:rPr kumimoji="0" lang="en-US" altLang="zh-CN" b="1">
                <a:solidFill>
                  <a:srgbClr val="FF9900"/>
                </a:solidFill>
                <a:latin typeface="Times New Roman" panose="02020603050405020304" pitchFamily="18" charset="0"/>
              </a:rPr>
              <a:t> </a:t>
            </a:r>
            <a:r>
              <a:rPr kumimoji="0" lang="en-US" altLang="zh-CN" b="1" i="0">
                <a:latin typeface="Times New Roman" panose="02020603050405020304" pitchFamily="18" charset="0"/>
              </a:rPr>
              <a:t>(</a:t>
            </a:r>
            <a:r>
              <a:rPr kumimoji="0" lang="en-US" altLang="zh-CN" b="1" i="0">
                <a:solidFill>
                  <a:srgbClr val="FF6600"/>
                </a:solidFill>
                <a:latin typeface="Times New Roman" panose="02020603050405020304" pitchFamily="18" charset="0"/>
              </a:rPr>
              <a:t>d</a:t>
            </a:r>
            <a:r>
              <a:rPr kumimoji="0" lang="en-US" altLang="zh-CN" b="1">
                <a:solidFill>
                  <a:srgbClr val="FF6600"/>
                </a:solidFill>
                <a:latin typeface="Times New Roman" panose="02020603050405020304" pitchFamily="18" charset="0"/>
              </a:rPr>
              <a:t>t</a:t>
            </a:r>
            <a:r>
              <a:rPr kumimoji="0" lang="en-US" altLang="zh-CN" b="1">
                <a:latin typeface="Times New Roman" panose="02020603050405020304" pitchFamily="18" charset="0"/>
              </a:rPr>
              <a:t> </a:t>
            </a:r>
            <a:r>
              <a:rPr kumimoji="0" lang="zh-CN" altLang="en-US" b="1" i="0">
                <a:latin typeface="Times New Roman" panose="02020603050405020304" pitchFamily="18" charset="0"/>
              </a:rPr>
              <a:t>时间下落到地面的</a:t>
            </a:r>
            <a:r>
              <a:rPr lang="zh-CN" altLang="en-US" b="1" i="0">
                <a:latin typeface="Times New Roman" panose="02020603050405020304" pitchFamily="18" charset="0"/>
              </a:rPr>
              <a:t>绳子</a:t>
            </a:r>
            <a:r>
              <a:rPr kumimoji="0" lang="en-US" altLang="zh-CN" b="1" i="0">
                <a:latin typeface="Times New Roman" panose="02020603050405020304" pitchFamily="18" charset="0"/>
              </a:rPr>
              <a:t>)</a:t>
            </a:r>
            <a:r>
              <a:rPr kumimoji="0" lang="zh-CN" altLang="en-US" b="1" i="0">
                <a:solidFill>
                  <a:schemeClr val="bg1"/>
                </a:solidFill>
                <a:latin typeface="Times New Roman" panose="02020603050405020304" pitchFamily="18" charset="0"/>
              </a:rPr>
              <a:t>为研究对象</a:t>
            </a:r>
            <a:endParaRPr kumimoji="0" lang="zh-CN" altLang="en-US" b="1" i="0">
              <a:solidFill>
                <a:schemeClr val="bg1"/>
              </a:solidFill>
              <a:latin typeface="Times New Roman" panose="02020603050405020304" pitchFamily="18" charset="0"/>
            </a:endParaRPr>
          </a:p>
        </p:txBody>
      </p:sp>
      <p:graphicFrame>
        <p:nvGraphicFramePr>
          <p:cNvPr id="141347" name="Object 35"/>
          <p:cNvGraphicFramePr>
            <a:graphicFrameLocks noChangeAspect="1"/>
          </p:cNvGraphicFramePr>
          <p:nvPr/>
        </p:nvGraphicFramePr>
        <p:xfrm>
          <a:off x="2997200" y="4554538"/>
          <a:ext cx="3303588" cy="366712"/>
        </p:xfrm>
        <a:graphic>
          <a:graphicData uri="http://schemas.openxmlformats.org/presentationml/2006/ole">
            <mc:AlternateContent xmlns:mc="http://schemas.openxmlformats.org/markup-compatibility/2006">
              <mc:Choice xmlns:v="urn:schemas-microsoft-com:vml" Requires="v">
                <p:oleObj spid="_x0000_s6148" name="公式" r:id="rId5" imgW="43891200" imgH="4876800" progId="Equation.3">
                  <p:embed/>
                </p:oleObj>
              </mc:Choice>
              <mc:Fallback>
                <p:oleObj name="公式" r:id="rId5" imgW="43891200" imgH="4876800" progId="Equation.3">
                  <p:embed/>
                  <p:pic>
                    <p:nvPicPr>
                      <p:cNvPr id="0" name="Object 35"/>
                      <p:cNvPicPr>
                        <a:picLocks noChangeAspect="1"/>
                      </p:cNvPicPr>
                      <p:nvPr/>
                    </p:nvPicPr>
                    <p:blipFill>
                      <a:blip r:embed="rId6"/>
                      <a:stretch>
                        <a:fillRect/>
                      </a:stretch>
                    </p:blipFill>
                    <p:spPr>
                      <a:xfrm>
                        <a:off x="2997200" y="4554538"/>
                        <a:ext cx="3303588" cy="366712"/>
                      </a:xfrm>
                      <a:prstGeom prst="rect">
                        <a:avLst/>
                      </a:prstGeom>
                      <a:noFill/>
                      <a:ln w="9525">
                        <a:noFill/>
                      </a:ln>
                    </p:spPr>
                  </p:pic>
                </p:oleObj>
              </mc:Fallback>
            </mc:AlternateContent>
          </a:graphicData>
        </a:graphic>
      </p:graphicFrame>
      <p:sp>
        <p:nvSpPr>
          <p:cNvPr id="141348" name="Text Box 36"/>
          <p:cNvSpPr txBox="1">
            <a:spLocks noChangeArrowheads="1"/>
          </p:cNvSpPr>
          <p:nvPr/>
        </p:nvSpPr>
        <p:spPr bwMode="auto">
          <a:xfrm>
            <a:off x="684213" y="4411663"/>
            <a:ext cx="2268537"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根据动量定理</a:t>
            </a:r>
            <a:endParaRPr kumimoji="0" lang="zh-CN" altLang="en-US" i="0">
              <a:solidFill>
                <a:schemeClr val="bg1"/>
              </a:solidFill>
              <a:latin typeface="Times New Roman" panose="02020603050405020304" pitchFamily="18" charset="0"/>
            </a:endParaRPr>
          </a:p>
        </p:txBody>
      </p:sp>
      <p:sp>
        <p:nvSpPr>
          <p:cNvPr id="141349" name="AutoShape 37"/>
          <p:cNvSpPr>
            <a:spLocks noChangeArrowheads="1"/>
          </p:cNvSpPr>
          <p:nvPr/>
        </p:nvSpPr>
        <p:spPr bwMode="auto">
          <a:xfrm>
            <a:off x="6416675" y="4059238"/>
            <a:ext cx="585788" cy="404812"/>
          </a:xfrm>
          <a:prstGeom prst="wedgeRectCallout">
            <a:avLst>
              <a:gd name="adj1" fmla="val -151356"/>
              <a:gd name="adj2" fmla="val 84116"/>
            </a:avLst>
          </a:prstGeom>
          <a:solidFill>
            <a:srgbClr val="CC99FF">
              <a:alpha val="50980"/>
            </a:srgbClr>
          </a:solidFill>
          <a:ln w="9525" algn="ctr">
            <a:solidFill>
              <a:srgbClr val="660066"/>
            </a:solidFill>
            <a:miter lim="800000"/>
          </a:ln>
        </p:spPr>
        <p:txBody>
          <a:bodyPr tIns="82800" bIns="82800"/>
          <a:lstStyle/>
          <a:p>
            <a:pPr algn="l" eaLnBrk="0" hangingPunct="0"/>
            <a:r>
              <a:rPr kumimoji="0" lang="en-US" altLang="zh-CN" sz="2000" b="1" i="0">
                <a:solidFill>
                  <a:srgbClr val="CC0000"/>
                </a:solidFill>
                <a:latin typeface="Times New Roman" panose="02020603050405020304" pitchFamily="18" charset="0"/>
              </a:rPr>
              <a:t>d</a:t>
            </a:r>
            <a:r>
              <a:rPr kumimoji="0" lang="en-US" altLang="zh-CN" sz="2000" b="1">
                <a:solidFill>
                  <a:srgbClr val="CC0000"/>
                </a:solidFill>
                <a:latin typeface="Times New Roman" panose="02020603050405020304" pitchFamily="18" charset="0"/>
              </a:rPr>
              <a:t>m</a:t>
            </a:r>
            <a:endParaRPr kumimoji="0" lang="en-US" altLang="zh-CN" sz="2000" b="1">
              <a:solidFill>
                <a:srgbClr val="CC0000"/>
              </a:solidFill>
              <a:latin typeface="Times New Roman" panose="02020603050405020304" pitchFamily="18" charset="0"/>
            </a:endParaRPr>
          </a:p>
        </p:txBody>
      </p:sp>
      <p:graphicFrame>
        <p:nvGraphicFramePr>
          <p:cNvPr id="141350" name="Object 38"/>
          <p:cNvGraphicFramePr>
            <a:graphicFrameLocks noChangeAspect="1"/>
          </p:cNvGraphicFramePr>
          <p:nvPr/>
        </p:nvGraphicFramePr>
        <p:xfrm>
          <a:off x="1425575" y="5094288"/>
          <a:ext cx="2606675" cy="730250"/>
        </p:xfrm>
        <a:graphic>
          <a:graphicData uri="http://schemas.openxmlformats.org/presentationml/2006/ole">
            <mc:AlternateContent xmlns:mc="http://schemas.openxmlformats.org/markup-compatibility/2006">
              <mc:Choice xmlns:v="urn:schemas-microsoft-com:vml" Requires="v">
                <p:oleObj spid="_x0000_s6149" name="公式" r:id="rId7" imgW="34747200" imgH="9753600" progId="Equation.3">
                  <p:embed/>
                </p:oleObj>
              </mc:Choice>
              <mc:Fallback>
                <p:oleObj name="公式" r:id="rId7" imgW="34747200" imgH="9753600" progId="Equation.3">
                  <p:embed/>
                  <p:pic>
                    <p:nvPicPr>
                      <p:cNvPr id="0" name="Object 38"/>
                      <p:cNvPicPr>
                        <a:picLocks noChangeAspect="1"/>
                      </p:cNvPicPr>
                      <p:nvPr/>
                    </p:nvPicPr>
                    <p:blipFill>
                      <a:blip r:embed="rId8"/>
                      <a:stretch>
                        <a:fillRect/>
                      </a:stretch>
                    </p:blipFill>
                    <p:spPr>
                      <a:xfrm>
                        <a:off x="1425575" y="5094288"/>
                        <a:ext cx="2606675" cy="730250"/>
                      </a:xfrm>
                      <a:prstGeom prst="rect">
                        <a:avLst/>
                      </a:prstGeom>
                      <a:noFill/>
                      <a:ln w="9525">
                        <a:noFill/>
                      </a:ln>
                    </p:spPr>
                  </p:pic>
                </p:oleObj>
              </mc:Fallback>
            </mc:AlternateContent>
          </a:graphicData>
        </a:graphic>
      </p:graphicFrame>
      <p:sp>
        <p:nvSpPr>
          <p:cNvPr id="141351" name="Text Box 39"/>
          <p:cNvSpPr txBox="1">
            <a:spLocks noChangeArrowheads="1"/>
          </p:cNvSpPr>
          <p:nvPr/>
        </p:nvSpPr>
        <p:spPr bwMode="auto">
          <a:xfrm>
            <a:off x="730250" y="5942013"/>
            <a:ext cx="1957388"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地面受力</a:t>
            </a:r>
            <a:endParaRPr kumimoji="0" lang="zh-CN" altLang="en-US" i="0">
              <a:solidFill>
                <a:schemeClr val="bg1"/>
              </a:solidFill>
              <a:latin typeface="Times New Roman" panose="02020603050405020304" pitchFamily="18" charset="0"/>
            </a:endParaRPr>
          </a:p>
        </p:txBody>
      </p:sp>
      <p:graphicFrame>
        <p:nvGraphicFramePr>
          <p:cNvPr id="141352" name="Object 40"/>
          <p:cNvGraphicFramePr>
            <a:graphicFrameLocks noChangeAspect="1"/>
          </p:cNvGraphicFramePr>
          <p:nvPr/>
        </p:nvGraphicFramePr>
        <p:xfrm>
          <a:off x="2227263" y="5848350"/>
          <a:ext cx="3263900" cy="730250"/>
        </p:xfrm>
        <a:graphic>
          <a:graphicData uri="http://schemas.openxmlformats.org/presentationml/2006/ole">
            <mc:AlternateContent xmlns:mc="http://schemas.openxmlformats.org/markup-compatibility/2006">
              <mc:Choice xmlns:v="urn:schemas-microsoft-com:vml" Requires="v">
                <p:oleObj spid="_x0000_s6150" name="公式" r:id="rId9" imgW="43586400" imgH="9753600" progId="Equation.3">
                  <p:embed/>
                </p:oleObj>
              </mc:Choice>
              <mc:Fallback>
                <p:oleObj name="公式" r:id="rId9" imgW="43586400" imgH="9753600" progId="Equation.3">
                  <p:embed/>
                  <p:pic>
                    <p:nvPicPr>
                      <p:cNvPr id="0" name="Object 40"/>
                      <p:cNvPicPr>
                        <a:picLocks noChangeAspect="1"/>
                      </p:cNvPicPr>
                      <p:nvPr/>
                    </p:nvPicPr>
                    <p:blipFill>
                      <a:blip r:embed="rId10"/>
                      <a:stretch>
                        <a:fillRect/>
                      </a:stretch>
                    </p:blipFill>
                    <p:spPr>
                      <a:xfrm>
                        <a:off x="2227263" y="5848350"/>
                        <a:ext cx="3263900" cy="730250"/>
                      </a:xfrm>
                      <a:prstGeom prst="rect">
                        <a:avLst/>
                      </a:prstGeom>
                      <a:noFill/>
                      <a:ln w="22225">
                        <a:noFill/>
                      </a:ln>
                    </p:spPr>
                  </p:pic>
                </p:oleObj>
              </mc:Fallback>
            </mc:AlternateContent>
          </a:graphicData>
        </a:graphic>
      </p:graphicFrame>
      <p:grpSp>
        <p:nvGrpSpPr>
          <p:cNvPr id="3" name="Group 41"/>
          <p:cNvGrpSpPr/>
          <p:nvPr/>
        </p:nvGrpSpPr>
        <p:grpSpPr bwMode="auto">
          <a:xfrm>
            <a:off x="7956550" y="4581525"/>
            <a:ext cx="93663" cy="1760538"/>
            <a:chOff x="2413" y="1666"/>
            <a:chExt cx="59" cy="1109"/>
          </a:xfrm>
        </p:grpSpPr>
        <p:sp>
          <p:nvSpPr>
            <p:cNvPr id="6180" name="Oval 42"/>
            <p:cNvSpPr>
              <a:spLocks noChangeArrowheads="1"/>
            </p:cNvSpPr>
            <p:nvPr/>
          </p:nvSpPr>
          <p:spPr bwMode="auto">
            <a:xfrm>
              <a:off x="2413" y="187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1" name="Oval 43"/>
            <p:cNvSpPr>
              <a:spLocks noChangeArrowheads="1"/>
            </p:cNvSpPr>
            <p:nvPr/>
          </p:nvSpPr>
          <p:spPr bwMode="auto">
            <a:xfrm>
              <a:off x="2413" y="194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2" name="Oval 44"/>
            <p:cNvSpPr>
              <a:spLocks noChangeArrowheads="1"/>
            </p:cNvSpPr>
            <p:nvPr/>
          </p:nvSpPr>
          <p:spPr bwMode="auto">
            <a:xfrm>
              <a:off x="2413" y="201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3" name="Oval 45"/>
            <p:cNvSpPr>
              <a:spLocks noChangeArrowheads="1"/>
            </p:cNvSpPr>
            <p:nvPr/>
          </p:nvSpPr>
          <p:spPr bwMode="auto">
            <a:xfrm>
              <a:off x="2413" y="208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4" name="Oval 46"/>
            <p:cNvSpPr>
              <a:spLocks noChangeArrowheads="1"/>
            </p:cNvSpPr>
            <p:nvPr/>
          </p:nvSpPr>
          <p:spPr bwMode="auto">
            <a:xfrm>
              <a:off x="2413" y="229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5" name="Oval 47"/>
            <p:cNvSpPr>
              <a:spLocks noChangeArrowheads="1"/>
            </p:cNvSpPr>
            <p:nvPr/>
          </p:nvSpPr>
          <p:spPr bwMode="auto">
            <a:xfrm>
              <a:off x="2413" y="215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6" name="Oval 48"/>
            <p:cNvSpPr>
              <a:spLocks noChangeArrowheads="1"/>
            </p:cNvSpPr>
            <p:nvPr/>
          </p:nvSpPr>
          <p:spPr bwMode="auto">
            <a:xfrm>
              <a:off x="2413" y="222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7" name="Oval 49"/>
            <p:cNvSpPr>
              <a:spLocks noChangeArrowheads="1"/>
            </p:cNvSpPr>
            <p:nvPr/>
          </p:nvSpPr>
          <p:spPr bwMode="auto">
            <a:xfrm>
              <a:off x="2413" y="236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8" name="Oval 50"/>
            <p:cNvSpPr>
              <a:spLocks noChangeArrowheads="1"/>
            </p:cNvSpPr>
            <p:nvPr/>
          </p:nvSpPr>
          <p:spPr bwMode="auto">
            <a:xfrm>
              <a:off x="2413" y="180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89" name="Oval 51"/>
            <p:cNvSpPr>
              <a:spLocks noChangeArrowheads="1"/>
            </p:cNvSpPr>
            <p:nvPr/>
          </p:nvSpPr>
          <p:spPr bwMode="auto">
            <a:xfrm>
              <a:off x="2413" y="243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0" name="Oval 52"/>
            <p:cNvSpPr>
              <a:spLocks noChangeArrowheads="1"/>
            </p:cNvSpPr>
            <p:nvPr/>
          </p:nvSpPr>
          <p:spPr bwMode="auto">
            <a:xfrm>
              <a:off x="2413" y="250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1" name="Oval 53"/>
            <p:cNvSpPr>
              <a:spLocks noChangeArrowheads="1"/>
            </p:cNvSpPr>
            <p:nvPr/>
          </p:nvSpPr>
          <p:spPr bwMode="auto">
            <a:xfrm>
              <a:off x="2413" y="257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2" name="Oval 54"/>
            <p:cNvSpPr>
              <a:spLocks noChangeArrowheads="1"/>
            </p:cNvSpPr>
            <p:nvPr/>
          </p:nvSpPr>
          <p:spPr bwMode="auto">
            <a:xfrm>
              <a:off x="2413" y="2719"/>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3" name="Oval 55"/>
            <p:cNvSpPr>
              <a:spLocks noChangeArrowheads="1"/>
            </p:cNvSpPr>
            <p:nvPr/>
          </p:nvSpPr>
          <p:spPr bwMode="auto">
            <a:xfrm>
              <a:off x="2413" y="173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4" name="Oval 56"/>
            <p:cNvSpPr>
              <a:spLocks noChangeArrowheads="1"/>
            </p:cNvSpPr>
            <p:nvPr/>
          </p:nvSpPr>
          <p:spPr bwMode="auto">
            <a:xfrm>
              <a:off x="2413" y="166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6195" name="Oval 57"/>
            <p:cNvSpPr>
              <a:spLocks noChangeArrowheads="1"/>
            </p:cNvSpPr>
            <p:nvPr/>
          </p:nvSpPr>
          <p:spPr bwMode="auto">
            <a:xfrm>
              <a:off x="2413" y="264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grpSp>
      <p:sp>
        <p:nvSpPr>
          <p:cNvPr id="141370" name="Line 58"/>
          <p:cNvSpPr>
            <a:spLocks noChangeShapeType="1"/>
          </p:cNvSpPr>
          <p:nvPr/>
        </p:nvSpPr>
        <p:spPr bwMode="auto">
          <a:xfrm>
            <a:off x="8675688" y="4292600"/>
            <a:ext cx="0" cy="1008063"/>
          </a:xfrm>
          <a:prstGeom prst="line">
            <a:avLst/>
          </a:prstGeom>
          <a:noFill/>
          <a:ln w="9525">
            <a:solidFill>
              <a:srgbClr val="3333CC"/>
            </a:solidFill>
            <a:round/>
            <a:tailEnd type="triangle" w="med" len="med"/>
          </a:ln>
        </p:spPr>
        <p:txBody>
          <a:bodyPr/>
          <a:lstStyle/>
          <a:p>
            <a:endParaRPr lang="zh-CN" altLang="en-US"/>
          </a:p>
        </p:txBody>
      </p:sp>
      <p:sp>
        <p:nvSpPr>
          <p:cNvPr id="6173" name="Rectangle 59"/>
          <p:cNvSpPr>
            <a:spLocks noChangeArrowheads="1"/>
          </p:cNvSpPr>
          <p:nvPr/>
        </p:nvSpPr>
        <p:spPr bwMode="auto">
          <a:xfrm>
            <a:off x="7767638" y="4914900"/>
            <a:ext cx="449262" cy="1484313"/>
          </a:xfrm>
          <a:prstGeom prst="rect">
            <a:avLst/>
          </a:prstGeom>
          <a:solidFill>
            <a:srgbClr val="FFFFFF"/>
          </a:solidFill>
          <a:ln w="9525">
            <a:noFill/>
            <a:miter lim="800000"/>
          </a:ln>
        </p:spPr>
        <p:txBody>
          <a:bodyPr wrap="none" anchor="ctr"/>
          <a:lstStyle/>
          <a:p>
            <a:endParaRPr lang="zh-CN" altLang="en-US"/>
          </a:p>
        </p:txBody>
      </p:sp>
      <p:grpSp>
        <p:nvGrpSpPr>
          <p:cNvPr id="4" name="Group 60"/>
          <p:cNvGrpSpPr/>
          <p:nvPr/>
        </p:nvGrpSpPr>
        <p:grpSpPr bwMode="auto">
          <a:xfrm>
            <a:off x="7596188" y="3692525"/>
            <a:ext cx="742950" cy="1849438"/>
            <a:chOff x="4785" y="2326"/>
            <a:chExt cx="468" cy="1165"/>
          </a:xfrm>
        </p:grpSpPr>
        <p:sp>
          <p:nvSpPr>
            <p:cNvPr id="6176" name="Line 61"/>
            <p:cNvSpPr>
              <a:spLocks noChangeShapeType="1"/>
            </p:cNvSpPr>
            <p:nvPr/>
          </p:nvSpPr>
          <p:spPr bwMode="auto">
            <a:xfrm>
              <a:off x="5039" y="3094"/>
              <a:ext cx="0" cy="136"/>
            </a:xfrm>
            <a:prstGeom prst="line">
              <a:avLst/>
            </a:prstGeom>
            <a:noFill/>
            <a:ln w="28575">
              <a:solidFill>
                <a:srgbClr val="FF0000"/>
              </a:solidFill>
              <a:round/>
              <a:tailEnd type="triangle" w="med" len="med"/>
            </a:ln>
          </p:spPr>
          <p:txBody>
            <a:bodyPr/>
            <a:lstStyle/>
            <a:p>
              <a:endParaRPr lang="zh-CN" altLang="en-US"/>
            </a:p>
          </p:txBody>
        </p:sp>
        <p:sp>
          <p:nvSpPr>
            <p:cNvPr id="6177" name="Line 62"/>
            <p:cNvSpPr>
              <a:spLocks noChangeShapeType="1"/>
            </p:cNvSpPr>
            <p:nvPr/>
          </p:nvSpPr>
          <p:spPr bwMode="auto">
            <a:xfrm rot="10800000">
              <a:off x="5039" y="2589"/>
              <a:ext cx="0" cy="318"/>
            </a:xfrm>
            <a:prstGeom prst="line">
              <a:avLst/>
            </a:prstGeom>
            <a:noFill/>
            <a:ln w="28575">
              <a:solidFill>
                <a:srgbClr val="006600"/>
              </a:solidFill>
              <a:round/>
              <a:tailEnd type="triangle" w="med" len="med"/>
            </a:ln>
          </p:spPr>
          <p:txBody>
            <a:bodyPr/>
            <a:lstStyle/>
            <a:p>
              <a:endParaRPr lang="zh-CN" altLang="en-US"/>
            </a:p>
          </p:txBody>
        </p:sp>
        <p:sp>
          <p:nvSpPr>
            <p:cNvPr id="6178" name="Rectangle 63"/>
            <p:cNvSpPr>
              <a:spLocks noChangeArrowheads="1"/>
            </p:cNvSpPr>
            <p:nvPr/>
          </p:nvSpPr>
          <p:spPr bwMode="auto">
            <a:xfrm>
              <a:off x="4921" y="2326"/>
              <a:ext cx="255" cy="288"/>
            </a:xfrm>
            <a:prstGeom prst="rect">
              <a:avLst/>
            </a:prstGeom>
            <a:noFill/>
            <a:ln w="9525">
              <a:noFill/>
              <a:miter lim="800000"/>
            </a:ln>
          </p:spPr>
          <p:txBody>
            <a:bodyPr wrap="none">
              <a:spAutoFit/>
            </a:bodyPr>
            <a:lstStyle/>
            <a:p>
              <a:pPr algn="l" eaLnBrk="0" hangingPunct="0"/>
              <a:r>
                <a:rPr kumimoji="0" lang="en-US" altLang="zh-CN" b="1">
                  <a:solidFill>
                    <a:srgbClr val="FF6600"/>
                  </a:solidFill>
                  <a:latin typeface="Times New Roman" panose="02020603050405020304" pitchFamily="18" charset="0"/>
                </a:rPr>
                <a:t>N</a:t>
              </a:r>
              <a:endParaRPr kumimoji="0" lang="en-US" altLang="zh-CN" b="1">
                <a:solidFill>
                  <a:srgbClr val="FF6600"/>
                </a:solidFill>
                <a:latin typeface="Times New Roman" panose="02020603050405020304" pitchFamily="18" charset="0"/>
              </a:endParaRPr>
            </a:p>
          </p:txBody>
        </p:sp>
        <p:sp>
          <p:nvSpPr>
            <p:cNvPr id="6179" name="Rectangle 64"/>
            <p:cNvSpPr>
              <a:spLocks noChangeArrowheads="1"/>
            </p:cNvSpPr>
            <p:nvPr/>
          </p:nvSpPr>
          <p:spPr bwMode="auto">
            <a:xfrm>
              <a:off x="4785" y="3203"/>
              <a:ext cx="468" cy="288"/>
            </a:xfrm>
            <a:prstGeom prst="rect">
              <a:avLst/>
            </a:prstGeom>
            <a:noFill/>
            <a:ln w="9525">
              <a:noFill/>
              <a:miter lim="800000"/>
            </a:ln>
          </p:spPr>
          <p:txBody>
            <a:bodyPr wrap="none">
              <a:spAutoFit/>
            </a:bodyPr>
            <a:lstStyle/>
            <a:p>
              <a:pPr algn="l" eaLnBrk="0" hangingPunct="0"/>
              <a:r>
                <a:rPr kumimoji="0" lang="en-US" altLang="zh-CN" b="1">
                  <a:solidFill>
                    <a:srgbClr val="FF6600"/>
                  </a:solidFill>
                  <a:latin typeface="Times New Roman" panose="02020603050405020304" pitchFamily="18" charset="0"/>
                </a:rPr>
                <a:t>g</a:t>
              </a:r>
              <a:r>
                <a:rPr kumimoji="0" lang="en-US" altLang="zh-CN" b="1" i="0">
                  <a:solidFill>
                    <a:srgbClr val="FF6600"/>
                  </a:solidFill>
                  <a:latin typeface="Times New Roman" panose="02020603050405020304" pitchFamily="18" charset="0"/>
                </a:rPr>
                <a:t>d</a:t>
              </a:r>
              <a:r>
                <a:rPr kumimoji="0" lang="en-US" altLang="zh-CN" b="1">
                  <a:solidFill>
                    <a:srgbClr val="FF6600"/>
                  </a:solidFill>
                  <a:latin typeface="Times New Roman" panose="02020603050405020304" pitchFamily="18" charset="0"/>
                </a:rPr>
                <a:t>m</a:t>
              </a:r>
              <a:endParaRPr kumimoji="0" lang="en-US" altLang="zh-CN" b="1">
                <a:solidFill>
                  <a:srgbClr val="FF6600"/>
                </a:solidFill>
                <a:latin typeface="Times New Roman" panose="02020603050405020304" pitchFamily="18" charset="0"/>
              </a:endParaRPr>
            </a:p>
          </p:txBody>
        </p:sp>
      </p:grpSp>
      <p:graphicFrame>
        <p:nvGraphicFramePr>
          <p:cNvPr id="141378" name="Object 66"/>
          <p:cNvGraphicFramePr>
            <a:graphicFrameLocks noChangeAspect="1"/>
          </p:cNvGraphicFramePr>
          <p:nvPr>
            <p:ph sz="half" idx="4294967295"/>
          </p:nvPr>
        </p:nvGraphicFramePr>
        <p:xfrm>
          <a:off x="4130675" y="5229225"/>
          <a:ext cx="890588" cy="365125"/>
        </p:xfrm>
        <a:graphic>
          <a:graphicData uri="http://schemas.openxmlformats.org/presentationml/2006/ole">
            <mc:AlternateContent xmlns:mc="http://schemas.openxmlformats.org/markup-compatibility/2006">
              <mc:Choice xmlns:v="urn:schemas-microsoft-com:vml" Requires="v">
                <p:oleObj spid="_x0000_s6151" name="公式" r:id="rId11" imgW="11887200" imgH="4876800" progId="Equation.3">
                  <p:embed/>
                </p:oleObj>
              </mc:Choice>
              <mc:Fallback>
                <p:oleObj name="公式" r:id="rId11" imgW="11887200" imgH="4876800" progId="Equation.3">
                  <p:embed/>
                  <p:pic>
                    <p:nvPicPr>
                      <p:cNvPr id="0" name="Object 66"/>
                      <p:cNvPicPr>
                        <a:picLocks noChangeAspect="1"/>
                      </p:cNvPicPr>
                      <p:nvPr/>
                    </p:nvPicPr>
                    <p:blipFill>
                      <a:blip r:embed="rId12"/>
                      <a:stretch>
                        <a:fillRect/>
                      </a:stretch>
                    </p:blipFill>
                    <p:spPr>
                      <a:xfrm>
                        <a:off x="4130675" y="5229225"/>
                        <a:ext cx="890588" cy="365125"/>
                      </a:xfrm>
                      <a:prstGeom prst="rect">
                        <a:avLst/>
                      </a:prstGeom>
                      <a:noFill/>
                      <a:ln w="9525">
                        <a:noFill/>
                      </a:ln>
                    </p:spPr>
                  </p:pic>
                </p:oleObj>
              </mc:Fallback>
            </mc:AlternateContent>
          </a:graphicData>
        </a:graphic>
      </p:graphicFrame>
      <p:graphicFrame>
        <p:nvGraphicFramePr>
          <p:cNvPr id="141379" name="Object 67"/>
          <p:cNvGraphicFramePr>
            <a:graphicFrameLocks noChangeAspect="1"/>
          </p:cNvGraphicFramePr>
          <p:nvPr>
            <p:ph sz="half" idx="4294967295"/>
          </p:nvPr>
        </p:nvGraphicFramePr>
        <p:xfrm>
          <a:off x="5111750" y="5049838"/>
          <a:ext cx="1782763" cy="730250"/>
        </p:xfrm>
        <a:graphic>
          <a:graphicData uri="http://schemas.openxmlformats.org/presentationml/2006/ole">
            <mc:AlternateContent xmlns:mc="http://schemas.openxmlformats.org/markup-compatibility/2006">
              <mc:Choice xmlns:v="urn:schemas-microsoft-com:vml" Requires="v">
                <p:oleObj spid="_x0000_s6152" name="公式" r:id="rId13" imgW="23774400" imgH="9753600" progId="Equation.3">
                  <p:embed/>
                </p:oleObj>
              </mc:Choice>
              <mc:Fallback>
                <p:oleObj name="公式" r:id="rId13" imgW="23774400" imgH="9753600" progId="Equation.3">
                  <p:embed/>
                  <p:pic>
                    <p:nvPicPr>
                      <p:cNvPr id="0" name="Object 67"/>
                      <p:cNvPicPr>
                        <a:picLocks noChangeAspect="1"/>
                      </p:cNvPicPr>
                      <p:nvPr/>
                    </p:nvPicPr>
                    <p:blipFill>
                      <a:blip r:embed="rId14"/>
                      <a:stretch>
                        <a:fillRect/>
                      </a:stretch>
                    </p:blipFill>
                    <p:spPr>
                      <a:xfrm>
                        <a:off x="5111750" y="5049838"/>
                        <a:ext cx="1782763" cy="730250"/>
                      </a:xfrm>
                      <a:prstGeom prst="rect">
                        <a:avLst/>
                      </a:prstGeom>
                      <a:noFill/>
                      <a:ln w="9525">
                        <a:noFill/>
                      </a:ln>
                    </p:spPr>
                  </p:pic>
                </p:oleObj>
              </mc:Fallback>
            </mc:AlternateContent>
          </a:graphicData>
        </a:graphic>
      </p:graphicFrame>
      <p:sp>
        <p:nvSpPr>
          <p:cNvPr id="141380" name="Line 68"/>
          <p:cNvSpPr>
            <a:spLocks noChangeShapeType="1"/>
          </p:cNvSpPr>
          <p:nvPr/>
        </p:nvSpPr>
        <p:spPr bwMode="auto">
          <a:xfrm>
            <a:off x="5516563" y="4868863"/>
            <a:ext cx="404812" cy="0"/>
          </a:xfrm>
          <a:prstGeom prst="line">
            <a:avLst/>
          </a:prstGeom>
          <a:noFill/>
          <a:ln w="28575">
            <a:solidFill>
              <a:schemeClr val="tx1"/>
            </a:solidFill>
            <a:round/>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1314"/>
                                        </p:tgtEl>
                                        <p:attrNameLst>
                                          <p:attrName>style.visibility</p:attrName>
                                        </p:attrNameLst>
                                      </p:cBhvr>
                                      <p:to>
                                        <p:strVal val="visible"/>
                                      </p:to>
                                    </p:set>
                                    <p:animEffect transition="in" filter="wipe(left)">
                                      <p:cBhvr>
                                        <p:cTn id="7" dur="500"/>
                                        <p:tgtEl>
                                          <p:spTgt spid="1413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1327"/>
                                        </p:tgtEl>
                                        <p:attrNameLst>
                                          <p:attrName>style.visibility</p:attrName>
                                        </p:attrNameLst>
                                      </p:cBhvr>
                                      <p:to>
                                        <p:strVal val="visible"/>
                                      </p:to>
                                    </p:set>
                                    <p:animEffect transition="in" filter="wipe(left)">
                                      <p:cBhvr>
                                        <p:cTn id="17" dur="500"/>
                                        <p:tgtEl>
                                          <p:spTgt spid="14132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1319"/>
                                        </p:tgtEl>
                                        <p:attrNameLst>
                                          <p:attrName>style.visibility</p:attrName>
                                        </p:attrNameLst>
                                      </p:cBhvr>
                                      <p:to>
                                        <p:strVal val="visible"/>
                                      </p:to>
                                    </p:set>
                                    <p:animEffect transition="in" filter="wipe(left)">
                                      <p:cBhvr>
                                        <p:cTn id="22" dur="500"/>
                                        <p:tgtEl>
                                          <p:spTgt spid="1413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1315"/>
                                        </p:tgtEl>
                                        <p:attrNameLst>
                                          <p:attrName>style.visibility</p:attrName>
                                        </p:attrNameLst>
                                      </p:cBhvr>
                                      <p:to>
                                        <p:strVal val="visible"/>
                                      </p:to>
                                    </p:set>
                                    <p:animEffect transition="in" filter="wipe(left)">
                                      <p:cBhvr>
                                        <p:cTn id="27" dur="500"/>
                                        <p:tgtEl>
                                          <p:spTgt spid="1413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1318"/>
                                        </p:tgtEl>
                                        <p:attrNameLst>
                                          <p:attrName>style.visibility</p:attrName>
                                        </p:attrNameLst>
                                      </p:cBhvr>
                                      <p:to>
                                        <p:strVal val="visible"/>
                                      </p:to>
                                    </p:set>
                                    <p:animEffect transition="in" filter="wipe(left)">
                                      <p:cBhvr>
                                        <p:cTn id="32" dur="500"/>
                                        <p:tgtEl>
                                          <p:spTgt spid="1413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41321"/>
                                        </p:tgtEl>
                                        <p:attrNameLst>
                                          <p:attrName>style.visibility</p:attrName>
                                        </p:attrNameLst>
                                      </p:cBhvr>
                                      <p:to>
                                        <p:strVal val="visible"/>
                                      </p:to>
                                    </p:set>
                                    <p:animEffect transition="in" filter="wipe(left)">
                                      <p:cBhvr>
                                        <p:cTn id="37" dur="500"/>
                                        <p:tgtEl>
                                          <p:spTgt spid="1413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1322"/>
                                        </p:tgtEl>
                                        <p:attrNameLst>
                                          <p:attrName>style.visibility</p:attrName>
                                        </p:attrNameLst>
                                      </p:cBhvr>
                                      <p:to>
                                        <p:strVal val="visible"/>
                                      </p:to>
                                    </p:set>
                                    <p:animEffect transition="in" filter="wipe(left)">
                                      <p:cBhvr>
                                        <p:cTn id="42" dur="500"/>
                                        <p:tgtEl>
                                          <p:spTgt spid="1413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41320"/>
                                        </p:tgtEl>
                                        <p:attrNameLst>
                                          <p:attrName>style.visibility</p:attrName>
                                        </p:attrNameLst>
                                      </p:cBhvr>
                                      <p:to>
                                        <p:strVal val="visible"/>
                                      </p:to>
                                    </p:set>
                                    <p:animEffect transition="in" filter="wipe(left)">
                                      <p:cBhvr>
                                        <p:cTn id="47" dur="500"/>
                                        <p:tgtEl>
                                          <p:spTgt spid="14132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41316"/>
                                        </p:tgtEl>
                                        <p:attrNameLst>
                                          <p:attrName>style.visibility</p:attrName>
                                        </p:attrNameLst>
                                      </p:cBhvr>
                                      <p:to>
                                        <p:strVal val="visible"/>
                                      </p:to>
                                    </p:set>
                                    <p:animEffect transition="in" filter="wipe(left)">
                                      <p:cBhvr>
                                        <p:cTn id="52" dur="500"/>
                                        <p:tgtEl>
                                          <p:spTgt spid="14131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1328"/>
                                        </p:tgtEl>
                                        <p:attrNameLst>
                                          <p:attrName>style.visibility</p:attrName>
                                        </p:attrNameLst>
                                      </p:cBhvr>
                                      <p:to>
                                        <p:strVal val="visible"/>
                                      </p:to>
                                    </p:set>
                                    <p:animEffect transition="in" filter="wipe(left)">
                                      <p:cBhvr>
                                        <p:cTn id="57" dur="500"/>
                                        <p:tgtEl>
                                          <p:spTgt spid="141328"/>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141317"/>
                                        </p:tgtEl>
                                        <p:attrNameLst>
                                          <p:attrName>style.visibility</p:attrName>
                                        </p:attrNameLst>
                                      </p:cBhvr>
                                      <p:to>
                                        <p:strVal val="visible"/>
                                      </p:to>
                                    </p:set>
                                    <p:animEffect transition="in" filter="wipe(left)">
                                      <p:cBhvr>
                                        <p:cTn id="61" dur="500"/>
                                        <p:tgtEl>
                                          <p:spTgt spid="141317"/>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41323"/>
                                        </p:tgtEl>
                                        <p:attrNameLst>
                                          <p:attrName>style.visibility</p:attrName>
                                        </p:attrNameLst>
                                      </p:cBhvr>
                                      <p:to>
                                        <p:strVal val="visible"/>
                                      </p:to>
                                    </p:set>
                                    <p:animEffect transition="in" filter="wipe(left)">
                                      <p:cBhvr>
                                        <p:cTn id="66" dur="500"/>
                                        <p:tgtEl>
                                          <p:spTgt spid="14132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41324"/>
                                        </p:tgtEl>
                                        <p:attrNameLst>
                                          <p:attrName>style.visibility</p:attrName>
                                        </p:attrNameLst>
                                      </p:cBhvr>
                                      <p:to>
                                        <p:strVal val="visible"/>
                                      </p:to>
                                    </p:set>
                                    <p:animEffect transition="in" filter="wipe(left)">
                                      <p:cBhvr>
                                        <p:cTn id="71" dur="500"/>
                                        <p:tgtEl>
                                          <p:spTgt spid="141324"/>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41326"/>
                                        </p:tgtEl>
                                        <p:attrNameLst>
                                          <p:attrName>style.visibility</p:attrName>
                                        </p:attrNameLst>
                                      </p:cBhvr>
                                      <p:to>
                                        <p:strVal val="visible"/>
                                      </p:to>
                                    </p:set>
                                    <p:animEffect transition="in" filter="wipe(left)">
                                      <p:cBhvr>
                                        <p:cTn id="76" dur="500"/>
                                        <p:tgtEl>
                                          <p:spTgt spid="141326"/>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41325"/>
                                        </p:tgtEl>
                                        <p:attrNameLst>
                                          <p:attrName>style.visibility</p:attrName>
                                        </p:attrNameLst>
                                      </p:cBhvr>
                                      <p:to>
                                        <p:strVal val="visible"/>
                                      </p:to>
                                    </p:set>
                                    <p:animEffect transition="in" filter="wipe(left)">
                                      <p:cBhvr>
                                        <p:cTn id="81" dur="500"/>
                                        <p:tgtEl>
                                          <p:spTgt spid="14132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41346"/>
                                        </p:tgtEl>
                                        <p:attrNameLst>
                                          <p:attrName>style.visibility</p:attrName>
                                        </p:attrNameLst>
                                      </p:cBhvr>
                                      <p:to>
                                        <p:strVal val="visible"/>
                                      </p:to>
                                    </p:set>
                                    <p:animEffect transition="in" filter="wipe(left)">
                                      <p:cBhvr>
                                        <p:cTn id="86" dur="500"/>
                                        <p:tgtEl>
                                          <p:spTgt spid="14134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1" fill="hold" nodeType="clickEffect">
                                  <p:stCondLst>
                                    <p:cond delay="0"/>
                                  </p:stCondLst>
                                  <p:childTnLst>
                                    <p:set>
                                      <p:cBhvr>
                                        <p:cTn id="90" dur="1" fill="hold">
                                          <p:stCondLst>
                                            <p:cond delay="0"/>
                                          </p:stCondLst>
                                        </p:cTn>
                                        <p:tgtEl>
                                          <p:spTgt spid="3"/>
                                        </p:tgtEl>
                                        <p:attrNameLst>
                                          <p:attrName>style.visibility</p:attrName>
                                        </p:attrNameLst>
                                      </p:cBhvr>
                                      <p:to>
                                        <p:strVal val="visible"/>
                                      </p:to>
                                    </p:set>
                                    <p:animEffect transition="in" filter="wipe(up)">
                                      <p:cBhvr>
                                        <p:cTn id="91" dur="500"/>
                                        <p:tgtEl>
                                          <p:spTgt spid="3"/>
                                        </p:tgtEl>
                                      </p:cBhvr>
                                    </p:animEffect>
                                  </p:childTnLst>
                                </p:cTn>
                              </p:par>
                              <p:par>
                                <p:cTn id="92" presetID="22" presetClass="entr" presetSubtype="1" fill="hold" nodeType="withEffect">
                                  <p:stCondLst>
                                    <p:cond delay="0"/>
                                  </p:stCondLst>
                                  <p:childTnLst>
                                    <p:set>
                                      <p:cBhvr>
                                        <p:cTn id="93" dur="1" fill="hold">
                                          <p:stCondLst>
                                            <p:cond delay="0"/>
                                          </p:stCondLst>
                                        </p:cTn>
                                        <p:tgtEl>
                                          <p:spTgt spid="4"/>
                                        </p:tgtEl>
                                        <p:attrNameLst>
                                          <p:attrName>style.visibility</p:attrName>
                                        </p:attrNameLst>
                                      </p:cBhvr>
                                      <p:to>
                                        <p:strVal val="visible"/>
                                      </p:to>
                                    </p:set>
                                    <p:animEffect transition="in" filter="wipe(up)">
                                      <p:cBhvr>
                                        <p:cTn id="94" dur="500"/>
                                        <p:tgtEl>
                                          <p:spTgt spid="4"/>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141370"/>
                                        </p:tgtEl>
                                        <p:attrNameLst>
                                          <p:attrName>style.visibility</p:attrName>
                                        </p:attrNameLst>
                                      </p:cBhvr>
                                      <p:to>
                                        <p:strVal val="visible"/>
                                      </p:to>
                                    </p:set>
                                    <p:animEffect transition="in" filter="wipe(up)">
                                      <p:cBhvr>
                                        <p:cTn id="99" dur="500"/>
                                        <p:tgtEl>
                                          <p:spTgt spid="141370"/>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141348"/>
                                        </p:tgtEl>
                                        <p:attrNameLst>
                                          <p:attrName>style.visibility</p:attrName>
                                        </p:attrNameLst>
                                      </p:cBhvr>
                                      <p:to>
                                        <p:strVal val="visible"/>
                                      </p:to>
                                    </p:set>
                                    <p:animEffect transition="in" filter="wipe(left)">
                                      <p:cBhvr>
                                        <p:cTn id="104" dur="500"/>
                                        <p:tgtEl>
                                          <p:spTgt spid="141348"/>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41347"/>
                                        </p:tgtEl>
                                        <p:attrNameLst>
                                          <p:attrName>style.visibility</p:attrName>
                                        </p:attrNameLst>
                                      </p:cBhvr>
                                      <p:to>
                                        <p:strVal val="visible"/>
                                      </p:to>
                                    </p:set>
                                    <p:animEffect transition="in" filter="wipe(left)">
                                      <p:cBhvr>
                                        <p:cTn id="109" dur="500"/>
                                        <p:tgtEl>
                                          <p:spTgt spid="141347"/>
                                        </p:tgtEl>
                                      </p:cBhvr>
                                    </p:animEffect>
                                  </p:childTnLst>
                                </p:cTn>
                              </p:par>
                            </p:childTnLst>
                          </p:cTn>
                        </p:par>
                      </p:childTnLst>
                    </p:cTn>
                  </p:par>
                  <p:par>
                    <p:cTn id="110" fill="hold">
                      <p:stCondLst>
                        <p:cond delay="indefinite"/>
                      </p:stCondLst>
                      <p:childTnLst>
                        <p:par>
                          <p:cTn id="111" fill="hold">
                            <p:stCondLst>
                              <p:cond delay="0"/>
                            </p:stCondLst>
                            <p:childTnLst>
                              <p:par>
                                <p:cTn id="112" presetID="3" presetClass="entr" presetSubtype="10" fill="hold" grpId="0" nodeType="clickEffect">
                                  <p:stCondLst>
                                    <p:cond delay="0"/>
                                  </p:stCondLst>
                                  <p:childTnLst>
                                    <p:set>
                                      <p:cBhvr>
                                        <p:cTn id="113" dur="1" fill="hold">
                                          <p:stCondLst>
                                            <p:cond delay="0"/>
                                          </p:stCondLst>
                                        </p:cTn>
                                        <p:tgtEl>
                                          <p:spTgt spid="141380"/>
                                        </p:tgtEl>
                                        <p:attrNameLst>
                                          <p:attrName>style.visibility</p:attrName>
                                        </p:attrNameLst>
                                      </p:cBhvr>
                                      <p:to>
                                        <p:strVal val="visible"/>
                                      </p:to>
                                    </p:set>
                                    <p:animEffect transition="in" filter="blinds(horizontal)">
                                      <p:cBhvr>
                                        <p:cTn id="114" dur="500"/>
                                        <p:tgtEl>
                                          <p:spTgt spid="141380"/>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141349"/>
                                        </p:tgtEl>
                                        <p:attrNameLst>
                                          <p:attrName>style.visibility</p:attrName>
                                        </p:attrNameLst>
                                      </p:cBhvr>
                                      <p:to>
                                        <p:strVal val="visible"/>
                                      </p:to>
                                    </p:set>
                                    <p:animEffect transition="in" filter="wipe(down)">
                                      <p:cBhvr>
                                        <p:cTn id="119" dur="500"/>
                                        <p:tgtEl>
                                          <p:spTgt spid="141349"/>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141350"/>
                                        </p:tgtEl>
                                        <p:attrNameLst>
                                          <p:attrName>style.visibility</p:attrName>
                                        </p:attrNameLst>
                                      </p:cBhvr>
                                      <p:to>
                                        <p:strVal val="visible"/>
                                      </p:to>
                                    </p:set>
                                    <p:animEffect transition="in" filter="wipe(left)">
                                      <p:cBhvr>
                                        <p:cTn id="124" dur="500"/>
                                        <p:tgtEl>
                                          <p:spTgt spid="141350"/>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141378"/>
                                        </p:tgtEl>
                                        <p:attrNameLst>
                                          <p:attrName>style.visibility</p:attrName>
                                        </p:attrNameLst>
                                      </p:cBhvr>
                                      <p:to>
                                        <p:strVal val="visible"/>
                                      </p:to>
                                    </p:set>
                                    <p:animEffect transition="in" filter="wipe(left)">
                                      <p:cBhvr>
                                        <p:cTn id="129" dur="500"/>
                                        <p:tgtEl>
                                          <p:spTgt spid="141378"/>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141379"/>
                                        </p:tgtEl>
                                        <p:attrNameLst>
                                          <p:attrName>style.visibility</p:attrName>
                                        </p:attrNameLst>
                                      </p:cBhvr>
                                      <p:to>
                                        <p:strVal val="visible"/>
                                      </p:to>
                                    </p:set>
                                    <p:animEffect transition="in" filter="wipe(left)">
                                      <p:cBhvr>
                                        <p:cTn id="134" dur="500"/>
                                        <p:tgtEl>
                                          <p:spTgt spid="141379"/>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nodeType="clickEffect">
                                  <p:stCondLst>
                                    <p:cond delay="0"/>
                                  </p:stCondLst>
                                  <p:childTnLst>
                                    <p:set>
                                      <p:cBhvr>
                                        <p:cTn id="138" dur="1" fill="hold">
                                          <p:stCondLst>
                                            <p:cond delay="0"/>
                                          </p:stCondLst>
                                        </p:cTn>
                                        <p:tgtEl>
                                          <p:spTgt spid="141351"/>
                                        </p:tgtEl>
                                        <p:attrNameLst>
                                          <p:attrName>style.visibility</p:attrName>
                                        </p:attrNameLst>
                                      </p:cBhvr>
                                      <p:to>
                                        <p:strVal val="visible"/>
                                      </p:to>
                                    </p:set>
                                    <p:animEffect transition="in" filter="wipe(left)">
                                      <p:cBhvr>
                                        <p:cTn id="139" dur="500"/>
                                        <p:tgtEl>
                                          <p:spTgt spid="141351"/>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nodeType="clickEffect">
                                  <p:stCondLst>
                                    <p:cond delay="0"/>
                                  </p:stCondLst>
                                  <p:childTnLst>
                                    <p:set>
                                      <p:cBhvr>
                                        <p:cTn id="143" dur="1" fill="hold">
                                          <p:stCondLst>
                                            <p:cond delay="0"/>
                                          </p:stCondLst>
                                        </p:cTn>
                                        <p:tgtEl>
                                          <p:spTgt spid="141352"/>
                                        </p:tgtEl>
                                        <p:attrNameLst>
                                          <p:attrName>style.visibility</p:attrName>
                                        </p:attrNameLst>
                                      </p:cBhvr>
                                      <p:to>
                                        <p:strVal val="visible"/>
                                      </p:to>
                                    </p:set>
                                    <p:animEffect transition="in" filter="wipe(left)">
                                      <p:cBhvr>
                                        <p:cTn id="144" dur="500"/>
                                        <p:tgtEl>
                                          <p:spTgt spid="1413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autoUpdateAnimBg="0"/>
      <p:bldP spid="141315" grpId="0" autoUpdateAnimBg="0"/>
      <p:bldP spid="141318" grpId="0" animBg="1"/>
      <p:bldP spid="141319" grpId="0" autoUpdateAnimBg="0"/>
      <p:bldP spid="141321" grpId="0" animBg="1"/>
      <p:bldP spid="141322" grpId="0" animBg="1"/>
      <p:bldP spid="141327" grpId="0" autoUpdateAnimBg="0"/>
      <p:bldP spid="141370" grpId="0" animBg="1"/>
      <p:bldP spid="14138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8105775" y="2317750"/>
            <a:ext cx="525463" cy="2049463"/>
            <a:chOff x="1610" y="1117"/>
            <a:chExt cx="331" cy="1291"/>
          </a:xfrm>
        </p:grpSpPr>
        <p:grpSp>
          <p:nvGrpSpPr>
            <p:cNvPr id="7201" name="Group 3"/>
            <p:cNvGrpSpPr/>
            <p:nvPr/>
          </p:nvGrpSpPr>
          <p:grpSpPr bwMode="auto">
            <a:xfrm>
              <a:off x="1701" y="1117"/>
              <a:ext cx="59" cy="1109"/>
              <a:chOff x="2413" y="1666"/>
              <a:chExt cx="59" cy="1109"/>
            </a:xfrm>
          </p:grpSpPr>
          <p:sp>
            <p:nvSpPr>
              <p:cNvPr id="7218" name="Oval 4"/>
              <p:cNvSpPr>
                <a:spLocks noChangeArrowheads="1"/>
              </p:cNvSpPr>
              <p:nvPr/>
            </p:nvSpPr>
            <p:spPr bwMode="auto">
              <a:xfrm>
                <a:off x="2413" y="187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9" name="Oval 5"/>
              <p:cNvSpPr>
                <a:spLocks noChangeArrowheads="1"/>
              </p:cNvSpPr>
              <p:nvPr/>
            </p:nvSpPr>
            <p:spPr bwMode="auto">
              <a:xfrm>
                <a:off x="2413" y="194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0" name="Oval 6"/>
              <p:cNvSpPr>
                <a:spLocks noChangeArrowheads="1"/>
              </p:cNvSpPr>
              <p:nvPr/>
            </p:nvSpPr>
            <p:spPr bwMode="auto">
              <a:xfrm>
                <a:off x="2413" y="201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1" name="Oval 7"/>
              <p:cNvSpPr>
                <a:spLocks noChangeArrowheads="1"/>
              </p:cNvSpPr>
              <p:nvPr/>
            </p:nvSpPr>
            <p:spPr bwMode="auto">
              <a:xfrm>
                <a:off x="2413" y="208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2" name="Oval 8"/>
              <p:cNvSpPr>
                <a:spLocks noChangeArrowheads="1"/>
              </p:cNvSpPr>
              <p:nvPr/>
            </p:nvSpPr>
            <p:spPr bwMode="auto">
              <a:xfrm>
                <a:off x="2413" y="229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3" name="Oval 9"/>
              <p:cNvSpPr>
                <a:spLocks noChangeArrowheads="1"/>
              </p:cNvSpPr>
              <p:nvPr/>
            </p:nvSpPr>
            <p:spPr bwMode="auto">
              <a:xfrm>
                <a:off x="2413" y="215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4" name="Oval 10"/>
              <p:cNvSpPr>
                <a:spLocks noChangeArrowheads="1"/>
              </p:cNvSpPr>
              <p:nvPr/>
            </p:nvSpPr>
            <p:spPr bwMode="auto">
              <a:xfrm>
                <a:off x="2413" y="2227"/>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5" name="Oval 11"/>
              <p:cNvSpPr>
                <a:spLocks noChangeArrowheads="1"/>
              </p:cNvSpPr>
              <p:nvPr/>
            </p:nvSpPr>
            <p:spPr bwMode="auto">
              <a:xfrm>
                <a:off x="2413" y="236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6" name="Oval 12"/>
              <p:cNvSpPr>
                <a:spLocks noChangeArrowheads="1"/>
              </p:cNvSpPr>
              <p:nvPr/>
            </p:nvSpPr>
            <p:spPr bwMode="auto">
              <a:xfrm>
                <a:off x="2413" y="180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7" name="Oval 13"/>
              <p:cNvSpPr>
                <a:spLocks noChangeArrowheads="1"/>
              </p:cNvSpPr>
              <p:nvPr/>
            </p:nvSpPr>
            <p:spPr bwMode="auto">
              <a:xfrm>
                <a:off x="2413" y="243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8" name="Oval 14"/>
              <p:cNvSpPr>
                <a:spLocks noChangeArrowheads="1"/>
              </p:cNvSpPr>
              <p:nvPr/>
            </p:nvSpPr>
            <p:spPr bwMode="auto">
              <a:xfrm>
                <a:off x="2413" y="250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29" name="Oval 15"/>
              <p:cNvSpPr>
                <a:spLocks noChangeArrowheads="1"/>
              </p:cNvSpPr>
              <p:nvPr/>
            </p:nvSpPr>
            <p:spPr bwMode="auto">
              <a:xfrm>
                <a:off x="2413" y="257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30" name="Oval 16"/>
              <p:cNvSpPr>
                <a:spLocks noChangeArrowheads="1"/>
              </p:cNvSpPr>
              <p:nvPr/>
            </p:nvSpPr>
            <p:spPr bwMode="auto">
              <a:xfrm>
                <a:off x="2413" y="2719"/>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31" name="Oval 17"/>
              <p:cNvSpPr>
                <a:spLocks noChangeArrowheads="1"/>
              </p:cNvSpPr>
              <p:nvPr/>
            </p:nvSpPr>
            <p:spPr bwMode="auto">
              <a:xfrm>
                <a:off x="2413" y="173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32" name="Oval 18"/>
              <p:cNvSpPr>
                <a:spLocks noChangeArrowheads="1"/>
              </p:cNvSpPr>
              <p:nvPr/>
            </p:nvSpPr>
            <p:spPr bwMode="auto">
              <a:xfrm>
                <a:off x="2413" y="166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33" name="Oval 19"/>
              <p:cNvSpPr>
                <a:spLocks noChangeArrowheads="1"/>
              </p:cNvSpPr>
              <p:nvPr/>
            </p:nvSpPr>
            <p:spPr bwMode="auto">
              <a:xfrm>
                <a:off x="2413" y="2648"/>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grpSp>
        <p:sp>
          <p:nvSpPr>
            <p:cNvPr id="7202" name="Oval 20"/>
            <p:cNvSpPr>
              <a:spLocks noChangeArrowheads="1"/>
            </p:cNvSpPr>
            <p:nvPr/>
          </p:nvSpPr>
          <p:spPr bwMode="auto">
            <a:xfrm>
              <a:off x="1746" y="2275"/>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3" name="Oval 21"/>
            <p:cNvSpPr>
              <a:spLocks noChangeArrowheads="1"/>
            </p:cNvSpPr>
            <p:nvPr/>
          </p:nvSpPr>
          <p:spPr bwMode="auto">
            <a:xfrm>
              <a:off x="1746" y="2345"/>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4" name="Oval 22"/>
            <p:cNvSpPr>
              <a:spLocks noChangeArrowheads="1"/>
            </p:cNvSpPr>
            <p:nvPr/>
          </p:nvSpPr>
          <p:spPr bwMode="auto">
            <a:xfrm>
              <a:off x="1715" y="2212"/>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5" name="Oval 23"/>
            <p:cNvSpPr>
              <a:spLocks noChangeArrowheads="1"/>
            </p:cNvSpPr>
            <p:nvPr/>
          </p:nvSpPr>
          <p:spPr bwMode="auto">
            <a:xfrm>
              <a:off x="1715" y="2282"/>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6" name="Oval 24"/>
            <p:cNvSpPr>
              <a:spLocks noChangeArrowheads="1"/>
            </p:cNvSpPr>
            <p:nvPr/>
          </p:nvSpPr>
          <p:spPr bwMode="auto">
            <a:xfrm>
              <a:off x="1610" y="2260"/>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7" name="Oval 25"/>
            <p:cNvSpPr>
              <a:spLocks noChangeArrowheads="1"/>
            </p:cNvSpPr>
            <p:nvPr/>
          </p:nvSpPr>
          <p:spPr bwMode="auto">
            <a:xfrm>
              <a:off x="1715" y="2352"/>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8" name="Oval 26"/>
            <p:cNvSpPr>
              <a:spLocks noChangeArrowheads="1"/>
            </p:cNvSpPr>
            <p:nvPr/>
          </p:nvSpPr>
          <p:spPr bwMode="auto">
            <a:xfrm>
              <a:off x="1851" y="2255"/>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09" name="Oval 27"/>
            <p:cNvSpPr>
              <a:spLocks noChangeArrowheads="1"/>
            </p:cNvSpPr>
            <p:nvPr/>
          </p:nvSpPr>
          <p:spPr bwMode="auto">
            <a:xfrm>
              <a:off x="1610" y="2331"/>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0" name="Oval 28"/>
            <p:cNvSpPr>
              <a:spLocks noChangeArrowheads="1"/>
            </p:cNvSpPr>
            <p:nvPr/>
          </p:nvSpPr>
          <p:spPr bwMode="auto">
            <a:xfrm>
              <a:off x="1746" y="2205"/>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1" name="Oval 29"/>
            <p:cNvSpPr>
              <a:spLocks noChangeArrowheads="1"/>
            </p:cNvSpPr>
            <p:nvPr/>
          </p:nvSpPr>
          <p:spPr bwMode="auto">
            <a:xfrm>
              <a:off x="1669" y="220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2" name="Oval 30"/>
            <p:cNvSpPr>
              <a:spLocks noChangeArrowheads="1"/>
            </p:cNvSpPr>
            <p:nvPr/>
          </p:nvSpPr>
          <p:spPr bwMode="auto">
            <a:xfrm>
              <a:off x="1669" y="227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3" name="Oval 31"/>
            <p:cNvSpPr>
              <a:spLocks noChangeArrowheads="1"/>
            </p:cNvSpPr>
            <p:nvPr/>
          </p:nvSpPr>
          <p:spPr bwMode="auto">
            <a:xfrm>
              <a:off x="1669" y="2346"/>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4" name="Oval 32"/>
            <p:cNvSpPr>
              <a:spLocks noChangeArrowheads="1"/>
            </p:cNvSpPr>
            <p:nvPr/>
          </p:nvSpPr>
          <p:spPr bwMode="auto">
            <a:xfrm>
              <a:off x="1882" y="2320"/>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5" name="Oval 33"/>
            <p:cNvSpPr>
              <a:spLocks noChangeArrowheads="1"/>
            </p:cNvSpPr>
            <p:nvPr/>
          </p:nvSpPr>
          <p:spPr bwMode="auto">
            <a:xfrm>
              <a:off x="1610" y="2302"/>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6" name="Oval 34"/>
            <p:cNvSpPr>
              <a:spLocks noChangeArrowheads="1"/>
            </p:cNvSpPr>
            <p:nvPr/>
          </p:nvSpPr>
          <p:spPr bwMode="auto">
            <a:xfrm>
              <a:off x="1805" y="2345"/>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sp>
          <p:nvSpPr>
            <p:cNvPr id="7217" name="Oval 35"/>
            <p:cNvSpPr>
              <a:spLocks noChangeArrowheads="1"/>
            </p:cNvSpPr>
            <p:nvPr/>
          </p:nvSpPr>
          <p:spPr bwMode="auto">
            <a:xfrm>
              <a:off x="1805" y="2249"/>
              <a:ext cx="59" cy="56"/>
            </a:xfrm>
            <a:prstGeom prst="ellipse">
              <a:avLst/>
            </a:prstGeom>
            <a:noFill/>
            <a:ln w="28575" algn="ctr">
              <a:solidFill>
                <a:srgbClr val="CC0000"/>
              </a:solidFill>
              <a:round/>
            </a:ln>
          </p:spPr>
          <p:txBody>
            <a:bodyPr wrap="none" tIns="82800" bIns="82800" anchor="ctr">
              <a:spAutoFit/>
            </a:bodyPr>
            <a:lstStyle/>
            <a:p>
              <a:endParaRPr lang="zh-CN" altLang="en-US"/>
            </a:p>
          </p:txBody>
        </p:sp>
      </p:grpSp>
      <p:sp>
        <p:nvSpPr>
          <p:cNvPr id="70692" name="Line 36"/>
          <p:cNvSpPr>
            <a:spLocks noChangeShapeType="1"/>
          </p:cNvSpPr>
          <p:nvPr/>
        </p:nvSpPr>
        <p:spPr bwMode="auto">
          <a:xfrm>
            <a:off x="7261225" y="4367213"/>
            <a:ext cx="1438275" cy="0"/>
          </a:xfrm>
          <a:prstGeom prst="line">
            <a:avLst/>
          </a:prstGeom>
          <a:noFill/>
          <a:ln w="9525">
            <a:solidFill>
              <a:srgbClr val="0033CC"/>
            </a:solidFill>
            <a:round/>
          </a:ln>
        </p:spPr>
        <p:txBody>
          <a:bodyPr>
            <a:spAutoFit/>
          </a:bodyPr>
          <a:lstStyle/>
          <a:p>
            <a:endParaRPr lang="zh-CN" altLang="en-US"/>
          </a:p>
        </p:txBody>
      </p:sp>
      <p:sp>
        <p:nvSpPr>
          <p:cNvPr id="70693" name="Line 37"/>
          <p:cNvSpPr>
            <a:spLocks noChangeShapeType="1"/>
          </p:cNvSpPr>
          <p:nvPr/>
        </p:nvSpPr>
        <p:spPr bwMode="auto">
          <a:xfrm flipV="1">
            <a:off x="7407275" y="773113"/>
            <a:ext cx="0" cy="3600450"/>
          </a:xfrm>
          <a:prstGeom prst="line">
            <a:avLst/>
          </a:prstGeom>
          <a:noFill/>
          <a:ln w="28575">
            <a:solidFill>
              <a:srgbClr val="0033CC"/>
            </a:solidFill>
            <a:round/>
            <a:tailEnd type="stealth" w="med" len="lg"/>
          </a:ln>
        </p:spPr>
        <p:txBody>
          <a:bodyPr>
            <a:spAutoFit/>
          </a:bodyPr>
          <a:lstStyle/>
          <a:p>
            <a:endParaRPr lang="zh-CN" altLang="en-US"/>
          </a:p>
        </p:txBody>
      </p:sp>
      <p:sp>
        <p:nvSpPr>
          <p:cNvPr id="70694" name="Line 38"/>
          <p:cNvSpPr>
            <a:spLocks noChangeShapeType="1"/>
          </p:cNvSpPr>
          <p:nvPr/>
        </p:nvSpPr>
        <p:spPr bwMode="auto">
          <a:xfrm flipH="1">
            <a:off x="7407275" y="2279650"/>
            <a:ext cx="1008063" cy="0"/>
          </a:xfrm>
          <a:prstGeom prst="line">
            <a:avLst/>
          </a:prstGeom>
          <a:noFill/>
          <a:ln w="9525">
            <a:solidFill>
              <a:srgbClr val="0033CC"/>
            </a:solidFill>
            <a:round/>
          </a:ln>
        </p:spPr>
        <p:txBody>
          <a:bodyPr>
            <a:spAutoFit/>
          </a:bodyPr>
          <a:lstStyle/>
          <a:p>
            <a:endParaRPr lang="zh-CN" altLang="en-US"/>
          </a:p>
        </p:txBody>
      </p:sp>
      <p:sp>
        <p:nvSpPr>
          <p:cNvPr id="70695" name="Line 39"/>
          <p:cNvSpPr>
            <a:spLocks noChangeShapeType="1"/>
          </p:cNvSpPr>
          <p:nvPr/>
        </p:nvSpPr>
        <p:spPr bwMode="auto">
          <a:xfrm>
            <a:off x="7767638" y="2279650"/>
            <a:ext cx="0" cy="2087563"/>
          </a:xfrm>
          <a:prstGeom prst="line">
            <a:avLst/>
          </a:prstGeom>
          <a:noFill/>
          <a:ln w="28575">
            <a:solidFill>
              <a:srgbClr val="0033CC"/>
            </a:solidFill>
            <a:round/>
            <a:headEnd type="stealth" w="med" len="lg"/>
            <a:tailEnd type="stealth" w="med" len="lg"/>
          </a:ln>
        </p:spPr>
        <p:txBody>
          <a:bodyPr>
            <a:spAutoFit/>
          </a:bodyPr>
          <a:lstStyle/>
          <a:p>
            <a:endParaRPr lang="zh-CN" altLang="en-US"/>
          </a:p>
        </p:txBody>
      </p:sp>
      <p:sp>
        <p:nvSpPr>
          <p:cNvPr id="70696" name="Text Box 40"/>
          <p:cNvSpPr txBox="1">
            <a:spLocks noChangeArrowheads="1"/>
          </p:cNvSpPr>
          <p:nvPr/>
        </p:nvSpPr>
        <p:spPr bwMode="auto">
          <a:xfrm>
            <a:off x="7407275" y="2998788"/>
            <a:ext cx="504825" cy="457200"/>
          </a:xfrm>
          <a:prstGeom prst="rect">
            <a:avLst/>
          </a:prstGeom>
          <a:noFill/>
          <a:ln w="9525" algn="ctr">
            <a:noFill/>
            <a:miter lim="800000"/>
          </a:ln>
        </p:spPr>
        <p:txBody>
          <a:bodyPr>
            <a:spAutoFit/>
          </a:bodyPr>
          <a:lstStyle/>
          <a:p>
            <a:pPr algn="l">
              <a:spcBef>
                <a:spcPct val="50000"/>
              </a:spcBef>
            </a:pPr>
            <a:r>
              <a:rPr lang="en-US" altLang="zh-CN" b="1">
                <a:solidFill>
                  <a:srgbClr val="0033CC"/>
                </a:solidFill>
                <a:latin typeface="Times New Roman" panose="02020603050405020304" pitchFamily="18" charset="0"/>
              </a:rPr>
              <a:t>y</a:t>
            </a:r>
            <a:endParaRPr lang="en-US" altLang="zh-CN" b="1">
              <a:solidFill>
                <a:srgbClr val="0033CC"/>
              </a:solidFill>
              <a:latin typeface="Times New Roman" panose="02020603050405020304" pitchFamily="18" charset="0"/>
            </a:endParaRPr>
          </a:p>
        </p:txBody>
      </p:sp>
      <p:sp>
        <p:nvSpPr>
          <p:cNvPr id="70697" name="Text Box 41"/>
          <p:cNvSpPr txBox="1">
            <a:spLocks noChangeArrowheads="1"/>
          </p:cNvSpPr>
          <p:nvPr/>
        </p:nvSpPr>
        <p:spPr bwMode="auto">
          <a:xfrm>
            <a:off x="7046913" y="550863"/>
            <a:ext cx="504825" cy="457200"/>
          </a:xfrm>
          <a:prstGeom prst="rect">
            <a:avLst/>
          </a:prstGeom>
          <a:noFill/>
          <a:ln w="9525" algn="ctr">
            <a:noFill/>
            <a:miter lim="800000"/>
          </a:ln>
        </p:spPr>
        <p:txBody>
          <a:bodyPr>
            <a:spAutoFit/>
          </a:bodyPr>
          <a:lstStyle/>
          <a:p>
            <a:pPr algn="l">
              <a:spcBef>
                <a:spcPct val="50000"/>
              </a:spcBef>
            </a:pPr>
            <a:r>
              <a:rPr lang="en-US" altLang="zh-CN" b="1">
                <a:solidFill>
                  <a:srgbClr val="0033CC"/>
                </a:solidFill>
                <a:latin typeface="Times New Roman" panose="02020603050405020304" pitchFamily="18" charset="0"/>
              </a:rPr>
              <a:t>y</a:t>
            </a:r>
            <a:endParaRPr lang="en-US" altLang="zh-CN" b="1">
              <a:solidFill>
                <a:srgbClr val="0033CC"/>
              </a:solidFill>
              <a:latin typeface="Times New Roman" panose="02020603050405020304" pitchFamily="18" charset="0"/>
            </a:endParaRPr>
          </a:p>
        </p:txBody>
      </p:sp>
      <p:sp>
        <p:nvSpPr>
          <p:cNvPr id="70698" name="Text Box 42"/>
          <p:cNvSpPr txBox="1">
            <a:spLocks noChangeArrowheads="1"/>
          </p:cNvSpPr>
          <p:nvPr/>
        </p:nvSpPr>
        <p:spPr bwMode="auto">
          <a:xfrm>
            <a:off x="7191375" y="4270375"/>
            <a:ext cx="504825" cy="457200"/>
          </a:xfrm>
          <a:prstGeom prst="rect">
            <a:avLst/>
          </a:prstGeom>
          <a:noFill/>
          <a:ln w="9525" algn="ctr">
            <a:noFill/>
            <a:miter lim="800000"/>
          </a:ln>
        </p:spPr>
        <p:txBody>
          <a:bodyPr>
            <a:spAutoFit/>
          </a:bodyPr>
          <a:lstStyle/>
          <a:p>
            <a:pPr algn="l">
              <a:spcBef>
                <a:spcPct val="50000"/>
              </a:spcBef>
            </a:pPr>
            <a:r>
              <a:rPr lang="en-US" altLang="zh-CN" b="1">
                <a:solidFill>
                  <a:srgbClr val="0033CC"/>
                </a:solidFill>
                <a:latin typeface="Times New Roman" panose="02020603050405020304" pitchFamily="18" charset="0"/>
              </a:rPr>
              <a:t>0</a:t>
            </a:r>
            <a:endParaRPr lang="en-US" altLang="zh-CN" b="1">
              <a:solidFill>
                <a:srgbClr val="0033CC"/>
              </a:solidFill>
              <a:latin typeface="Times New Roman" panose="02020603050405020304" pitchFamily="18" charset="0"/>
            </a:endParaRPr>
          </a:p>
        </p:txBody>
      </p:sp>
      <p:sp>
        <p:nvSpPr>
          <p:cNvPr id="70699" name="Line 43"/>
          <p:cNvSpPr>
            <a:spLocks noChangeShapeType="1"/>
          </p:cNvSpPr>
          <p:nvPr/>
        </p:nvSpPr>
        <p:spPr bwMode="auto">
          <a:xfrm flipV="1">
            <a:off x="8270875" y="1127125"/>
            <a:ext cx="0" cy="1152525"/>
          </a:xfrm>
          <a:prstGeom prst="line">
            <a:avLst/>
          </a:prstGeom>
          <a:noFill/>
          <a:ln w="38100">
            <a:solidFill>
              <a:srgbClr val="008080"/>
            </a:solidFill>
            <a:round/>
            <a:tailEnd type="stealth" w="med" len="lg"/>
          </a:ln>
        </p:spPr>
        <p:txBody>
          <a:bodyPr>
            <a:spAutoFit/>
          </a:bodyPr>
          <a:lstStyle/>
          <a:p>
            <a:endParaRPr lang="zh-CN" altLang="en-US"/>
          </a:p>
        </p:txBody>
      </p:sp>
      <p:sp>
        <p:nvSpPr>
          <p:cNvPr id="70700" name="Line 44"/>
          <p:cNvSpPr>
            <a:spLocks noChangeShapeType="1"/>
          </p:cNvSpPr>
          <p:nvPr/>
        </p:nvSpPr>
        <p:spPr bwMode="auto">
          <a:xfrm flipV="1">
            <a:off x="8270875" y="1774825"/>
            <a:ext cx="0" cy="504825"/>
          </a:xfrm>
          <a:prstGeom prst="line">
            <a:avLst/>
          </a:prstGeom>
          <a:noFill/>
          <a:ln w="38100">
            <a:solidFill>
              <a:srgbClr val="FF6600"/>
            </a:solidFill>
            <a:round/>
            <a:tailEnd type="stealth" w="med" len="lg"/>
          </a:ln>
        </p:spPr>
        <p:txBody>
          <a:bodyPr>
            <a:spAutoFit/>
          </a:bodyPr>
          <a:lstStyle/>
          <a:p>
            <a:endParaRPr lang="zh-CN" altLang="en-US"/>
          </a:p>
        </p:txBody>
      </p:sp>
      <p:sp>
        <p:nvSpPr>
          <p:cNvPr id="70701" name="Text Box 45"/>
          <p:cNvSpPr txBox="1">
            <a:spLocks noChangeArrowheads="1"/>
          </p:cNvSpPr>
          <p:nvPr/>
        </p:nvSpPr>
        <p:spPr bwMode="auto">
          <a:xfrm>
            <a:off x="8269288" y="1606550"/>
            <a:ext cx="360362" cy="457200"/>
          </a:xfrm>
          <a:prstGeom prst="rect">
            <a:avLst/>
          </a:prstGeom>
          <a:noFill/>
          <a:ln w="9525" algn="ctr">
            <a:noFill/>
            <a:miter lim="800000"/>
          </a:ln>
        </p:spPr>
        <p:txBody>
          <a:bodyPr>
            <a:spAutoFit/>
          </a:bodyPr>
          <a:lstStyle/>
          <a:p>
            <a:pPr algn="l">
              <a:spcBef>
                <a:spcPct val="50000"/>
              </a:spcBef>
            </a:pPr>
            <a:r>
              <a:rPr lang="en-US" altLang="zh-CN" b="1">
                <a:solidFill>
                  <a:srgbClr val="FF0000"/>
                </a:solidFill>
                <a:latin typeface="Bookman Old Style" panose="02050604050505020204" pitchFamily="18" charset="0"/>
              </a:rPr>
              <a:t>v</a:t>
            </a:r>
            <a:endParaRPr lang="en-US" altLang="zh-CN" b="1">
              <a:solidFill>
                <a:srgbClr val="FF0000"/>
              </a:solidFill>
              <a:latin typeface="Bookman Old Style" panose="02050604050505020204" pitchFamily="18" charset="0"/>
            </a:endParaRPr>
          </a:p>
        </p:txBody>
      </p:sp>
      <p:sp>
        <p:nvSpPr>
          <p:cNvPr id="70702" name="Text Box 46"/>
          <p:cNvSpPr txBox="1">
            <a:spLocks noChangeArrowheads="1"/>
          </p:cNvSpPr>
          <p:nvPr/>
        </p:nvSpPr>
        <p:spPr bwMode="auto">
          <a:xfrm>
            <a:off x="8269288" y="982663"/>
            <a:ext cx="431800" cy="457200"/>
          </a:xfrm>
          <a:prstGeom prst="rect">
            <a:avLst/>
          </a:prstGeom>
          <a:noFill/>
          <a:ln w="9525" algn="ctr">
            <a:noFill/>
            <a:miter lim="800000"/>
          </a:ln>
        </p:spPr>
        <p:txBody>
          <a:bodyPr>
            <a:spAutoFit/>
          </a:bodyPr>
          <a:lstStyle/>
          <a:p>
            <a:pPr algn="l">
              <a:spcBef>
                <a:spcPct val="50000"/>
              </a:spcBef>
            </a:pPr>
            <a:r>
              <a:rPr lang="en-US" altLang="zh-CN" b="1">
                <a:solidFill>
                  <a:schemeClr val="accent1"/>
                </a:solidFill>
                <a:latin typeface="Times New Roman" panose="02020603050405020304" pitchFamily="18" charset="0"/>
              </a:rPr>
              <a:t>F</a:t>
            </a:r>
            <a:endParaRPr lang="en-US" altLang="zh-CN" b="1">
              <a:solidFill>
                <a:schemeClr val="accent1"/>
              </a:solidFill>
              <a:latin typeface="Times New Roman" panose="02020603050405020304" pitchFamily="18" charset="0"/>
            </a:endParaRPr>
          </a:p>
        </p:txBody>
      </p:sp>
      <p:sp>
        <p:nvSpPr>
          <p:cNvPr id="70703" name="Line 47"/>
          <p:cNvSpPr>
            <a:spLocks noChangeShapeType="1"/>
          </p:cNvSpPr>
          <p:nvPr/>
        </p:nvSpPr>
        <p:spPr bwMode="auto">
          <a:xfrm>
            <a:off x="8342313" y="4222750"/>
            <a:ext cx="0" cy="576263"/>
          </a:xfrm>
          <a:prstGeom prst="line">
            <a:avLst/>
          </a:prstGeom>
          <a:noFill/>
          <a:ln w="57150">
            <a:solidFill>
              <a:srgbClr val="336600"/>
            </a:solidFill>
            <a:round/>
            <a:tailEnd type="stealth" w="med" len="lg"/>
          </a:ln>
        </p:spPr>
        <p:txBody>
          <a:bodyPr>
            <a:spAutoFit/>
          </a:bodyPr>
          <a:lstStyle/>
          <a:p>
            <a:endParaRPr lang="zh-CN" altLang="en-US"/>
          </a:p>
        </p:txBody>
      </p:sp>
      <p:sp>
        <p:nvSpPr>
          <p:cNvPr id="70704" name="Line 48"/>
          <p:cNvSpPr>
            <a:spLocks noChangeShapeType="1"/>
          </p:cNvSpPr>
          <p:nvPr/>
        </p:nvSpPr>
        <p:spPr bwMode="auto">
          <a:xfrm flipV="1">
            <a:off x="8342313" y="3646488"/>
            <a:ext cx="0" cy="576262"/>
          </a:xfrm>
          <a:prstGeom prst="line">
            <a:avLst/>
          </a:prstGeom>
          <a:noFill/>
          <a:ln w="57150">
            <a:solidFill>
              <a:srgbClr val="800000"/>
            </a:solidFill>
            <a:round/>
            <a:tailEnd type="stealth" w="med" len="lg"/>
          </a:ln>
        </p:spPr>
        <p:txBody>
          <a:bodyPr>
            <a:spAutoFit/>
          </a:bodyPr>
          <a:lstStyle/>
          <a:p>
            <a:endParaRPr lang="zh-CN" altLang="en-US"/>
          </a:p>
        </p:txBody>
      </p:sp>
      <p:sp>
        <p:nvSpPr>
          <p:cNvPr id="70705" name="Text Box 49"/>
          <p:cNvSpPr txBox="1">
            <a:spLocks noChangeArrowheads="1"/>
          </p:cNvSpPr>
          <p:nvPr/>
        </p:nvSpPr>
        <p:spPr bwMode="auto">
          <a:xfrm>
            <a:off x="8342313" y="3430588"/>
            <a:ext cx="503237" cy="457200"/>
          </a:xfrm>
          <a:prstGeom prst="rect">
            <a:avLst/>
          </a:prstGeom>
          <a:noFill/>
          <a:ln w="9525" algn="ctr">
            <a:noFill/>
            <a:miter lim="800000"/>
          </a:ln>
        </p:spPr>
        <p:txBody>
          <a:bodyPr>
            <a:spAutoFit/>
          </a:bodyPr>
          <a:lstStyle/>
          <a:p>
            <a:pPr algn="l">
              <a:spcBef>
                <a:spcPct val="50000"/>
              </a:spcBef>
            </a:pPr>
            <a:r>
              <a:rPr lang="en-US" altLang="zh-CN" b="1">
                <a:solidFill>
                  <a:srgbClr val="00CCFF"/>
                </a:solidFill>
                <a:latin typeface="Times New Roman" panose="02020603050405020304" pitchFamily="18" charset="0"/>
              </a:rPr>
              <a:t>N</a:t>
            </a:r>
            <a:endParaRPr lang="en-US" altLang="zh-CN" b="1">
              <a:solidFill>
                <a:srgbClr val="00CCFF"/>
              </a:solidFill>
              <a:latin typeface="Times New Roman" panose="02020603050405020304" pitchFamily="18" charset="0"/>
            </a:endParaRPr>
          </a:p>
        </p:txBody>
      </p:sp>
      <p:sp>
        <p:nvSpPr>
          <p:cNvPr id="70706" name="Text Box 50"/>
          <p:cNvSpPr txBox="1">
            <a:spLocks noChangeArrowheads="1"/>
          </p:cNvSpPr>
          <p:nvPr/>
        </p:nvSpPr>
        <p:spPr bwMode="auto">
          <a:xfrm>
            <a:off x="8053388" y="4727575"/>
            <a:ext cx="755650" cy="457200"/>
          </a:xfrm>
          <a:prstGeom prst="rect">
            <a:avLst/>
          </a:prstGeom>
          <a:noFill/>
          <a:ln w="9525" algn="ctr">
            <a:noFill/>
            <a:miter lim="800000"/>
          </a:ln>
        </p:spPr>
        <p:txBody>
          <a:bodyPr>
            <a:spAutoFit/>
          </a:bodyPr>
          <a:lstStyle/>
          <a:p>
            <a:pPr algn="l">
              <a:spcBef>
                <a:spcPct val="50000"/>
              </a:spcBef>
            </a:pPr>
            <a:r>
              <a:rPr lang="en-US" altLang="zh-CN" b="1">
                <a:solidFill>
                  <a:srgbClr val="336600"/>
                </a:solidFill>
                <a:latin typeface="Times New Roman" panose="02020603050405020304" pitchFamily="18" charset="0"/>
              </a:rPr>
              <a:t>G</a:t>
            </a:r>
            <a:r>
              <a:rPr lang="en-US" altLang="zh-CN" b="1" baseline="30000">
                <a:solidFill>
                  <a:srgbClr val="336600"/>
                </a:solidFill>
                <a:latin typeface="Times New Roman" panose="02020603050405020304" pitchFamily="18" charset="0"/>
              </a:rPr>
              <a:t>”</a:t>
            </a:r>
            <a:endParaRPr lang="en-US" altLang="zh-CN" b="1">
              <a:solidFill>
                <a:srgbClr val="336600"/>
              </a:solidFill>
              <a:latin typeface="Times New Roman" panose="02020603050405020304" pitchFamily="18" charset="0"/>
            </a:endParaRPr>
          </a:p>
        </p:txBody>
      </p:sp>
      <p:sp>
        <p:nvSpPr>
          <p:cNvPr id="70707" name="Text Box 51"/>
          <p:cNvSpPr txBox="1">
            <a:spLocks noChangeArrowheads="1"/>
          </p:cNvSpPr>
          <p:nvPr/>
        </p:nvSpPr>
        <p:spPr bwMode="auto">
          <a:xfrm>
            <a:off x="258763" y="404813"/>
            <a:ext cx="6545262" cy="1406525"/>
          </a:xfrm>
          <a:prstGeom prst="rect">
            <a:avLst/>
          </a:prstGeom>
          <a:noFill/>
          <a:ln w="9525">
            <a:noFill/>
            <a:miter lim="800000"/>
          </a:ln>
        </p:spPr>
        <p:txBody>
          <a:bodyPr>
            <a:spAutoFit/>
          </a:bodyPr>
          <a:lstStyle/>
          <a:p>
            <a:pPr algn="l" eaLnBrk="0" hangingPunct="0">
              <a:lnSpc>
                <a:spcPct val="120000"/>
              </a:lnSpc>
            </a:pPr>
            <a:r>
              <a:rPr kumimoji="0" lang="zh-CN" altLang="en-US" b="1" i="0">
                <a:solidFill>
                  <a:srgbClr val="FF0000"/>
                </a:solidFill>
                <a:latin typeface="Times New Roman" panose="02020603050405020304" pitchFamily="18" charset="0"/>
              </a:rPr>
              <a:t>例</a:t>
            </a:r>
            <a:r>
              <a:rPr kumimoji="0" lang="zh-CN" altLang="en-US" b="1" i="0">
                <a:solidFill>
                  <a:schemeClr val="hlink"/>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质量为 </a:t>
            </a:r>
            <a:r>
              <a:rPr kumimoji="0" lang="en-US" altLang="zh-CN" b="1">
                <a:solidFill>
                  <a:srgbClr val="FF6600"/>
                </a:solidFill>
                <a:latin typeface="Times New Roman" panose="02020603050405020304" pitchFamily="18" charset="0"/>
              </a:rPr>
              <a:t>m</a:t>
            </a:r>
            <a:r>
              <a:rPr kumimoji="0" lang="en-US" altLang="zh-CN" b="1">
                <a:solidFill>
                  <a:srgbClr val="66FFFF"/>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的匀质</a:t>
            </a:r>
            <a:r>
              <a:rPr lang="zh-CN" altLang="en-US" b="1" i="0">
                <a:solidFill>
                  <a:srgbClr val="FF6600"/>
                </a:solidFill>
                <a:latin typeface="宋体" panose="02010600030101010101" pitchFamily="2" charset="-122"/>
              </a:rPr>
              <a:t>柔软绳</a:t>
            </a:r>
            <a:r>
              <a:rPr kumimoji="0" lang="zh-CN" altLang="en-US" b="1" i="0">
                <a:solidFill>
                  <a:schemeClr val="bg1"/>
                </a:solidFill>
                <a:latin typeface="Times New Roman" panose="02020603050405020304" pitchFamily="18" charset="0"/>
              </a:rPr>
              <a:t>，全长为</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L</a:t>
            </a:r>
            <a:r>
              <a:rPr kumimoji="0" lang="zh-CN" altLang="en-US" b="1">
                <a:solidFill>
                  <a:schemeClr val="bg1"/>
                </a:solidFill>
                <a:latin typeface="Times New Roman" panose="02020603050405020304" pitchFamily="18" charset="0"/>
              </a:rPr>
              <a:t>，</a:t>
            </a:r>
            <a:r>
              <a:rPr kumimoji="0" lang="zh-CN" altLang="en-US" b="1" i="0">
                <a:solidFill>
                  <a:schemeClr val="bg1"/>
                </a:solidFill>
                <a:latin typeface="Times New Roman" panose="02020603050405020304" pitchFamily="18" charset="0"/>
              </a:rPr>
              <a:t>将其卷成一堆放在地面上，手握</a:t>
            </a:r>
            <a:r>
              <a:rPr lang="zh-CN" altLang="en-US" b="1" i="0">
                <a:solidFill>
                  <a:srgbClr val="FF6600"/>
                </a:solidFill>
                <a:latin typeface="Times New Roman" panose="02020603050405020304" pitchFamily="18" charset="0"/>
              </a:rPr>
              <a:t>柔软绳</a:t>
            </a:r>
            <a:r>
              <a:rPr lang="zh-CN" altLang="en-US" b="1" i="0">
                <a:solidFill>
                  <a:schemeClr val="bg1"/>
                </a:solidFill>
                <a:latin typeface="Times New Roman" panose="02020603050405020304" pitchFamily="18" charset="0"/>
              </a:rPr>
              <a:t>的</a:t>
            </a:r>
            <a:r>
              <a:rPr kumimoji="0" lang="zh-CN" altLang="en-US" b="1" i="0">
                <a:solidFill>
                  <a:schemeClr val="bg1"/>
                </a:solidFill>
                <a:latin typeface="Times New Roman" panose="02020603050405020304" pitchFamily="18" charset="0"/>
              </a:rPr>
              <a:t>一端，以匀速</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Bookman Old Style" panose="02050604050505020204" pitchFamily="18" charset="0"/>
              </a:rPr>
              <a:t>v</a:t>
            </a:r>
            <a:r>
              <a:rPr kumimoji="0" lang="en-US" altLang="zh-CN" b="1">
                <a:solidFill>
                  <a:schemeClr val="bg1"/>
                </a:solidFill>
                <a:latin typeface="Bookman Old Style" panose="02050604050505020204" pitchFamily="18" charset="0"/>
              </a:rPr>
              <a:t> </a:t>
            </a:r>
            <a:r>
              <a:rPr kumimoji="0" lang="zh-CN" altLang="en-US" b="1" i="0">
                <a:solidFill>
                  <a:schemeClr val="bg1"/>
                </a:solidFill>
                <a:latin typeface="Times New Roman" panose="02020603050405020304" pitchFamily="18" charset="0"/>
              </a:rPr>
              <a:t>将其上提。</a:t>
            </a:r>
            <a:endParaRPr kumimoji="0" lang="zh-CN" altLang="en-US" b="1">
              <a:solidFill>
                <a:schemeClr val="bg1"/>
              </a:solidFill>
              <a:latin typeface="Times New Roman" panose="02020603050405020304" pitchFamily="18" charset="0"/>
            </a:endParaRPr>
          </a:p>
        </p:txBody>
      </p:sp>
      <p:sp>
        <p:nvSpPr>
          <p:cNvPr id="70708" name="Text Box 52"/>
          <p:cNvSpPr txBox="1">
            <a:spLocks noChangeArrowheads="1"/>
          </p:cNvSpPr>
          <p:nvPr/>
        </p:nvSpPr>
        <p:spPr bwMode="auto">
          <a:xfrm>
            <a:off x="250825" y="2341563"/>
            <a:ext cx="5670550" cy="457200"/>
          </a:xfrm>
          <a:prstGeom prst="rect">
            <a:avLst/>
          </a:prstGeom>
          <a:noFill/>
          <a:ln w="9525">
            <a:noFill/>
            <a:miter lim="800000"/>
          </a:ln>
        </p:spPr>
        <p:txBody>
          <a:bodyPr>
            <a:spAutoFit/>
          </a:bodyPr>
          <a:lstStyle/>
          <a:p>
            <a:pPr algn="l" eaLnBrk="0" hangingPunct="0"/>
            <a:r>
              <a:rPr kumimoji="0" lang="zh-CN" altLang="en-US" b="1" i="0">
                <a:solidFill>
                  <a:srgbClr val="FF0000"/>
                </a:solidFill>
                <a:latin typeface="Times New Roman" panose="02020603050405020304" pitchFamily="18" charset="0"/>
              </a:rPr>
              <a:t>解</a:t>
            </a:r>
            <a:r>
              <a:rPr kumimoji="0" lang="zh-CN" altLang="en-US" b="1" i="0">
                <a:solidFill>
                  <a:srgbClr val="FFFF66"/>
                </a:solidFill>
                <a:latin typeface="Times New Roman" panose="02020603050405020304" pitchFamily="18" charset="0"/>
              </a:rPr>
              <a:t>  </a:t>
            </a:r>
            <a:r>
              <a:rPr kumimoji="0" lang="zh-CN" altLang="en-US" b="1" i="0">
                <a:latin typeface="Times New Roman" panose="02020603050405020304" pitchFamily="18" charset="0"/>
              </a:rPr>
              <a:t>设 </a:t>
            </a:r>
            <a:r>
              <a:rPr kumimoji="0" lang="en-US" altLang="zh-CN" b="1">
                <a:latin typeface="Times New Roman" panose="02020603050405020304" pitchFamily="18" charset="0"/>
              </a:rPr>
              <a:t>t</a:t>
            </a:r>
            <a:r>
              <a:rPr kumimoji="0" lang="en-US" altLang="zh-CN" b="1" i="0">
                <a:latin typeface="Times New Roman" panose="02020603050405020304" pitchFamily="18" charset="0"/>
              </a:rPr>
              <a:t> </a:t>
            </a:r>
            <a:r>
              <a:rPr kumimoji="0" lang="zh-CN" altLang="en-US" b="1" i="0">
                <a:latin typeface="Times New Roman" panose="02020603050405020304" pitchFamily="18" charset="0"/>
              </a:rPr>
              <a:t>时刻，提离地面绳子高度为</a:t>
            </a:r>
            <a:r>
              <a:rPr kumimoji="0" lang="en-US" altLang="zh-CN" b="1" i="0">
                <a:latin typeface="Times New Roman" panose="02020603050405020304" pitchFamily="18" charset="0"/>
              </a:rPr>
              <a:t>y</a:t>
            </a:r>
            <a:endParaRPr kumimoji="0" lang="en-US" altLang="zh-CN" i="0">
              <a:latin typeface="Times New Roman" panose="02020603050405020304" pitchFamily="18" charset="0"/>
            </a:endParaRPr>
          </a:p>
        </p:txBody>
      </p:sp>
      <p:sp>
        <p:nvSpPr>
          <p:cNvPr id="70710" name="Text Box 54"/>
          <p:cNvSpPr txBox="1">
            <a:spLocks noChangeArrowheads="1"/>
          </p:cNvSpPr>
          <p:nvPr/>
        </p:nvSpPr>
        <p:spPr bwMode="auto">
          <a:xfrm>
            <a:off x="539750" y="2943225"/>
            <a:ext cx="3376613"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此时</a:t>
            </a:r>
            <a:r>
              <a:rPr lang="zh-CN" altLang="en-US" b="1" i="0">
                <a:solidFill>
                  <a:srgbClr val="FF6600"/>
                </a:solidFill>
                <a:latin typeface="Times New Roman" panose="02020603050405020304" pitchFamily="18" charset="0"/>
              </a:rPr>
              <a:t>绳</a:t>
            </a:r>
            <a:r>
              <a:rPr kumimoji="0" lang="zh-CN" altLang="en-US" b="1" i="0">
                <a:solidFill>
                  <a:schemeClr val="bg1"/>
                </a:solidFill>
                <a:latin typeface="Times New Roman" panose="02020603050405020304" pitchFamily="18" charset="0"/>
              </a:rPr>
              <a:t>的动量为</a:t>
            </a:r>
            <a:endParaRPr kumimoji="0" lang="zh-CN" altLang="en-US" b="1" i="0">
              <a:solidFill>
                <a:schemeClr val="bg1"/>
              </a:solidFill>
              <a:latin typeface="Times New Roman" panose="02020603050405020304" pitchFamily="18" charset="0"/>
            </a:endParaRPr>
          </a:p>
        </p:txBody>
      </p:sp>
      <p:sp>
        <p:nvSpPr>
          <p:cNvPr id="70711" name="Text Box 55"/>
          <p:cNvSpPr txBox="1">
            <a:spLocks noChangeArrowheads="1"/>
          </p:cNvSpPr>
          <p:nvPr/>
        </p:nvSpPr>
        <p:spPr bwMode="auto">
          <a:xfrm>
            <a:off x="258763" y="1773238"/>
            <a:ext cx="6965950" cy="53022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求</a:t>
            </a:r>
            <a:r>
              <a:rPr kumimoji="0" lang="zh-CN" altLang="en-US" b="1" i="0">
                <a:solidFill>
                  <a:srgbClr val="FFFF00"/>
                </a:solidFill>
                <a:latin typeface="Times New Roman" panose="02020603050405020304" pitchFamily="18" charset="0"/>
              </a:rPr>
              <a:t>  </a:t>
            </a:r>
            <a:r>
              <a:rPr lang="zh-CN" altLang="en-US" b="1" i="0">
                <a:latin typeface="宋体" panose="02010600030101010101" pitchFamily="2" charset="-122"/>
              </a:rPr>
              <a:t>绳</a:t>
            </a:r>
            <a:r>
              <a:rPr kumimoji="0" lang="zh-CN" altLang="en-US" b="1" i="0">
                <a:solidFill>
                  <a:schemeClr val="bg1"/>
                </a:solidFill>
                <a:latin typeface="Times New Roman" panose="02020603050405020304" pitchFamily="18" charset="0"/>
              </a:rPr>
              <a:t>一端被提离地面高度为 </a:t>
            </a:r>
            <a:r>
              <a:rPr kumimoji="0" lang="en-US" altLang="zh-CN" b="1">
                <a:solidFill>
                  <a:srgbClr val="FF6600"/>
                </a:solidFill>
                <a:latin typeface="Times New Roman" panose="02020603050405020304" pitchFamily="18" charset="0"/>
              </a:rPr>
              <a:t>y</a:t>
            </a:r>
            <a:r>
              <a:rPr kumimoji="0" lang="en-US" altLang="zh-CN" b="1">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时，手的提力。</a:t>
            </a:r>
            <a:endParaRPr kumimoji="0" lang="zh-CN" altLang="en-US" b="1" i="0">
              <a:solidFill>
                <a:schemeClr val="bg1"/>
              </a:solidFill>
              <a:latin typeface="Times New Roman" panose="02020603050405020304" pitchFamily="18" charset="0"/>
            </a:endParaRPr>
          </a:p>
        </p:txBody>
      </p:sp>
      <p:graphicFrame>
        <p:nvGraphicFramePr>
          <p:cNvPr id="70712" name="Object 56"/>
          <p:cNvGraphicFramePr>
            <a:graphicFrameLocks noChangeAspect="1"/>
          </p:cNvGraphicFramePr>
          <p:nvPr/>
        </p:nvGraphicFramePr>
        <p:xfrm>
          <a:off x="3041650" y="2914650"/>
          <a:ext cx="1439863" cy="514350"/>
        </p:xfrm>
        <a:graphic>
          <a:graphicData uri="http://schemas.openxmlformats.org/presentationml/2006/ole">
            <mc:AlternateContent xmlns:mc="http://schemas.openxmlformats.org/markup-compatibility/2006">
              <mc:Choice xmlns:v="urn:schemas-microsoft-com:vml" Requires="v">
                <p:oleObj spid="_x0000_s7169" name="Equation" r:id="rId1" imgW="14935200" imgH="6096000" progId="Equation.DSMT4">
                  <p:embed/>
                </p:oleObj>
              </mc:Choice>
              <mc:Fallback>
                <p:oleObj name="Equation" r:id="rId1" imgW="14935200" imgH="6096000" progId="Equation.DSMT4">
                  <p:embed/>
                  <p:pic>
                    <p:nvPicPr>
                      <p:cNvPr id="0" name="Object 56"/>
                      <p:cNvPicPr>
                        <a:picLocks noChangeAspect="1"/>
                      </p:cNvPicPr>
                      <p:nvPr/>
                    </p:nvPicPr>
                    <p:blipFill>
                      <a:blip r:embed="rId2"/>
                      <a:stretch>
                        <a:fillRect/>
                      </a:stretch>
                    </p:blipFill>
                    <p:spPr>
                      <a:xfrm>
                        <a:off x="3041650" y="2914650"/>
                        <a:ext cx="1439863" cy="514350"/>
                      </a:xfrm>
                      <a:prstGeom prst="rect">
                        <a:avLst/>
                      </a:prstGeom>
                      <a:noFill/>
                      <a:ln w="9525">
                        <a:noFill/>
                      </a:ln>
                    </p:spPr>
                  </p:pic>
                </p:oleObj>
              </mc:Fallback>
            </mc:AlternateContent>
          </a:graphicData>
        </a:graphic>
      </p:graphicFrame>
      <p:sp>
        <p:nvSpPr>
          <p:cNvPr id="70713" name="Text Box 57"/>
          <p:cNvSpPr txBox="1">
            <a:spLocks noChangeArrowheads="1"/>
          </p:cNvSpPr>
          <p:nvPr/>
        </p:nvSpPr>
        <p:spPr bwMode="auto">
          <a:xfrm>
            <a:off x="539750" y="3467100"/>
            <a:ext cx="4608513" cy="457200"/>
          </a:xfrm>
          <a:prstGeom prst="rect">
            <a:avLst/>
          </a:prstGeom>
          <a:noFill/>
          <a:ln w="9525" algn="ctr">
            <a:noFill/>
            <a:miter lim="800000"/>
          </a:ln>
        </p:spPr>
        <p:txBody>
          <a:bodyPr>
            <a:spAutoFit/>
          </a:bodyPr>
          <a:lstStyle/>
          <a:p>
            <a:pPr algn="l">
              <a:spcBef>
                <a:spcPct val="50000"/>
              </a:spcBef>
            </a:pPr>
            <a:r>
              <a:rPr lang="zh-CN" altLang="en-US" b="1" i="0">
                <a:solidFill>
                  <a:srgbClr val="FF6600"/>
                </a:solidFill>
                <a:latin typeface="Times New Roman" panose="02020603050405020304" pitchFamily="18" charset="0"/>
              </a:rPr>
              <a:t>绳</a:t>
            </a:r>
            <a:r>
              <a:rPr kumimoji="0" lang="zh-CN" altLang="en-US" b="1" i="0">
                <a:solidFill>
                  <a:schemeClr val="bg1"/>
                </a:solidFill>
                <a:latin typeface="Times New Roman" panose="02020603050405020304" pitchFamily="18" charset="0"/>
              </a:rPr>
              <a:t>的动量随时间的变化率为</a:t>
            </a:r>
            <a:endParaRPr kumimoji="0" lang="zh-CN" altLang="en-US" b="1" i="0">
              <a:solidFill>
                <a:schemeClr val="bg1"/>
              </a:solidFill>
              <a:latin typeface="Times New Roman" panose="02020603050405020304" pitchFamily="18" charset="0"/>
            </a:endParaRPr>
          </a:p>
        </p:txBody>
      </p:sp>
      <p:graphicFrame>
        <p:nvGraphicFramePr>
          <p:cNvPr id="70714" name="Object 58"/>
          <p:cNvGraphicFramePr>
            <a:graphicFrameLocks noChangeAspect="1"/>
          </p:cNvGraphicFramePr>
          <p:nvPr/>
        </p:nvGraphicFramePr>
        <p:xfrm>
          <a:off x="2724150" y="4068763"/>
          <a:ext cx="2703513" cy="800100"/>
        </p:xfrm>
        <a:graphic>
          <a:graphicData uri="http://schemas.openxmlformats.org/presentationml/2006/ole">
            <mc:AlternateContent xmlns:mc="http://schemas.openxmlformats.org/markup-compatibility/2006">
              <mc:Choice xmlns:v="urn:schemas-microsoft-com:vml" Requires="v">
                <p:oleObj spid="_x0000_s7171" name="Equation" r:id="rId3" imgW="31699200" imgH="9753600" progId="Equation.DSMT4">
                  <p:embed/>
                </p:oleObj>
              </mc:Choice>
              <mc:Fallback>
                <p:oleObj name="Equation" r:id="rId3" imgW="31699200" imgH="9753600" progId="Equation.DSMT4">
                  <p:embed/>
                  <p:pic>
                    <p:nvPicPr>
                      <p:cNvPr id="0" name="Object 58"/>
                      <p:cNvPicPr>
                        <a:picLocks noChangeAspect="1"/>
                      </p:cNvPicPr>
                      <p:nvPr/>
                    </p:nvPicPr>
                    <p:blipFill>
                      <a:blip r:embed="rId4"/>
                      <a:stretch>
                        <a:fillRect/>
                      </a:stretch>
                    </p:blipFill>
                    <p:spPr>
                      <a:xfrm>
                        <a:off x="2724150" y="4068763"/>
                        <a:ext cx="2703513" cy="800100"/>
                      </a:xfrm>
                      <a:prstGeom prst="rect">
                        <a:avLst/>
                      </a:prstGeom>
                      <a:noFill/>
                      <a:ln w="9525">
                        <a:noFill/>
                      </a:ln>
                    </p:spPr>
                  </p:pic>
                </p:oleObj>
              </mc:Fallback>
            </mc:AlternateContent>
          </a:graphicData>
        </a:graphic>
      </p:graphicFrame>
      <p:sp>
        <p:nvSpPr>
          <p:cNvPr id="70715" name="Line 59"/>
          <p:cNvSpPr>
            <a:spLocks noChangeShapeType="1"/>
          </p:cNvSpPr>
          <p:nvPr/>
        </p:nvSpPr>
        <p:spPr bwMode="auto">
          <a:xfrm>
            <a:off x="8296275" y="2900363"/>
            <a:ext cx="0" cy="576262"/>
          </a:xfrm>
          <a:prstGeom prst="line">
            <a:avLst/>
          </a:prstGeom>
          <a:noFill/>
          <a:ln w="57150">
            <a:solidFill>
              <a:srgbClr val="336600"/>
            </a:solidFill>
            <a:round/>
            <a:tailEnd type="stealth" w="med" len="lg"/>
          </a:ln>
        </p:spPr>
        <p:txBody>
          <a:bodyPr>
            <a:spAutoFit/>
          </a:bodyPr>
          <a:lstStyle/>
          <a:p>
            <a:endParaRPr lang="zh-CN" altLang="en-US"/>
          </a:p>
        </p:txBody>
      </p:sp>
      <p:sp>
        <p:nvSpPr>
          <p:cNvPr id="70716" name="Text Box 60"/>
          <p:cNvSpPr txBox="1">
            <a:spLocks noChangeArrowheads="1"/>
          </p:cNvSpPr>
          <p:nvPr/>
        </p:nvSpPr>
        <p:spPr bwMode="auto">
          <a:xfrm>
            <a:off x="8018463" y="3406775"/>
            <a:ext cx="755650" cy="457200"/>
          </a:xfrm>
          <a:prstGeom prst="rect">
            <a:avLst/>
          </a:prstGeom>
          <a:noFill/>
          <a:ln w="9525" algn="ctr">
            <a:noFill/>
            <a:miter lim="800000"/>
          </a:ln>
        </p:spPr>
        <p:txBody>
          <a:bodyPr>
            <a:spAutoFit/>
          </a:bodyPr>
          <a:lstStyle/>
          <a:p>
            <a:pPr algn="l">
              <a:spcBef>
                <a:spcPct val="50000"/>
              </a:spcBef>
            </a:pPr>
            <a:r>
              <a:rPr lang="en-US" altLang="zh-CN" b="1">
                <a:solidFill>
                  <a:srgbClr val="336600"/>
                </a:solidFill>
                <a:latin typeface="Times New Roman" panose="02020603050405020304" pitchFamily="18" charset="0"/>
              </a:rPr>
              <a:t>G</a:t>
            </a:r>
            <a:r>
              <a:rPr lang="en-US" altLang="zh-CN" b="1" baseline="30000">
                <a:solidFill>
                  <a:srgbClr val="336600"/>
                </a:solidFill>
                <a:latin typeface="Times New Roman" panose="02020603050405020304" pitchFamily="18" charset="0"/>
              </a:rPr>
              <a:t>”</a:t>
            </a:r>
            <a:endParaRPr lang="en-US" altLang="zh-CN" b="1">
              <a:solidFill>
                <a:srgbClr val="336600"/>
              </a:solidFill>
              <a:latin typeface="Times New Roman" panose="02020603050405020304" pitchFamily="18" charset="0"/>
            </a:endParaRPr>
          </a:p>
        </p:txBody>
      </p:sp>
      <p:sp>
        <p:nvSpPr>
          <p:cNvPr id="70717" name="Text Box 61"/>
          <p:cNvSpPr txBox="1">
            <a:spLocks noChangeArrowheads="1"/>
          </p:cNvSpPr>
          <p:nvPr/>
        </p:nvSpPr>
        <p:spPr bwMode="auto">
          <a:xfrm>
            <a:off x="611188" y="4995863"/>
            <a:ext cx="4032250" cy="457200"/>
          </a:xfrm>
          <a:prstGeom prst="rect">
            <a:avLst/>
          </a:prstGeom>
          <a:noFill/>
          <a:ln w="9525" algn="ctr">
            <a:noFill/>
            <a:miter lim="800000"/>
          </a:ln>
        </p:spPr>
        <p:txBody>
          <a:bodyPr>
            <a:spAutoFit/>
          </a:bodyPr>
          <a:lstStyle/>
          <a:p>
            <a:pPr algn="l">
              <a:spcBef>
                <a:spcPct val="50000"/>
              </a:spcBef>
            </a:pPr>
            <a:r>
              <a:rPr lang="zh-CN" altLang="en-US" b="1" i="0">
                <a:solidFill>
                  <a:schemeClr val="bg1"/>
                </a:solidFill>
                <a:latin typeface="Times New Roman" panose="02020603050405020304" pitchFamily="18" charset="0"/>
              </a:rPr>
              <a:t>系统所受的合外力为</a:t>
            </a:r>
            <a:endParaRPr lang="zh-CN" altLang="en-US" b="1">
              <a:solidFill>
                <a:schemeClr val="bg1"/>
              </a:solidFill>
              <a:latin typeface="Times New Roman" panose="02020603050405020304" pitchFamily="18" charset="0"/>
            </a:endParaRPr>
          </a:p>
        </p:txBody>
      </p:sp>
      <p:graphicFrame>
        <p:nvGraphicFramePr>
          <p:cNvPr id="70718" name="Object 62"/>
          <p:cNvGraphicFramePr/>
          <p:nvPr/>
        </p:nvGraphicFramePr>
        <p:xfrm>
          <a:off x="3698875" y="5019675"/>
          <a:ext cx="2493963" cy="434975"/>
        </p:xfrm>
        <a:graphic>
          <a:graphicData uri="http://schemas.openxmlformats.org/presentationml/2006/ole">
            <mc:AlternateContent xmlns:mc="http://schemas.openxmlformats.org/markup-compatibility/2006">
              <mc:Choice xmlns:v="urn:schemas-microsoft-com:vml" Requires="v">
                <p:oleObj spid="_x0000_s7172" name="公式" r:id="rId5" imgW="33223200" imgH="5791200" progId="Equation.3">
                  <p:embed/>
                </p:oleObj>
              </mc:Choice>
              <mc:Fallback>
                <p:oleObj name="公式" r:id="rId5" imgW="33223200" imgH="5791200" progId="Equation.3">
                  <p:embed/>
                  <p:pic>
                    <p:nvPicPr>
                      <p:cNvPr id="0" name="Object 62"/>
                      <p:cNvPicPr/>
                      <p:nvPr/>
                    </p:nvPicPr>
                    <p:blipFill>
                      <a:blip r:embed="rId6"/>
                      <a:stretch>
                        <a:fillRect/>
                      </a:stretch>
                    </p:blipFill>
                    <p:spPr>
                      <a:xfrm>
                        <a:off x="3698875" y="5019675"/>
                        <a:ext cx="2493963" cy="434975"/>
                      </a:xfrm>
                      <a:prstGeom prst="rect">
                        <a:avLst/>
                      </a:prstGeom>
                      <a:noFill/>
                      <a:ln w="9525">
                        <a:noFill/>
                      </a:ln>
                    </p:spPr>
                  </p:pic>
                </p:oleObj>
              </mc:Fallback>
            </mc:AlternateContent>
          </a:graphicData>
        </a:graphic>
      </p:graphicFrame>
      <p:sp>
        <p:nvSpPr>
          <p:cNvPr id="70719" name="Text Box 63"/>
          <p:cNvSpPr txBox="1">
            <a:spLocks noChangeArrowheads="1"/>
          </p:cNvSpPr>
          <p:nvPr/>
        </p:nvSpPr>
        <p:spPr bwMode="auto">
          <a:xfrm>
            <a:off x="701675" y="5767388"/>
            <a:ext cx="719138" cy="457200"/>
          </a:xfrm>
          <a:prstGeom prst="rect">
            <a:avLst/>
          </a:prstGeom>
          <a:noFill/>
          <a:ln w="9525" algn="ctr">
            <a:noFill/>
            <a:miter lim="800000"/>
          </a:ln>
        </p:spPr>
        <p:txBody>
          <a:bodyPr>
            <a:spAutoFit/>
          </a:bodyPr>
          <a:lstStyle/>
          <a:p>
            <a:pPr algn="l">
              <a:spcBef>
                <a:spcPct val="50000"/>
              </a:spcBef>
            </a:pPr>
            <a:r>
              <a:rPr lang="zh-CN" altLang="en-US" b="1" i="0">
                <a:solidFill>
                  <a:schemeClr val="bg1"/>
                </a:solidFill>
                <a:latin typeface="Times New Roman" panose="02020603050405020304" pitchFamily="18" charset="0"/>
              </a:rPr>
              <a:t>得</a:t>
            </a:r>
            <a:endParaRPr lang="zh-CN" altLang="en-US" b="1" i="0">
              <a:solidFill>
                <a:schemeClr val="bg1"/>
              </a:solidFill>
              <a:latin typeface="Times New Roman" panose="02020603050405020304" pitchFamily="18" charset="0"/>
            </a:endParaRPr>
          </a:p>
        </p:txBody>
      </p:sp>
      <p:graphicFrame>
        <p:nvGraphicFramePr>
          <p:cNvPr id="70720" name="Object 64"/>
          <p:cNvGraphicFramePr>
            <a:graphicFrameLocks noChangeAspect="1"/>
          </p:cNvGraphicFramePr>
          <p:nvPr/>
        </p:nvGraphicFramePr>
        <p:xfrm>
          <a:off x="1416050" y="5792788"/>
          <a:ext cx="2165350" cy="515937"/>
        </p:xfrm>
        <a:graphic>
          <a:graphicData uri="http://schemas.openxmlformats.org/presentationml/2006/ole">
            <mc:AlternateContent xmlns:mc="http://schemas.openxmlformats.org/markup-compatibility/2006">
              <mc:Choice xmlns:v="urn:schemas-microsoft-com:vml" Requires="v">
                <p:oleObj spid="_x0000_s7173" name="Equation" r:id="rId7" imgW="29260800" imgH="6400800" progId="Equation.DSMT4">
                  <p:embed/>
                </p:oleObj>
              </mc:Choice>
              <mc:Fallback>
                <p:oleObj name="Equation" r:id="rId7" imgW="29260800" imgH="6400800" progId="Equation.DSMT4">
                  <p:embed/>
                  <p:pic>
                    <p:nvPicPr>
                      <p:cNvPr id="0" name="Object 64"/>
                      <p:cNvPicPr>
                        <a:picLocks noChangeAspect="1"/>
                      </p:cNvPicPr>
                      <p:nvPr/>
                    </p:nvPicPr>
                    <p:blipFill>
                      <a:blip r:embed="rId8"/>
                      <a:stretch>
                        <a:fillRect/>
                      </a:stretch>
                    </p:blipFill>
                    <p:spPr>
                      <a:xfrm>
                        <a:off x="1416050" y="5792788"/>
                        <a:ext cx="2165350" cy="515937"/>
                      </a:xfrm>
                      <a:prstGeom prst="rect">
                        <a:avLst/>
                      </a:prstGeom>
                      <a:noFill/>
                      <a:ln w="9525">
                        <a:noFill/>
                      </a:ln>
                    </p:spPr>
                  </p:pic>
                </p:oleObj>
              </mc:Fallback>
            </mc:AlternateContent>
          </a:graphicData>
        </a:graphic>
      </p:graphicFrame>
      <p:sp>
        <p:nvSpPr>
          <p:cNvPr id="70721" name="AutoShape 65"/>
          <p:cNvSpPr>
            <a:spLocks noChangeArrowheads="1"/>
          </p:cNvSpPr>
          <p:nvPr/>
        </p:nvSpPr>
        <p:spPr bwMode="auto">
          <a:xfrm>
            <a:off x="3762375" y="5946775"/>
            <a:ext cx="576263" cy="180975"/>
          </a:xfrm>
          <a:prstGeom prst="rightArrow">
            <a:avLst>
              <a:gd name="adj1" fmla="val 50000"/>
              <a:gd name="adj2" fmla="val 79605"/>
            </a:avLst>
          </a:prstGeom>
          <a:solidFill>
            <a:srgbClr val="CCFFFF"/>
          </a:solidFill>
          <a:ln w="9525" algn="ctr">
            <a:solidFill>
              <a:srgbClr val="33CCFF"/>
            </a:solidFill>
            <a:miter lim="800000"/>
          </a:ln>
        </p:spPr>
        <p:txBody>
          <a:bodyPr anchor="ctr">
            <a:spAutoFit/>
          </a:bodyPr>
          <a:lstStyle/>
          <a:p>
            <a:endParaRPr lang="zh-CN" altLang="en-US"/>
          </a:p>
        </p:txBody>
      </p:sp>
      <p:graphicFrame>
        <p:nvGraphicFramePr>
          <p:cNvPr id="70722" name="Object 66"/>
          <p:cNvGraphicFramePr>
            <a:graphicFrameLocks noChangeAspect="1"/>
          </p:cNvGraphicFramePr>
          <p:nvPr/>
        </p:nvGraphicFramePr>
        <p:xfrm>
          <a:off x="4572000" y="5688013"/>
          <a:ext cx="1920875" cy="755650"/>
        </p:xfrm>
        <a:graphic>
          <a:graphicData uri="http://schemas.openxmlformats.org/presentationml/2006/ole">
            <mc:AlternateContent xmlns:mc="http://schemas.openxmlformats.org/markup-compatibility/2006">
              <mc:Choice xmlns:v="urn:schemas-microsoft-com:vml" Requires="v">
                <p:oleObj spid="_x0000_s7174" name="Equation" r:id="rId9" imgW="26212800" imgH="9448800" progId="Equation.DSMT4">
                  <p:embed/>
                </p:oleObj>
              </mc:Choice>
              <mc:Fallback>
                <p:oleObj name="Equation" r:id="rId9" imgW="26212800" imgH="9448800" progId="Equation.DSMT4">
                  <p:embed/>
                  <p:pic>
                    <p:nvPicPr>
                      <p:cNvPr id="0" name="Object 66"/>
                      <p:cNvPicPr>
                        <a:picLocks noChangeAspect="1"/>
                      </p:cNvPicPr>
                      <p:nvPr/>
                    </p:nvPicPr>
                    <p:blipFill>
                      <a:blip r:embed="rId10"/>
                      <a:stretch>
                        <a:fillRect/>
                      </a:stretch>
                    </p:blipFill>
                    <p:spPr>
                      <a:xfrm>
                        <a:off x="4572000" y="5688013"/>
                        <a:ext cx="1920875" cy="7556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0707"/>
                                        </p:tgtEl>
                                        <p:attrNameLst>
                                          <p:attrName>style.visibility</p:attrName>
                                        </p:attrNameLst>
                                      </p:cBhvr>
                                      <p:to>
                                        <p:strVal val="visible"/>
                                      </p:to>
                                    </p:set>
                                    <p:anim calcmode="discrete" valueType="clr">
                                      <p:cBhvr override="childStyle">
                                        <p:cTn id="7" dur="80"/>
                                        <p:tgtEl>
                                          <p:spTgt spid="70707"/>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0707"/>
                                        </p:tgtEl>
                                        <p:attrNameLst>
                                          <p:attrName>fillcolor</p:attrName>
                                        </p:attrNameLst>
                                      </p:cBhvr>
                                      <p:tavLst>
                                        <p:tav tm="0">
                                          <p:val>
                                            <p:clrVal>
                                              <a:schemeClr val="accent2"/>
                                            </p:clrVal>
                                          </p:val>
                                        </p:tav>
                                        <p:tav tm="50000">
                                          <p:val>
                                            <p:clrVal>
                                              <a:schemeClr val="hlink"/>
                                            </p:clrVal>
                                          </p:val>
                                        </p:tav>
                                      </p:tavLst>
                                    </p:anim>
                                    <p:set>
                                      <p:cBhvr>
                                        <p:cTn id="9" dur="80"/>
                                        <p:tgtEl>
                                          <p:spTgt spid="70707"/>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9" presetClass="entr" presetSubtype="0" fill="hold" grpId="0" nodeType="clickEffect">
                                  <p:stCondLst>
                                    <p:cond delay="0"/>
                                  </p:stCondLst>
                                  <p:childTnLst>
                                    <p:set>
                                      <p:cBhvr>
                                        <p:cTn id="13" dur="1" fill="hold">
                                          <p:stCondLst>
                                            <p:cond delay="0"/>
                                          </p:stCondLst>
                                        </p:cTn>
                                        <p:tgtEl>
                                          <p:spTgt spid="70692"/>
                                        </p:tgtEl>
                                        <p:attrNameLst>
                                          <p:attrName>style.visibility</p:attrName>
                                        </p:attrNameLst>
                                      </p:cBhvr>
                                      <p:to>
                                        <p:strVal val="visible"/>
                                      </p:to>
                                    </p:set>
                                    <p:animEffect transition="in" filter="dissolve">
                                      <p:cBhvr>
                                        <p:cTn id="14" dur="500"/>
                                        <p:tgtEl>
                                          <p:spTgt spid="70692"/>
                                        </p:tgtEl>
                                      </p:cBhvr>
                                    </p:animEffec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dissolve">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70699"/>
                                        </p:tgtEl>
                                        <p:attrNameLst>
                                          <p:attrName>style.visibility</p:attrName>
                                        </p:attrNameLst>
                                      </p:cBhvr>
                                      <p:to>
                                        <p:strVal val="visible"/>
                                      </p:to>
                                    </p:set>
                                    <p:animEffect transition="in" filter="wipe(down)">
                                      <p:cBhvr>
                                        <p:cTn id="24" dur="500"/>
                                        <p:tgtEl>
                                          <p:spTgt spid="70699"/>
                                        </p:tgtEl>
                                      </p:cBhvr>
                                    </p:animEffect>
                                  </p:childTnLst>
                                </p:cTn>
                              </p:par>
                            </p:childTnLst>
                          </p:cTn>
                        </p:par>
                        <p:par>
                          <p:cTn id="25" fill="hold">
                            <p:stCondLst>
                              <p:cond delay="500"/>
                            </p:stCondLst>
                            <p:childTnLst>
                              <p:par>
                                <p:cTn id="26" presetID="9" presetClass="entr" presetSubtype="0" fill="hold" grpId="0" nodeType="afterEffect">
                                  <p:stCondLst>
                                    <p:cond delay="0"/>
                                  </p:stCondLst>
                                  <p:childTnLst>
                                    <p:set>
                                      <p:cBhvr>
                                        <p:cTn id="27" dur="1" fill="hold">
                                          <p:stCondLst>
                                            <p:cond delay="0"/>
                                          </p:stCondLst>
                                        </p:cTn>
                                        <p:tgtEl>
                                          <p:spTgt spid="70702"/>
                                        </p:tgtEl>
                                        <p:attrNameLst>
                                          <p:attrName>style.visibility</p:attrName>
                                        </p:attrNameLst>
                                      </p:cBhvr>
                                      <p:to>
                                        <p:strVal val="visible"/>
                                      </p:to>
                                    </p:set>
                                    <p:animEffect transition="in" filter="dissolve">
                                      <p:cBhvr>
                                        <p:cTn id="28" dur="500"/>
                                        <p:tgtEl>
                                          <p:spTgt spid="7070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70700"/>
                                        </p:tgtEl>
                                        <p:attrNameLst>
                                          <p:attrName>style.visibility</p:attrName>
                                        </p:attrNameLst>
                                      </p:cBhvr>
                                      <p:to>
                                        <p:strVal val="visible"/>
                                      </p:to>
                                    </p:set>
                                    <p:animEffect transition="in" filter="wipe(down)">
                                      <p:cBhvr>
                                        <p:cTn id="33" dur="500"/>
                                        <p:tgtEl>
                                          <p:spTgt spid="70700"/>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70701"/>
                                        </p:tgtEl>
                                        <p:attrNameLst>
                                          <p:attrName>style.visibility</p:attrName>
                                        </p:attrNameLst>
                                      </p:cBhvr>
                                      <p:to>
                                        <p:strVal val="visible"/>
                                      </p:to>
                                    </p:set>
                                    <p:animEffect transition="in" filter="dissolve">
                                      <p:cBhvr>
                                        <p:cTn id="37" dur="500"/>
                                        <p:tgtEl>
                                          <p:spTgt spid="7070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70711"/>
                                        </p:tgtEl>
                                        <p:attrNameLst>
                                          <p:attrName>style.visibility</p:attrName>
                                        </p:attrNameLst>
                                      </p:cBhvr>
                                      <p:to>
                                        <p:strVal val="visible"/>
                                      </p:to>
                                    </p:set>
                                    <p:animEffect transition="in" filter="wipe(down)">
                                      <p:cBhvr>
                                        <p:cTn id="42" dur="500"/>
                                        <p:tgtEl>
                                          <p:spTgt spid="707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0694"/>
                                        </p:tgtEl>
                                        <p:attrNameLst>
                                          <p:attrName>style.visibility</p:attrName>
                                        </p:attrNameLst>
                                      </p:cBhvr>
                                      <p:to>
                                        <p:strVal val="visible"/>
                                      </p:to>
                                    </p:set>
                                    <p:animEffect transition="in" filter="dissolve">
                                      <p:cBhvr>
                                        <p:cTn id="47" dur="500"/>
                                        <p:tgtEl>
                                          <p:spTgt spid="70694"/>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0696"/>
                                        </p:tgtEl>
                                        <p:attrNameLst>
                                          <p:attrName>style.visibility</p:attrName>
                                        </p:attrNameLst>
                                      </p:cBhvr>
                                      <p:to>
                                        <p:strVal val="visible"/>
                                      </p:to>
                                    </p:set>
                                    <p:animEffect transition="in" filter="dissolve">
                                      <p:cBhvr>
                                        <p:cTn id="52" dur="500"/>
                                        <p:tgtEl>
                                          <p:spTgt spid="70696"/>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70695"/>
                                        </p:tgtEl>
                                        <p:attrNameLst>
                                          <p:attrName>style.visibility</p:attrName>
                                        </p:attrNameLst>
                                      </p:cBhvr>
                                      <p:to>
                                        <p:strVal val="visible"/>
                                      </p:to>
                                    </p:set>
                                    <p:animEffect transition="in" filter="dissolve">
                                      <p:cBhvr>
                                        <p:cTn id="55" dur="500"/>
                                        <p:tgtEl>
                                          <p:spTgt spid="70695"/>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70708"/>
                                        </p:tgtEl>
                                        <p:attrNameLst>
                                          <p:attrName>style.visibility</p:attrName>
                                        </p:attrNameLst>
                                      </p:cBhvr>
                                      <p:to>
                                        <p:strVal val="visible"/>
                                      </p:to>
                                    </p:set>
                                    <p:animEffect transition="in" filter="dissolve">
                                      <p:cBhvr>
                                        <p:cTn id="60" dur="500"/>
                                        <p:tgtEl>
                                          <p:spTgt spid="70708"/>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70710"/>
                                        </p:tgtEl>
                                        <p:attrNameLst>
                                          <p:attrName>style.visibility</p:attrName>
                                        </p:attrNameLst>
                                      </p:cBhvr>
                                      <p:to>
                                        <p:strVal val="visible"/>
                                      </p:to>
                                    </p:set>
                                    <p:animEffect transition="in" filter="dissolve">
                                      <p:cBhvr>
                                        <p:cTn id="65" dur="500"/>
                                        <p:tgtEl>
                                          <p:spTgt spid="7071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70693"/>
                                        </p:tgtEl>
                                        <p:attrNameLst>
                                          <p:attrName>style.visibility</p:attrName>
                                        </p:attrNameLst>
                                      </p:cBhvr>
                                      <p:to>
                                        <p:strVal val="visible"/>
                                      </p:to>
                                    </p:set>
                                    <p:animEffect transition="in" filter="wipe(down)">
                                      <p:cBhvr>
                                        <p:cTn id="70" dur="500"/>
                                        <p:tgtEl>
                                          <p:spTgt spid="70693"/>
                                        </p:tgtEl>
                                      </p:cBhvr>
                                    </p:animEffect>
                                  </p:childTnLst>
                                </p:cTn>
                              </p:par>
                            </p:childTnLst>
                          </p:cTn>
                        </p:par>
                        <p:par>
                          <p:cTn id="71" fill="hold">
                            <p:stCondLst>
                              <p:cond delay="500"/>
                            </p:stCondLst>
                            <p:childTnLst>
                              <p:par>
                                <p:cTn id="72" presetID="9" presetClass="entr" presetSubtype="0" fill="hold" grpId="0" nodeType="afterEffect">
                                  <p:stCondLst>
                                    <p:cond delay="0"/>
                                  </p:stCondLst>
                                  <p:childTnLst>
                                    <p:set>
                                      <p:cBhvr>
                                        <p:cTn id="73" dur="1" fill="hold">
                                          <p:stCondLst>
                                            <p:cond delay="0"/>
                                          </p:stCondLst>
                                        </p:cTn>
                                        <p:tgtEl>
                                          <p:spTgt spid="70698"/>
                                        </p:tgtEl>
                                        <p:attrNameLst>
                                          <p:attrName>style.visibility</p:attrName>
                                        </p:attrNameLst>
                                      </p:cBhvr>
                                      <p:to>
                                        <p:strVal val="visible"/>
                                      </p:to>
                                    </p:set>
                                    <p:animEffect transition="in" filter="dissolve">
                                      <p:cBhvr>
                                        <p:cTn id="74" dur="500"/>
                                        <p:tgtEl>
                                          <p:spTgt spid="70698"/>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70697"/>
                                        </p:tgtEl>
                                        <p:attrNameLst>
                                          <p:attrName>style.visibility</p:attrName>
                                        </p:attrNameLst>
                                      </p:cBhvr>
                                      <p:to>
                                        <p:strVal val="visible"/>
                                      </p:to>
                                    </p:set>
                                    <p:animEffect transition="in" filter="dissolve">
                                      <p:cBhvr>
                                        <p:cTn id="77" dur="500"/>
                                        <p:tgtEl>
                                          <p:spTgt spid="70697"/>
                                        </p:tgtEl>
                                      </p:cBhvr>
                                    </p:animEffect>
                                  </p:childTnLst>
                                </p:cTn>
                              </p:par>
                            </p:childTnLst>
                          </p:cTn>
                        </p:par>
                      </p:childTnLst>
                    </p:cTn>
                  </p:par>
                  <p:par>
                    <p:cTn id="78" fill="hold">
                      <p:stCondLst>
                        <p:cond delay="indefinite"/>
                      </p:stCondLst>
                      <p:childTnLst>
                        <p:par>
                          <p:cTn id="79" fill="hold">
                            <p:stCondLst>
                              <p:cond delay="0"/>
                            </p:stCondLst>
                            <p:childTnLst>
                              <p:par>
                                <p:cTn id="80" presetID="4" presetClass="entr" presetSubtype="16" fill="hold" nodeType="clickEffect">
                                  <p:stCondLst>
                                    <p:cond delay="0"/>
                                  </p:stCondLst>
                                  <p:childTnLst>
                                    <p:set>
                                      <p:cBhvr>
                                        <p:cTn id="81" dur="1" fill="hold">
                                          <p:stCondLst>
                                            <p:cond delay="0"/>
                                          </p:stCondLst>
                                        </p:cTn>
                                        <p:tgtEl>
                                          <p:spTgt spid="70712"/>
                                        </p:tgtEl>
                                        <p:attrNameLst>
                                          <p:attrName>style.visibility</p:attrName>
                                        </p:attrNameLst>
                                      </p:cBhvr>
                                      <p:to>
                                        <p:strVal val="visible"/>
                                      </p:to>
                                    </p:set>
                                    <p:animEffect transition="in" filter="box(in)">
                                      <p:cBhvr>
                                        <p:cTn id="82" dur="500"/>
                                        <p:tgtEl>
                                          <p:spTgt spid="70712"/>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grpId="0" nodeType="clickEffect">
                                  <p:stCondLst>
                                    <p:cond delay="0"/>
                                  </p:stCondLst>
                                  <p:childTnLst>
                                    <p:set>
                                      <p:cBhvr>
                                        <p:cTn id="86" dur="1" fill="hold">
                                          <p:stCondLst>
                                            <p:cond delay="0"/>
                                          </p:stCondLst>
                                        </p:cTn>
                                        <p:tgtEl>
                                          <p:spTgt spid="70713"/>
                                        </p:tgtEl>
                                        <p:attrNameLst>
                                          <p:attrName>style.visibility</p:attrName>
                                        </p:attrNameLst>
                                      </p:cBhvr>
                                      <p:to>
                                        <p:strVal val="visible"/>
                                      </p:to>
                                    </p:set>
                                    <p:animEffect transition="in" filter="dissolve">
                                      <p:cBhvr>
                                        <p:cTn id="87" dur="500"/>
                                        <p:tgtEl>
                                          <p:spTgt spid="70713"/>
                                        </p:tgtEl>
                                      </p:cBhvr>
                                    </p:animEffect>
                                  </p:childTnLst>
                                </p:cTn>
                              </p:par>
                            </p:childTnLst>
                          </p:cTn>
                        </p:par>
                      </p:childTnLst>
                    </p:cTn>
                  </p:par>
                  <p:par>
                    <p:cTn id="88" fill="hold">
                      <p:stCondLst>
                        <p:cond delay="indefinite"/>
                      </p:stCondLst>
                      <p:childTnLst>
                        <p:par>
                          <p:cTn id="89" fill="hold">
                            <p:stCondLst>
                              <p:cond delay="0"/>
                            </p:stCondLst>
                            <p:childTnLst>
                              <p:par>
                                <p:cTn id="90" presetID="9" presetClass="entr" presetSubtype="0" fill="hold" nodeType="clickEffect">
                                  <p:stCondLst>
                                    <p:cond delay="0"/>
                                  </p:stCondLst>
                                  <p:childTnLst>
                                    <p:set>
                                      <p:cBhvr>
                                        <p:cTn id="91" dur="1" fill="hold">
                                          <p:stCondLst>
                                            <p:cond delay="0"/>
                                          </p:stCondLst>
                                        </p:cTn>
                                        <p:tgtEl>
                                          <p:spTgt spid="70714"/>
                                        </p:tgtEl>
                                        <p:attrNameLst>
                                          <p:attrName>style.visibility</p:attrName>
                                        </p:attrNameLst>
                                      </p:cBhvr>
                                      <p:to>
                                        <p:strVal val="visible"/>
                                      </p:to>
                                    </p:set>
                                    <p:animEffect transition="in" filter="dissolve">
                                      <p:cBhvr>
                                        <p:cTn id="92" dur="500"/>
                                        <p:tgtEl>
                                          <p:spTgt spid="70714"/>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70715"/>
                                        </p:tgtEl>
                                        <p:attrNameLst>
                                          <p:attrName>style.visibility</p:attrName>
                                        </p:attrNameLst>
                                      </p:cBhvr>
                                      <p:to>
                                        <p:strVal val="visible"/>
                                      </p:to>
                                    </p:set>
                                    <p:animEffect transition="in" filter="wipe(up)">
                                      <p:cBhvr>
                                        <p:cTn id="97" dur="500"/>
                                        <p:tgtEl>
                                          <p:spTgt spid="70715"/>
                                        </p:tgtEl>
                                      </p:cBhvr>
                                    </p:animEffect>
                                  </p:childTnLst>
                                </p:cTn>
                              </p:par>
                              <p:par>
                                <p:cTn id="98" presetID="22" presetClass="entr" presetSubtype="1" fill="hold" grpId="0" nodeType="withEffect">
                                  <p:stCondLst>
                                    <p:cond delay="0"/>
                                  </p:stCondLst>
                                  <p:childTnLst>
                                    <p:set>
                                      <p:cBhvr>
                                        <p:cTn id="99" dur="1" fill="hold">
                                          <p:stCondLst>
                                            <p:cond delay="0"/>
                                          </p:stCondLst>
                                        </p:cTn>
                                        <p:tgtEl>
                                          <p:spTgt spid="70716"/>
                                        </p:tgtEl>
                                        <p:attrNameLst>
                                          <p:attrName>style.visibility</p:attrName>
                                        </p:attrNameLst>
                                      </p:cBhvr>
                                      <p:to>
                                        <p:strVal val="visible"/>
                                      </p:to>
                                    </p:set>
                                    <p:animEffect transition="in" filter="wipe(up)">
                                      <p:cBhvr>
                                        <p:cTn id="100" dur="500"/>
                                        <p:tgtEl>
                                          <p:spTgt spid="70716"/>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4" fill="hold" grpId="0" nodeType="clickEffect">
                                  <p:stCondLst>
                                    <p:cond delay="0"/>
                                  </p:stCondLst>
                                  <p:childTnLst>
                                    <p:set>
                                      <p:cBhvr>
                                        <p:cTn id="104" dur="1" fill="hold">
                                          <p:stCondLst>
                                            <p:cond delay="0"/>
                                          </p:stCondLst>
                                        </p:cTn>
                                        <p:tgtEl>
                                          <p:spTgt spid="70704"/>
                                        </p:tgtEl>
                                        <p:attrNameLst>
                                          <p:attrName>style.visibility</p:attrName>
                                        </p:attrNameLst>
                                      </p:cBhvr>
                                      <p:to>
                                        <p:strVal val="visible"/>
                                      </p:to>
                                    </p:set>
                                    <p:animEffect transition="in" filter="wipe(down)">
                                      <p:cBhvr>
                                        <p:cTn id="105" dur="500"/>
                                        <p:tgtEl>
                                          <p:spTgt spid="70704"/>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70705"/>
                                        </p:tgtEl>
                                        <p:attrNameLst>
                                          <p:attrName>style.visibility</p:attrName>
                                        </p:attrNameLst>
                                      </p:cBhvr>
                                      <p:to>
                                        <p:strVal val="visible"/>
                                      </p:to>
                                    </p:set>
                                    <p:animEffect transition="in" filter="wipe(down)">
                                      <p:cBhvr>
                                        <p:cTn id="108" dur="500"/>
                                        <p:tgtEl>
                                          <p:spTgt spid="70705"/>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0" nodeType="clickEffect">
                                  <p:stCondLst>
                                    <p:cond delay="0"/>
                                  </p:stCondLst>
                                  <p:childTnLst>
                                    <p:set>
                                      <p:cBhvr>
                                        <p:cTn id="112" dur="1" fill="hold">
                                          <p:stCondLst>
                                            <p:cond delay="0"/>
                                          </p:stCondLst>
                                        </p:cTn>
                                        <p:tgtEl>
                                          <p:spTgt spid="70703"/>
                                        </p:tgtEl>
                                        <p:attrNameLst>
                                          <p:attrName>style.visibility</p:attrName>
                                        </p:attrNameLst>
                                      </p:cBhvr>
                                      <p:to>
                                        <p:strVal val="visible"/>
                                      </p:to>
                                    </p:set>
                                    <p:animEffect transition="in" filter="wipe(up)">
                                      <p:cBhvr>
                                        <p:cTn id="113" dur="500"/>
                                        <p:tgtEl>
                                          <p:spTgt spid="70703"/>
                                        </p:tgtEl>
                                      </p:cBhvr>
                                    </p:animEffect>
                                  </p:childTnLst>
                                </p:cTn>
                              </p:par>
                              <p:par>
                                <p:cTn id="114" presetID="22" presetClass="entr" presetSubtype="1" fill="hold" grpId="0" nodeType="withEffect">
                                  <p:stCondLst>
                                    <p:cond delay="0"/>
                                  </p:stCondLst>
                                  <p:childTnLst>
                                    <p:set>
                                      <p:cBhvr>
                                        <p:cTn id="115" dur="1" fill="hold">
                                          <p:stCondLst>
                                            <p:cond delay="0"/>
                                          </p:stCondLst>
                                        </p:cTn>
                                        <p:tgtEl>
                                          <p:spTgt spid="70706"/>
                                        </p:tgtEl>
                                        <p:attrNameLst>
                                          <p:attrName>style.visibility</p:attrName>
                                        </p:attrNameLst>
                                      </p:cBhvr>
                                      <p:to>
                                        <p:strVal val="visible"/>
                                      </p:to>
                                    </p:set>
                                    <p:animEffect transition="in" filter="wipe(up)">
                                      <p:cBhvr>
                                        <p:cTn id="116" dur="500"/>
                                        <p:tgtEl>
                                          <p:spTgt spid="70706"/>
                                        </p:tgtEl>
                                      </p:cBhvr>
                                    </p:animEffect>
                                  </p:childTnLst>
                                </p:cTn>
                              </p:par>
                            </p:childTnLst>
                          </p:cTn>
                        </p:par>
                      </p:childTnLst>
                    </p:cTn>
                  </p:par>
                  <p:par>
                    <p:cTn id="117" fill="hold">
                      <p:stCondLst>
                        <p:cond delay="indefinite"/>
                      </p:stCondLst>
                      <p:childTnLst>
                        <p:par>
                          <p:cTn id="118" fill="hold">
                            <p:stCondLst>
                              <p:cond delay="0"/>
                            </p:stCondLst>
                            <p:childTnLst>
                              <p:par>
                                <p:cTn id="119" presetID="9" presetClass="entr" presetSubtype="0" fill="hold" grpId="0" nodeType="clickEffect">
                                  <p:stCondLst>
                                    <p:cond delay="0"/>
                                  </p:stCondLst>
                                  <p:childTnLst>
                                    <p:set>
                                      <p:cBhvr>
                                        <p:cTn id="120" dur="1" fill="hold">
                                          <p:stCondLst>
                                            <p:cond delay="0"/>
                                          </p:stCondLst>
                                        </p:cTn>
                                        <p:tgtEl>
                                          <p:spTgt spid="70717"/>
                                        </p:tgtEl>
                                        <p:attrNameLst>
                                          <p:attrName>style.visibility</p:attrName>
                                        </p:attrNameLst>
                                      </p:cBhvr>
                                      <p:to>
                                        <p:strVal val="visible"/>
                                      </p:to>
                                    </p:set>
                                    <p:animEffect transition="in" filter="dissolve">
                                      <p:cBhvr>
                                        <p:cTn id="121" dur="500"/>
                                        <p:tgtEl>
                                          <p:spTgt spid="70717"/>
                                        </p:tgtEl>
                                      </p:cBhvr>
                                    </p:animEffect>
                                  </p:childTnLst>
                                </p:cTn>
                              </p:par>
                            </p:childTnLst>
                          </p:cTn>
                        </p:par>
                      </p:childTnLst>
                    </p:cTn>
                  </p:par>
                  <p:par>
                    <p:cTn id="122" fill="hold">
                      <p:stCondLst>
                        <p:cond delay="indefinite"/>
                      </p:stCondLst>
                      <p:childTnLst>
                        <p:par>
                          <p:cTn id="123" fill="hold">
                            <p:stCondLst>
                              <p:cond delay="0"/>
                            </p:stCondLst>
                            <p:childTnLst>
                              <p:par>
                                <p:cTn id="124" presetID="4" presetClass="entr" presetSubtype="32" fill="hold" nodeType="clickEffect">
                                  <p:stCondLst>
                                    <p:cond delay="0"/>
                                  </p:stCondLst>
                                  <p:childTnLst>
                                    <p:set>
                                      <p:cBhvr>
                                        <p:cTn id="125" dur="1" fill="hold">
                                          <p:stCondLst>
                                            <p:cond delay="0"/>
                                          </p:stCondLst>
                                        </p:cTn>
                                        <p:tgtEl>
                                          <p:spTgt spid="70718"/>
                                        </p:tgtEl>
                                        <p:attrNameLst>
                                          <p:attrName>style.visibility</p:attrName>
                                        </p:attrNameLst>
                                      </p:cBhvr>
                                      <p:to>
                                        <p:strVal val="visible"/>
                                      </p:to>
                                    </p:set>
                                    <p:animEffect transition="in" filter="box(out)">
                                      <p:cBhvr>
                                        <p:cTn id="126" dur="500"/>
                                        <p:tgtEl>
                                          <p:spTgt spid="70718"/>
                                        </p:tgtEl>
                                      </p:cBhvr>
                                    </p:animEffect>
                                  </p:childTnLst>
                                </p:cTn>
                              </p:par>
                            </p:childTnLst>
                          </p:cTn>
                        </p:par>
                      </p:childTnLst>
                    </p:cTn>
                  </p:par>
                  <p:par>
                    <p:cTn id="127" fill="hold">
                      <p:stCondLst>
                        <p:cond delay="indefinite"/>
                      </p:stCondLst>
                      <p:childTnLst>
                        <p:par>
                          <p:cTn id="128" fill="hold">
                            <p:stCondLst>
                              <p:cond delay="0"/>
                            </p:stCondLst>
                            <p:childTnLst>
                              <p:par>
                                <p:cTn id="129" presetID="9" presetClass="entr" presetSubtype="0" fill="hold" grpId="0" nodeType="clickEffect">
                                  <p:stCondLst>
                                    <p:cond delay="0"/>
                                  </p:stCondLst>
                                  <p:childTnLst>
                                    <p:set>
                                      <p:cBhvr>
                                        <p:cTn id="130" dur="1" fill="hold">
                                          <p:stCondLst>
                                            <p:cond delay="0"/>
                                          </p:stCondLst>
                                        </p:cTn>
                                        <p:tgtEl>
                                          <p:spTgt spid="70719"/>
                                        </p:tgtEl>
                                        <p:attrNameLst>
                                          <p:attrName>style.visibility</p:attrName>
                                        </p:attrNameLst>
                                      </p:cBhvr>
                                      <p:to>
                                        <p:strVal val="visible"/>
                                      </p:to>
                                    </p:set>
                                    <p:animEffect transition="in" filter="dissolve">
                                      <p:cBhvr>
                                        <p:cTn id="131" dur="500"/>
                                        <p:tgtEl>
                                          <p:spTgt spid="70719"/>
                                        </p:tgtEl>
                                      </p:cBhvr>
                                    </p:animEffect>
                                  </p:childTnLst>
                                </p:cTn>
                              </p:par>
                            </p:childTnLst>
                          </p:cTn>
                        </p:par>
                      </p:childTnLst>
                    </p:cTn>
                  </p:par>
                  <p:par>
                    <p:cTn id="132" fill="hold">
                      <p:stCondLst>
                        <p:cond delay="indefinite"/>
                      </p:stCondLst>
                      <p:childTnLst>
                        <p:par>
                          <p:cTn id="133" fill="hold">
                            <p:stCondLst>
                              <p:cond delay="0"/>
                            </p:stCondLst>
                            <p:childTnLst>
                              <p:par>
                                <p:cTn id="134" presetID="4" presetClass="entr" presetSubtype="32" fill="hold" nodeType="clickEffect">
                                  <p:stCondLst>
                                    <p:cond delay="0"/>
                                  </p:stCondLst>
                                  <p:childTnLst>
                                    <p:set>
                                      <p:cBhvr>
                                        <p:cTn id="135" dur="1" fill="hold">
                                          <p:stCondLst>
                                            <p:cond delay="0"/>
                                          </p:stCondLst>
                                        </p:cTn>
                                        <p:tgtEl>
                                          <p:spTgt spid="70720"/>
                                        </p:tgtEl>
                                        <p:attrNameLst>
                                          <p:attrName>style.visibility</p:attrName>
                                        </p:attrNameLst>
                                      </p:cBhvr>
                                      <p:to>
                                        <p:strVal val="visible"/>
                                      </p:to>
                                    </p:set>
                                    <p:animEffect transition="in" filter="box(out)">
                                      <p:cBhvr>
                                        <p:cTn id="136" dur="500"/>
                                        <p:tgtEl>
                                          <p:spTgt spid="70720"/>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70721"/>
                                        </p:tgtEl>
                                        <p:attrNameLst>
                                          <p:attrName>style.visibility</p:attrName>
                                        </p:attrNameLst>
                                      </p:cBhvr>
                                      <p:to>
                                        <p:strVal val="visible"/>
                                      </p:to>
                                    </p:set>
                                    <p:animEffect transition="in" filter="wipe(left)">
                                      <p:cBhvr>
                                        <p:cTn id="141" dur="500"/>
                                        <p:tgtEl>
                                          <p:spTgt spid="70721"/>
                                        </p:tgtEl>
                                      </p:cBhvr>
                                    </p:animEffect>
                                  </p:childTnLst>
                                </p:cTn>
                              </p:par>
                            </p:childTnLst>
                          </p:cTn>
                        </p:par>
                      </p:childTnLst>
                    </p:cTn>
                  </p:par>
                  <p:par>
                    <p:cTn id="142" fill="hold">
                      <p:stCondLst>
                        <p:cond delay="indefinite"/>
                      </p:stCondLst>
                      <p:childTnLst>
                        <p:par>
                          <p:cTn id="143" fill="hold">
                            <p:stCondLst>
                              <p:cond delay="0"/>
                            </p:stCondLst>
                            <p:childTnLst>
                              <p:par>
                                <p:cTn id="144" presetID="4" presetClass="entr" presetSubtype="32" fill="hold" nodeType="clickEffect">
                                  <p:stCondLst>
                                    <p:cond delay="0"/>
                                  </p:stCondLst>
                                  <p:childTnLst>
                                    <p:set>
                                      <p:cBhvr>
                                        <p:cTn id="145" dur="1" fill="hold">
                                          <p:stCondLst>
                                            <p:cond delay="0"/>
                                          </p:stCondLst>
                                        </p:cTn>
                                        <p:tgtEl>
                                          <p:spTgt spid="70722"/>
                                        </p:tgtEl>
                                        <p:attrNameLst>
                                          <p:attrName>style.visibility</p:attrName>
                                        </p:attrNameLst>
                                      </p:cBhvr>
                                      <p:to>
                                        <p:strVal val="visible"/>
                                      </p:to>
                                    </p:set>
                                    <p:animEffect transition="in" filter="box(out)">
                                      <p:cBhvr>
                                        <p:cTn id="146" dur="500"/>
                                        <p:tgtEl>
                                          <p:spTgt spid="70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2" grpId="0" animBg="1"/>
      <p:bldP spid="70693" grpId="0" animBg="1"/>
      <p:bldP spid="70694" grpId="0" animBg="1"/>
      <p:bldP spid="70695" grpId="0" animBg="1"/>
      <p:bldP spid="70696" grpId="0"/>
      <p:bldP spid="70697" grpId="0"/>
      <p:bldP spid="70698" grpId="0"/>
      <p:bldP spid="70699" grpId="0" animBg="1"/>
      <p:bldP spid="70700" grpId="0" animBg="1"/>
      <p:bldP spid="70701" grpId="0"/>
      <p:bldP spid="70702" grpId="0"/>
      <p:bldP spid="70703" grpId="0" animBg="1"/>
      <p:bldP spid="70704" grpId="0" animBg="1"/>
      <p:bldP spid="70705" grpId="0"/>
      <p:bldP spid="70706" grpId="0"/>
      <p:bldP spid="70707" grpId="0" autoUpdateAnimBg="0"/>
      <p:bldP spid="70708" grpId="0"/>
      <p:bldP spid="70710" grpId="0"/>
      <p:bldP spid="70711" grpId="0"/>
      <p:bldP spid="70713" grpId="0"/>
      <p:bldP spid="70715" grpId="0" animBg="1"/>
      <p:bldP spid="70716" grpId="0"/>
      <p:bldP spid="70717" grpId="0"/>
      <p:bldP spid="70719" grpId="0"/>
      <p:bldP spid="707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p:cNvSpPr txBox="1">
            <a:spLocks noChangeArrowheads="1"/>
          </p:cNvSpPr>
          <p:nvPr/>
        </p:nvSpPr>
        <p:spPr bwMode="auto">
          <a:xfrm>
            <a:off x="166688" y="458788"/>
            <a:ext cx="4495800"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rPr>
              <a:t>3.1.2   </a:t>
            </a:r>
            <a:r>
              <a:rPr lang="zh-CN" altLang="en-US" b="1" i="0">
                <a:solidFill>
                  <a:srgbClr val="0000FF"/>
                </a:solidFill>
                <a:latin typeface="Times New Roman" panose="02020603050405020304" pitchFamily="18" charset="0"/>
              </a:rPr>
              <a:t>质点系的动量定理</a:t>
            </a:r>
            <a:endParaRPr lang="zh-CN" altLang="en-US" b="1" i="0">
              <a:solidFill>
                <a:srgbClr val="0000FF"/>
              </a:solidFill>
              <a:latin typeface="Times New Roman" panose="02020603050405020304" pitchFamily="18" charset="0"/>
            </a:endParaRPr>
          </a:p>
        </p:txBody>
      </p:sp>
      <p:sp>
        <p:nvSpPr>
          <p:cNvPr id="60469" name="Freeform 53" descr="5%"/>
          <p:cNvSpPr/>
          <p:nvPr/>
        </p:nvSpPr>
        <p:spPr bwMode="auto">
          <a:xfrm>
            <a:off x="6002338" y="503238"/>
            <a:ext cx="2430462" cy="2232025"/>
          </a:xfrm>
          <a:custGeom>
            <a:avLst/>
            <a:gdLst>
              <a:gd name="T0" fmla="*/ 2147483647 w 1531"/>
              <a:gd name="T1" fmla="*/ 2147483647 h 1513"/>
              <a:gd name="T2" fmla="*/ 2147483647 w 1531"/>
              <a:gd name="T3" fmla="*/ 2147483647 h 1513"/>
              <a:gd name="T4" fmla="*/ 2147483647 w 1531"/>
              <a:gd name="T5" fmla="*/ 2147483647 h 1513"/>
              <a:gd name="T6" fmla="*/ 2147483647 w 1531"/>
              <a:gd name="T7" fmla="*/ 2147483647 h 1513"/>
              <a:gd name="T8" fmla="*/ 2147483647 w 1531"/>
              <a:gd name="T9" fmla="*/ 2147483647 h 1513"/>
              <a:gd name="T10" fmla="*/ 2147483647 w 1531"/>
              <a:gd name="T11" fmla="*/ 2147483647 h 1513"/>
              <a:gd name="T12" fmla="*/ 2147483647 w 1531"/>
              <a:gd name="T13" fmla="*/ 2147483647 h 1513"/>
              <a:gd name="T14" fmla="*/ 0 60000 65536"/>
              <a:gd name="T15" fmla="*/ 0 60000 65536"/>
              <a:gd name="T16" fmla="*/ 0 60000 65536"/>
              <a:gd name="T17" fmla="*/ 0 60000 65536"/>
              <a:gd name="T18" fmla="*/ 0 60000 65536"/>
              <a:gd name="T19" fmla="*/ 0 60000 65536"/>
              <a:gd name="T20" fmla="*/ 0 60000 65536"/>
              <a:gd name="T21" fmla="*/ 0 w 1531"/>
              <a:gd name="T22" fmla="*/ 0 h 1513"/>
              <a:gd name="T23" fmla="*/ 1531 w 1531"/>
              <a:gd name="T24" fmla="*/ 1513 h 15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1" h="1513">
                <a:moveTo>
                  <a:pt x="767" y="7"/>
                </a:moveTo>
                <a:cubicBezTo>
                  <a:pt x="573" y="14"/>
                  <a:pt x="252" y="32"/>
                  <a:pt x="149" y="241"/>
                </a:cubicBezTo>
                <a:cubicBezTo>
                  <a:pt x="46" y="450"/>
                  <a:pt x="0" y="1060"/>
                  <a:pt x="149" y="1259"/>
                </a:cubicBezTo>
                <a:cubicBezTo>
                  <a:pt x="298" y="1458"/>
                  <a:pt x="820" y="1513"/>
                  <a:pt x="1043" y="1434"/>
                </a:cubicBezTo>
                <a:cubicBezTo>
                  <a:pt x="1266" y="1355"/>
                  <a:pt x="1443" y="990"/>
                  <a:pt x="1487" y="784"/>
                </a:cubicBezTo>
                <a:cubicBezTo>
                  <a:pt x="1531" y="578"/>
                  <a:pt x="1430" y="328"/>
                  <a:pt x="1310" y="199"/>
                </a:cubicBezTo>
                <a:cubicBezTo>
                  <a:pt x="1190" y="70"/>
                  <a:pt x="961" y="0"/>
                  <a:pt x="767" y="7"/>
                </a:cubicBezTo>
                <a:close/>
              </a:path>
            </a:pathLst>
          </a:custGeom>
          <a:pattFill prst="pct5">
            <a:fgClr>
              <a:srgbClr val="00CC00">
                <a:alpha val="70195"/>
              </a:srgbClr>
            </a:fgClr>
            <a:bgClr>
              <a:srgbClr val="66FFFF">
                <a:alpha val="70195"/>
              </a:srgbClr>
            </a:bgClr>
          </a:pattFill>
          <a:ln w="9525">
            <a:solidFill>
              <a:schemeClr val="accent1"/>
            </a:solidFill>
            <a:round/>
          </a:ln>
        </p:spPr>
        <p:txBody>
          <a:bodyPr/>
          <a:lstStyle/>
          <a:p>
            <a:endParaRPr lang="zh-CN" altLang="en-US"/>
          </a:p>
        </p:txBody>
      </p:sp>
      <p:grpSp>
        <p:nvGrpSpPr>
          <p:cNvPr id="2" name="Group 54"/>
          <p:cNvGrpSpPr>
            <a:grpSpLocks noChangeAspect="1"/>
          </p:cNvGrpSpPr>
          <p:nvPr/>
        </p:nvGrpSpPr>
        <p:grpSpPr bwMode="auto">
          <a:xfrm>
            <a:off x="6523038" y="574675"/>
            <a:ext cx="1358900" cy="471488"/>
            <a:chOff x="4080" y="1008"/>
            <a:chExt cx="856" cy="311"/>
          </a:xfrm>
        </p:grpSpPr>
        <p:sp>
          <p:nvSpPr>
            <p:cNvPr id="8242" name="Oval 55"/>
            <p:cNvSpPr>
              <a:spLocks noChangeAspect="1" noChangeArrowheads="1"/>
            </p:cNvSpPr>
            <p:nvPr/>
          </p:nvSpPr>
          <p:spPr bwMode="auto">
            <a:xfrm>
              <a:off x="4328" y="1105"/>
              <a:ext cx="96" cy="96"/>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ln>
          </p:spPr>
          <p:txBody>
            <a:bodyPr wrap="none" anchor="ctr"/>
            <a:lstStyle/>
            <a:p>
              <a:endParaRPr lang="zh-CN" altLang="en-US"/>
            </a:p>
          </p:txBody>
        </p:sp>
        <p:sp>
          <p:nvSpPr>
            <p:cNvPr id="8243" name="Line 56"/>
            <p:cNvSpPr>
              <a:spLocks noChangeAspect="1" noChangeShapeType="1"/>
            </p:cNvSpPr>
            <p:nvPr/>
          </p:nvSpPr>
          <p:spPr bwMode="auto">
            <a:xfrm>
              <a:off x="4424" y="1153"/>
              <a:ext cx="288" cy="0"/>
            </a:xfrm>
            <a:prstGeom prst="line">
              <a:avLst/>
            </a:prstGeom>
            <a:noFill/>
            <a:ln w="28575">
              <a:solidFill>
                <a:schemeClr val="accent2"/>
              </a:solidFill>
              <a:round/>
              <a:tailEnd type="triangle" w="med" len="med"/>
            </a:ln>
          </p:spPr>
          <p:txBody>
            <a:bodyPr/>
            <a:lstStyle/>
            <a:p>
              <a:endParaRPr lang="zh-CN" altLang="en-US"/>
            </a:p>
          </p:txBody>
        </p:sp>
        <p:graphicFrame>
          <p:nvGraphicFramePr>
            <p:cNvPr id="8213" name="Object 57"/>
            <p:cNvGraphicFramePr>
              <a:graphicFrameLocks noChangeAspect="1"/>
            </p:cNvGraphicFramePr>
            <p:nvPr/>
          </p:nvGraphicFramePr>
          <p:xfrm>
            <a:off x="4080" y="1056"/>
            <a:ext cx="224" cy="263"/>
          </p:xfrm>
          <a:graphic>
            <a:graphicData uri="http://schemas.openxmlformats.org/presentationml/2006/ole">
              <mc:AlternateContent xmlns:mc="http://schemas.openxmlformats.org/markup-compatibility/2006">
                <mc:Choice xmlns:v="urn:schemas-microsoft-com:vml" Requires="v">
                  <p:oleObj spid="_x0000_s8193" name="Equation" r:id="rId1" imgW="8534400" imgH="10058400" progId="Equation.3">
                    <p:embed/>
                  </p:oleObj>
                </mc:Choice>
                <mc:Fallback>
                  <p:oleObj name="Equation" r:id="rId1" imgW="8534400" imgH="10058400" progId="Equation.3">
                    <p:embed/>
                    <p:pic>
                      <p:nvPicPr>
                        <p:cNvPr id="0" name="Object 57"/>
                        <p:cNvPicPr>
                          <a:picLocks noChangeAspect="1"/>
                        </p:cNvPicPr>
                        <p:nvPr/>
                      </p:nvPicPr>
                      <p:blipFill>
                        <a:blip r:embed="rId2"/>
                        <a:stretch>
                          <a:fillRect/>
                        </a:stretch>
                      </p:blipFill>
                      <p:spPr>
                        <a:xfrm>
                          <a:off x="4080" y="1056"/>
                          <a:ext cx="224" cy="263"/>
                        </a:xfrm>
                        <a:prstGeom prst="rect">
                          <a:avLst/>
                        </a:prstGeom>
                        <a:noFill/>
                        <a:ln w="9525">
                          <a:noFill/>
                        </a:ln>
                      </p:spPr>
                    </p:pic>
                  </p:oleObj>
                </mc:Fallback>
              </mc:AlternateContent>
            </a:graphicData>
          </a:graphic>
        </p:graphicFrame>
        <p:graphicFrame>
          <p:nvGraphicFramePr>
            <p:cNvPr id="8214" name="Object 58"/>
            <p:cNvGraphicFramePr>
              <a:graphicFrameLocks noChangeAspect="1"/>
            </p:cNvGraphicFramePr>
            <p:nvPr/>
          </p:nvGraphicFramePr>
          <p:xfrm>
            <a:off x="4752" y="1008"/>
            <a:ext cx="184" cy="263"/>
          </p:xfrm>
          <a:graphic>
            <a:graphicData uri="http://schemas.openxmlformats.org/presentationml/2006/ole">
              <mc:AlternateContent xmlns:mc="http://schemas.openxmlformats.org/markup-compatibility/2006">
                <mc:Choice xmlns:v="urn:schemas-microsoft-com:vml" Requires="v">
                  <p:oleObj spid="_x0000_s8214" name="Equation" r:id="rId3" imgW="7010400" imgH="10058400" progId="Equation.3">
                    <p:embed/>
                  </p:oleObj>
                </mc:Choice>
                <mc:Fallback>
                  <p:oleObj name="Equation" r:id="rId3" imgW="7010400" imgH="10058400" progId="Equation.3">
                    <p:embed/>
                    <p:pic>
                      <p:nvPicPr>
                        <p:cNvPr id="0" name="Object 58"/>
                        <p:cNvPicPr>
                          <a:picLocks noChangeAspect="1"/>
                        </p:cNvPicPr>
                        <p:nvPr/>
                      </p:nvPicPr>
                      <p:blipFill>
                        <a:blip r:embed="rId4"/>
                        <a:stretch>
                          <a:fillRect/>
                        </a:stretch>
                      </p:blipFill>
                      <p:spPr>
                        <a:xfrm>
                          <a:off x="4752" y="1008"/>
                          <a:ext cx="184" cy="263"/>
                        </a:xfrm>
                        <a:prstGeom prst="rect">
                          <a:avLst/>
                        </a:prstGeom>
                        <a:noFill/>
                        <a:ln w="9525">
                          <a:noFill/>
                        </a:ln>
                      </p:spPr>
                    </p:pic>
                  </p:oleObj>
                </mc:Fallback>
              </mc:AlternateContent>
            </a:graphicData>
          </a:graphic>
        </p:graphicFrame>
      </p:grpSp>
      <p:grpSp>
        <p:nvGrpSpPr>
          <p:cNvPr id="3" name="Group 59"/>
          <p:cNvGrpSpPr>
            <a:grpSpLocks noChangeAspect="1"/>
          </p:cNvGrpSpPr>
          <p:nvPr/>
        </p:nvGrpSpPr>
        <p:grpSpPr bwMode="auto">
          <a:xfrm>
            <a:off x="6327775" y="1108075"/>
            <a:ext cx="990600" cy="690563"/>
            <a:chOff x="3984" y="1323"/>
            <a:chExt cx="624" cy="452"/>
          </a:xfrm>
        </p:grpSpPr>
        <p:sp>
          <p:nvSpPr>
            <p:cNvPr id="8240" name="Oval 60"/>
            <p:cNvSpPr>
              <a:spLocks noChangeAspect="1" noChangeArrowheads="1"/>
            </p:cNvSpPr>
            <p:nvPr/>
          </p:nvSpPr>
          <p:spPr bwMode="auto">
            <a:xfrm>
              <a:off x="4184" y="1489"/>
              <a:ext cx="96" cy="96"/>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ln>
          </p:spPr>
          <p:txBody>
            <a:bodyPr wrap="none" anchor="ctr"/>
            <a:lstStyle/>
            <a:p>
              <a:endParaRPr lang="zh-CN" altLang="en-US"/>
            </a:p>
          </p:txBody>
        </p:sp>
        <p:graphicFrame>
          <p:nvGraphicFramePr>
            <p:cNvPr id="8211" name="Object 61"/>
            <p:cNvGraphicFramePr>
              <a:graphicFrameLocks noChangeAspect="1"/>
            </p:cNvGraphicFramePr>
            <p:nvPr/>
          </p:nvGraphicFramePr>
          <p:xfrm>
            <a:off x="3984" y="1512"/>
            <a:ext cx="247" cy="263"/>
          </p:xfrm>
          <a:graphic>
            <a:graphicData uri="http://schemas.openxmlformats.org/presentationml/2006/ole">
              <mc:AlternateContent xmlns:mc="http://schemas.openxmlformats.org/markup-compatibility/2006">
                <mc:Choice xmlns:v="urn:schemas-microsoft-com:vml" Requires="v">
                  <p:oleObj spid="_x0000_s8211" name="Equation" r:id="rId5" imgW="9448800" imgH="10058400" progId="Equation.3">
                    <p:embed/>
                  </p:oleObj>
                </mc:Choice>
                <mc:Fallback>
                  <p:oleObj name="Equation" r:id="rId5" imgW="9448800" imgH="10058400" progId="Equation.3">
                    <p:embed/>
                    <p:pic>
                      <p:nvPicPr>
                        <p:cNvPr id="0" name="Object 61"/>
                        <p:cNvPicPr>
                          <a:picLocks noChangeAspect="1"/>
                        </p:cNvPicPr>
                        <p:nvPr/>
                      </p:nvPicPr>
                      <p:blipFill>
                        <a:blip r:embed="rId6"/>
                        <a:stretch>
                          <a:fillRect/>
                        </a:stretch>
                      </p:blipFill>
                      <p:spPr>
                        <a:xfrm>
                          <a:off x="3984" y="1512"/>
                          <a:ext cx="247" cy="263"/>
                        </a:xfrm>
                        <a:prstGeom prst="rect">
                          <a:avLst/>
                        </a:prstGeom>
                        <a:noFill/>
                        <a:ln w="9525">
                          <a:noFill/>
                        </a:ln>
                      </p:spPr>
                    </p:pic>
                  </p:oleObj>
                </mc:Fallback>
              </mc:AlternateContent>
            </a:graphicData>
          </a:graphic>
        </p:graphicFrame>
        <p:sp>
          <p:nvSpPr>
            <p:cNvPr id="8241" name="Line 62"/>
            <p:cNvSpPr>
              <a:spLocks noChangeAspect="1" noChangeShapeType="1"/>
            </p:cNvSpPr>
            <p:nvPr/>
          </p:nvSpPr>
          <p:spPr bwMode="auto">
            <a:xfrm flipV="1">
              <a:off x="4269" y="1323"/>
              <a:ext cx="192" cy="192"/>
            </a:xfrm>
            <a:prstGeom prst="line">
              <a:avLst/>
            </a:prstGeom>
            <a:noFill/>
            <a:ln w="28575">
              <a:solidFill>
                <a:schemeClr val="accent2"/>
              </a:solidFill>
              <a:round/>
              <a:tailEnd type="triangle" w="med" len="med"/>
            </a:ln>
          </p:spPr>
          <p:txBody>
            <a:bodyPr/>
            <a:lstStyle/>
            <a:p>
              <a:endParaRPr lang="zh-CN" altLang="en-US"/>
            </a:p>
          </p:txBody>
        </p:sp>
        <p:graphicFrame>
          <p:nvGraphicFramePr>
            <p:cNvPr id="8212" name="Object 63"/>
            <p:cNvGraphicFramePr>
              <a:graphicFrameLocks noChangeAspect="1"/>
            </p:cNvGraphicFramePr>
            <p:nvPr/>
          </p:nvGraphicFramePr>
          <p:xfrm>
            <a:off x="4399" y="1369"/>
            <a:ext cx="209" cy="263"/>
          </p:xfrm>
          <a:graphic>
            <a:graphicData uri="http://schemas.openxmlformats.org/presentationml/2006/ole">
              <mc:AlternateContent xmlns:mc="http://schemas.openxmlformats.org/markup-compatibility/2006">
                <mc:Choice xmlns:v="urn:schemas-microsoft-com:vml" Requires="v">
                  <p:oleObj spid="_x0000_s8212" name="Equation" r:id="rId7" imgW="7924800" imgH="10058400" progId="Equation.3">
                    <p:embed/>
                  </p:oleObj>
                </mc:Choice>
                <mc:Fallback>
                  <p:oleObj name="Equation" r:id="rId7" imgW="7924800" imgH="10058400" progId="Equation.3">
                    <p:embed/>
                    <p:pic>
                      <p:nvPicPr>
                        <p:cNvPr id="0" name="Object 63"/>
                        <p:cNvPicPr>
                          <a:picLocks noChangeAspect="1"/>
                        </p:cNvPicPr>
                        <p:nvPr/>
                      </p:nvPicPr>
                      <p:blipFill>
                        <a:blip r:embed="rId8"/>
                        <a:stretch>
                          <a:fillRect/>
                        </a:stretch>
                      </p:blipFill>
                      <p:spPr>
                        <a:xfrm>
                          <a:off x="4399" y="1369"/>
                          <a:ext cx="209" cy="263"/>
                        </a:xfrm>
                        <a:prstGeom prst="rect">
                          <a:avLst/>
                        </a:prstGeom>
                        <a:noFill/>
                        <a:ln w="9525">
                          <a:noFill/>
                        </a:ln>
                      </p:spPr>
                    </p:pic>
                  </p:oleObj>
                </mc:Fallback>
              </mc:AlternateContent>
            </a:graphicData>
          </a:graphic>
        </p:graphicFrame>
      </p:grpSp>
      <p:grpSp>
        <p:nvGrpSpPr>
          <p:cNvPr id="4" name="Group 64"/>
          <p:cNvGrpSpPr>
            <a:grpSpLocks noChangeAspect="1"/>
          </p:cNvGrpSpPr>
          <p:nvPr/>
        </p:nvGrpSpPr>
        <p:grpSpPr bwMode="auto">
          <a:xfrm>
            <a:off x="6523038" y="2014538"/>
            <a:ext cx="1003300" cy="647700"/>
            <a:chOff x="4080" y="1824"/>
            <a:chExt cx="632" cy="420"/>
          </a:xfrm>
        </p:grpSpPr>
        <p:sp>
          <p:nvSpPr>
            <p:cNvPr id="8238" name="Oval 65"/>
            <p:cNvSpPr>
              <a:spLocks noChangeAspect="1" noChangeArrowheads="1"/>
            </p:cNvSpPr>
            <p:nvPr/>
          </p:nvSpPr>
          <p:spPr bwMode="auto">
            <a:xfrm>
              <a:off x="4328" y="1873"/>
              <a:ext cx="96" cy="96"/>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ln>
          </p:spPr>
          <p:txBody>
            <a:bodyPr wrap="none" anchor="ctr"/>
            <a:lstStyle/>
            <a:p>
              <a:endParaRPr lang="zh-CN" altLang="en-US"/>
            </a:p>
          </p:txBody>
        </p:sp>
        <p:sp>
          <p:nvSpPr>
            <p:cNvPr id="8239" name="Line 66"/>
            <p:cNvSpPr>
              <a:spLocks noChangeAspect="1" noChangeShapeType="1"/>
            </p:cNvSpPr>
            <p:nvPr/>
          </p:nvSpPr>
          <p:spPr bwMode="auto">
            <a:xfrm>
              <a:off x="4424" y="1921"/>
              <a:ext cx="288" cy="96"/>
            </a:xfrm>
            <a:prstGeom prst="line">
              <a:avLst/>
            </a:prstGeom>
            <a:noFill/>
            <a:ln w="28575">
              <a:solidFill>
                <a:schemeClr val="accent2"/>
              </a:solidFill>
              <a:round/>
              <a:tailEnd type="triangle" w="med" len="med"/>
            </a:ln>
          </p:spPr>
          <p:txBody>
            <a:bodyPr/>
            <a:lstStyle/>
            <a:p>
              <a:endParaRPr lang="zh-CN" altLang="en-US"/>
            </a:p>
          </p:txBody>
        </p:sp>
        <p:graphicFrame>
          <p:nvGraphicFramePr>
            <p:cNvPr id="8209" name="Object 67"/>
            <p:cNvGraphicFramePr>
              <a:graphicFrameLocks noChangeAspect="1"/>
            </p:cNvGraphicFramePr>
            <p:nvPr/>
          </p:nvGraphicFramePr>
          <p:xfrm>
            <a:off x="4080" y="1824"/>
            <a:ext cx="240" cy="272"/>
          </p:xfrm>
          <a:graphic>
            <a:graphicData uri="http://schemas.openxmlformats.org/presentationml/2006/ole">
              <mc:AlternateContent xmlns:mc="http://schemas.openxmlformats.org/markup-compatibility/2006">
                <mc:Choice xmlns:v="urn:schemas-microsoft-com:vml" Requires="v">
                  <p:oleObj spid="_x0000_s8209" name="Equation" r:id="rId9" imgW="9144000" imgH="10363200" progId="Equation.3">
                    <p:embed/>
                  </p:oleObj>
                </mc:Choice>
                <mc:Fallback>
                  <p:oleObj name="Equation" r:id="rId9" imgW="9144000" imgH="10363200" progId="Equation.3">
                    <p:embed/>
                    <p:pic>
                      <p:nvPicPr>
                        <p:cNvPr id="0" name="Object 67"/>
                        <p:cNvPicPr>
                          <a:picLocks noChangeAspect="1"/>
                        </p:cNvPicPr>
                        <p:nvPr/>
                      </p:nvPicPr>
                      <p:blipFill>
                        <a:blip r:embed="rId10"/>
                        <a:stretch>
                          <a:fillRect/>
                        </a:stretch>
                      </p:blipFill>
                      <p:spPr>
                        <a:xfrm>
                          <a:off x="4080" y="1824"/>
                          <a:ext cx="240" cy="272"/>
                        </a:xfrm>
                        <a:prstGeom prst="rect">
                          <a:avLst/>
                        </a:prstGeom>
                        <a:noFill/>
                        <a:ln w="9525">
                          <a:noFill/>
                        </a:ln>
                      </p:spPr>
                    </p:pic>
                  </p:oleObj>
                </mc:Fallback>
              </mc:AlternateContent>
            </a:graphicData>
          </a:graphic>
        </p:graphicFrame>
        <p:graphicFrame>
          <p:nvGraphicFramePr>
            <p:cNvPr id="8210" name="Object 68"/>
            <p:cNvGraphicFramePr>
              <a:graphicFrameLocks noChangeAspect="1"/>
            </p:cNvGraphicFramePr>
            <p:nvPr/>
          </p:nvGraphicFramePr>
          <p:xfrm>
            <a:off x="4479" y="1972"/>
            <a:ext cx="199" cy="272"/>
          </p:xfrm>
          <a:graphic>
            <a:graphicData uri="http://schemas.openxmlformats.org/presentationml/2006/ole">
              <mc:AlternateContent xmlns:mc="http://schemas.openxmlformats.org/markup-compatibility/2006">
                <mc:Choice xmlns:v="urn:schemas-microsoft-com:vml" Requires="v">
                  <p:oleObj spid="_x0000_s8210" name="Equation" r:id="rId11" imgW="7620000" imgH="10363200" progId="Equation.3">
                    <p:embed/>
                  </p:oleObj>
                </mc:Choice>
                <mc:Fallback>
                  <p:oleObj name="Equation" r:id="rId11" imgW="7620000" imgH="10363200" progId="Equation.3">
                    <p:embed/>
                    <p:pic>
                      <p:nvPicPr>
                        <p:cNvPr id="0" name="Object 68"/>
                        <p:cNvPicPr>
                          <a:picLocks noChangeAspect="1"/>
                        </p:cNvPicPr>
                        <p:nvPr/>
                      </p:nvPicPr>
                      <p:blipFill>
                        <a:blip r:embed="rId12"/>
                        <a:stretch>
                          <a:fillRect/>
                        </a:stretch>
                      </p:blipFill>
                      <p:spPr>
                        <a:xfrm>
                          <a:off x="4479" y="1972"/>
                          <a:ext cx="199" cy="272"/>
                        </a:xfrm>
                        <a:prstGeom prst="rect">
                          <a:avLst/>
                        </a:prstGeom>
                        <a:noFill/>
                        <a:ln w="9525">
                          <a:noFill/>
                        </a:ln>
                      </p:spPr>
                    </p:pic>
                  </p:oleObj>
                </mc:Fallback>
              </mc:AlternateContent>
            </a:graphicData>
          </a:graphic>
        </p:graphicFrame>
      </p:grpSp>
      <p:grpSp>
        <p:nvGrpSpPr>
          <p:cNvPr id="5" name="Group 69"/>
          <p:cNvGrpSpPr>
            <a:grpSpLocks noChangeAspect="1"/>
          </p:cNvGrpSpPr>
          <p:nvPr/>
        </p:nvGrpSpPr>
        <p:grpSpPr bwMode="auto">
          <a:xfrm>
            <a:off x="7010400" y="1008063"/>
            <a:ext cx="903288" cy="1008062"/>
            <a:chOff x="4387" y="1249"/>
            <a:chExt cx="569" cy="647"/>
          </a:xfrm>
        </p:grpSpPr>
        <p:sp>
          <p:nvSpPr>
            <p:cNvPr id="8236" name="Oval 70"/>
            <p:cNvSpPr>
              <a:spLocks noChangeAspect="1" noChangeArrowheads="1"/>
            </p:cNvSpPr>
            <p:nvPr/>
          </p:nvSpPr>
          <p:spPr bwMode="auto">
            <a:xfrm>
              <a:off x="4712" y="1489"/>
              <a:ext cx="96" cy="96"/>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ln>
          </p:spPr>
          <p:txBody>
            <a:bodyPr wrap="none" anchor="ctr"/>
            <a:lstStyle/>
            <a:p>
              <a:endParaRPr lang="zh-CN" altLang="en-US"/>
            </a:p>
          </p:txBody>
        </p:sp>
        <p:sp>
          <p:nvSpPr>
            <p:cNvPr id="8237" name="Line 71"/>
            <p:cNvSpPr>
              <a:spLocks noChangeAspect="1" noChangeShapeType="1"/>
            </p:cNvSpPr>
            <p:nvPr/>
          </p:nvSpPr>
          <p:spPr bwMode="auto">
            <a:xfrm flipH="1">
              <a:off x="4590" y="1574"/>
              <a:ext cx="144" cy="192"/>
            </a:xfrm>
            <a:prstGeom prst="line">
              <a:avLst/>
            </a:prstGeom>
            <a:noFill/>
            <a:ln w="28575">
              <a:solidFill>
                <a:schemeClr val="accent2"/>
              </a:solidFill>
              <a:round/>
              <a:tailEnd type="triangle" w="med" len="med"/>
            </a:ln>
          </p:spPr>
          <p:txBody>
            <a:bodyPr/>
            <a:lstStyle/>
            <a:p>
              <a:endParaRPr lang="zh-CN" altLang="en-US"/>
            </a:p>
          </p:txBody>
        </p:sp>
        <p:graphicFrame>
          <p:nvGraphicFramePr>
            <p:cNvPr id="8207" name="Object 72"/>
            <p:cNvGraphicFramePr>
              <a:graphicFrameLocks noChangeAspect="1"/>
            </p:cNvGraphicFramePr>
            <p:nvPr/>
          </p:nvGraphicFramePr>
          <p:xfrm>
            <a:off x="4709" y="1249"/>
            <a:ext cx="247" cy="263"/>
          </p:xfrm>
          <a:graphic>
            <a:graphicData uri="http://schemas.openxmlformats.org/presentationml/2006/ole">
              <mc:AlternateContent xmlns:mc="http://schemas.openxmlformats.org/markup-compatibility/2006">
                <mc:Choice xmlns:v="urn:schemas-microsoft-com:vml" Requires="v">
                  <p:oleObj spid="_x0000_s8207" name="Equation" r:id="rId13" imgW="9448800" imgH="10058400" progId="Equation.3">
                    <p:embed/>
                  </p:oleObj>
                </mc:Choice>
                <mc:Fallback>
                  <p:oleObj name="Equation" r:id="rId13" imgW="9448800" imgH="10058400" progId="Equation.3">
                    <p:embed/>
                    <p:pic>
                      <p:nvPicPr>
                        <p:cNvPr id="0" name="Object 72"/>
                        <p:cNvPicPr>
                          <a:picLocks noChangeAspect="1"/>
                        </p:cNvPicPr>
                        <p:nvPr/>
                      </p:nvPicPr>
                      <p:blipFill>
                        <a:blip r:embed="rId14"/>
                        <a:stretch>
                          <a:fillRect/>
                        </a:stretch>
                      </p:blipFill>
                      <p:spPr>
                        <a:xfrm>
                          <a:off x="4709" y="1249"/>
                          <a:ext cx="247" cy="263"/>
                        </a:xfrm>
                        <a:prstGeom prst="rect">
                          <a:avLst/>
                        </a:prstGeom>
                        <a:noFill/>
                        <a:ln w="9525">
                          <a:noFill/>
                        </a:ln>
                      </p:spPr>
                    </p:pic>
                  </p:oleObj>
                </mc:Fallback>
              </mc:AlternateContent>
            </a:graphicData>
          </a:graphic>
        </p:graphicFrame>
        <p:graphicFrame>
          <p:nvGraphicFramePr>
            <p:cNvPr id="8208" name="Object 73"/>
            <p:cNvGraphicFramePr>
              <a:graphicFrameLocks noChangeAspect="1"/>
            </p:cNvGraphicFramePr>
            <p:nvPr/>
          </p:nvGraphicFramePr>
          <p:xfrm>
            <a:off x="4387" y="1633"/>
            <a:ext cx="209" cy="263"/>
          </p:xfrm>
          <a:graphic>
            <a:graphicData uri="http://schemas.openxmlformats.org/presentationml/2006/ole">
              <mc:AlternateContent xmlns:mc="http://schemas.openxmlformats.org/markup-compatibility/2006">
                <mc:Choice xmlns:v="urn:schemas-microsoft-com:vml" Requires="v">
                  <p:oleObj spid="_x0000_s8208" name="Equation" r:id="rId15" imgW="7924800" imgH="10058400" progId="Equation.3">
                    <p:embed/>
                  </p:oleObj>
                </mc:Choice>
                <mc:Fallback>
                  <p:oleObj name="Equation" r:id="rId15" imgW="7924800" imgH="10058400" progId="Equation.3">
                    <p:embed/>
                    <p:pic>
                      <p:nvPicPr>
                        <p:cNvPr id="0" name="Object 73"/>
                        <p:cNvPicPr>
                          <a:picLocks noChangeAspect="1"/>
                        </p:cNvPicPr>
                        <p:nvPr/>
                      </p:nvPicPr>
                      <p:blipFill>
                        <a:blip r:embed="rId16"/>
                        <a:stretch>
                          <a:fillRect/>
                        </a:stretch>
                      </p:blipFill>
                      <p:spPr>
                        <a:xfrm>
                          <a:off x="4387" y="1633"/>
                          <a:ext cx="209" cy="263"/>
                        </a:xfrm>
                        <a:prstGeom prst="rect">
                          <a:avLst/>
                        </a:prstGeom>
                        <a:noFill/>
                        <a:ln w="9525">
                          <a:noFill/>
                        </a:ln>
                      </p:spPr>
                    </p:pic>
                  </p:oleObj>
                </mc:Fallback>
              </mc:AlternateContent>
            </a:graphicData>
          </a:graphic>
        </p:graphicFrame>
      </p:grpSp>
      <p:grpSp>
        <p:nvGrpSpPr>
          <p:cNvPr id="6" name="Group 74"/>
          <p:cNvGrpSpPr>
            <a:grpSpLocks noChangeAspect="1"/>
          </p:cNvGrpSpPr>
          <p:nvPr/>
        </p:nvGrpSpPr>
        <p:grpSpPr bwMode="auto">
          <a:xfrm>
            <a:off x="7804150" y="1550988"/>
            <a:ext cx="142875" cy="608012"/>
            <a:chOff x="5040" y="2592"/>
            <a:chExt cx="96" cy="384"/>
          </a:xfrm>
        </p:grpSpPr>
        <p:sp>
          <p:nvSpPr>
            <p:cNvPr id="8234" name="Oval 75"/>
            <p:cNvSpPr>
              <a:spLocks noChangeAspect="1" noChangeArrowheads="1"/>
            </p:cNvSpPr>
            <p:nvPr/>
          </p:nvSpPr>
          <p:spPr bwMode="auto">
            <a:xfrm>
              <a:off x="5040" y="2880"/>
              <a:ext cx="96" cy="96"/>
            </a:xfrm>
            <a:prstGeom prst="ellipse">
              <a:avLst/>
            </a:prstGeom>
            <a:gradFill rotWithShape="1">
              <a:gsLst>
                <a:gs pos="0">
                  <a:srgbClr val="FF0000"/>
                </a:gs>
                <a:gs pos="100000">
                  <a:srgbClr val="760000"/>
                </a:gs>
              </a:gsLst>
              <a:path path="shape">
                <a:fillToRect l="50000" t="50000" r="50000" b="50000"/>
              </a:path>
            </a:gradFill>
            <a:ln w="9525">
              <a:solidFill>
                <a:schemeClr val="tx1"/>
              </a:solidFill>
              <a:round/>
            </a:ln>
          </p:spPr>
          <p:txBody>
            <a:bodyPr wrap="none" anchor="ctr"/>
            <a:lstStyle/>
            <a:p>
              <a:endParaRPr lang="zh-CN" altLang="en-US"/>
            </a:p>
          </p:txBody>
        </p:sp>
        <p:sp>
          <p:nvSpPr>
            <p:cNvPr id="8235" name="Line 76"/>
            <p:cNvSpPr>
              <a:spLocks noChangeAspect="1" noChangeShapeType="1"/>
            </p:cNvSpPr>
            <p:nvPr/>
          </p:nvSpPr>
          <p:spPr bwMode="auto">
            <a:xfrm flipV="1">
              <a:off x="5088" y="2592"/>
              <a:ext cx="0" cy="288"/>
            </a:xfrm>
            <a:prstGeom prst="line">
              <a:avLst/>
            </a:prstGeom>
            <a:noFill/>
            <a:ln w="28575">
              <a:solidFill>
                <a:schemeClr val="accent2"/>
              </a:solidFill>
              <a:round/>
              <a:tailEnd type="triangle" w="med" len="med"/>
            </a:ln>
          </p:spPr>
          <p:txBody>
            <a:bodyPr/>
            <a:lstStyle/>
            <a:p>
              <a:endParaRPr lang="zh-CN" altLang="en-US"/>
            </a:p>
          </p:txBody>
        </p:sp>
      </p:grpSp>
      <p:sp>
        <p:nvSpPr>
          <p:cNvPr id="60493" name="Freeform 77" descr="90%"/>
          <p:cNvSpPr/>
          <p:nvPr/>
        </p:nvSpPr>
        <p:spPr bwMode="auto">
          <a:xfrm>
            <a:off x="6075363" y="4025900"/>
            <a:ext cx="1866900" cy="1809750"/>
          </a:xfrm>
          <a:custGeom>
            <a:avLst/>
            <a:gdLst>
              <a:gd name="T0" fmla="*/ 2147483647 w 1211"/>
              <a:gd name="T1" fmla="*/ 2147483647 h 1257"/>
              <a:gd name="T2" fmla="*/ 2147483647 w 1211"/>
              <a:gd name="T3" fmla="*/ 2147483647 h 1257"/>
              <a:gd name="T4" fmla="*/ 2147483647 w 1211"/>
              <a:gd name="T5" fmla="*/ 2147483647 h 1257"/>
              <a:gd name="T6" fmla="*/ 2147483647 w 1211"/>
              <a:gd name="T7" fmla="*/ 2147483647 h 1257"/>
              <a:gd name="T8" fmla="*/ 2147483647 w 1211"/>
              <a:gd name="T9" fmla="*/ 2147483647 h 1257"/>
              <a:gd name="T10" fmla="*/ 2147483647 w 1211"/>
              <a:gd name="T11" fmla="*/ 2147483647 h 1257"/>
              <a:gd name="T12" fmla="*/ 2147483647 w 1211"/>
              <a:gd name="T13" fmla="*/ 2147483647 h 1257"/>
              <a:gd name="T14" fmla="*/ 2147483647 w 1211"/>
              <a:gd name="T15" fmla="*/ 2147483647 h 1257"/>
              <a:gd name="T16" fmla="*/ 2147483647 w 1211"/>
              <a:gd name="T17" fmla="*/ 2147483647 h 1257"/>
              <a:gd name="T18" fmla="*/ 2147483647 w 1211"/>
              <a:gd name="T19" fmla="*/ 2147483647 h 1257"/>
              <a:gd name="T20" fmla="*/ 2147483647 w 1211"/>
              <a:gd name="T21" fmla="*/ 2147483647 h 125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211"/>
              <a:gd name="T34" fmla="*/ 0 h 1257"/>
              <a:gd name="T35" fmla="*/ 1211 w 1211"/>
              <a:gd name="T36" fmla="*/ 1257 h 125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211" h="1257">
                <a:moveTo>
                  <a:pt x="70" y="285"/>
                </a:moveTo>
                <a:cubicBezTo>
                  <a:pt x="11" y="383"/>
                  <a:pt x="0" y="470"/>
                  <a:pt x="10" y="582"/>
                </a:cubicBezTo>
                <a:cubicBezTo>
                  <a:pt x="20" y="694"/>
                  <a:pt x="49" y="859"/>
                  <a:pt x="132" y="957"/>
                </a:cubicBezTo>
                <a:cubicBezTo>
                  <a:pt x="216" y="1055"/>
                  <a:pt x="373" y="1128"/>
                  <a:pt x="512" y="1170"/>
                </a:cubicBezTo>
                <a:cubicBezTo>
                  <a:pt x="652" y="1212"/>
                  <a:pt x="856" y="1257"/>
                  <a:pt x="970" y="1210"/>
                </a:cubicBezTo>
                <a:cubicBezTo>
                  <a:pt x="1084" y="1164"/>
                  <a:pt x="1175" y="1005"/>
                  <a:pt x="1193" y="890"/>
                </a:cubicBezTo>
                <a:cubicBezTo>
                  <a:pt x="1211" y="774"/>
                  <a:pt x="1143" y="631"/>
                  <a:pt x="1081" y="515"/>
                </a:cubicBezTo>
                <a:cubicBezTo>
                  <a:pt x="1019" y="400"/>
                  <a:pt x="908" y="278"/>
                  <a:pt x="825" y="195"/>
                </a:cubicBezTo>
                <a:cubicBezTo>
                  <a:pt x="741" y="112"/>
                  <a:pt x="673" y="42"/>
                  <a:pt x="579" y="21"/>
                </a:cubicBezTo>
                <a:cubicBezTo>
                  <a:pt x="485" y="0"/>
                  <a:pt x="347" y="24"/>
                  <a:pt x="262" y="68"/>
                </a:cubicBezTo>
                <a:cubicBezTo>
                  <a:pt x="177" y="112"/>
                  <a:pt x="110" y="240"/>
                  <a:pt x="70" y="285"/>
                </a:cubicBezTo>
                <a:close/>
              </a:path>
            </a:pathLst>
          </a:custGeom>
          <a:pattFill prst="pct90">
            <a:fgClr>
              <a:schemeClr val="accent1"/>
            </a:fgClr>
            <a:bgClr>
              <a:schemeClr val="bg1"/>
            </a:bgClr>
          </a:pattFill>
          <a:ln w="38100">
            <a:solidFill>
              <a:schemeClr val="accent1"/>
            </a:solidFill>
            <a:round/>
          </a:ln>
        </p:spPr>
        <p:txBody>
          <a:bodyPr tIns="82800" bIns="82800">
            <a:spAutoFit/>
          </a:bodyPr>
          <a:lstStyle/>
          <a:p>
            <a:endParaRPr lang="zh-CN" altLang="en-US"/>
          </a:p>
        </p:txBody>
      </p:sp>
      <p:sp>
        <p:nvSpPr>
          <p:cNvPr id="60494" name="Text Box 78"/>
          <p:cNvSpPr txBox="1">
            <a:spLocks noChangeArrowheads="1"/>
          </p:cNvSpPr>
          <p:nvPr/>
        </p:nvSpPr>
        <p:spPr bwMode="auto">
          <a:xfrm>
            <a:off x="754063" y="1162050"/>
            <a:ext cx="4037012" cy="457200"/>
          </a:xfrm>
          <a:prstGeom prst="rect">
            <a:avLst/>
          </a:prstGeom>
          <a:noFill/>
          <a:ln w="9525">
            <a:noFill/>
            <a:miter lim="800000"/>
          </a:ln>
        </p:spPr>
        <p:txBody>
          <a:bodyPr>
            <a:spAutoFit/>
          </a:bodyPr>
          <a:lstStyle/>
          <a:p>
            <a:pPr algn="l" eaLnBrk="0" hangingPunct="0"/>
            <a:r>
              <a:rPr kumimoji="0" lang="en-US" altLang="zh-CN" b="1">
                <a:solidFill>
                  <a:srgbClr val="FF6600"/>
                </a:solidFill>
                <a:latin typeface="Times New Roman" panose="02020603050405020304" pitchFamily="18" charset="0"/>
              </a:rPr>
              <a:t>t </a:t>
            </a:r>
            <a:r>
              <a:rPr kumimoji="0" lang="zh-CN" altLang="en-US" b="1" i="0">
                <a:solidFill>
                  <a:schemeClr val="bg1"/>
                </a:solidFill>
                <a:latin typeface="Times New Roman" panose="02020603050405020304" pitchFamily="18" charset="0"/>
              </a:rPr>
              <a:t>时刻质点系的动量</a:t>
            </a:r>
            <a:endParaRPr kumimoji="0" lang="zh-CN" altLang="en-US" b="1" i="0">
              <a:solidFill>
                <a:schemeClr val="bg1"/>
              </a:solidFill>
              <a:latin typeface="Times New Roman" panose="02020603050405020304" pitchFamily="18" charset="0"/>
            </a:endParaRPr>
          </a:p>
        </p:txBody>
      </p:sp>
      <p:graphicFrame>
        <p:nvGraphicFramePr>
          <p:cNvPr id="60495" name="Object 79"/>
          <p:cNvGraphicFramePr>
            <a:graphicFrameLocks noChangeAspect="1"/>
          </p:cNvGraphicFramePr>
          <p:nvPr/>
        </p:nvGraphicFramePr>
        <p:xfrm>
          <a:off x="3608388" y="1196975"/>
          <a:ext cx="1414462" cy="639763"/>
        </p:xfrm>
        <a:graphic>
          <a:graphicData uri="http://schemas.openxmlformats.org/presentationml/2006/ole">
            <mc:AlternateContent xmlns:mc="http://schemas.openxmlformats.org/markup-compatibility/2006">
              <mc:Choice xmlns:v="urn:schemas-microsoft-com:vml" Requires="v">
                <p:oleObj spid="_x0000_s8194" name="公式" r:id="rId17" imgW="18897600" imgH="8534400" progId="Equation.3">
                  <p:embed/>
                </p:oleObj>
              </mc:Choice>
              <mc:Fallback>
                <p:oleObj name="公式" r:id="rId17" imgW="18897600" imgH="8534400" progId="Equation.3">
                  <p:embed/>
                  <p:pic>
                    <p:nvPicPr>
                      <p:cNvPr id="0" name="Object 79"/>
                      <p:cNvPicPr>
                        <a:picLocks noChangeAspect="1"/>
                      </p:cNvPicPr>
                      <p:nvPr/>
                    </p:nvPicPr>
                    <p:blipFill>
                      <a:blip r:embed="rId18"/>
                      <a:stretch>
                        <a:fillRect/>
                      </a:stretch>
                    </p:blipFill>
                    <p:spPr>
                      <a:xfrm>
                        <a:off x="3608388" y="1196975"/>
                        <a:ext cx="1414462" cy="639763"/>
                      </a:xfrm>
                      <a:prstGeom prst="rect">
                        <a:avLst/>
                      </a:prstGeom>
                      <a:noFill/>
                      <a:ln w="38100">
                        <a:noFill/>
                      </a:ln>
                    </p:spPr>
                  </p:pic>
                </p:oleObj>
              </mc:Fallback>
            </mc:AlternateContent>
          </a:graphicData>
        </a:graphic>
      </p:graphicFrame>
      <p:graphicFrame>
        <p:nvGraphicFramePr>
          <p:cNvPr id="60496" name="Object 80"/>
          <p:cNvGraphicFramePr>
            <a:graphicFrameLocks noChangeAspect="1"/>
          </p:cNvGraphicFramePr>
          <p:nvPr/>
        </p:nvGraphicFramePr>
        <p:xfrm>
          <a:off x="1220788" y="2514600"/>
          <a:ext cx="2522537" cy="436563"/>
        </p:xfrm>
        <a:graphic>
          <a:graphicData uri="http://schemas.openxmlformats.org/presentationml/2006/ole">
            <mc:AlternateContent xmlns:mc="http://schemas.openxmlformats.org/markup-compatibility/2006">
              <mc:Choice xmlns:v="urn:schemas-microsoft-com:vml" Requires="v">
                <p:oleObj spid="_x0000_s8195" name="公式" r:id="rId19" imgW="33528000" imgH="5791200" progId="Equation.3">
                  <p:embed/>
                </p:oleObj>
              </mc:Choice>
              <mc:Fallback>
                <p:oleObj name="公式" r:id="rId19" imgW="33528000" imgH="5791200" progId="Equation.3">
                  <p:embed/>
                  <p:pic>
                    <p:nvPicPr>
                      <p:cNvPr id="0" name="Object 80"/>
                      <p:cNvPicPr>
                        <a:picLocks noChangeAspect="1"/>
                      </p:cNvPicPr>
                      <p:nvPr/>
                    </p:nvPicPr>
                    <p:blipFill>
                      <a:blip r:embed="rId20"/>
                      <a:stretch>
                        <a:fillRect/>
                      </a:stretch>
                    </p:blipFill>
                    <p:spPr>
                      <a:xfrm>
                        <a:off x="1220788" y="2514600"/>
                        <a:ext cx="2522537" cy="436563"/>
                      </a:xfrm>
                      <a:prstGeom prst="rect">
                        <a:avLst/>
                      </a:prstGeom>
                      <a:noFill/>
                      <a:ln w="9525">
                        <a:noFill/>
                      </a:ln>
                    </p:spPr>
                  </p:pic>
                </p:oleObj>
              </mc:Fallback>
            </mc:AlternateContent>
          </a:graphicData>
        </a:graphic>
      </p:graphicFrame>
      <p:graphicFrame>
        <p:nvGraphicFramePr>
          <p:cNvPr id="60497" name="Object 81"/>
          <p:cNvGraphicFramePr>
            <a:graphicFrameLocks noChangeAspect="1"/>
          </p:cNvGraphicFramePr>
          <p:nvPr/>
        </p:nvGraphicFramePr>
        <p:xfrm>
          <a:off x="1196975" y="3132138"/>
          <a:ext cx="2590800" cy="434975"/>
        </p:xfrm>
        <a:graphic>
          <a:graphicData uri="http://schemas.openxmlformats.org/presentationml/2006/ole">
            <mc:AlternateContent xmlns:mc="http://schemas.openxmlformats.org/markup-compatibility/2006">
              <mc:Choice xmlns:v="urn:schemas-microsoft-com:vml" Requires="v">
                <p:oleObj spid="_x0000_s8196" name="公式" r:id="rId21" imgW="34442400" imgH="5791200" progId="Equation.3">
                  <p:embed/>
                </p:oleObj>
              </mc:Choice>
              <mc:Fallback>
                <p:oleObj name="公式" r:id="rId21" imgW="34442400" imgH="5791200" progId="Equation.3">
                  <p:embed/>
                  <p:pic>
                    <p:nvPicPr>
                      <p:cNvPr id="0" name="Object 81"/>
                      <p:cNvPicPr>
                        <a:picLocks noChangeAspect="1"/>
                      </p:cNvPicPr>
                      <p:nvPr/>
                    </p:nvPicPr>
                    <p:blipFill>
                      <a:blip r:embed="rId22"/>
                      <a:stretch>
                        <a:fillRect/>
                      </a:stretch>
                    </p:blipFill>
                    <p:spPr>
                      <a:xfrm>
                        <a:off x="1196975" y="3132138"/>
                        <a:ext cx="2590800" cy="434975"/>
                      </a:xfrm>
                      <a:prstGeom prst="rect">
                        <a:avLst/>
                      </a:prstGeom>
                      <a:noFill/>
                      <a:ln w="9525">
                        <a:noFill/>
                      </a:ln>
                    </p:spPr>
                  </p:pic>
                </p:oleObj>
              </mc:Fallback>
            </mc:AlternateContent>
          </a:graphicData>
        </a:graphic>
      </p:graphicFrame>
      <p:graphicFrame>
        <p:nvGraphicFramePr>
          <p:cNvPr id="60498" name="Object 82"/>
          <p:cNvGraphicFramePr>
            <a:graphicFrameLocks noChangeAspect="1"/>
          </p:cNvGraphicFramePr>
          <p:nvPr/>
        </p:nvGraphicFramePr>
        <p:xfrm>
          <a:off x="1131888" y="3983038"/>
          <a:ext cx="3552825" cy="434975"/>
        </p:xfrm>
        <a:graphic>
          <a:graphicData uri="http://schemas.openxmlformats.org/presentationml/2006/ole">
            <mc:AlternateContent xmlns:mc="http://schemas.openxmlformats.org/markup-compatibility/2006">
              <mc:Choice xmlns:v="urn:schemas-microsoft-com:vml" Requires="v">
                <p:oleObj spid="_x0000_s8197" name="公式" r:id="rId23" imgW="47244000" imgH="5791200" progId="Equation.3">
                  <p:embed/>
                </p:oleObj>
              </mc:Choice>
              <mc:Fallback>
                <p:oleObj name="公式" r:id="rId23" imgW="47244000" imgH="5791200" progId="Equation.3">
                  <p:embed/>
                  <p:pic>
                    <p:nvPicPr>
                      <p:cNvPr id="0" name="Object 82"/>
                      <p:cNvPicPr>
                        <a:picLocks noChangeAspect="1"/>
                      </p:cNvPicPr>
                      <p:nvPr/>
                    </p:nvPicPr>
                    <p:blipFill>
                      <a:blip r:embed="rId24"/>
                      <a:stretch>
                        <a:fillRect/>
                      </a:stretch>
                    </p:blipFill>
                    <p:spPr>
                      <a:xfrm>
                        <a:off x="1131888" y="3983038"/>
                        <a:ext cx="3552825" cy="434975"/>
                      </a:xfrm>
                      <a:prstGeom prst="rect">
                        <a:avLst/>
                      </a:prstGeom>
                      <a:noFill/>
                      <a:ln w="9525">
                        <a:noFill/>
                      </a:ln>
                    </p:spPr>
                  </p:pic>
                </p:oleObj>
              </mc:Fallback>
            </mc:AlternateContent>
          </a:graphicData>
        </a:graphic>
      </p:graphicFrame>
      <p:graphicFrame>
        <p:nvGraphicFramePr>
          <p:cNvPr id="60499" name="Object 83" descr="5%"/>
          <p:cNvGraphicFramePr>
            <a:graphicFrameLocks noChangeAspect="1"/>
          </p:cNvGraphicFramePr>
          <p:nvPr/>
        </p:nvGraphicFramePr>
        <p:xfrm>
          <a:off x="1731963" y="4711700"/>
          <a:ext cx="2357437" cy="641350"/>
        </p:xfrm>
        <a:graphic>
          <a:graphicData uri="http://schemas.openxmlformats.org/presentationml/2006/ole">
            <mc:AlternateContent xmlns:mc="http://schemas.openxmlformats.org/markup-compatibility/2006">
              <mc:Choice xmlns:v="urn:schemas-microsoft-com:vml" Requires="v">
                <p:oleObj spid="_x0000_s8198" name="公式" r:id="rId25" imgW="31394400" imgH="8534400" progId="Equation.3">
                  <p:embed/>
                </p:oleObj>
              </mc:Choice>
              <mc:Fallback>
                <p:oleObj name="公式" r:id="rId25" imgW="31394400" imgH="8534400" progId="Equation.3">
                  <p:embed/>
                  <p:pic>
                    <p:nvPicPr>
                      <p:cNvPr id="0" name="Object 83"/>
                      <p:cNvPicPr>
                        <a:picLocks noChangeAspect="1"/>
                      </p:cNvPicPr>
                      <p:nvPr/>
                    </p:nvPicPr>
                    <p:blipFill>
                      <a:blip r:embed="rId26"/>
                      <a:stretch>
                        <a:fillRect/>
                      </a:stretch>
                    </p:blipFill>
                    <p:spPr>
                      <a:xfrm>
                        <a:off x="1731963" y="4711700"/>
                        <a:ext cx="2357437" cy="641350"/>
                      </a:xfrm>
                      <a:prstGeom prst="rect">
                        <a:avLst/>
                      </a:prstGeom>
                      <a:pattFill prst="horz">
                        <a:fgClr>
                          <a:srgbClr val="CCFFFF"/>
                        </a:fgClr>
                        <a:bgClr>
                          <a:srgbClr val="CCFFFF"/>
                        </a:bgClr>
                      </a:pattFill>
                      <a:ln w="19050" cap="flat" cmpd="sng">
                        <a:solidFill>
                          <a:srgbClr val="00FFFF">
                            <a:alpha val="50000"/>
                          </a:srgbClr>
                        </a:solidFill>
                        <a:prstDash val="solid"/>
                        <a:miter/>
                        <a:headEnd type="none" w="med" len="med"/>
                        <a:tailEnd type="none" w="med" len="med"/>
                      </a:ln>
                    </p:spPr>
                  </p:pic>
                </p:oleObj>
              </mc:Fallback>
            </mc:AlternateContent>
          </a:graphicData>
        </a:graphic>
      </p:graphicFrame>
      <p:sp>
        <p:nvSpPr>
          <p:cNvPr id="60500" name="AutoShape 84"/>
          <p:cNvSpPr/>
          <p:nvPr/>
        </p:nvSpPr>
        <p:spPr bwMode="auto">
          <a:xfrm>
            <a:off x="3841750" y="2703513"/>
            <a:ext cx="215900" cy="722312"/>
          </a:xfrm>
          <a:prstGeom prst="rightBrace">
            <a:avLst>
              <a:gd name="adj1" fmla="val 27880"/>
              <a:gd name="adj2" fmla="val 50000"/>
            </a:avLst>
          </a:prstGeom>
          <a:noFill/>
          <a:ln w="28575">
            <a:solidFill>
              <a:srgbClr val="FF6600"/>
            </a:solidFill>
            <a:round/>
          </a:ln>
        </p:spPr>
        <p:txBody>
          <a:bodyPr wrap="none" anchor="ctr"/>
          <a:lstStyle/>
          <a:p>
            <a:endParaRPr lang="zh-CN" altLang="en-US"/>
          </a:p>
        </p:txBody>
      </p:sp>
      <p:sp>
        <p:nvSpPr>
          <p:cNvPr id="60501" name="Line 85"/>
          <p:cNvSpPr>
            <a:spLocks noChangeShapeType="1"/>
          </p:cNvSpPr>
          <p:nvPr/>
        </p:nvSpPr>
        <p:spPr bwMode="auto">
          <a:xfrm flipH="1" flipV="1">
            <a:off x="5715000" y="4008438"/>
            <a:ext cx="766763" cy="509587"/>
          </a:xfrm>
          <a:prstGeom prst="line">
            <a:avLst/>
          </a:prstGeom>
          <a:noFill/>
          <a:ln w="38100">
            <a:solidFill>
              <a:srgbClr val="008000"/>
            </a:solidFill>
            <a:round/>
            <a:tailEnd type="triangle" w="med" len="med"/>
          </a:ln>
        </p:spPr>
        <p:txBody>
          <a:bodyPr wrap="none" anchor="ctr"/>
          <a:lstStyle/>
          <a:p>
            <a:endParaRPr lang="zh-CN" altLang="en-US"/>
          </a:p>
        </p:txBody>
      </p:sp>
      <p:sp>
        <p:nvSpPr>
          <p:cNvPr id="60502" name="Line 86"/>
          <p:cNvSpPr>
            <a:spLocks noChangeShapeType="1"/>
          </p:cNvSpPr>
          <p:nvPr/>
        </p:nvSpPr>
        <p:spPr bwMode="auto">
          <a:xfrm flipV="1">
            <a:off x="6557963" y="3827463"/>
            <a:ext cx="914400" cy="685800"/>
          </a:xfrm>
          <a:prstGeom prst="line">
            <a:avLst/>
          </a:prstGeom>
          <a:noFill/>
          <a:ln w="38100">
            <a:solidFill>
              <a:srgbClr val="FF6600"/>
            </a:solidFill>
            <a:round/>
            <a:tailEnd type="triangle" w="med" len="med"/>
          </a:ln>
        </p:spPr>
        <p:txBody>
          <a:bodyPr wrap="none" anchor="ctr"/>
          <a:lstStyle/>
          <a:p>
            <a:endParaRPr lang="zh-CN" altLang="en-US"/>
          </a:p>
        </p:txBody>
      </p:sp>
      <p:sp>
        <p:nvSpPr>
          <p:cNvPr id="60503" name="Line 87"/>
          <p:cNvSpPr>
            <a:spLocks noChangeShapeType="1"/>
          </p:cNvSpPr>
          <p:nvPr/>
        </p:nvSpPr>
        <p:spPr bwMode="auto">
          <a:xfrm>
            <a:off x="7472363" y="5122863"/>
            <a:ext cx="838200" cy="0"/>
          </a:xfrm>
          <a:prstGeom prst="line">
            <a:avLst/>
          </a:prstGeom>
          <a:noFill/>
          <a:ln w="38100">
            <a:solidFill>
              <a:srgbClr val="FF6600"/>
            </a:solidFill>
            <a:round/>
            <a:tailEnd type="triangle" w="med" len="med"/>
          </a:ln>
        </p:spPr>
        <p:txBody>
          <a:bodyPr wrap="none" anchor="ctr"/>
          <a:lstStyle/>
          <a:p>
            <a:endParaRPr lang="zh-CN" altLang="en-US"/>
          </a:p>
        </p:txBody>
      </p:sp>
      <p:graphicFrame>
        <p:nvGraphicFramePr>
          <p:cNvPr id="60504" name="Object 88"/>
          <p:cNvGraphicFramePr/>
          <p:nvPr/>
        </p:nvGraphicFramePr>
        <p:xfrm>
          <a:off x="6667500" y="4430713"/>
          <a:ext cx="388938" cy="388937"/>
        </p:xfrm>
        <a:graphic>
          <a:graphicData uri="http://schemas.openxmlformats.org/presentationml/2006/ole">
            <mc:AlternateContent xmlns:mc="http://schemas.openxmlformats.org/markup-compatibility/2006">
              <mc:Choice xmlns:v="urn:schemas-microsoft-com:vml" Requires="v">
                <p:oleObj spid="_x0000_s8199" name="公式" r:id="rId27" imgW="5181600" imgH="5181600" progId="Equation.3">
                  <p:embed/>
                </p:oleObj>
              </mc:Choice>
              <mc:Fallback>
                <p:oleObj name="公式" r:id="rId27" imgW="5181600" imgH="5181600" progId="Equation.3">
                  <p:embed/>
                  <p:pic>
                    <p:nvPicPr>
                      <p:cNvPr id="0" name="Object 88"/>
                      <p:cNvPicPr/>
                      <p:nvPr/>
                    </p:nvPicPr>
                    <p:blipFill>
                      <a:blip r:embed="rId28"/>
                      <a:stretch>
                        <a:fillRect/>
                      </a:stretch>
                    </p:blipFill>
                    <p:spPr>
                      <a:xfrm>
                        <a:off x="6667500" y="4430713"/>
                        <a:ext cx="388938" cy="388937"/>
                      </a:xfrm>
                      <a:prstGeom prst="rect">
                        <a:avLst/>
                      </a:prstGeom>
                      <a:noFill/>
                      <a:ln w="25400">
                        <a:noFill/>
                      </a:ln>
                    </p:spPr>
                  </p:pic>
                </p:oleObj>
              </mc:Fallback>
            </mc:AlternateContent>
          </a:graphicData>
        </a:graphic>
      </p:graphicFrame>
      <p:graphicFrame>
        <p:nvGraphicFramePr>
          <p:cNvPr id="60505" name="Object 89"/>
          <p:cNvGraphicFramePr/>
          <p:nvPr/>
        </p:nvGraphicFramePr>
        <p:xfrm>
          <a:off x="6972300" y="5037138"/>
          <a:ext cx="388938" cy="388937"/>
        </p:xfrm>
        <a:graphic>
          <a:graphicData uri="http://schemas.openxmlformats.org/presentationml/2006/ole">
            <mc:AlternateContent xmlns:mc="http://schemas.openxmlformats.org/markup-compatibility/2006">
              <mc:Choice xmlns:v="urn:schemas-microsoft-com:vml" Requires="v">
                <p:oleObj spid="_x0000_s8200" name="公式" r:id="rId29" imgW="5181600" imgH="5181600" progId="Equation.3">
                  <p:embed/>
                </p:oleObj>
              </mc:Choice>
              <mc:Fallback>
                <p:oleObj name="公式" r:id="rId29" imgW="5181600" imgH="5181600" progId="Equation.3">
                  <p:embed/>
                  <p:pic>
                    <p:nvPicPr>
                      <p:cNvPr id="0" name="Object 89"/>
                      <p:cNvPicPr/>
                      <p:nvPr/>
                    </p:nvPicPr>
                    <p:blipFill>
                      <a:blip r:embed="rId30"/>
                      <a:stretch>
                        <a:fillRect/>
                      </a:stretch>
                    </p:blipFill>
                    <p:spPr>
                      <a:xfrm>
                        <a:off x="6972300" y="5037138"/>
                        <a:ext cx="388938" cy="388937"/>
                      </a:xfrm>
                      <a:prstGeom prst="rect">
                        <a:avLst/>
                      </a:prstGeom>
                      <a:noFill/>
                      <a:ln w="25400">
                        <a:noFill/>
                      </a:ln>
                    </p:spPr>
                  </p:pic>
                </p:oleObj>
              </mc:Fallback>
            </mc:AlternateContent>
          </a:graphicData>
        </a:graphic>
      </p:graphicFrame>
      <p:graphicFrame>
        <p:nvGraphicFramePr>
          <p:cNvPr id="60506" name="Object 90"/>
          <p:cNvGraphicFramePr>
            <a:graphicFrameLocks noChangeAspect="1"/>
          </p:cNvGraphicFramePr>
          <p:nvPr/>
        </p:nvGraphicFramePr>
        <p:xfrm>
          <a:off x="5392738" y="4032250"/>
          <a:ext cx="420687" cy="427038"/>
        </p:xfrm>
        <a:graphic>
          <a:graphicData uri="http://schemas.openxmlformats.org/presentationml/2006/ole">
            <mc:AlternateContent xmlns:mc="http://schemas.openxmlformats.org/markup-compatibility/2006">
              <mc:Choice xmlns:v="urn:schemas-microsoft-com:vml" Requires="v">
                <p:oleObj spid="_x0000_s8201" name="公式" r:id="rId31" imgW="5486400" imgH="5791200" progId="Equation.3">
                  <p:embed/>
                </p:oleObj>
              </mc:Choice>
              <mc:Fallback>
                <p:oleObj name="公式" r:id="rId31" imgW="5486400" imgH="5791200" progId="Equation.3">
                  <p:embed/>
                  <p:pic>
                    <p:nvPicPr>
                      <p:cNvPr id="0" name="Object 90"/>
                      <p:cNvPicPr>
                        <a:picLocks noChangeAspect="1"/>
                      </p:cNvPicPr>
                      <p:nvPr/>
                    </p:nvPicPr>
                    <p:blipFill>
                      <a:blip r:embed="rId32"/>
                      <a:stretch>
                        <a:fillRect/>
                      </a:stretch>
                    </p:blipFill>
                    <p:spPr>
                      <a:xfrm>
                        <a:off x="5392738" y="4032250"/>
                        <a:ext cx="420687" cy="427038"/>
                      </a:xfrm>
                      <a:prstGeom prst="rect">
                        <a:avLst/>
                      </a:prstGeom>
                      <a:noFill/>
                      <a:ln w="25400">
                        <a:noFill/>
                      </a:ln>
                    </p:spPr>
                  </p:pic>
                </p:oleObj>
              </mc:Fallback>
            </mc:AlternateContent>
          </a:graphicData>
        </a:graphic>
      </p:graphicFrame>
      <p:graphicFrame>
        <p:nvGraphicFramePr>
          <p:cNvPr id="60507" name="Object 91"/>
          <p:cNvGraphicFramePr/>
          <p:nvPr/>
        </p:nvGraphicFramePr>
        <p:xfrm>
          <a:off x="7948613" y="5756275"/>
          <a:ext cx="409575" cy="434975"/>
        </p:xfrm>
        <a:graphic>
          <a:graphicData uri="http://schemas.openxmlformats.org/presentationml/2006/ole">
            <mc:AlternateContent xmlns:mc="http://schemas.openxmlformats.org/markup-compatibility/2006">
              <mc:Choice xmlns:v="urn:schemas-microsoft-com:vml" Requires="v">
                <p:oleObj spid="_x0000_s8202" name="公式" r:id="rId33" imgW="5486400" imgH="5791200" progId="Equation.3">
                  <p:embed/>
                </p:oleObj>
              </mc:Choice>
              <mc:Fallback>
                <p:oleObj name="公式" r:id="rId33" imgW="5486400" imgH="5791200" progId="Equation.3">
                  <p:embed/>
                  <p:pic>
                    <p:nvPicPr>
                      <p:cNvPr id="0" name="Object 91"/>
                      <p:cNvPicPr/>
                      <p:nvPr/>
                    </p:nvPicPr>
                    <p:blipFill>
                      <a:blip r:embed="rId34"/>
                      <a:stretch>
                        <a:fillRect/>
                      </a:stretch>
                    </p:blipFill>
                    <p:spPr>
                      <a:xfrm>
                        <a:off x="7948613" y="5756275"/>
                        <a:ext cx="409575" cy="434975"/>
                      </a:xfrm>
                      <a:prstGeom prst="rect">
                        <a:avLst/>
                      </a:prstGeom>
                      <a:noFill/>
                      <a:ln w="25400">
                        <a:noFill/>
                      </a:ln>
                    </p:spPr>
                  </p:pic>
                </p:oleObj>
              </mc:Fallback>
            </mc:AlternateContent>
          </a:graphicData>
        </a:graphic>
      </p:graphicFrame>
      <p:graphicFrame>
        <p:nvGraphicFramePr>
          <p:cNvPr id="60508" name="Object 92"/>
          <p:cNvGraphicFramePr>
            <a:graphicFrameLocks noChangeAspect="1"/>
          </p:cNvGraphicFramePr>
          <p:nvPr/>
        </p:nvGraphicFramePr>
        <p:xfrm>
          <a:off x="7432675" y="3562350"/>
          <a:ext cx="349250" cy="430213"/>
        </p:xfrm>
        <a:graphic>
          <a:graphicData uri="http://schemas.openxmlformats.org/presentationml/2006/ole">
            <mc:AlternateContent xmlns:mc="http://schemas.openxmlformats.org/markup-compatibility/2006">
              <mc:Choice xmlns:v="urn:schemas-microsoft-com:vml" Requires="v">
                <p:oleObj spid="_x0000_s8203" name="公式" r:id="rId35" imgW="4572000" imgH="5791200" progId="Equation.3">
                  <p:embed/>
                </p:oleObj>
              </mc:Choice>
              <mc:Fallback>
                <p:oleObj name="公式" r:id="rId35" imgW="4572000" imgH="5791200" progId="Equation.3">
                  <p:embed/>
                  <p:pic>
                    <p:nvPicPr>
                      <p:cNvPr id="0" name="Object 92"/>
                      <p:cNvPicPr>
                        <a:picLocks noChangeAspect="1"/>
                      </p:cNvPicPr>
                      <p:nvPr/>
                    </p:nvPicPr>
                    <p:blipFill>
                      <a:blip r:embed="rId36"/>
                      <a:stretch>
                        <a:fillRect/>
                      </a:stretch>
                    </p:blipFill>
                    <p:spPr>
                      <a:xfrm>
                        <a:off x="7432675" y="3562350"/>
                        <a:ext cx="349250" cy="430213"/>
                      </a:xfrm>
                      <a:prstGeom prst="rect">
                        <a:avLst/>
                      </a:prstGeom>
                      <a:noFill/>
                      <a:ln w="25400">
                        <a:noFill/>
                      </a:ln>
                    </p:spPr>
                  </p:pic>
                </p:oleObj>
              </mc:Fallback>
            </mc:AlternateContent>
          </a:graphicData>
        </a:graphic>
      </p:graphicFrame>
      <p:graphicFrame>
        <p:nvGraphicFramePr>
          <p:cNvPr id="60509" name="Object 93"/>
          <p:cNvGraphicFramePr>
            <a:graphicFrameLocks noChangeAspect="1"/>
          </p:cNvGraphicFramePr>
          <p:nvPr/>
        </p:nvGraphicFramePr>
        <p:xfrm>
          <a:off x="8243888" y="4932363"/>
          <a:ext cx="349250" cy="427037"/>
        </p:xfrm>
        <a:graphic>
          <a:graphicData uri="http://schemas.openxmlformats.org/presentationml/2006/ole">
            <mc:AlternateContent xmlns:mc="http://schemas.openxmlformats.org/markup-compatibility/2006">
              <mc:Choice xmlns:v="urn:schemas-microsoft-com:vml" Requires="v">
                <p:oleObj spid="_x0000_s8204" name="公式" r:id="rId37" imgW="4572000" imgH="5791200" progId="Equation.3">
                  <p:embed/>
                </p:oleObj>
              </mc:Choice>
              <mc:Fallback>
                <p:oleObj name="公式" r:id="rId37" imgW="4572000" imgH="5791200" progId="Equation.3">
                  <p:embed/>
                  <p:pic>
                    <p:nvPicPr>
                      <p:cNvPr id="0" name="Object 93"/>
                      <p:cNvPicPr>
                        <a:picLocks noChangeAspect="1"/>
                      </p:cNvPicPr>
                      <p:nvPr/>
                    </p:nvPicPr>
                    <p:blipFill>
                      <a:blip r:embed="rId38"/>
                      <a:stretch>
                        <a:fillRect/>
                      </a:stretch>
                    </p:blipFill>
                    <p:spPr>
                      <a:xfrm>
                        <a:off x="8243888" y="4932363"/>
                        <a:ext cx="349250" cy="427037"/>
                      </a:xfrm>
                      <a:prstGeom prst="rect">
                        <a:avLst/>
                      </a:prstGeom>
                      <a:noFill/>
                      <a:ln w="25400">
                        <a:noFill/>
                      </a:ln>
                    </p:spPr>
                  </p:pic>
                </p:oleObj>
              </mc:Fallback>
            </mc:AlternateContent>
          </a:graphicData>
        </a:graphic>
      </p:graphicFrame>
      <p:graphicFrame>
        <p:nvGraphicFramePr>
          <p:cNvPr id="60510" name="Object 94"/>
          <p:cNvGraphicFramePr>
            <a:graphicFrameLocks noChangeAspect="1"/>
          </p:cNvGraphicFramePr>
          <p:nvPr/>
        </p:nvGraphicFramePr>
        <p:xfrm>
          <a:off x="4148138" y="2816225"/>
          <a:ext cx="1443037" cy="434975"/>
        </p:xfrm>
        <a:graphic>
          <a:graphicData uri="http://schemas.openxmlformats.org/presentationml/2006/ole">
            <mc:AlternateContent xmlns:mc="http://schemas.openxmlformats.org/markup-compatibility/2006">
              <mc:Choice xmlns:v="urn:schemas-microsoft-com:vml" Requires="v">
                <p:oleObj spid="_x0000_s8205" name="公式" r:id="rId39" imgW="19202400" imgH="5791200" progId="Equation.3">
                  <p:embed/>
                </p:oleObj>
              </mc:Choice>
              <mc:Fallback>
                <p:oleObj name="公式" r:id="rId39" imgW="19202400" imgH="5791200" progId="Equation.3">
                  <p:embed/>
                  <p:pic>
                    <p:nvPicPr>
                      <p:cNvPr id="0" name="Object 94"/>
                      <p:cNvPicPr>
                        <a:picLocks noChangeAspect="1"/>
                      </p:cNvPicPr>
                      <p:nvPr/>
                    </p:nvPicPr>
                    <p:blipFill>
                      <a:blip r:embed="rId40"/>
                      <a:stretch>
                        <a:fillRect/>
                      </a:stretch>
                    </p:blipFill>
                    <p:spPr>
                      <a:xfrm>
                        <a:off x="4148138" y="2816225"/>
                        <a:ext cx="1443037" cy="434975"/>
                      </a:xfrm>
                      <a:prstGeom prst="rect">
                        <a:avLst/>
                      </a:prstGeom>
                      <a:noFill/>
                      <a:ln w="25400">
                        <a:noFill/>
                      </a:ln>
                    </p:spPr>
                  </p:pic>
                </p:oleObj>
              </mc:Fallback>
            </mc:AlternateContent>
          </a:graphicData>
        </a:graphic>
      </p:graphicFrame>
      <p:sp>
        <p:nvSpPr>
          <p:cNvPr id="60511" name="Text Box 95"/>
          <p:cNvSpPr txBox="1">
            <a:spLocks noChangeArrowheads="1"/>
          </p:cNvSpPr>
          <p:nvPr/>
        </p:nvSpPr>
        <p:spPr bwMode="auto">
          <a:xfrm>
            <a:off x="2833688" y="5688013"/>
            <a:ext cx="2979737" cy="461962"/>
          </a:xfrm>
          <a:prstGeom prst="rect">
            <a:avLst/>
          </a:prstGeom>
          <a:noFill/>
          <a:ln w="9525">
            <a:noFill/>
            <a:miter lim="800000"/>
          </a:ln>
        </p:spPr>
        <p:txBody>
          <a:bodyPr>
            <a:spAutoFit/>
          </a:bodyPr>
          <a:lstStyle/>
          <a:p>
            <a:pPr algn="l" eaLnBrk="0" hangingPunct="0"/>
            <a:r>
              <a:rPr kumimoji="0" lang="zh-CN" altLang="en-US" b="1" i="0">
                <a:solidFill>
                  <a:srgbClr val="008000"/>
                </a:solidFill>
                <a:latin typeface="Times New Roman" panose="02020603050405020304" pitchFamily="18" charset="0"/>
              </a:rPr>
              <a:t>（质点系动量定理）</a:t>
            </a:r>
            <a:endParaRPr kumimoji="0" lang="zh-CN" altLang="en-US" i="0">
              <a:solidFill>
                <a:srgbClr val="008000"/>
              </a:solidFill>
              <a:latin typeface="Times New Roman" panose="02020603050405020304" pitchFamily="18" charset="0"/>
            </a:endParaRPr>
          </a:p>
        </p:txBody>
      </p:sp>
      <p:sp>
        <p:nvSpPr>
          <p:cNvPr id="60512" name="Oval 96"/>
          <p:cNvSpPr>
            <a:spLocks noChangeArrowheads="1"/>
          </p:cNvSpPr>
          <p:nvPr/>
        </p:nvSpPr>
        <p:spPr bwMode="auto">
          <a:xfrm>
            <a:off x="6405563" y="4437063"/>
            <a:ext cx="228600" cy="228600"/>
          </a:xfrm>
          <a:prstGeom prst="ellipse">
            <a:avLst/>
          </a:prstGeom>
          <a:gradFill rotWithShape="1">
            <a:gsLst>
              <a:gs pos="0">
                <a:srgbClr val="FF0000"/>
              </a:gs>
              <a:gs pos="100000">
                <a:srgbClr val="760000"/>
              </a:gs>
            </a:gsLst>
            <a:path path="shape">
              <a:fillToRect l="50000" t="50000" r="50000" b="50000"/>
            </a:path>
          </a:gradFill>
          <a:ln w="9525">
            <a:noFill/>
            <a:round/>
          </a:ln>
        </p:spPr>
        <p:txBody>
          <a:bodyPr wrap="none" anchor="ctr"/>
          <a:lstStyle/>
          <a:p>
            <a:endParaRPr lang="zh-CN" altLang="en-US"/>
          </a:p>
        </p:txBody>
      </p:sp>
      <p:sp>
        <p:nvSpPr>
          <p:cNvPr id="60513" name="Line 97"/>
          <p:cNvSpPr>
            <a:spLocks noChangeShapeType="1"/>
          </p:cNvSpPr>
          <p:nvPr/>
        </p:nvSpPr>
        <p:spPr bwMode="auto">
          <a:xfrm flipH="1" flipV="1">
            <a:off x="7454900" y="5170488"/>
            <a:ext cx="781050" cy="560387"/>
          </a:xfrm>
          <a:prstGeom prst="line">
            <a:avLst/>
          </a:prstGeom>
          <a:noFill/>
          <a:ln w="38100">
            <a:solidFill>
              <a:srgbClr val="008000"/>
            </a:solidFill>
            <a:round/>
            <a:headEnd type="triangle" w="med" len="med"/>
          </a:ln>
        </p:spPr>
        <p:txBody>
          <a:bodyPr wrap="none" anchor="ctr"/>
          <a:lstStyle/>
          <a:p>
            <a:endParaRPr lang="zh-CN" altLang="en-US"/>
          </a:p>
        </p:txBody>
      </p:sp>
      <p:sp>
        <p:nvSpPr>
          <p:cNvPr id="60514" name="Oval 98"/>
          <p:cNvSpPr>
            <a:spLocks noChangeArrowheads="1"/>
          </p:cNvSpPr>
          <p:nvPr/>
        </p:nvSpPr>
        <p:spPr bwMode="auto">
          <a:xfrm>
            <a:off x="7319963" y="5046663"/>
            <a:ext cx="228600" cy="228600"/>
          </a:xfrm>
          <a:prstGeom prst="ellipse">
            <a:avLst/>
          </a:prstGeom>
          <a:gradFill rotWithShape="1">
            <a:gsLst>
              <a:gs pos="0">
                <a:srgbClr val="FF0000"/>
              </a:gs>
              <a:gs pos="100000">
                <a:srgbClr val="760000"/>
              </a:gs>
            </a:gsLst>
            <a:path path="shape">
              <a:fillToRect l="50000" t="50000" r="50000" b="50000"/>
            </a:path>
          </a:gradFill>
          <a:ln w="9525">
            <a:noFill/>
            <a:round/>
          </a:ln>
        </p:spPr>
        <p:txBody>
          <a:bodyPr wrap="none" anchor="ctr"/>
          <a:lstStyle/>
          <a:p>
            <a:endParaRPr lang="zh-CN" altLang="en-US"/>
          </a:p>
        </p:txBody>
      </p:sp>
      <p:sp>
        <p:nvSpPr>
          <p:cNvPr id="60515" name="Text Box 99"/>
          <p:cNvSpPr txBox="1">
            <a:spLocks noChangeArrowheads="1"/>
          </p:cNvSpPr>
          <p:nvPr/>
        </p:nvSpPr>
        <p:spPr bwMode="auto">
          <a:xfrm>
            <a:off x="5656263" y="2806700"/>
            <a:ext cx="2071687" cy="53657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chemeClr val="bg1"/>
                </a:solidFill>
                <a:latin typeface="Times New Roman" panose="02020603050405020304" pitchFamily="18" charset="0"/>
              </a:rPr>
              <a:t>（一对内力）</a:t>
            </a:r>
            <a:endParaRPr kumimoji="0" lang="zh-CN" altLang="en-US" b="1" i="0">
              <a:solidFill>
                <a:schemeClr val="bg1"/>
              </a:solidFill>
              <a:latin typeface="Times New Roman" panose="02020603050405020304" pitchFamily="18" charset="0"/>
            </a:endParaRPr>
          </a:p>
        </p:txBody>
      </p:sp>
      <p:sp>
        <p:nvSpPr>
          <p:cNvPr id="60516" name="Text Box 100"/>
          <p:cNvSpPr txBox="1">
            <a:spLocks noChangeArrowheads="1"/>
          </p:cNvSpPr>
          <p:nvPr/>
        </p:nvSpPr>
        <p:spPr bwMode="auto">
          <a:xfrm>
            <a:off x="746125" y="1798638"/>
            <a:ext cx="3527425" cy="53657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chemeClr val="bg1"/>
                </a:solidFill>
                <a:latin typeface="Times New Roman" panose="02020603050405020304" pitchFamily="18" charset="0"/>
              </a:rPr>
              <a:t>以两个质点为例</a:t>
            </a:r>
            <a:endParaRPr kumimoji="0" lang="zh-CN" altLang="en-US" b="1" i="0">
              <a:solidFill>
                <a:schemeClr val="bg1"/>
              </a:solidFill>
              <a:latin typeface="Times New Roman" panose="02020603050405020304" pitchFamily="18" charset="0"/>
            </a:endParaRPr>
          </a:p>
        </p:txBody>
      </p:sp>
      <p:graphicFrame>
        <p:nvGraphicFramePr>
          <p:cNvPr id="60517" name="Object 101"/>
          <p:cNvGraphicFramePr>
            <a:graphicFrameLocks noChangeAspect="1"/>
          </p:cNvGraphicFramePr>
          <p:nvPr/>
        </p:nvGraphicFramePr>
        <p:xfrm>
          <a:off x="1717675" y="5697538"/>
          <a:ext cx="1119188" cy="388937"/>
        </p:xfrm>
        <a:graphic>
          <a:graphicData uri="http://schemas.openxmlformats.org/presentationml/2006/ole">
            <mc:AlternateContent xmlns:mc="http://schemas.openxmlformats.org/markup-compatibility/2006">
              <mc:Choice xmlns:v="urn:schemas-microsoft-com:vml" Requires="v">
                <p:oleObj spid="_x0000_s8206" name="公式" r:id="rId41" imgW="14935200" imgH="5181600" progId="Equation.3">
                  <p:embed/>
                </p:oleObj>
              </mc:Choice>
              <mc:Fallback>
                <p:oleObj name="公式" r:id="rId41" imgW="14935200" imgH="5181600" progId="Equation.3">
                  <p:embed/>
                  <p:pic>
                    <p:nvPicPr>
                      <p:cNvPr id="0" name="Object 101"/>
                      <p:cNvPicPr>
                        <a:picLocks noChangeAspect="1"/>
                      </p:cNvPicPr>
                      <p:nvPr/>
                    </p:nvPicPr>
                    <p:blipFill>
                      <a:blip r:embed="rId42"/>
                      <a:stretch>
                        <a:fillRect/>
                      </a:stretch>
                    </p:blipFill>
                    <p:spPr>
                      <a:xfrm>
                        <a:off x="1717675" y="5697538"/>
                        <a:ext cx="1119188" cy="388937"/>
                      </a:xfrm>
                      <a:prstGeom prst="rect">
                        <a:avLst/>
                      </a:prstGeom>
                      <a:solidFill>
                        <a:srgbClr val="66FFFF">
                          <a:alpha val="42999"/>
                        </a:srgbClr>
                      </a:solidFill>
                      <a:ln w="19050" cap="flat" cmpd="sng">
                        <a:solidFill>
                          <a:srgbClr val="00FFFF">
                            <a:alpha val="50000"/>
                          </a:srgbClr>
                        </a:solidFill>
                        <a:prstDash val="solid"/>
                        <a:miter/>
                        <a:headEnd type="none" w="med" len="med"/>
                        <a:tailEnd type="none" w="med" len="med"/>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8"/>
                                        </p:tgtEl>
                                        <p:attrNameLst>
                                          <p:attrName>style.visibility</p:attrName>
                                        </p:attrNameLst>
                                      </p:cBhvr>
                                      <p:to>
                                        <p:strVal val="visible"/>
                                      </p:to>
                                    </p:set>
                                    <p:animEffect transition="in" filter="wipe(left)">
                                      <p:cBhvr>
                                        <p:cTn id="7" dur="500"/>
                                        <p:tgtEl>
                                          <p:spTgt spid="6041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60469"/>
                                        </p:tgtEl>
                                        <p:attrNameLst>
                                          <p:attrName>style.visibility</p:attrName>
                                        </p:attrNameLst>
                                      </p:cBhvr>
                                      <p:to>
                                        <p:strVal val="visible"/>
                                      </p:to>
                                    </p:set>
                                    <p:animEffect transition="in" filter="box(out)">
                                      <p:cBhvr>
                                        <p:cTn id="12" dur="500"/>
                                        <p:tgtEl>
                                          <p:spTgt spid="6046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par>
                          <p:cTn id="26" fill="hold">
                            <p:stCondLst>
                              <p:cond delay="1500"/>
                            </p:stCondLst>
                            <p:childTnLst>
                              <p:par>
                                <p:cTn id="27" presetID="9" presetClass="entr" presetSubtype="0"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dissolve">
                                      <p:cBhvr>
                                        <p:cTn id="29" dur="500"/>
                                        <p:tgtEl>
                                          <p:spTgt spid="5"/>
                                        </p:tgtEl>
                                      </p:cBhvr>
                                    </p:animEffect>
                                  </p:childTnLst>
                                </p:cTn>
                              </p:par>
                            </p:childTnLst>
                          </p:cTn>
                        </p:par>
                        <p:par>
                          <p:cTn id="30" fill="hold">
                            <p:stCondLst>
                              <p:cond delay="2000"/>
                            </p:stCondLst>
                            <p:childTnLst>
                              <p:par>
                                <p:cTn id="31" presetID="9" presetClass="entr" presetSubtype="0"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60494"/>
                                        </p:tgtEl>
                                        <p:attrNameLst>
                                          <p:attrName>style.visibility</p:attrName>
                                        </p:attrNameLst>
                                      </p:cBhvr>
                                      <p:to>
                                        <p:strVal val="visible"/>
                                      </p:to>
                                    </p:set>
                                    <p:animEffect transition="in" filter="wipe(left)">
                                      <p:cBhvr>
                                        <p:cTn id="38" dur="500"/>
                                        <p:tgtEl>
                                          <p:spTgt spid="6049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0495"/>
                                        </p:tgtEl>
                                        <p:attrNameLst>
                                          <p:attrName>style.visibility</p:attrName>
                                        </p:attrNameLst>
                                      </p:cBhvr>
                                      <p:to>
                                        <p:strVal val="visible"/>
                                      </p:to>
                                    </p:set>
                                    <p:animEffect transition="in" filter="wipe(left)">
                                      <p:cBhvr>
                                        <p:cTn id="43" dur="500"/>
                                        <p:tgtEl>
                                          <p:spTgt spid="6049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0516"/>
                                        </p:tgtEl>
                                        <p:attrNameLst>
                                          <p:attrName>style.visibility</p:attrName>
                                        </p:attrNameLst>
                                      </p:cBhvr>
                                      <p:to>
                                        <p:strVal val="visible"/>
                                      </p:to>
                                    </p:set>
                                    <p:animEffect transition="in" filter="wipe(left)">
                                      <p:cBhvr>
                                        <p:cTn id="48" dur="500"/>
                                        <p:tgtEl>
                                          <p:spTgt spid="6051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60512"/>
                                        </p:tgtEl>
                                        <p:attrNameLst>
                                          <p:attrName>style.visibility</p:attrName>
                                        </p:attrNameLst>
                                      </p:cBhvr>
                                      <p:to>
                                        <p:strVal val="visible"/>
                                      </p:to>
                                    </p:set>
                                    <p:animEffect transition="in" filter="wipe(left)">
                                      <p:cBhvr>
                                        <p:cTn id="53" dur="500"/>
                                        <p:tgtEl>
                                          <p:spTgt spid="60512"/>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60504"/>
                                        </p:tgtEl>
                                        <p:attrNameLst>
                                          <p:attrName>style.visibility</p:attrName>
                                        </p:attrNameLst>
                                      </p:cBhvr>
                                      <p:to>
                                        <p:strVal val="visible"/>
                                      </p:to>
                                    </p:set>
                                    <p:animEffect transition="in" filter="wipe(left)">
                                      <p:cBhvr>
                                        <p:cTn id="58" dur="500"/>
                                        <p:tgtEl>
                                          <p:spTgt spid="6050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60514"/>
                                        </p:tgtEl>
                                        <p:attrNameLst>
                                          <p:attrName>style.visibility</p:attrName>
                                        </p:attrNameLst>
                                      </p:cBhvr>
                                      <p:to>
                                        <p:strVal val="visible"/>
                                      </p:to>
                                    </p:set>
                                    <p:animEffect transition="in" filter="wipe(left)">
                                      <p:cBhvr>
                                        <p:cTn id="63" dur="500"/>
                                        <p:tgtEl>
                                          <p:spTgt spid="60514"/>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60505"/>
                                        </p:tgtEl>
                                        <p:attrNameLst>
                                          <p:attrName>style.visibility</p:attrName>
                                        </p:attrNameLst>
                                      </p:cBhvr>
                                      <p:to>
                                        <p:strVal val="visible"/>
                                      </p:to>
                                    </p:set>
                                    <p:animEffect transition="in" filter="wipe(left)">
                                      <p:cBhvr>
                                        <p:cTn id="68" dur="500"/>
                                        <p:tgtEl>
                                          <p:spTgt spid="60505"/>
                                        </p:tgtEl>
                                      </p:cBhvr>
                                    </p:animEffect>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60493"/>
                                        </p:tgtEl>
                                        <p:attrNameLst>
                                          <p:attrName>style.visibility</p:attrName>
                                        </p:attrNameLst>
                                      </p:cBhvr>
                                      <p:to>
                                        <p:strVal val="visible"/>
                                      </p:to>
                                    </p:set>
                                    <p:anim calcmode="lin" valueType="num">
                                      <p:cBhvr>
                                        <p:cTn id="73" dur="500" fill="hold"/>
                                        <p:tgtEl>
                                          <p:spTgt spid="60493"/>
                                        </p:tgtEl>
                                        <p:attrNameLst>
                                          <p:attrName>ppt_w</p:attrName>
                                        </p:attrNameLst>
                                      </p:cBhvr>
                                      <p:tavLst>
                                        <p:tav tm="0">
                                          <p:val>
                                            <p:fltVal val="0"/>
                                          </p:val>
                                        </p:tav>
                                        <p:tav tm="100000">
                                          <p:val>
                                            <p:strVal val="#ppt_w"/>
                                          </p:val>
                                        </p:tav>
                                      </p:tavLst>
                                    </p:anim>
                                    <p:anim calcmode="lin" valueType="num">
                                      <p:cBhvr>
                                        <p:cTn id="74" dur="500" fill="hold"/>
                                        <p:tgtEl>
                                          <p:spTgt spid="60493"/>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0502"/>
                                        </p:tgtEl>
                                        <p:attrNameLst>
                                          <p:attrName>style.visibility</p:attrName>
                                        </p:attrNameLst>
                                      </p:cBhvr>
                                      <p:to>
                                        <p:strVal val="visible"/>
                                      </p:to>
                                    </p:set>
                                    <p:animEffect transition="in" filter="wipe(left)">
                                      <p:cBhvr>
                                        <p:cTn id="79" dur="500"/>
                                        <p:tgtEl>
                                          <p:spTgt spid="60502"/>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60508"/>
                                        </p:tgtEl>
                                        <p:attrNameLst>
                                          <p:attrName>style.visibility</p:attrName>
                                        </p:attrNameLst>
                                      </p:cBhvr>
                                      <p:to>
                                        <p:strVal val="visible"/>
                                      </p:to>
                                    </p:set>
                                    <p:animEffect transition="in" filter="wipe(left)">
                                      <p:cBhvr>
                                        <p:cTn id="84" dur="500"/>
                                        <p:tgtEl>
                                          <p:spTgt spid="6050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2" fill="hold" grpId="0" nodeType="clickEffect">
                                  <p:stCondLst>
                                    <p:cond delay="0"/>
                                  </p:stCondLst>
                                  <p:childTnLst>
                                    <p:set>
                                      <p:cBhvr>
                                        <p:cTn id="88" dur="1" fill="hold">
                                          <p:stCondLst>
                                            <p:cond delay="0"/>
                                          </p:stCondLst>
                                        </p:cTn>
                                        <p:tgtEl>
                                          <p:spTgt spid="60501"/>
                                        </p:tgtEl>
                                        <p:attrNameLst>
                                          <p:attrName>style.visibility</p:attrName>
                                        </p:attrNameLst>
                                      </p:cBhvr>
                                      <p:to>
                                        <p:strVal val="visible"/>
                                      </p:to>
                                    </p:set>
                                    <p:animEffect transition="in" filter="wipe(right)">
                                      <p:cBhvr>
                                        <p:cTn id="89" dur="500"/>
                                        <p:tgtEl>
                                          <p:spTgt spid="60501"/>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60506"/>
                                        </p:tgtEl>
                                        <p:attrNameLst>
                                          <p:attrName>style.visibility</p:attrName>
                                        </p:attrNameLst>
                                      </p:cBhvr>
                                      <p:to>
                                        <p:strVal val="visible"/>
                                      </p:to>
                                    </p:set>
                                    <p:animEffect transition="in" filter="wipe(left)">
                                      <p:cBhvr>
                                        <p:cTn id="94" dur="500"/>
                                        <p:tgtEl>
                                          <p:spTgt spid="6050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60503"/>
                                        </p:tgtEl>
                                        <p:attrNameLst>
                                          <p:attrName>style.visibility</p:attrName>
                                        </p:attrNameLst>
                                      </p:cBhvr>
                                      <p:to>
                                        <p:strVal val="visible"/>
                                      </p:to>
                                    </p:set>
                                    <p:animEffect transition="in" filter="wipe(left)">
                                      <p:cBhvr>
                                        <p:cTn id="99" dur="500"/>
                                        <p:tgtEl>
                                          <p:spTgt spid="60503"/>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60509"/>
                                        </p:tgtEl>
                                        <p:attrNameLst>
                                          <p:attrName>style.visibility</p:attrName>
                                        </p:attrNameLst>
                                      </p:cBhvr>
                                      <p:to>
                                        <p:strVal val="visible"/>
                                      </p:to>
                                    </p:set>
                                    <p:animEffect transition="in" filter="wipe(left)">
                                      <p:cBhvr>
                                        <p:cTn id="104" dur="500"/>
                                        <p:tgtEl>
                                          <p:spTgt spid="60509"/>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60513"/>
                                        </p:tgtEl>
                                        <p:attrNameLst>
                                          <p:attrName>style.visibility</p:attrName>
                                        </p:attrNameLst>
                                      </p:cBhvr>
                                      <p:to>
                                        <p:strVal val="visible"/>
                                      </p:to>
                                    </p:set>
                                    <p:animEffect transition="in" filter="wipe(left)">
                                      <p:cBhvr>
                                        <p:cTn id="109" dur="500"/>
                                        <p:tgtEl>
                                          <p:spTgt spid="60513"/>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60507"/>
                                        </p:tgtEl>
                                        <p:attrNameLst>
                                          <p:attrName>style.visibility</p:attrName>
                                        </p:attrNameLst>
                                      </p:cBhvr>
                                      <p:to>
                                        <p:strVal val="visible"/>
                                      </p:to>
                                    </p:set>
                                    <p:animEffect transition="in" filter="wipe(left)">
                                      <p:cBhvr>
                                        <p:cTn id="114" dur="500"/>
                                        <p:tgtEl>
                                          <p:spTgt spid="60507"/>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60496"/>
                                        </p:tgtEl>
                                        <p:attrNameLst>
                                          <p:attrName>style.visibility</p:attrName>
                                        </p:attrNameLst>
                                      </p:cBhvr>
                                      <p:to>
                                        <p:strVal val="visible"/>
                                      </p:to>
                                    </p:set>
                                    <p:animEffect transition="in" filter="wipe(left)">
                                      <p:cBhvr>
                                        <p:cTn id="119" dur="500"/>
                                        <p:tgtEl>
                                          <p:spTgt spid="60496"/>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60497"/>
                                        </p:tgtEl>
                                        <p:attrNameLst>
                                          <p:attrName>style.visibility</p:attrName>
                                        </p:attrNameLst>
                                      </p:cBhvr>
                                      <p:to>
                                        <p:strVal val="visible"/>
                                      </p:to>
                                    </p:set>
                                    <p:animEffect transition="in" filter="wipe(left)">
                                      <p:cBhvr>
                                        <p:cTn id="124" dur="500"/>
                                        <p:tgtEl>
                                          <p:spTgt spid="60497"/>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grpId="0" nodeType="clickEffect">
                                  <p:stCondLst>
                                    <p:cond delay="0"/>
                                  </p:stCondLst>
                                  <p:childTnLst>
                                    <p:set>
                                      <p:cBhvr>
                                        <p:cTn id="128" dur="1" fill="hold">
                                          <p:stCondLst>
                                            <p:cond delay="0"/>
                                          </p:stCondLst>
                                        </p:cTn>
                                        <p:tgtEl>
                                          <p:spTgt spid="60500"/>
                                        </p:tgtEl>
                                        <p:attrNameLst>
                                          <p:attrName>style.visibility</p:attrName>
                                        </p:attrNameLst>
                                      </p:cBhvr>
                                      <p:to>
                                        <p:strVal val="visible"/>
                                      </p:to>
                                    </p:set>
                                    <p:animEffect transition="in" filter="wipe(left)">
                                      <p:cBhvr>
                                        <p:cTn id="129" dur="500"/>
                                        <p:tgtEl>
                                          <p:spTgt spid="60500"/>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60510"/>
                                        </p:tgtEl>
                                        <p:attrNameLst>
                                          <p:attrName>style.visibility</p:attrName>
                                        </p:attrNameLst>
                                      </p:cBhvr>
                                      <p:to>
                                        <p:strVal val="visible"/>
                                      </p:to>
                                    </p:set>
                                    <p:animEffect transition="in" filter="wipe(left)">
                                      <p:cBhvr>
                                        <p:cTn id="134" dur="500"/>
                                        <p:tgtEl>
                                          <p:spTgt spid="60510"/>
                                        </p:tgtEl>
                                      </p:cBhvr>
                                    </p:animEffect>
                                  </p:childTnLst>
                                </p:cTn>
                              </p:par>
                            </p:childTnLst>
                          </p:cTn>
                        </p:par>
                        <p:par>
                          <p:cTn id="135" fill="hold">
                            <p:stCondLst>
                              <p:cond delay="500"/>
                            </p:stCondLst>
                            <p:childTnLst>
                              <p:par>
                                <p:cTn id="136" presetID="22" presetClass="entr" presetSubtype="8" fill="hold" grpId="0" nodeType="afterEffect">
                                  <p:stCondLst>
                                    <p:cond delay="0"/>
                                  </p:stCondLst>
                                  <p:childTnLst>
                                    <p:set>
                                      <p:cBhvr>
                                        <p:cTn id="137" dur="1" fill="hold">
                                          <p:stCondLst>
                                            <p:cond delay="0"/>
                                          </p:stCondLst>
                                        </p:cTn>
                                        <p:tgtEl>
                                          <p:spTgt spid="60515"/>
                                        </p:tgtEl>
                                        <p:attrNameLst>
                                          <p:attrName>style.visibility</p:attrName>
                                        </p:attrNameLst>
                                      </p:cBhvr>
                                      <p:to>
                                        <p:strVal val="visible"/>
                                      </p:to>
                                    </p:set>
                                    <p:animEffect transition="in" filter="wipe(left)">
                                      <p:cBhvr>
                                        <p:cTn id="138" dur="500"/>
                                        <p:tgtEl>
                                          <p:spTgt spid="60515"/>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8" fill="hold" nodeType="clickEffect">
                                  <p:stCondLst>
                                    <p:cond delay="0"/>
                                  </p:stCondLst>
                                  <p:childTnLst>
                                    <p:set>
                                      <p:cBhvr>
                                        <p:cTn id="142" dur="1" fill="hold">
                                          <p:stCondLst>
                                            <p:cond delay="0"/>
                                          </p:stCondLst>
                                        </p:cTn>
                                        <p:tgtEl>
                                          <p:spTgt spid="60498"/>
                                        </p:tgtEl>
                                        <p:attrNameLst>
                                          <p:attrName>style.visibility</p:attrName>
                                        </p:attrNameLst>
                                      </p:cBhvr>
                                      <p:to>
                                        <p:strVal val="visible"/>
                                      </p:to>
                                    </p:set>
                                    <p:animEffect transition="in" filter="wipe(left)">
                                      <p:cBhvr>
                                        <p:cTn id="143" dur="500"/>
                                        <p:tgtEl>
                                          <p:spTgt spid="60498"/>
                                        </p:tgtEl>
                                      </p:cBhvr>
                                    </p:animEffect>
                                  </p:childTnLst>
                                </p:cTn>
                              </p:par>
                            </p:childTnLst>
                          </p:cTn>
                        </p:par>
                      </p:childTnLst>
                    </p:cTn>
                  </p:par>
                  <p:par>
                    <p:cTn id="144" fill="hold">
                      <p:stCondLst>
                        <p:cond delay="indefinite"/>
                      </p:stCondLst>
                      <p:childTnLst>
                        <p:par>
                          <p:cTn id="145" fill="hold">
                            <p:stCondLst>
                              <p:cond delay="0"/>
                            </p:stCondLst>
                            <p:childTnLst>
                              <p:par>
                                <p:cTn id="146" presetID="22" presetClass="entr" presetSubtype="8" fill="hold" nodeType="clickEffect">
                                  <p:stCondLst>
                                    <p:cond delay="0"/>
                                  </p:stCondLst>
                                  <p:childTnLst>
                                    <p:set>
                                      <p:cBhvr>
                                        <p:cTn id="147" dur="1" fill="hold">
                                          <p:stCondLst>
                                            <p:cond delay="0"/>
                                          </p:stCondLst>
                                        </p:cTn>
                                        <p:tgtEl>
                                          <p:spTgt spid="60499"/>
                                        </p:tgtEl>
                                        <p:attrNameLst>
                                          <p:attrName>style.visibility</p:attrName>
                                        </p:attrNameLst>
                                      </p:cBhvr>
                                      <p:to>
                                        <p:strVal val="visible"/>
                                      </p:to>
                                    </p:set>
                                    <p:animEffect transition="in" filter="wipe(left)">
                                      <p:cBhvr>
                                        <p:cTn id="148" dur="500"/>
                                        <p:tgtEl>
                                          <p:spTgt spid="60499"/>
                                        </p:tgtEl>
                                      </p:cBhvr>
                                    </p:animEffec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nodeType="clickEffect">
                                  <p:stCondLst>
                                    <p:cond delay="0"/>
                                  </p:stCondLst>
                                  <p:childTnLst>
                                    <p:set>
                                      <p:cBhvr>
                                        <p:cTn id="152" dur="1" fill="hold">
                                          <p:stCondLst>
                                            <p:cond delay="0"/>
                                          </p:stCondLst>
                                        </p:cTn>
                                        <p:tgtEl>
                                          <p:spTgt spid="60517"/>
                                        </p:tgtEl>
                                        <p:attrNameLst>
                                          <p:attrName>style.visibility</p:attrName>
                                        </p:attrNameLst>
                                      </p:cBhvr>
                                      <p:to>
                                        <p:strVal val="visible"/>
                                      </p:to>
                                    </p:set>
                                    <p:animEffect transition="in" filter="wipe(left)">
                                      <p:cBhvr>
                                        <p:cTn id="153" dur="500"/>
                                        <p:tgtEl>
                                          <p:spTgt spid="60517"/>
                                        </p:tgtEl>
                                      </p:cBhvr>
                                    </p:animEffect>
                                  </p:childTnLst>
                                </p:cTn>
                              </p:par>
                            </p:childTnLst>
                          </p:cTn>
                        </p:par>
                      </p:childTnLst>
                    </p:cTn>
                  </p:par>
                  <p:par>
                    <p:cTn id="154" fill="hold">
                      <p:stCondLst>
                        <p:cond delay="indefinite"/>
                      </p:stCondLst>
                      <p:childTnLst>
                        <p:par>
                          <p:cTn id="155" fill="hold">
                            <p:stCondLst>
                              <p:cond delay="0"/>
                            </p:stCondLst>
                            <p:childTnLst>
                              <p:par>
                                <p:cTn id="156" presetID="22" presetClass="entr" presetSubtype="8" fill="hold" grpId="0" nodeType="clickEffect">
                                  <p:stCondLst>
                                    <p:cond delay="0"/>
                                  </p:stCondLst>
                                  <p:childTnLst>
                                    <p:set>
                                      <p:cBhvr>
                                        <p:cTn id="157" dur="1" fill="hold">
                                          <p:stCondLst>
                                            <p:cond delay="0"/>
                                          </p:stCondLst>
                                        </p:cTn>
                                        <p:tgtEl>
                                          <p:spTgt spid="60511"/>
                                        </p:tgtEl>
                                        <p:attrNameLst>
                                          <p:attrName>style.visibility</p:attrName>
                                        </p:attrNameLst>
                                      </p:cBhvr>
                                      <p:to>
                                        <p:strVal val="visible"/>
                                      </p:to>
                                    </p:set>
                                    <p:animEffect transition="in" filter="wipe(left)">
                                      <p:cBhvr>
                                        <p:cTn id="158" dur="500"/>
                                        <p:tgtEl>
                                          <p:spTgt spid="605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8" grpId="0"/>
      <p:bldP spid="60469" grpId="0" animBg="1"/>
      <p:bldP spid="60493" grpId="0" animBg="1"/>
      <p:bldP spid="60494" grpId="0" autoUpdateAnimBg="0"/>
      <p:bldP spid="60500" grpId="0" animBg="1"/>
      <p:bldP spid="60501" grpId="0" animBg="1"/>
      <p:bldP spid="60502" grpId="0" animBg="1"/>
      <p:bldP spid="60503" grpId="0" animBg="1"/>
      <p:bldP spid="60511" grpId="0" autoUpdateAnimBg="0"/>
      <p:bldP spid="60512" grpId="0" animBg="1"/>
      <p:bldP spid="60513" grpId="0" animBg="1"/>
      <p:bldP spid="60514" grpId="0" animBg="1"/>
      <p:bldP spid="60515" grpId="0"/>
      <p:bldP spid="605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p:cNvSpPr>
          <p:nvPr/>
        </p:nvSpPr>
        <p:spPr bwMode="auto">
          <a:xfrm>
            <a:off x="539750" y="1344613"/>
            <a:ext cx="8280400" cy="1076325"/>
          </a:xfrm>
          <a:prstGeom prst="rect">
            <a:avLst/>
          </a:prstGeom>
          <a:solidFill>
            <a:srgbClr val="66FFFF">
              <a:alpha val="50000"/>
            </a:srgbClr>
          </a:solidFill>
          <a:ln w="9525" algn="ctr">
            <a:solidFill>
              <a:srgbClr val="00CCFF">
                <a:alpha val="80000"/>
              </a:srgbClr>
            </a:solidFill>
            <a:miter lim="800000"/>
          </a:ln>
          <a:effectLst/>
        </p:spPr>
        <p:txBody>
          <a:bodyPr anchor="ctr">
            <a:spAutoFit/>
          </a:bodyPr>
          <a:lstStyle/>
          <a:p>
            <a:pPr>
              <a:defRPr/>
            </a:pPr>
            <a:endParaRPr kumimoji="0" lang="zh-CN" altLang="en-GB" sz="3200" i="0">
              <a:solidFill>
                <a:srgbClr val="66FFFF"/>
              </a:solidFill>
              <a:effectDag name="">
                <a:cont type="tree" name="">
                  <a:effect ref="fillLine"/>
                  <a:outerShdw dist="38100" dir="13500000" algn="br">
                    <a:srgbClr val="99FFFF"/>
                  </a:outerShdw>
                </a:cont>
                <a:cont type="tree" name="">
                  <a:effect ref="fillLine"/>
                  <a:outerShdw dist="38100" dir="2700000" algn="tl">
                    <a:srgbClr val="3D9999"/>
                  </a:outerShdw>
                </a:cont>
                <a:effect ref="fillLine"/>
              </a:effectDag>
              <a:latin typeface="Times New Roman" panose="02020603050405020304" pitchFamily="18" charset="0"/>
            </a:endParaRPr>
          </a:p>
          <a:p>
            <a:pPr>
              <a:defRPr/>
            </a:pPr>
            <a:r>
              <a:rPr kumimoji="0" lang="en-US" altLang="zh-CN" sz="3200" i="0">
                <a:solidFill>
                  <a:srgbClr val="66FFFF"/>
                </a:solidFill>
                <a:effectDag name="">
                  <a:cont type="tree" name="">
                    <a:effect ref="fillLine"/>
                    <a:outerShdw dist="38100" dir="13500000" algn="br">
                      <a:srgbClr val="99FFFF"/>
                    </a:outerShdw>
                  </a:cont>
                  <a:cont type="tree" name="">
                    <a:effect ref="fillLine"/>
                    <a:outerShdw dist="38100" dir="2700000" algn="tl">
                      <a:srgbClr val="3D9999"/>
                    </a:outerShdw>
                  </a:cont>
                  <a:effect ref="fillLine"/>
                </a:effectDag>
                <a:latin typeface="Times New Roman" panose="02020603050405020304" pitchFamily="18" charset="0"/>
              </a:rPr>
              <a:t> </a:t>
            </a:r>
            <a:endParaRPr kumimoji="0" lang="en-US" altLang="zh-CN" sz="3200" i="0">
              <a:solidFill>
                <a:srgbClr val="66FFFF"/>
              </a:solidFill>
              <a:effectDag name="">
                <a:cont type="tree" name="">
                  <a:effect ref="fillLine"/>
                  <a:outerShdw dist="38100" dir="13500000" algn="br">
                    <a:srgbClr val="99FFFF"/>
                  </a:outerShdw>
                </a:cont>
                <a:cont type="tree" name="">
                  <a:effect ref="fillLine"/>
                  <a:outerShdw dist="38100" dir="2700000" algn="tl">
                    <a:srgbClr val="3D9999"/>
                  </a:outerShdw>
                </a:cont>
                <a:effect ref="fillLine"/>
              </a:effectDag>
              <a:latin typeface="Times New Roman" panose="02020603050405020304" pitchFamily="18" charset="0"/>
            </a:endParaRPr>
          </a:p>
        </p:txBody>
      </p:sp>
      <p:sp>
        <p:nvSpPr>
          <p:cNvPr id="143363" name="Text Box 3"/>
          <p:cNvSpPr txBox="1">
            <a:spLocks noChangeArrowheads="1"/>
          </p:cNvSpPr>
          <p:nvPr/>
        </p:nvSpPr>
        <p:spPr bwMode="auto">
          <a:xfrm>
            <a:off x="468313" y="617538"/>
            <a:ext cx="2328862" cy="457200"/>
          </a:xfrm>
          <a:prstGeom prst="rect">
            <a:avLst/>
          </a:prstGeom>
          <a:noFill/>
          <a:ln w="9525">
            <a:noFill/>
            <a:miter lim="800000"/>
          </a:ln>
        </p:spPr>
        <p:txBody>
          <a:bodyPr wrap="none">
            <a:spAutoFit/>
          </a:bodyPr>
          <a:lstStyle/>
          <a:p>
            <a:pPr algn="l" eaLnBrk="0" hangingPunct="0"/>
            <a:r>
              <a:rPr kumimoji="0" lang="zh-CN" altLang="en-US" b="1" i="0">
                <a:solidFill>
                  <a:schemeClr val="bg1"/>
                </a:solidFill>
                <a:latin typeface="Times New Roman" panose="02020603050405020304" pitchFamily="18" charset="0"/>
              </a:rPr>
              <a:t>在有限时间内：</a:t>
            </a:r>
            <a:endParaRPr kumimoji="0" lang="zh-CN" altLang="en-US" i="0">
              <a:solidFill>
                <a:schemeClr val="bg1"/>
              </a:solidFill>
              <a:latin typeface="Times New Roman" panose="02020603050405020304" pitchFamily="18" charset="0"/>
            </a:endParaRPr>
          </a:p>
        </p:txBody>
      </p:sp>
      <p:graphicFrame>
        <p:nvGraphicFramePr>
          <p:cNvPr id="143364" name="Object 4"/>
          <p:cNvGraphicFramePr>
            <a:graphicFrameLocks noChangeAspect="1"/>
          </p:cNvGraphicFramePr>
          <p:nvPr/>
        </p:nvGraphicFramePr>
        <p:xfrm>
          <a:off x="2681288" y="549275"/>
          <a:ext cx="5280025" cy="752475"/>
        </p:xfrm>
        <a:graphic>
          <a:graphicData uri="http://schemas.openxmlformats.org/presentationml/2006/ole">
            <mc:AlternateContent xmlns:mc="http://schemas.openxmlformats.org/markup-compatibility/2006">
              <mc:Choice xmlns:v="urn:schemas-microsoft-com:vml" Requires="v">
                <p:oleObj spid="_x0000_s9217" name="公式" r:id="rId1" imgW="70408800" imgH="10058400" progId="Equation.3">
                  <p:embed/>
                </p:oleObj>
              </mc:Choice>
              <mc:Fallback>
                <p:oleObj name="公式" r:id="rId1" imgW="70408800" imgH="10058400" progId="Equation.3">
                  <p:embed/>
                  <p:pic>
                    <p:nvPicPr>
                      <p:cNvPr id="0" name="Object 4"/>
                      <p:cNvPicPr>
                        <a:picLocks noChangeAspect="1"/>
                      </p:cNvPicPr>
                      <p:nvPr/>
                    </p:nvPicPr>
                    <p:blipFill>
                      <a:blip r:embed="rId2"/>
                      <a:stretch>
                        <a:fillRect/>
                      </a:stretch>
                    </p:blipFill>
                    <p:spPr>
                      <a:xfrm>
                        <a:off x="2681288" y="549275"/>
                        <a:ext cx="5280025" cy="752475"/>
                      </a:xfrm>
                      <a:prstGeom prst="rect">
                        <a:avLst/>
                      </a:prstGeom>
                      <a:noFill/>
                      <a:ln w="19050">
                        <a:noFill/>
                      </a:ln>
                    </p:spPr>
                  </p:pic>
                </p:oleObj>
              </mc:Fallback>
            </mc:AlternateContent>
          </a:graphicData>
        </a:graphic>
      </p:graphicFrame>
      <p:sp>
        <p:nvSpPr>
          <p:cNvPr id="143365" name="Text Box 5"/>
          <p:cNvSpPr txBox="1">
            <a:spLocks noChangeArrowheads="1"/>
          </p:cNvSpPr>
          <p:nvPr/>
        </p:nvSpPr>
        <p:spPr bwMode="auto">
          <a:xfrm>
            <a:off x="611188" y="1268413"/>
            <a:ext cx="8008937" cy="1079500"/>
          </a:xfrm>
          <a:prstGeom prst="rect">
            <a:avLst/>
          </a:prstGeom>
          <a:noFill/>
          <a:ln w="9525" algn="ctr">
            <a:noFill/>
            <a:miter lim="800000"/>
          </a:ln>
        </p:spPr>
        <p:txBody>
          <a:bodyPr tIns="82800" bIns="82800">
            <a:spAutoFit/>
          </a:bodyPr>
          <a:lstStyle/>
          <a:p>
            <a:pPr algn="just" eaLnBrk="0" hangingPunct="0">
              <a:lnSpc>
                <a:spcPct val="125000"/>
              </a:lnSpc>
            </a:pPr>
            <a:r>
              <a:rPr kumimoji="0" lang="zh-CN" altLang="en-US" b="1" i="0">
                <a:solidFill>
                  <a:schemeClr val="bg1"/>
                </a:solidFill>
                <a:latin typeface="Times New Roman" panose="02020603050405020304" pitchFamily="18" charset="0"/>
              </a:rPr>
              <a:t>某段时间内，质点系动量的增量，等于作用在质点系上所有外力在同一时间内的冲量的矢量和 </a:t>
            </a:r>
            <a:r>
              <a:rPr kumimoji="0" lang="en-US" altLang="zh-CN" b="1" i="0">
                <a:solidFill>
                  <a:schemeClr val="bg1"/>
                </a:solidFill>
                <a:latin typeface="Times New Roman" panose="02020603050405020304" pitchFamily="18" charset="0"/>
              </a:rPr>
              <a:t>——</a:t>
            </a:r>
            <a:r>
              <a:rPr kumimoji="0" lang="zh-CN" altLang="en-US" b="1" i="0">
                <a:solidFill>
                  <a:srgbClr val="FF0000"/>
                </a:solidFill>
                <a:latin typeface="Times New Roman" panose="02020603050405020304" pitchFamily="18" charset="0"/>
              </a:rPr>
              <a:t>质点系动量定理</a:t>
            </a:r>
            <a:endParaRPr kumimoji="0" lang="zh-CN" altLang="en-US" b="1" i="0">
              <a:solidFill>
                <a:srgbClr val="FF0000"/>
              </a:solidFill>
              <a:latin typeface="Times New Roman" panose="02020603050405020304" pitchFamily="18" charset="0"/>
            </a:endParaRPr>
          </a:p>
        </p:txBody>
      </p:sp>
      <p:graphicFrame>
        <p:nvGraphicFramePr>
          <p:cNvPr id="143366" name="Object 6"/>
          <p:cNvGraphicFramePr>
            <a:graphicFrameLocks noChangeAspect="1"/>
          </p:cNvGraphicFramePr>
          <p:nvPr/>
        </p:nvGraphicFramePr>
        <p:xfrm>
          <a:off x="3267075" y="2887663"/>
          <a:ext cx="2511425" cy="1711325"/>
        </p:xfrm>
        <a:graphic>
          <a:graphicData uri="http://schemas.openxmlformats.org/presentationml/2006/ole">
            <mc:AlternateContent xmlns:mc="http://schemas.openxmlformats.org/markup-compatibility/2006">
              <mc:Choice xmlns:v="urn:schemas-microsoft-com:vml" Requires="v">
                <p:oleObj spid="_x0000_s9219" name="公式" r:id="rId3" imgW="33528000" imgH="22860000" progId="Equation.3">
                  <p:embed/>
                </p:oleObj>
              </mc:Choice>
              <mc:Fallback>
                <p:oleObj name="公式" r:id="rId3" imgW="33528000" imgH="22860000" progId="Equation.3">
                  <p:embed/>
                  <p:pic>
                    <p:nvPicPr>
                      <p:cNvPr id="0" name="Object 6"/>
                      <p:cNvPicPr>
                        <a:picLocks noChangeAspect="1"/>
                      </p:cNvPicPr>
                      <p:nvPr/>
                    </p:nvPicPr>
                    <p:blipFill>
                      <a:blip r:embed="rId4"/>
                      <a:stretch>
                        <a:fillRect/>
                      </a:stretch>
                    </p:blipFill>
                    <p:spPr>
                      <a:xfrm>
                        <a:off x="3267075" y="2887663"/>
                        <a:ext cx="2511425" cy="1711325"/>
                      </a:xfrm>
                      <a:prstGeom prst="rect">
                        <a:avLst/>
                      </a:prstGeom>
                      <a:noFill/>
                      <a:ln w="9525">
                        <a:noFill/>
                      </a:ln>
                    </p:spPr>
                  </p:pic>
                </p:oleObj>
              </mc:Fallback>
            </mc:AlternateContent>
          </a:graphicData>
        </a:graphic>
      </p:graphicFrame>
      <p:sp>
        <p:nvSpPr>
          <p:cNvPr id="143367" name="Text Box 7"/>
          <p:cNvSpPr txBox="1">
            <a:spLocks noChangeArrowheads="1"/>
          </p:cNvSpPr>
          <p:nvPr/>
        </p:nvSpPr>
        <p:spPr bwMode="auto">
          <a:xfrm>
            <a:off x="468313" y="2636838"/>
            <a:ext cx="2022475" cy="457200"/>
          </a:xfrm>
          <a:prstGeom prst="rect">
            <a:avLst/>
          </a:prstGeom>
          <a:noFill/>
          <a:ln w="9525">
            <a:noFill/>
            <a:miter lim="800000"/>
          </a:ln>
        </p:spPr>
        <p:txBody>
          <a:bodyPr wrap="none">
            <a:spAutoFit/>
          </a:bodyPr>
          <a:lstStyle/>
          <a:p>
            <a:pPr algn="l" eaLnBrk="0" hangingPunct="0"/>
            <a:r>
              <a:rPr kumimoji="0" lang="zh-CN" altLang="en-US" b="1" i="0">
                <a:solidFill>
                  <a:schemeClr val="bg1"/>
                </a:solidFill>
                <a:latin typeface="Times New Roman" panose="02020603050405020304" pitchFamily="18" charset="0"/>
              </a:rPr>
              <a:t>直角坐标系：</a:t>
            </a:r>
            <a:endParaRPr kumimoji="0" lang="zh-CN" altLang="en-US" i="0">
              <a:solidFill>
                <a:schemeClr val="bg1"/>
              </a:solidFill>
              <a:latin typeface="Times New Roman" panose="02020603050405020304" pitchFamily="18" charset="0"/>
            </a:endParaRPr>
          </a:p>
        </p:txBody>
      </p:sp>
      <p:sp>
        <p:nvSpPr>
          <p:cNvPr id="143368" name="Text Box 8"/>
          <p:cNvSpPr txBox="1">
            <a:spLocks noChangeArrowheads="1"/>
          </p:cNvSpPr>
          <p:nvPr/>
        </p:nvSpPr>
        <p:spPr bwMode="auto">
          <a:xfrm>
            <a:off x="736600" y="5300663"/>
            <a:ext cx="6040438"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(1) </a:t>
            </a:r>
            <a:r>
              <a:rPr kumimoji="0" lang="zh-CN" altLang="en-US" b="1" i="0">
                <a:solidFill>
                  <a:schemeClr val="bg1"/>
                </a:solidFill>
                <a:latin typeface="Times New Roman" panose="02020603050405020304" pitchFamily="18" charset="0"/>
              </a:rPr>
              <a:t>只有</a:t>
            </a:r>
            <a:r>
              <a:rPr kumimoji="0" lang="zh-CN" altLang="en-US" b="1" i="0">
                <a:solidFill>
                  <a:srgbClr val="FF6600"/>
                </a:solidFill>
                <a:latin typeface="Times New Roman" panose="02020603050405020304" pitchFamily="18" charset="0"/>
              </a:rPr>
              <a:t>外力</a:t>
            </a:r>
            <a:r>
              <a:rPr kumimoji="0" lang="zh-CN" altLang="en-US" b="1" i="0">
                <a:solidFill>
                  <a:schemeClr val="bg1"/>
                </a:solidFill>
                <a:latin typeface="Times New Roman" panose="02020603050405020304" pitchFamily="18" charset="0"/>
              </a:rPr>
              <a:t>可改变系统的总动量</a:t>
            </a:r>
            <a:endParaRPr kumimoji="0" lang="zh-CN" altLang="en-US" i="0">
              <a:solidFill>
                <a:schemeClr val="bg1"/>
              </a:solidFill>
              <a:latin typeface="Times New Roman" panose="02020603050405020304" pitchFamily="18" charset="0"/>
            </a:endParaRPr>
          </a:p>
        </p:txBody>
      </p:sp>
      <p:sp>
        <p:nvSpPr>
          <p:cNvPr id="143369" name="Text Box 9"/>
          <p:cNvSpPr txBox="1">
            <a:spLocks noChangeArrowheads="1"/>
          </p:cNvSpPr>
          <p:nvPr/>
        </p:nvSpPr>
        <p:spPr bwMode="auto">
          <a:xfrm>
            <a:off x="719138" y="5873750"/>
            <a:ext cx="8194675"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(2) </a:t>
            </a:r>
            <a:r>
              <a:rPr kumimoji="0" lang="zh-CN" altLang="en-US" b="1" i="0">
                <a:solidFill>
                  <a:schemeClr val="bg1"/>
                </a:solidFill>
                <a:latin typeface="Times New Roman" panose="02020603050405020304" pitchFamily="18" charset="0"/>
              </a:rPr>
              <a:t>内力可改变系统内单个质点的动量 </a:t>
            </a:r>
            <a:r>
              <a:rPr kumimoji="0" lang="en-US" altLang="zh-CN" b="1" i="0">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内部作用复杂</a:t>
            </a:r>
            <a:endParaRPr kumimoji="0" lang="zh-CN" altLang="en-US" i="0">
              <a:solidFill>
                <a:schemeClr val="bg1"/>
              </a:solidFill>
              <a:latin typeface="Times New Roman" panose="02020603050405020304" pitchFamily="18" charset="0"/>
            </a:endParaRPr>
          </a:p>
        </p:txBody>
      </p:sp>
      <p:sp>
        <p:nvSpPr>
          <p:cNvPr id="143370" name="Text Box 10"/>
          <p:cNvSpPr txBox="1">
            <a:spLocks noChangeArrowheads="1"/>
          </p:cNvSpPr>
          <p:nvPr/>
        </p:nvSpPr>
        <p:spPr bwMode="auto">
          <a:xfrm>
            <a:off x="522288" y="4799013"/>
            <a:ext cx="2852737"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宋体" panose="02010600030101010101" pitchFamily="2" charset="-122"/>
              </a:rPr>
              <a:t>说明</a:t>
            </a:r>
            <a:endParaRPr lang="zh-CN" altLang="en-US" b="1" i="0">
              <a:solidFill>
                <a:srgbClr val="FF6600"/>
              </a:solidFill>
              <a:latin typeface="宋体" panose="02010600030101010101" pitchFamily="2" charset="-122"/>
            </a:endParaRPr>
          </a:p>
        </p:txBody>
      </p:sp>
      <p:sp>
        <p:nvSpPr>
          <p:cNvPr id="143371" name="AutoShape 11"/>
          <p:cNvSpPr/>
          <p:nvPr/>
        </p:nvSpPr>
        <p:spPr bwMode="auto">
          <a:xfrm>
            <a:off x="2916238" y="2976563"/>
            <a:ext cx="215900" cy="1349375"/>
          </a:xfrm>
          <a:prstGeom prst="leftBrace">
            <a:avLst>
              <a:gd name="adj1" fmla="val 52083"/>
              <a:gd name="adj2" fmla="val 50000"/>
            </a:avLst>
          </a:prstGeom>
          <a:noFill/>
          <a:ln w="28575">
            <a:solidFill>
              <a:schemeClr val="tx1"/>
            </a:solidFill>
            <a:round/>
          </a:ln>
        </p:spPr>
        <p:txBody>
          <a:bodyPr wrap="none" anchor="ctr"/>
          <a:lstStyle/>
          <a:p>
            <a:endParaRPr lang="zh-CN" altLang="en-US"/>
          </a:p>
        </p:txBody>
      </p:sp>
      <p:sp>
        <p:nvSpPr>
          <p:cNvPr id="143372" name="AutoShape 12"/>
          <p:cNvSpPr>
            <a:spLocks noChangeArrowheads="1"/>
          </p:cNvSpPr>
          <p:nvPr/>
        </p:nvSpPr>
        <p:spPr bwMode="auto">
          <a:xfrm>
            <a:off x="206375" y="474345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363"/>
                                        </p:tgtEl>
                                        <p:attrNameLst>
                                          <p:attrName>style.visibility</p:attrName>
                                        </p:attrNameLst>
                                      </p:cBhvr>
                                      <p:to>
                                        <p:strVal val="visible"/>
                                      </p:to>
                                    </p:set>
                                    <p:animEffect transition="in" filter="wipe(left)">
                                      <p:cBhvr>
                                        <p:cTn id="7" dur="500"/>
                                        <p:tgtEl>
                                          <p:spTgt spid="1433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43364"/>
                                        </p:tgtEl>
                                        <p:attrNameLst>
                                          <p:attrName>style.visibility</p:attrName>
                                        </p:attrNameLst>
                                      </p:cBhvr>
                                      <p:to>
                                        <p:strVal val="visible"/>
                                      </p:to>
                                    </p:set>
                                    <p:animEffect transition="in" filter="wipe(left)">
                                      <p:cBhvr>
                                        <p:cTn id="12" dur="500"/>
                                        <p:tgtEl>
                                          <p:spTgt spid="1433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3365"/>
                                        </p:tgtEl>
                                        <p:attrNameLst>
                                          <p:attrName>style.visibility</p:attrName>
                                        </p:attrNameLst>
                                      </p:cBhvr>
                                      <p:to>
                                        <p:strVal val="visible"/>
                                      </p:to>
                                    </p:set>
                                    <p:animEffect transition="in" filter="wipe(left)">
                                      <p:cBhvr>
                                        <p:cTn id="17" dur="500"/>
                                        <p:tgtEl>
                                          <p:spTgt spid="143365"/>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143362"/>
                                        </p:tgtEl>
                                        <p:attrNameLst>
                                          <p:attrName>style.visibility</p:attrName>
                                        </p:attrNameLst>
                                      </p:cBhvr>
                                      <p:to>
                                        <p:strVal val="visible"/>
                                      </p:to>
                                    </p:set>
                                    <p:animEffect transition="in" filter="box(in)">
                                      <p:cBhvr>
                                        <p:cTn id="20" dur="2000"/>
                                        <p:tgtEl>
                                          <p:spTgt spid="14336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3367"/>
                                        </p:tgtEl>
                                        <p:attrNameLst>
                                          <p:attrName>style.visibility</p:attrName>
                                        </p:attrNameLst>
                                      </p:cBhvr>
                                      <p:to>
                                        <p:strVal val="visible"/>
                                      </p:to>
                                    </p:set>
                                    <p:animEffect transition="in" filter="wipe(left)">
                                      <p:cBhvr>
                                        <p:cTn id="25" dur="500"/>
                                        <p:tgtEl>
                                          <p:spTgt spid="14336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3371"/>
                                        </p:tgtEl>
                                        <p:attrNameLst>
                                          <p:attrName>style.visibility</p:attrName>
                                        </p:attrNameLst>
                                      </p:cBhvr>
                                      <p:to>
                                        <p:strVal val="visible"/>
                                      </p:to>
                                    </p:set>
                                    <p:animEffect transition="in" filter="wipe(left)">
                                      <p:cBhvr>
                                        <p:cTn id="30" dur="500"/>
                                        <p:tgtEl>
                                          <p:spTgt spid="14337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43366"/>
                                        </p:tgtEl>
                                        <p:attrNameLst>
                                          <p:attrName>style.visibility</p:attrName>
                                        </p:attrNameLst>
                                      </p:cBhvr>
                                      <p:to>
                                        <p:strVal val="visible"/>
                                      </p:to>
                                    </p:set>
                                    <p:animEffect transition="in" filter="wipe(left)">
                                      <p:cBhvr>
                                        <p:cTn id="35" dur="500"/>
                                        <p:tgtEl>
                                          <p:spTgt spid="14336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43372"/>
                                        </p:tgtEl>
                                        <p:attrNameLst>
                                          <p:attrName>style.visibility</p:attrName>
                                        </p:attrNameLst>
                                      </p:cBhvr>
                                      <p:to>
                                        <p:strVal val="visible"/>
                                      </p:to>
                                    </p:set>
                                    <p:animEffect transition="in" filter="dissolve">
                                      <p:cBhvr>
                                        <p:cTn id="40" dur="1000"/>
                                        <p:tgtEl>
                                          <p:spTgt spid="143372"/>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143370"/>
                                        </p:tgtEl>
                                        <p:attrNameLst>
                                          <p:attrName>style.visibility</p:attrName>
                                        </p:attrNameLst>
                                      </p:cBhvr>
                                      <p:to>
                                        <p:strVal val="visible"/>
                                      </p:to>
                                    </p:set>
                                    <p:animEffect transition="in" filter="wipe(left)">
                                      <p:cBhvr>
                                        <p:cTn id="44" dur="500"/>
                                        <p:tgtEl>
                                          <p:spTgt spid="14337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43368"/>
                                        </p:tgtEl>
                                        <p:attrNameLst>
                                          <p:attrName>style.visibility</p:attrName>
                                        </p:attrNameLst>
                                      </p:cBhvr>
                                      <p:to>
                                        <p:strVal val="visible"/>
                                      </p:to>
                                    </p:set>
                                    <p:animEffect transition="in" filter="wipe(left)">
                                      <p:cBhvr>
                                        <p:cTn id="49" dur="500"/>
                                        <p:tgtEl>
                                          <p:spTgt spid="143368"/>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43369"/>
                                        </p:tgtEl>
                                        <p:attrNameLst>
                                          <p:attrName>style.visibility</p:attrName>
                                        </p:attrNameLst>
                                      </p:cBhvr>
                                      <p:to>
                                        <p:strVal val="visible"/>
                                      </p:to>
                                    </p:set>
                                    <p:animEffect transition="in" filter="wipe(left)">
                                      <p:cBhvr>
                                        <p:cTn id="54" dur="500"/>
                                        <p:tgtEl>
                                          <p:spTgt spid="143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nimBg="1"/>
      <p:bldP spid="143363" grpId="0" autoUpdateAnimBg="0"/>
      <p:bldP spid="143365" grpId="0"/>
      <p:bldP spid="143367" grpId="0" autoUpdateAnimBg="0"/>
      <p:bldP spid="143368" grpId="0" autoUpdateAnimBg="0"/>
      <p:bldP spid="143369" grpId="0" autoUpdateAnimBg="0"/>
      <p:bldP spid="143370" grpId="0"/>
      <p:bldP spid="143371" grpId="0" animBg="1"/>
      <p:bldP spid="14337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ChangeArrowheads="1"/>
          </p:cNvSpPr>
          <p:nvPr/>
        </p:nvSpPr>
        <p:spPr bwMode="auto">
          <a:xfrm>
            <a:off x="161925" y="496888"/>
            <a:ext cx="5735638"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rPr>
              <a:t>3.1.3 </a:t>
            </a:r>
            <a:r>
              <a:rPr lang="zh-CN" altLang="en-US" b="1" i="0">
                <a:solidFill>
                  <a:srgbClr val="0000FF"/>
                </a:solidFill>
                <a:latin typeface="Times New Roman" panose="02020603050405020304" pitchFamily="18" charset="0"/>
              </a:rPr>
              <a:t>动量守恒定理</a:t>
            </a:r>
            <a:endParaRPr lang="zh-CN" altLang="en-US" b="1" i="0">
              <a:solidFill>
                <a:srgbClr val="0000FF"/>
              </a:solidFill>
              <a:latin typeface="Times New Roman" panose="02020603050405020304" pitchFamily="18" charset="0"/>
            </a:endParaRPr>
          </a:p>
        </p:txBody>
      </p:sp>
      <p:sp>
        <p:nvSpPr>
          <p:cNvPr id="62486" name="Text Box 22"/>
          <p:cNvSpPr txBox="1">
            <a:spLocks noChangeArrowheads="1"/>
          </p:cNvSpPr>
          <p:nvPr/>
        </p:nvSpPr>
        <p:spPr bwMode="auto">
          <a:xfrm>
            <a:off x="690563" y="1181100"/>
            <a:ext cx="728662"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当</a:t>
            </a:r>
            <a:endParaRPr kumimoji="0" lang="zh-CN" altLang="en-US" i="0">
              <a:solidFill>
                <a:schemeClr val="bg1"/>
              </a:solidFill>
              <a:latin typeface="Times New Roman" panose="02020603050405020304" pitchFamily="18" charset="0"/>
            </a:endParaRPr>
          </a:p>
        </p:txBody>
      </p:sp>
      <p:graphicFrame>
        <p:nvGraphicFramePr>
          <p:cNvPr id="62487" name="Object 23"/>
          <p:cNvGraphicFramePr>
            <a:graphicFrameLocks noChangeAspect="1"/>
          </p:cNvGraphicFramePr>
          <p:nvPr/>
        </p:nvGraphicFramePr>
        <p:xfrm>
          <a:off x="1374775" y="1185863"/>
          <a:ext cx="1093788" cy="639762"/>
        </p:xfrm>
        <a:graphic>
          <a:graphicData uri="http://schemas.openxmlformats.org/presentationml/2006/ole">
            <mc:AlternateContent xmlns:mc="http://schemas.openxmlformats.org/markup-compatibility/2006">
              <mc:Choice xmlns:v="urn:schemas-microsoft-com:vml" Requires="v">
                <p:oleObj spid="_x0000_s10241" name="公式" r:id="rId1" imgW="14630400" imgH="8534400" progId="Equation.3">
                  <p:embed/>
                </p:oleObj>
              </mc:Choice>
              <mc:Fallback>
                <p:oleObj name="公式" r:id="rId1" imgW="14630400" imgH="8534400" progId="Equation.3">
                  <p:embed/>
                  <p:pic>
                    <p:nvPicPr>
                      <p:cNvPr id="0" name="Object 23"/>
                      <p:cNvPicPr>
                        <a:picLocks noChangeAspect="1"/>
                      </p:cNvPicPr>
                      <p:nvPr/>
                    </p:nvPicPr>
                    <p:blipFill>
                      <a:blip r:embed="rId2"/>
                      <a:stretch>
                        <a:fillRect/>
                      </a:stretch>
                    </p:blipFill>
                    <p:spPr>
                      <a:xfrm>
                        <a:off x="1374775" y="1185863"/>
                        <a:ext cx="1093788" cy="639762"/>
                      </a:xfrm>
                      <a:prstGeom prst="rect">
                        <a:avLst/>
                      </a:prstGeom>
                      <a:noFill/>
                      <a:ln w="25400">
                        <a:noFill/>
                      </a:ln>
                    </p:spPr>
                  </p:pic>
                </p:oleObj>
              </mc:Fallback>
            </mc:AlternateContent>
          </a:graphicData>
        </a:graphic>
      </p:graphicFrame>
      <p:sp>
        <p:nvSpPr>
          <p:cNvPr id="62488" name="AutoShape 24"/>
          <p:cNvSpPr>
            <a:spLocks noChangeArrowheads="1"/>
          </p:cNvSpPr>
          <p:nvPr/>
        </p:nvSpPr>
        <p:spPr bwMode="auto">
          <a:xfrm>
            <a:off x="2949575" y="1328738"/>
            <a:ext cx="685800" cy="180975"/>
          </a:xfrm>
          <a:prstGeom prst="rightArrow">
            <a:avLst>
              <a:gd name="adj1" fmla="val 50000"/>
              <a:gd name="adj2" fmla="val 94737"/>
            </a:avLst>
          </a:prstGeom>
          <a:solidFill>
            <a:srgbClr val="0000FF"/>
          </a:solidFill>
          <a:ln w="9525">
            <a:solidFill>
              <a:srgbClr val="000000"/>
            </a:solidFill>
            <a:miter lim="800000"/>
          </a:ln>
        </p:spPr>
        <p:txBody>
          <a:bodyPr wrap="none" anchor="ctr"/>
          <a:lstStyle/>
          <a:p>
            <a:endParaRPr lang="zh-CN" altLang="en-US"/>
          </a:p>
        </p:txBody>
      </p:sp>
      <p:graphicFrame>
        <p:nvGraphicFramePr>
          <p:cNvPr id="62489" name="Object 25"/>
          <p:cNvGraphicFramePr>
            <a:graphicFrameLocks noChangeAspect="1"/>
          </p:cNvGraphicFramePr>
          <p:nvPr/>
        </p:nvGraphicFramePr>
        <p:xfrm>
          <a:off x="3984625" y="1238250"/>
          <a:ext cx="1666875" cy="457200"/>
        </p:xfrm>
        <a:graphic>
          <a:graphicData uri="http://schemas.openxmlformats.org/presentationml/2006/ole">
            <mc:AlternateContent xmlns:mc="http://schemas.openxmlformats.org/markup-compatibility/2006">
              <mc:Choice xmlns:v="urn:schemas-microsoft-com:vml" Requires="v">
                <p:oleObj spid="_x0000_s10243" name="公式" r:id="rId3" imgW="22250400" imgH="6096000" progId="Equation.3">
                  <p:embed/>
                </p:oleObj>
              </mc:Choice>
              <mc:Fallback>
                <p:oleObj name="公式" r:id="rId3" imgW="22250400" imgH="6096000" progId="Equation.3">
                  <p:embed/>
                  <p:pic>
                    <p:nvPicPr>
                      <p:cNvPr id="0" name="Object 25"/>
                      <p:cNvPicPr>
                        <a:picLocks noChangeAspect="1"/>
                      </p:cNvPicPr>
                      <p:nvPr/>
                    </p:nvPicPr>
                    <p:blipFill>
                      <a:blip r:embed="rId4"/>
                      <a:stretch>
                        <a:fillRect/>
                      </a:stretch>
                    </p:blipFill>
                    <p:spPr>
                      <a:xfrm>
                        <a:off x="3984625" y="1238250"/>
                        <a:ext cx="1666875" cy="457200"/>
                      </a:xfrm>
                      <a:prstGeom prst="rect">
                        <a:avLst/>
                      </a:prstGeom>
                      <a:noFill/>
                      <a:ln w="19050">
                        <a:noFill/>
                      </a:ln>
                    </p:spPr>
                  </p:pic>
                </p:oleObj>
              </mc:Fallback>
            </mc:AlternateContent>
          </a:graphicData>
        </a:graphic>
      </p:graphicFrame>
      <p:graphicFrame>
        <p:nvGraphicFramePr>
          <p:cNvPr id="62490" name="Object 26"/>
          <p:cNvGraphicFramePr>
            <a:graphicFrameLocks noChangeAspect="1"/>
          </p:cNvGraphicFramePr>
          <p:nvPr/>
        </p:nvGraphicFramePr>
        <p:xfrm>
          <a:off x="3806825" y="1890713"/>
          <a:ext cx="2192338" cy="457200"/>
        </p:xfrm>
        <a:graphic>
          <a:graphicData uri="http://schemas.openxmlformats.org/presentationml/2006/ole">
            <mc:AlternateContent xmlns:mc="http://schemas.openxmlformats.org/markup-compatibility/2006">
              <mc:Choice xmlns:v="urn:schemas-microsoft-com:vml" Requires="v">
                <p:oleObj spid="_x0000_s10244" name="公式" r:id="rId5" imgW="29260800" imgH="6096000" progId="Equation.3">
                  <p:embed/>
                </p:oleObj>
              </mc:Choice>
              <mc:Fallback>
                <p:oleObj name="公式" r:id="rId5" imgW="29260800" imgH="6096000" progId="Equation.3">
                  <p:embed/>
                  <p:pic>
                    <p:nvPicPr>
                      <p:cNvPr id="0" name="Object 26"/>
                      <p:cNvPicPr>
                        <a:picLocks noChangeAspect="1"/>
                      </p:cNvPicPr>
                      <p:nvPr/>
                    </p:nvPicPr>
                    <p:blipFill>
                      <a:blip r:embed="rId6"/>
                      <a:stretch>
                        <a:fillRect/>
                      </a:stretch>
                    </p:blipFill>
                    <p:spPr>
                      <a:xfrm>
                        <a:off x="3806825" y="1890713"/>
                        <a:ext cx="2192338" cy="457200"/>
                      </a:xfrm>
                      <a:prstGeom prst="rect">
                        <a:avLst/>
                      </a:prstGeom>
                      <a:noFill/>
                      <a:ln w="19050">
                        <a:noFill/>
                      </a:ln>
                    </p:spPr>
                  </p:pic>
                </p:oleObj>
              </mc:Fallback>
            </mc:AlternateContent>
          </a:graphicData>
        </a:graphic>
      </p:graphicFrame>
      <p:sp>
        <p:nvSpPr>
          <p:cNvPr id="62491" name="Text Box 27"/>
          <p:cNvSpPr txBox="1">
            <a:spLocks noChangeArrowheads="1"/>
          </p:cNvSpPr>
          <p:nvPr/>
        </p:nvSpPr>
        <p:spPr bwMode="auto">
          <a:xfrm>
            <a:off x="636588" y="3656013"/>
            <a:ext cx="3260725" cy="457200"/>
          </a:xfrm>
          <a:prstGeom prst="rect">
            <a:avLst/>
          </a:prstGeom>
          <a:noFill/>
          <a:ln w="38100">
            <a:noFill/>
            <a:miter lim="800000"/>
          </a:ln>
        </p:spPr>
        <p:txBody>
          <a:bodyPr>
            <a:spAutoFit/>
          </a:bodyPr>
          <a:lstStyle/>
          <a:p>
            <a:pPr algn="l" eaLnBrk="0" hangingPunct="0"/>
            <a:r>
              <a:rPr kumimoji="0" lang="zh-CN" altLang="en-US" b="1" i="0">
                <a:solidFill>
                  <a:srgbClr val="FF0000"/>
                </a:solidFill>
                <a:latin typeface="Times New Roman" panose="02020603050405020304" pitchFamily="18" charset="0"/>
              </a:rPr>
              <a:t>动量守恒的分量表述</a:t>
            </a:r>
            <a:endParaRPr kumimoji="0" lang="zh-CN" altLang="en-US" i="0">
              <a:solidFill>
                <a:srgbClr val="FF0000"/>
              </a:solidFill>
              <a:latin typeface="Times New Roman" panose="02020603050405020304" pitchFamily="18" charset="0"/>
            </a:endParaRPr>
          </a:p>
        </p:txBody>
      </p:sp>
      <p:graphicFrame>
        <p:nvGraphicFramePr>
          <p:cNvPr id="62492" name="Object 28"/>
          <p:cNvGraphicFramePr>
            <a:graphicFrameLocks noChangeAspect="1"/>
          </p:cNvGraphicFramePr>
          <p:nvPr/>
        </p:nvGraphicFramePr>
        <p:xfrm>
          <a:off x="3806825" y="3702050"/>
          <a:ext cx="3684588" cy="1417638"/>
        </p:xfrm>
        <a:graphic>
          <a:graphicData uri="http://schemas.openxmlformats.org/presentationml/2006/ole">
            <mc:AlternateContent xmlns:mc="http://schemas.openxmlformats.org/markup-compatibility/2006">
              <mc:Choice xmlns:v="urn:schemas-microsoft-com:vml" Requires="v">
                <p:oleObj spid="_x0000_s10245" name="公式" r:id="rId7" imgW="49072800" imgH="18897600" progId="Equation.3">
                  <p:embed/>
                </p:oleObj>
              </mc:Choice>
              <mc:Fallback>
                <p:oleObj name="公式" r:id="rId7" imgW="49072800" imgH="18897600" progId="Equation.3">
                  <p:embed/>
                  <p:pic>
                    <p:nvPicPr>
                      <p:cNvPr id="0" name="Object 28"/>
                      <p:cNvPicPr>
                        <a:picLocks noChangeAspect="1"/>
                      </p:cNvPicPr>
                      <p:nvPr/>
                    </p:nvPicPr>
                    <p:blipFill>
                      <a:blip r:embed="rId8"/>
                      <a:stretch>
                        <a:fillRect/>
                      </a:stretch>
                    </p:blipFill>
                    <p:spPr>
                      <a:xfrm>
                        <a:off x="3806825" y="3702050"/>
                        <a:ext cx="3684588" cy="1417638"/>
                      </a:xfrm>
                      <a:prstGeom prst="rect">
                        <a:avLst/>
                      </a:prstGeom>
                      <a:noFill/>
                      <a:ln w="19050">
                        <a:noFill/>
                      </a:ln>
                    </p:spPr>
                  </p:pic>
                </p:oleObj>
              </mc:Fallback>
            </mc:AlternateContent>
          </a:graphicData>
        </a:graphic>
      </p:graphicFrame>
      <p:sp>
        <p:nvSpPr>
          <p:cNvPr id="62493" name="Text Box 29"/>
          <p:cNvSpPr txBox="1">
            <a:spLocks noChangeArrowheads="1"/>
          </p:cNvSpPr>
          <p:nvPr/>
        </p:nvSpPr>
        <p:spPr bwMode="auto">
          <a:xfrm>
            <a:off x="635000" y="1855788"/>
            <a:ext cx="3641725" cy="53022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质点系动量守恒定律</a:t>
            </a:r>
            <a:endParaRPr kumimoji="0" lang="zh-CN" altLang="en-US" b="1" i="0">
              <a:solidFill>
                <a:srgbClr val="FF0000"/>
              </a:solidFill>
              <a:latin typeface="Times New Roman" panose="02020603050405020304" pitchFamily="18" charset="0"/>
            </a:endParaRPr>
          </a:p>
        </p:txBody>
      </p:sp>
      <p:sp>
        <p:nvSpPr>
          <p:cNvPr id="62495" name="Text Box 31"/>
          <p:cNvSpPr txBox="1">
            <a:spLocks noChangeArrowheads="1"/>
          </p:cNvSpPr>
          <p:nvPr/>
        </p:nvSpPr>
        <p:spPr bwMode="auto">
          <a:xfrm>
            <a:off x="900113" y="2533650"/>
            <a:ext cx="7343775" cy="903288"/>
          </a:xfrm>
          <a:prstGeom prst="rect">
            <a:avLst/>
          </a:prstGeom>
          <a:solidFill>
            <a:srgbClr val="CCFFFF"/>
          </a:solidFill>
          <a:ln w="9525">
            <a:solidFill>
              <a:srgbClr val="00FFFF"/>
            </a:solidFill>
            <a:miter lim="800000"/>
          </a:ln>
        </p:spPr>
        <p:txBody>
          <a:bodyPr>
            <a:spAutoFit/>
          </a:bodyPr>
          <a:lstStyle/>
          <a:p>
            <a:pPr>
              <a:lnSpc>
                <a:spcPct val="115000"/>
              </a:lnSpc>
            </a:pPr>
            <a:r>
              <a:rPr kumimoji="0" lang="zh-CN" altLang="en-US" b="1" i="0">
                <a:latin typeface="Times New Roman" panose="02020603050405020304" pitchFamily="18" charset="0"/>
              </a:rPr>
              <a:t>如果作用在质点系上所有外力的矢量和为零，则该质点系的动量保持不变。</a:t>
            </a:r>
            <a:endParaRPr kumimoji="0" lang="zh-CN" altLang="en-US" b="1" i="0">
              <a:latin typeface="Times New Roman" panose="02020603050405020304" pitchFamily="18" charset="0"/>
            </a:endParaRPr>
          </a:p>
        </p:txBody>
      </p:sp>
      <p:sp>
        <p:nvSpPr>
          <p:cNvPr id="62496" name="Text Box 32"/>
          <p:cNvSpPr txBox="1">
            <a:spLocks noChangeArrowheads="1"/>
          </p:cNvSpPr>
          <p:nvPr/>
        </p:nvSpPr>
        <p:spPr bwMode="auto">
          <a:xfrm>
            <a:off x="476250" y="5276850"/>
            <a:ext cx="8191500" cy="903288"/>
          </a:xfrm>
          <a:prstGeom prst="rect">
            <a:avLst/>
          </a:prstGeom>
          <a:solidFill>
            <a:srgbClr val="CCFFFF"/>
          </a:solidFill>
          <a:ln w="9525">
            <a:solidFill>
              <a:srgbClr val="00FFFF"/>
            </a:solidFill>
            <a:miter lim="800000"/>
          </a:ln>
        </p:spPr>
        <p:txBody>
          <a:bodyPr>
            <a:spAutoFit/>
          </a:bodyPr>
          <a:lstStyle/>
          <a:p>
            <a:pPr>
              <a:lnSpc>
                <a:spcPct val="115000"/>
              </a:lnSpc>
            </a:pPr>
            <a:r>
              <a:rPr kumimoji="0" lang="zh-CN" altLang="en-US" b="1" i="0">
                <a:latin typeface="Times New Roman" panose="02020603050405020304" pitchFamily="18" charset="0"/>
              </a:rPr>
              <a:t>当作用在质点系上所有外力沿某一坐标轴投影的代数和为零时，该质点系的动量沿同一坐标轴的投影保持不变。</a:t>
            </a:r>
            <a:endParaRPr kumimoji="0" lang="zh-CN" altLang="en-US" b="1" i="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66"/>
                                        </p:tgtEl>
                                        <p:attrNameLst>
                                          <p:attrName>style.visibility</p:attrName>
                                        </p:attrNameLst>
                                      </p:cBhvr>
                                      <p:to>
                                        <p:strVal val="visible"/>
                                      </p:to>
                                    </p:set>
                                    <p:animEffect transition="in" filter="wipe(left)">
                                      <p:cBhvr>
                                        <p:cTn id="7" dur="500"/>
                                        <p:tgtEl>
                                          <p:spTgt spid="624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86"/>
                                        </p:tgtEl>
                                        <p:attrNameLst>
                                          <p:attrName>style.visibility</p:attrName>
                                        </p:attrNameLst>
                                      </p:cBhvr>
                                      <p:to>
                                        <p:strVal val="visible"/>
                                      </p:to>
                                    </p:set>
                                    <p:animEffect transition="in" filter="wipe(left)">
                                      <p:cBhvr>
                                        <p:cTn id="12" dur="500"/>
                                        <p:tgtEl>
                                          <p:spTgt spid="6248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2487"/>
                                        </p:tgtEl>
                                        <p:attrNameLst>
                                          <p:attrName>style.visibility</p:attrName>
                                        </p:attrNameLst>
                                      </p:cBhvr>
                                      <p:to>
                                        <p:strVal val="visible"/>
                                      </p:to>
                                    </p:set>
                                    <p:animEffect transition="in" filter="wipe(left)">
                                      <p:cBhvr>
                                        <p:cTn id="17" dur="500"/>
                                        <p:tgtEl>
                                          <p:spTgt spid="624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88"/>
                                        </p:tgtEl>
                                        <p:attrNameLst>
                                          <p:attrName>style.visibility</p:attrName>
                                        </p:attrNameLst>
                                      </p:cBhvr>
                                      <p:to>
                                        <p:strVal val="visible"/>
                                      </p:to>
                                    </p:set>
                                    <p:animEffect transition="in" filter="wipe(left)">
                                      <p:cBhvr>
                                        <p:cTn id="22" dur="500"/>
                                        <p:tgtEl>
                                          <p:spTgt spid="624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2489"/>
                                        </p:tgtEl>
                                        <p:attrNameLst>
                                          <p:attrName>style.visibility</p:attrName>
                                        </p:attrNameLst>
                                      </p:cBhvr>
                                      <p:to>
                                        <p:strVal val="visible"/>
                                      </p:to>
                                    </p:set>
                                    <p:animEffect transition="in" filter="wipe(left)">
                                      <p:cBhvr>
                                        <p:cTn id="27" dur="500"/>
                                        <p:tgtEl>
                                          <p:spTgt spid="6248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493"/>
                                        </p:tgtEl>
                                        <p:attrNameLst>
                                          <p:attrName>style.visibility</p:attrName>
                                        </p:attrNameLst>
                                      </p:cBhvr>
                                      <p:to>
                                        <p:strVal val="visible"/>
                                      </p:to>
                                    </p:set>
                                    <p:animEffect transition="in" filter="wipe(left)">
                                      <p:cBhvr>
                                        <p:cTn id="32" dur="500"/>
                                        <p:tgtEl>
                                          <p:spTgt spid="6249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2490"/>
                                        </p:tgtEl>
                                        <p:attrNameLst>
                                          <p:attrName>style.visibility</p:attrName>
                                        </p:attrNameLst>
                                      </p:cBhvr>
                                      <p:to>
                                        <p:strVal val="visible"/>
                                      </p:to>
                                    </p:set>
                                    <p:animEffect transition="in" filter="wipe(left)">
                                      <p:cBhvr>
                                        <p:cTn id="37" dur="500"/>
                                        <p:tgtEl>
                                          <p:spTgt spid="62490"/>
                                        </p:tgtEl>
                                      </p:cBhvr>
                                    </p:animEffect>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grpId="0" nodeType="clickEffect">
                                  <p:stCondLst>
                                    <p:cond delay="0"/>
                                  </p:stCondLst>
                                  <p:childTnLst>
                                    <p:set>
                                      <p:cBhvr>
                                        <p:cTn id="41" dur="1" fill="hold">
                                          <p:stCondLst>
                                            <p:cond delay="0"/>
                                          </p:stCondLst>
                                        </p:cTn>
                                        <p:tgtEl>
                                          <p:spTgt spid="62495"/>
                                        </p:tgtEl>
                                        <p:attrNameLst>
                                          <p:attrName>style.visibility</p:attrName>
                                        </p:attrNameLst>
                                      </p:cBhvr>
                                      <p:to>
                                        <p:strVal val="visible"/>
                                      </p:to>
                                    </p:set>
                                    <p:anim calcmode="lin" valueType="num">
                                      <p:cBhvr>
                                        <p:cTn id="42" dur="1000" fill="hold"/>
                                        <p:tgtEl>
                                          <p:spTgt spid="62495"/>
                                        </p:tgtEl>
                                        <p:attrNameLst>
                                          <p:attrName>ppt_w</p:attrName>
                                        </p:attrNameLst>
                                      </p:cBhvr>
                                      <p:tavLst>
                                        <p:tav tm="0">
                                          <p:val>
                                            <p:fltVal val="0"/>
                                          </p:val>
                                        </p:tav>
                                        <p:tav tm="100000">
                                          <p:val>
                                            <p:strVal val="#ppt_w"/>
                                          </p:val>
                                        </p:tav>
                                      </p:tavLst>
                                    </p:anim>
                                    <p:anim calcmode="lin" valueType="num">
                                      <p:cBhvr>
                                        <p:cTn id="43" dur="1000" fill="hold"/>
                                        <p:tgtEl>
                                          <p:spTgt spid="62495"/>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62491"/>
                                        </p:tgtEl>
                                        <p:attrNameLst>
                                          <p:attrName>style.visibility</p:attrName>
                                        </p:attrNameLst>
                                      </p:cBhvr>
                                      <p:to>
                                        <p:strVal val="visible"/>
                                      </p:to>
                                    </p:set>
                                    <p:animEffect transition="in" filter="wipe(left)">
                                      <p:cBhvr>
                                        <p:cTn id="48" dur="500"/>
                                        <p:tgtEl>
                                          <p:spTgt spid="62491"/>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2492"/>
                                        </p:tgtEl>
                                        <p:attrNameLst>
                                          <p:attrName>style.visibility</p:attrName>
                                        </p:attrNameLst>
                                      </p:cBhvr>
                                      <p:to>
                                        <p:strVal val="visible"/>
                                      </p:to>
                                    </p:set>
                                    <p:animEffect transition="in" filter="wipe(left)">
                                      <p:cBhvr>
                                        <p:cTn id="53" dur="500"/>
                                        <p:tgtEl>
                                          <p:spTgt spid="62492"/>
                                        </p:tgtEl>
                                      </p:cBhvr>
                                    </p:animEffect>
                                  </p:childTnLst>
                                </p:cTn>
                              </p:par>
                            </p:childTnLst>
                          </p:cTn>
                        </p:par>
                      </p:childTnLst>
                    </p:cTn>
                  </p:par>
                  <p:par>
                    <p:cTn id="54" fill="hold">
                      <p:stCondLst>
                        <p:cond delay="indefinite"/>
                      </p:stCondLst>
                      <p:childTnLst>
                        <p:par>
                          <p:cTn id="55" fill="hold">
                            <p:stCondLst>
                              <p:cond delay="0"/>
                            </p:stCondLst>
                            <p:childTnLst>
                              <p:par>
                                <p:cTn id="56" presetID="23" presetClass="entr" presetSubtype="16" fill="hold" grpId="0" nodeType="clickEffect">
                                  <p:stCondLst>
                                    <p:cond delay="0"/>
                                  </p:stCondLst>
                                  <p:childTnLst>
                                    <p:set>
                                      <p:cBhvr>
                                        <p:cTn id="57" dur="1" fill="hold">
                                          <p:stCondLst>
                                            <p:cond delay="0"/>
                                          </p:stCondLst>
                                        </p:cTn>
                                        <p:tgtEl>
                                          <p:spTgt spid="62496"/>
                                        </p:tgtEl>
                                        <p:attrNameLst>
                                          <p:attrName>style.visibility</p:attrName>
                                        </p:attrNameLst>
                                      </p:cBhvr>
                                      <p:to>
                                        <p:strVal val="visible"/>
                                      </p:to>
                                    </p:set>
                                    <p:anim calcmode="lin" valueType="num">
                                      <p:cBhvr>
                                        <p:cTn id="58" dur="1000" fill="hold"/>
                                        <p:tgtEl>
                                          <p:spTgt spid="62496"/>
                                        </p:tgtEl>
                                        <p:attrNameLst>
                                          <p:attrName>ppt_w</p:attrName>
                                        </p:attrNameLst>
                                      </p:cBhvr>
                                      <p:tavLst>
                                        <p:tav tm="0">
                                          <p:val>
                                            <p:fltVal val="0"/>
                                          </p:val>
                                        </p:tav>
                                        <p:tav tm="100000">
                                          <p:val>
                                            <p:strVal val="#ppt_w"/>
                                          </p:val>
                                        </p:tav>
                                      </p:tavLst>
                                    </p:anim>
                                    <p:anim calcmode="lin" valueType="num">
                                      <p:cBhvr>
                                        <p:cTn id="59" dur="1000" fill="hold"/>
                                        <p:tgtEl>
                                          <p:spTgt spid="6249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6" grpId="0"/>
      <p:bldP spid="62486" grpId="0" autoUpdateAnimBg="0"/>
      <p:bldP spid="62488" grpId="0" animBg="1"/>
      <p:bldP spid="62491" grpId="0"/>
      <p:bldP spid="62493" grpId="0"/>
      <p:bldP spid="62495" grpId="0" animBg="1"/>
      <p:bldP spid="6249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4" name="Text Box 4"/>
          <p:cNvSpPr txBox="1">
            <a:spLocks noChangeArrowheads="1"/>
          </p:cNvSpPr>
          <p:nvPr/>
        </p:nvSpPr>
        <p:spPr bwMode="auto">
          <a:xfrm>
            <a:off x="774700" y="739775"/>
            <a:ext cx="2852738"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宋体" panose="02010600030101010101" pitchFamily="2" charset="-122"/>
              </a:rPr>
              <a:t>说明</a:t>
            </a:r>
            <a:endParaRPr lang="zh-CN" altLang="en-US" b="1" i="0">
              <a:solidFill>
                <a:srgbClr val="FF6600"/>
              </a:solidFill>
              <a:latin typeface="宋体" panose="02010600030101010101" pitchFamily="2" charset="-122"/>
            </a:endParaRPr>
          </a:p>
        </p:txBody>
      </p:sp>
      <p:sp>
        <p:nvSpPr>
          <p:cNvPr id="148485" name="AutoShape 5"/>
          <p:cNvSpPr>
            <a:spLocks noChangeArrowheads="1"/>
          </p:cNvSpPr>
          <p:nvPr/>
        </p:nvSpPr>
        <p:spPr bwMode="auto">
          <a:xfrm>
            <a:off x="368300" y="68421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
        <p:nvSpPr>
          <p:cNvPr id="148486" name="Text Box 6"/>
          <p:cNvSpPr txBox="1">
            <a:spLocks noChangeArrowheads="1"/>
          </p:cNvSpPr>
          <p:nvPr/>
        </p:nvSpPr>
        <p:spPr bwMode="auto">
          <a:xfrm>
            <a:off x="385763" y="1493838"/>
            <a:ext cx="6121400" cy="457200"/>
          </a:xfrm>
          <a:prstGeom prst="rect">
            <a:avLst/>
          </a:prstGeom>
          <a:noFill/>
          <a:ln w="38100">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(1)  </a:t>
            </a:r>
            <a:r>
              <a:rPr kumimoji="0" lang="zh-CN" altLang="en-US" b="1" i="0">
                <a:solidFill>
                  <a:schemeClr val="bg1"/>
                </a:solidFill>
                <a:latin typeface="Times New Roman" panose="02020603050405020304" pitchFamily="18" charset="0"/>
              </a:rPr>
              <a:t>动量守恒定律适用于</a:t>
            </a:r>
            <a:r>
              <a:rPr kumimoji="0" lang="zh-CN" altLang="en-US" b="1" i="0">
                <a:solidFill>
                  <a:srgbClr val="FF6600"/>
                </a:solidFill>
                <a:latin typeface="Times New Roman" panose="02020603050405020304" pitchFamily="18" charset="0"/>
              </a:rPr>
              <a:t>惯性系</a:t>
            </a:r>
            <a:endParaRPr kumimoji="0" lang="zh-CN" altLang="en-US" i="0">
              <a:solidFill>
                <a:srgbClr val="FF6600"/>
              </a:solidFill>
              <a:latin typeface="Times New Roman" panose="02020603050405020304" pitchFamily="18" charset="0"/>
            </a:endParaRPr>
          </a:p>
        </p:txBody>
      </p:sp>
      <p:sp>
        <p:nvSpPr>
          <p:cNvPr id="148487" name="Text Box 7"/>
          <p:cNvSpPr txBox="1">
            <a:spLocks noChangeArrowheads="1"/>
          </p:cNvSpPr>
          <p:nvPr/>
        </p:nvSpPr>
        <p:spPr bwMode="auto">
          <a:xfrm>
            <a:off x="385763" y="2195513"/>
            <a:ext cx="6761162" cy="457200"/>
          </a:xfrm>
          <a:prstGeom prst="rect">
            <a:avLst/>
          </a:prstGeom>
          <a:noFill/>
          <a:ln w="38100">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(2)  </a:t>
            </a:r>
            <a:r>
              <a:rPr kumimoji="0" lang="zh-CN" altLang="en-US" b="1" i="0">
                <a:solidFill>
                  <a:schemeClr val="bg1"/>
                </a:solidFill>
                <a:latin typeface="Times New Roman" panose="02020603050405020304" pitchFamily="18" charset="0"/>
              </a:rPr>
              <a:t>动量守恒定律也适用于高速、微观领域</a:t>
            </a:r>
            <a:endParaRPr kumimoji="0" lang="zh-CN" altLang="en-US" b="1" i="0">
              <a:solidFill>
                <a:schemeClr val="bg1"/>
              </a:solidFill>
              <a:latin typeface="Times New Roman" panose="02020603050405020304" pitchFamily="18" charset="0"/>
            </a:endParaRPr>
          </a:p>
        </p:txBody>
      </p:sp>
      <p:sp>
        <p:nvSpPr>
          <p:cNvPr id="148488" name="Text Box 8"/>
          <p:cNvSpPr txBox="1">
            <a:spLocks noChangeArrowheads="1"/>
          </p:cNvSpPr>
          <p:nvPr/>
        </p:nvSpPr>
        <p:spPr bwMode="auto">
          <a:xfrm>
            <a:off x="385763" y="2897188"/>
            <a:ext cx="8010525" cy="457200"/>
          </a:xfrm>
          <a:prstGeom prst="rect">
            <a:avLst/>
          </a:prstGeom>
          <a:noFill/>
          <a:ln w="9525">
            <a:noFill/>
            <a:miter lim="800000"/>
          </a:ln>
        </p:spPr>
        <p:txBody>
          <a:bodyPr>
            <a:spAutoFit/>
          </a:bodyPr>
          <a:lstStyle/>
          <a:p>
            <a:pPr algn="l">
              <a:spcBef>
                <a:spcPct val="50000"/>
              </a:spcBef>
            </a:pPr>
            <a:r>
              <a:rPr kumimoji="0" lang="en-US" altLang="zh-CN" b="1" i="0">
                <a:solidFill>
                  <a:schemeClr val="bg1"/>
                </a:solidFill>
                <a:latin typeface="Times New Roman" panose="02020603050405020304" pitchFamily="18" charset="0"/>
              </a:rPr>
              <a:t>(3)  </a:t>
            </a:r>
            <a:r>
              <a:rPr lang="zh-CN" altLang="en-US" b="1" i="0">
                <a:latin typeface="Times New Roman" panose="02020603050405020304" pitchFamily="18" charset="0"/>
                <a:sym typeface="Wingdings" panose="05000000000000000000" pitchFamily="2" charset="2"/>
              </a:rPr>
              <a:t>合外力为零或不受外力作用系统总动量保持不变。</a:t>
            </a:r>
            <a:endParaRPr lang="zh-CN" altLang="en-US" b="1" i="0">
              <a:latin typeface="Times New Roman" panose="02020603050405020304" pitchFamily="18" charset="0"/>
              <a:sym typeface="Wingdings" panose="05000000000000000000" pitchFamily="2" charset="2"/>
            </a:endParaRPr>
          </a:p>
        </p:txBody>
      </p:sp>
      <p:sp>
        <p:nvSpPr>
          <p:cNvPr id="148489" name="Text Box 9"/>
          <p:cNvSpPr txBox="1">
            <a:spLocks noChangeArrowheads="1"/>
          </p:cNvSpPr>
          <p:nvPr/>
        </p:nvSpPr>
        <p:spPr bwMode="auto">
          <a:xfrm>
            <a:off x="385763" y="3598863"/>
            <a:ext cx="8101012" cy="968375"/>
          </a:xfrm>
          <a:prstGeom prst="rect">
            <a:avLst/>
          </a:prstGeom>
          <a:noFill/>
          <a:ln w="9525">
            <a:noFill/>
            <a:miter lim="800000"/>
          </a:ln>
        </p:spPr>
        <p:txBody>
          <a:bodyPr>
            <a:spAutoFit/>
          </a:bodyPr>
          <a:lstStyle/>
          <a:p>
            <a:pPr algn="l">
              <a:lnSpc>
                <a:spcPct val="120000"/>
              </a:lnSpc>
            </a:pPr>
            <a:r>
              <a:rPr kumimoji="0" lang="en-US" altLang="zh-CN" b="1" i="0">
                <a:solidFill>
                  <a:schemeClr val="bg1"/>
                </a:solidFill>
                <a:latin typeface="Times New Roman" panose="02020603050405020304" pitchFamily="18" charset="0"/>
              </a:rPr>
              <a:t>(4)  </a:t>
            </a:r>
            <a:r>
              <a:rPr lang="zh-CN" altLang="en-US" b="1" i="0">
                <a:latin typeface="Times New Roman" panose="02020603050405020304" pitchFamily="18" charset="0"/>
              </a:rPr>
              <a:t>合外力不为零，但合力在某方向分量为零，则系统在该</a:t>
            </a:r>
            <a:endParaRPr lang="zh-CN" altLang="en-US" b="1" i="0">
              <a:latin typeface="Times New Roman" panose="02020603050405020304" pitchFamily="18" charset="0"/>
            </a:endParaRPr>
          </a:p>
          <a:p>
            <a:pPr algn="l">
              <a:lnSpc>
                <a:spcPct val="120000"/>
              </a:lnSpc>
            </a:pPr>
            <a:r>
              <a:rPr lang="zh-CN" altLang="en-US" b="1" i="0">
                <a:latin typeface="Times New Roman" panose="02020603050405020304" pitchFamily="18" charset="0"/>
              </a:rPr>
              <a:t>   方向上的动量守恒。</a:t>
            </a:r>
            <a:endParaRPr lang="zh-CN" altLang="en-US" b="1" i="0">
              <a:latin typeface="Times New Roman" panose="02020603050405020304" pitchFamily="18" charset="0"/>
            </a:endParaRPr>
          </a:p>
        </p:txBody>
      </p:sp>
      <p:sp>
        <p:nvSpPr>
          <p:cNvPr id="148490" name="Text Box 10"/>
          <p:cNvSpPr txBox="1">
            <a:spLocks noChangeArrowheads="1"/>
          </p:cNvSpPr>
          <p:nvPr/>
        </p:nvSpPr>
        <p:spPr bwMode="auto">
          <a:xfrm>
            <a:off x="385763" y="4811713"/>
            <a:ext cx="8101012" cy="1016000"/>
          </a:xfrm>
          <a:prstGeom prst="rect">
            <a:avLst/>
          </a:prstGeom>
          <a:noFill/>
          <a:ln w="9525">
            <a:noFill/>
            <a:miter lim="800000"/>
          </a:ln>
        </p:spPr>
        <p:txBody>
          <a:bodyPr>
            <a:spAutoFit/>
          </a:bodyPr>
          <a:lstStyle/>
          <a:p>
            <a:pPr algn="l">
              <a:spcBef>
                <a:spcPct val="50000"/>
              </a:spcBef>
            </a:pPr>
            <a:r>
              <a:rPr kumimoji="0" lang="en-US" altLang="zh-CN" b="1" i="0">
                <a:solidFill>
                  <a:schemeClr val="bg1"/>
                </a:solidFill>
                <a:latin typeface="Times New Roman" panose="02020603050405020304" pitchFamily="18" charset="0"/>
              </a:rPr>
              <a:t>(5)  </a:t>
            </a:r>
            <a:r>
              <a:rPr lang="zh-CN" altLang="en-US" b="1" i="0">
                <a:latin typeface="Times New Roman" panose="02020603050405020304" pitchFamily="18" charset="0"/>
              </a:rPr>
              <a:t>系统的内力远大于外力，可忽略外力，系统动量可视为</a:t>
            </a:r>
            <a:endParaRPr lang="zh-CN" altLang="en-US" b="1" i="0">
              <a:latin typeface="Times New Roman" panose="02020603050405020304" pitchFamily="18" charset="0"/>
            </a:endParaRPr>
          </a:p>
          <a:p>
            <a:pPr algn="l">
              <a:spcBef>
                <a:spcPct val="50000"/>
              </a:spcBef>
            </a:pPr>
            <a:r>
              <a:rPr lang="zh-CN" altLang="en-US" b="1" i="0">
                <a:latin typeface="Times New Roman" panose="02020603050405020304" pitchFamily="18" charset="0"/>
              </a:rPr>
              <a:t>   守恒。</a:t>
            </a:r>
            <a:endParaRPr lang="zh-CN" altLang="en-US" b="1" i="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8485"/>
                                        </p:tgtEl>
                                        <p:attrNameLst>
                                          <p:attrName>style.visibility</p:attrName>
                                        </p:attrNameLst>
                                      </p:cBhvr>
                                      <p:to>
                                        <p:strVal val="visible"/>
                                      </p:to>
                                    </p:set>
                                    <p:animEffect transition="in" filter="dissolve">
                                      <p:cBhvr>
                                        <p:cTn id="7" dur="1000"/>
                                        <p:tgtEl>
                                          <p:spTgt spid="14848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48484"/>
                                        </p:tgtEl>
                                        <p:attrNameLst>
                                          <p:attrName>style.visibility</p:attrName>
                                        </p:attrNameLst>
                                      </p:cBhvr>
                                      <p:to>
                                        <p:strVal val="visible"/>
                                      </p:to>
                                    </p:set>
                                    <p:animEffect transition="in" filter="wipe(left)">
                                      <p:cBhvr>
                                        <p:cTn id="11" dur="500"/>
                                        <p:tgtEl>
                                          <p:spTgt spid="14848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48486"/>
                                        </p:tgtEl>
                                        <p:attrNameLst>
                                          <p:attrName>style.visibility</p:attrName>
                                        </p:attrNameLst>
                                      </p:cBhvr>
                                      <p:to>
                                        <p:strVal val="visible"/>
                                      </p:to>
                                    </p:set>
                                    <p:animEffect transition="in" filter="wipe(left)">
                                      <p:cBhvr>
                                        <p:cTn id="16" dur="500"/>
                                        <p:tgtEl>
                                          <p:spTgt spid="14848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48487"/>
                                        </p:tgtEl>
                                        <p:attrNameLst>
                                          <p:attrName>style.visibility</p:attrName>
                                        </p:attrNameLst>
                                      </p:cBhvr>
                                      <p:to>
                                        <p:strVal val="visible"/>
                                      </p:to>
                                    </p:set>
                                    <p:animEffect transition="in" filter="wipe(left)">
                                      <p:cBhvr>
                                        <p:cTn id="21" dur="500"/>
                                        <p:tgtEl>
                                          <p:spTgt spid="148487"/>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14848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14848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499"/>
                                          </p:stCondLst>
                                        </p:cTn>
                                        <p:tgtEl>
                                          <p:spTgt spid="148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4" grpId="0"/>
      <p:bldP spid="148485" grpId="0" animBg="1"/>
      <p:bldP spid="148486" grpId="0"/>
      <p:bldP spid="148487" grpId="0"/>
      <p:bldP spid="148488" grpId="0" autoUpdateAnimBg="0"/>
      <p:bldP spid="148489" grpId="0" autoUpdateAnimBg="0"/>
      <p:bldP spid="14849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Text Box 2"/>
          <p:cNvSpPr txBox="1">
            <a:spLocks noChangeArrowheads="1"/>
          </p:cNvSpPr>
          <p:nvPr/>
        </p:nvSpPr>
        <p:spPr bwMode="auto">
          <a:xfrm>
            <a:off x="250825" y="631825"/>
            <a:ext cx="7705725" cy="457200"/>
          </a:xfrm>
          <a:prstGeom prst="rect">
            <a:avLst/>
          </a:prstGeom>
          <a:noFill/>
          <a:ln w="9525">
            <a:noFill/>
            <a:miter lim="800000"/>
          </a:ln>
        </p:spPr>
        <p:txBody>
          <a:bodyPr>
            <a:spAutoFit/>
          </a:bodyPr>
          <a:lstStyle/>
          <a:p>
            <a:pPr algn="l">
              <a:spcBef>
                <a:spcPct val="50000"/>
              </a:spcBef>
            </a:pPr>
            <a:r>
              <a:rPr kumimoji="0" lang="zh-CN" altLang="en-US" b="1" i="0">
                <a:solidFill>
                  <a:srgbClr val="0000FF"/>
                </a:solidFill>
                <a:latin typeface="Arial" panose="020B0604020202020204" pitchFamily="34" charset="0"/>
              </a:rPr>
              <a:t>应用动量定理和动量守恒定律解力学问题的一般步骤：</a:t>
            </a:r>
            <a:endParaRPr kumimoji="0" lang="zh-CN" altLang="en-US" b="1" i="0">
              <a:solidFill>
                <a:srgbClr val="0000FF"/>
              </a:solidFill>
              <a:latin typeface="Arial" panose="020B0604020202020204" pitchFamily="34" charset="0"/>
            </a:endParaRPr>
          </a:p>
        </p:txBody>
      </p:sp>
      <p:sp>
        <p:nvSpPr>
          <p:cNvPr id="146435" name="Text Box 3"/>
          <p:cNvSpPr txBox="1">
            <a:spLocks noChangeArrowheads="1"/>
          </p:cNvSpPr>
          <p:nvPr/>
        </p:nvSpPr>
        <p:spPr bwMode="auto">
          <a:xfrm>
            <a:off x="755650" y="1216025"/>
            <a:ext cx="4105275" cy="457200"/>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(1)</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选取研究对象</a:t>
            </a:r>
            <a:endParaRPr lang="zh-CN" altLang="en-US" sz="2800" b="1" i="0">
              <a:solidFill>
                <a:srgbClr val="FF6600"/>
              </a:solidFill>
              <a:latin typeface="Times New Roman" panose="02020603050405020304" pitchFamily="18" charset="0"/>
            </a:endParaRPr>
          </a:p>
        </p:txBody>
      </p:sp>
      <p:sp>
        <p:nvSpPr>
          <p:cNvPr id="146436" name="Text Box 4"/>
          <p:cNvSpPr txBox="1">
            <a:spLocks noChangeArrowheads="1"/>
          </p:cNvSpPr>
          <p:nvPr/>
        </p:nvSpPr>
        <p:spPr bwMode="auto">
          <a:xfrm>
            <a:off x="755650" y="1808163"/>
            <a:ext cx="7777163" cy="1774825"/>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(2)</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分析受力</a:t>
            </a:r>
            <a:r>
              <a:rPr lang="en-US" altLang="zh-CN" b="1" i="0">
                <a:latin typeface="Times New Roman" panose="02020603050405020304" pitchFamily="18" charset="0"/>
              </a:rPr>
              <a:t>----</a:t>
            </a:r>
            <a:r>
              <a:rPr lang="zh-CN" altLang="en-US" b="1" i="0">
                <a:latin typeface="Times New Roman" panose="02020603050405020304" pitchFamily="18" charset="0"/>
              </a:rPr>
              <a:t>若研究对象所受外力的矢量和不为零，或找不到一个方向能使外力在该方向投影的代数和为零，就应用动量定理或其他相关定理、定律求解；反之，就应用动量守恒定律求解。</a:t>
            </a:r>
            <a:endParaRPr lang="zh-CN" altLang="en-US" b="1" i="0">
              <a:latin typeface="Times New Roman" panose="02020603050405020304" pitchFamily="18" charset="0"/>
            </a:endParaRPr>
          </a:p>
        </p:txBody>
      </p:sp>
      <p:sp>
        <p:nvSpPr>
          <p:cNvPr id="146437" name="Text Box 5"/>
          <p:cNvSpPr txBox="1">
            <a:spLocks noChangeArrowheads="1"/>
          </p:cNvSpPr>
          <p:nvPr/>
        </p:nvSpPr>
        <p:spPr bwMode="auto">
          <a:xfrm>
            <a:off x="747713" y="3743325"/>
            <a:ext cx="7829550" cy="933450"/>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(3)</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确定过程</a:t>
            </a:r>
            <a:r>
              <a:rPr lang="en-US" altLang="zh-CN" b="1" i="0">
                <a:latin typeface="Times New Roman" panose="02020603050405020304" pitchFamily="18" charset="0"/>
              </a:rPr>
              <a:t>----</a:t>
            </a:r>
            <a:r>
              <a:rPr lang="zh-CN" altLang="en-US" b="1" i="0">
                <a:latin typeface="Times New Roman" panose="02020603050405020304" pitchFamily="18" charset="0"/>
              </a:rPr>
              <a:t>应用与动量有关的定理（定律）时，需要考虑一定的时间间隔或一个过程。</a:t>
            </a:r>
            <a:endParaRPr lang="zh-CN" altLang="en-US" b="1" i="0">
              <a:latin typeface="Times New Roman" panose="02020603050405020304" pitchFamily="18" charset="0"/>
            </a:endParaRPr>
          </a:p>
        </p:txBody>
      </p:sp>
      <p:sp>
        <p:nvSpPr>
          <p:cNvPr id="146438" name="Text Box 6"/>
          <p:cNvSpPr txBox="1">
            <a:spLocks noChangeArrowheads="1"/>
          </p:cNvSpPr>
          <p:nvPr/>
        </p:nvSpPr>
        <p:spPr bwMode="auto">
          <a:xfrm>
            <a:off x="774700" y="5049838"/>
            <a:ext cx="8027988" cy="830262"/>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(4)</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列方程求解</a:t>
            </a:r>
            <a:r>
              <a:rPr lang="en-US" altLang="zh-CN" b="1" i="0">
                <a:latin typeface="Times New Roman" panose="02020603050405020304" pitchFamily="18" charset="0"/>
              </a:rPr>
              <a:t>----</a:t>
            </a:r>
            <a:r>
              <a:rPr lang="zh-CN" altLang="en-US" b="1" i="0">
                <a:latin typeface="Times New Roman" panose="02020603050405020304" pitchFamily="18" charset="0"/>
              </a:rPr>
              <a:t>首先是选取适当的坐标系，然后根据定理（定律）列出方程。</a:t>
            </a:r>
            <a:endParaRPr lang="zh-CN" altLang="en-US" b="1" i="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6434"/>
                                        </p:tgtEl>
                                        <p:attrNameLst>
                                          <p:attrName>style.visibility</p:attrName>
                                        </p:attrNameLst>
                                      </p:cBhvr>
                                      <p:to>
                                        <p:strVal val="visible"/>
                                      </p:to>
                                    </p:set>
                                    <p:animEffect transition="in" filter="wipe(left)">
                                      <p:cBhvr>
                                        <p:cTn id="7" dur="500"/>
                                        <p:tgtEl>
                                          <p:spTgt spid="1464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6435"/>
                                        </p:tgtEl>
                                        <p:attrNameLst>
                                          <p:attrName>style.visibility</p:attrName>
                                        </p:attrNameLst>
                                      </p:cBhvr>
                                      <p:to>
                                        <p:strVal val="visible"/>
                                      </p:to>
                                    </p:set>
                                    <p:animEffect transition="in" filter="wipe(left)">
                                      <p:cBhvr>
                                        <p:cTn id="12" dur="500"/>
                                        <p:tgtEl>
                                          <p:spTgt spid="1464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6436"/>
                                        </p:tgtEl>
                                        <p:attrNameLst>
                                          <p:attrName>style.visibility</p:attrName>
                                        </p:attrNameLst>
                                      </p:cBhvr>
                                      <p:to>
                                        <p:strVal val="visible"/>
                                      </p:to>
                                    </p:set>
                                    <p:animEffect transition="in" filter="wipe(left)">
                                      <p:cBhvr>
                                        <p:cTn id="17" dur="500"/>
                                        <p:tgtEl>
                                          <p:spTgt spid="1464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6437"/>
                                        </p:tgtEl>
                                        <p:attrNameLst>
                                          <p:attrName>style.visibility</p:attrName>
                                        </p:attrNameLst>
                                      </p:cBhvr>
                                      <p:to>
                                        <p:strVal val="visible"/>
                                      </p:to>
                                    </p:set>
                                    <p:animEffect transition="in" filter="wipe(left)">
                                      <p:cBhvr>
                                        <p:cTn id="22" dur="500"/>
                                        <p:tgtEl>
                                          <p:spTgt spid="1464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6438"/>
                                        </p:tgtEl>
                                        <p:attrNameLst>
                                          <p:attrName>style.visibility</p:attrName>
                                        </p:attrNameLst>
                                      </p:cBhvr>
                                      <p:to>
                                        <p:strVal val="visible"/>
                                      </p:to>
                                    </p:set>
                                    <p:animEffect transition="in" filter="wipe(left)">
                                      <p:cBhvr>
                                        <p:cTn id="27" dur="500"/>
                                        <p:tgtEl>
                                          <p:spTgt spid="146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4" grpId="0"/>
      <p:bldP spid="146435" grpId="0" autoUpdateAnimBg="0"/>
      <p:bldP spid="146436" grpId="0" autoUpdateAnimBg="0"/>
      <p:bldP spid="146437" grpId="0" autoUpdateAnimBg="0"/>
      <p:bldP spid="146438"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Text Box 2"/>
          <p:cNvSpPr txBox="1">
            <a:spLocks noChangeArrowheads="1"/>
          </p:cNvSpPr>
          <p:nvPr/>
        </p:nvSpPr>
        <p:spPr bwMode="auto">
          <a:xfrm>
            <a:off x="107950" y="542925"/>
            <a:ext cx="914400" cy="53022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例</a:t>
            </a:r>
            <a:endParaRPr kumimoji="0" lang="zh-CN" altLang="en-US" b="1" i="0">
              <a:solidFill>
                <a:srgbClr val="FF0000"/>
              </a:solidFill>
              <a:latin typeface="Times New Roman" panose="02020603050405020304" pitchFamily="18" charset="0"/>
            </a:endParaRPr>
          </a:p>
        </p:txBody>
      </p:sp>
      <p:sp>
        <p:nvSpPr>
          <p:cNvPr id="149507" name="Text Box 3"/>
          <p:cNvSpPr txBox="1">
            <a:spLocks noChangeArrowheads="1"/>
          </p:cNvSpPr>
          <p:nvPr/>
        </p:nvSpPr>
        <p:spPr bwMode="auto">
          <a:xfrm>
            <a:off x="611188" y="549275"/>
            <a:ext cx="8142287" cy="933450"/>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一架战斗机水平飞行，发现目标后，把一枚炮弹以相对于机身 </a:t>
            </a:r>
            <a:r>
              <a:rPr kumimoji="0" lang="en-US" altLang="zh-CN" b="1">
                <a:solidFill>
                  <a:srgbClr val="FF6600"/>
                </a:solidFill>
                <a:latin typeface="Times New Roman" panose="02020603050405020304" pitchFamily="18" charset="0"/>
              </a:rPr>
              <a:t>v</a:t>
            </a:r>
            <a:r>
              <a:rPr kumimoji="0" lang="en-US" altLang="zh-CN" b="1" baseline="-25000">
                <a:solidFill>
                  <a:srgbClr val="FF6600"/>
                </a:solidFill>
                <a:latin typeface="Times New Roman" panose="02020603050405020304" pitchFamily="18" charset="0"/>
              </a:rPr>
              <a:t>r </a:t>
            </a:r>
            <a:r>
              <a:rPr kumimoji="0" lang="en-US" altLang="zh-CN" b="1" i="0">
                <a:solidFill>
                  <a:srgbClr val="FF6600"/>
                </a:solidFill>
                <a:latin typeface="Times New Roman" panose="02020603050405020304" pitchFamily="18" charset="0"/>
              </a:rPr>
              <a:t>= 570 m/s </a:t>
            </a:r>
            <a:r>
              <a:rPr kumimoji="0" lang="zh-CN" altLang="en-US" b="1" i="0">
                <a:solidFill>
                  <a:schemeClr val="bg1"/>
                </a:solidFill>
                <a:latin typeface="Times New Roman" panose="02020603050405020304" pitchFamily="18" charset="0"/>
              </a:rPr>
              <a:t>的速度向正前方射出。</a:t>
            </a:r>
            <a:endParaRPr kumimoji="0" lang="zh-CN" altLang="en-US" b="1" baseline="-25000">
              <a:solidFill>
                <a:schemeClr val="bg1"/>
              </a:solidFill>
              <a:latin typeface="Times New Roman" panose="02020603050405020304" pitchFamily="18" charset="0"/>
            </a:endParaRPr>
          </a:p>
        </p:txBody>
      </p:sp>
      <p:sp>
        <p:nvSpPr>
          <p:cNvPr id="149508" name="Text Box 4"/>
          <p:cNvSpPr txBox="1">
            <a:spLocks noChangeArrowheads="1"/>
          </p:cNvSpPr>
          <p:nvPr/>
        </p:nvSpPr>
        <p:spPr bwMode="auto">
          <a:xfrm>
            <a:off x="611188" y="1538288"/>
            <a:ext cx="7786687" cy="933450"/>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飞机的飞行速度因此而减少了多少？设机身的质量</a:t>
            </a:r>
            <a:r>
              <a:rPr kumimoji="0" lang="en-US" altLang="zh-CN" b="1">
                <a:solidFill>
                  <a:srgbClr val="FF6600"/>
                </a:solidFill>
                <a:latin typeface="Times New Roman" panose="02020603050405020304" pitchFamily="18" charset="0"/>
              </a:rPr>
              <a:t>M </a:t>
            </a:r>
            <a:r>
              <a:rPr kumimoji="0" lang="en-US" altLang="zh-CN" b="1" i="0">
                <a:solidFill>
                  <a:srgbClr val="FF6600"/>
                </a:solidFill>
                <a:latin typeface="Times New Roman" panose="02020603050405020304" pitchFamily="18" charset="0"/>
              </a:rPr>
              <a:t>= 15000 kg</a:t>
            </a:r>
            <a:r>
              <a:rPr kumimoji="0" lang="zh-CN" altLang="en-US" b="1" i="0">
                <a:solidFill>
                  <a:schemeClr val="bg1"/>
                </a:solidFill>
                <a:latin typeface="Times New Roman" panose="02020603050405020304" pitchFamily="18" charset="0"/>
              </a:rPr>
              <a:t>，炮弹质量</a:t>
            </a:r>
            <a:r>
              <a:rPr kumimoji="0" lang="en-US" altLang="zh-CN" b="1">
                <a:solidFill>
                  <a:srgbClr val="FF6600"/>
                </a:solidFill>
                <a:latin typeface="Times New Roman" panose="02020603050405020304" pitchFamily="18" charset="0"/>
              </a:rPr>
              <a:t>m </a:t>
            </a:r>
            <a:r>
              <a:rPr kumimoji="0" lang="en-US" altLang="zh-CN" b="1" i="0">
                <a:solidFill>
                  <a:srgbClr val="FF6600"/>
                </a:solidFill>
                <a:latin typeface="Times New Roman" panose="02020603050405020304" pitchFamily="18" charset="0"/>
              </a:rPr>
              <a:t>= 7 kg </a:t>
            </a:r>
            <a:r>
              <a:rPr kumimoji="0" lang="zh-CN" altLang="en-US" b="1" i="0">
                <a:solidFill>
                  <a:schemeClr val="bg1"/>
                </a:solidFill>
                <a:latin typeface="Times New Roman" panose="02020603050405020304" pitchFamily="18" charset="0"/>
              </a:rPr>
              <a:t>。</a:t>
            </a:r>
            <a:endParaRPr kumimoji="0" lang="zh-CN" altLang="en-US" b="1" baseline="-25000">
              <a:solidFill>
                <a:schemeClr val="bg1"/>
              </a:solidFill>
              <a:latin typeface="Times New Roman" panose="02020603050405020304" pitchFamily="18" charset="0"/>
            </a:endParaRPr>
          </a:p>
        </p:txBody>
      </p:sp>
      <p:sp>
        <p:nvSpPr>
          <p:cNvPr id="149509" name="Text Box 5"/>
          <p:cNvSpPr txBox="1">
            <a:spLocks noChangeArrowheads="1"/>
          </p:cNvSpPr>
          <p:nvPr/>
        </p:nvSpPr>
        <p:spPr bwMode="auto">
          <a:xfrm>
            <a:off x="107950" y="1555750"/>
            <a:ext cx="992188" cy="530225"/>
          </a:xfrm>
          <a:prstGeom prst="rect">
            <a:avLst/>
          </a:prstGeom>
          <a:noFill/>
          <a:ln w="9525" algn="ctr">
            <a:noFill/>
            <a:miter lim="800000"/>
          </a:ln>
        </p:spPr>
        <p:txBody>
          <a:bodyPr tIns="82800" bIns="82800">
            <a:spAutoFit/>
          </a:bodyPr>
          <a:lstStyle/>
          <a:p>
            <a:pPr algn="just" eaLnBrk="0" hangingPunct="0">
              <a:spcBef>
                <a:spcPct val="50000"/>
              </a:spcBef>
            </a:pPr>
            <a:r>
              <a:rPr kumimoji="0" lang="zh-CN" altLang="en-US" b="1" i="0">
                <a:solidFill>
                  <a:srgbClr val="FF0000"/>
                </a:solidFill>
                <a:latin typeface="Times New Roman" panose="02020603050405020304" pitchFamily="18" charset="0"/>
              </a:rPr>
              <a:t>求</a:t>
            </a:r>
            <a:endParaRPr kumimoji="0" lang="zh-CN" altLang="en-US" b="1" i="0">
              <a:solidFill>
                <a:srgbClr val="FF0000"/>
              </a:solidFill>
              <a:latin typeface="Times New Roman" panose="02020603050405020304" pitchFamily="18" charset="0"/>
            </a:endParaRPr>
          </a:p>
        </p:txBody>
      </p:sp>
      <p:sp>
        <p:nvSpPr>
          <p:cNvPr id="149510" name="Text Box 6"/>
          <p:cNvSpPr txBox="1">
            <a:spLocks noChangeArrowheads="1"/>
          </p:cNvSpPr>
          <p:nvPr/>
        </p:nvSpPr>
        <p:spPr bwMode="auto">
          <a:xfrm>
            <a:off x="107950" y="2643188"/>
            <a:ext cx="487363" cy="457200"/>
          </a:xfrm>
          <a:prstGeom prst="rect">
            <a:avLst/>
          </a:prstGeom>
          <a:noFill/>
          <a:ln w="9525">
            <a:noFill/>
            <a:miter lim="800000"/>
          </a:ln>
        </p:spPr>
        <p:txBody>
          <a:bodyPr>
            <a:spAutoFit/>
          </a:bodyPr>
          <a:lstStyle/>
          <a:p>
            <a:pPr algn="just" eaLnBrk="0" hangingPunct="0"/>
            <a:r>
              <a:rPr kumimoji="0" lang="zh-CN" altLang="en-US" b="1" i="0">
                <a:solidFill>
                  <a:srgbClr val="FF0000"/>
                </a:solidFill>
                <a:latin typeface="Times New Roman" panose="02020603050405020304" pitchFamily="18" charset="0"/>
              </a:rPr>
              <a:t>解</a:t>
            </a:r>
            <a:endParaRPr kumimoji="0" lang="zh-CN" altLang="en-US" b="1" i="0">
              <a:solidFill>
                <a:srgbClr val="FF0000"/>
              </a:solidFill>
              <a:latin typeface="Times New Roman" panose="02020603050405020304" pitchFamily="18" charset="0"/>
            </a:endParaRPr>
          </a:p>
        </p:txBody>
      </p:sp>
      <p:sp>
        <p:nvSpPr>
          <p:cNvPr id="149511" name="Text Box 7"/>
          <p:cNvSpPr txBox="1">
            <a:spLocks noChangeArrowheads="1"/>
          </p:cNvSpPr>
          <p:nvPr/>
        </p:nvSpPr>
        <p:spPr bwMode="auto">
          <a:xfrm>
            <a:off x="611188" y="2619375"/>
            <a:ext cx="8191500" cy="1354138"/>
          </a:xfrm>
          <a:prstGeom prst="rect">
            <a:avLst/>
          </a:prstGeom>
          <a:noFill/>
          <a:ln w="28575">
            <a:noFill/>
            <a:miter lim="800000"/>
          </a:ln>
        </p:spPr>
        <p:txBody>
          <a:bodyPr>
            <a:spAutoFit/>
          </a:bodyPr>
          <a:lstStyle/>
          <a:p>
            <a:pPr algn="just" eaLnBrk="0" hangingPunct="0">
              <a:lnSpc>
                <a:spcPct val="115000"/>
              </a:lnSpc>
            </a:pPr>
            <a:r>
              <a:rPr kumimoji="0" lang="zh-CN" altLang="en-US" b="1" i="0">
                <a:solidFill>
                  <a:schemeClr val="bg1"/>
                </a:solidFill>
                <a:latin typeface="Times New Roman" panose="02020603050405020304" pitchFamily="18" charset="0"/>
              </a:rPr>
              <a:t>以机身和炮弹组成的系统为研究对象，系统受到的外力（重力）沿水平方向投影为零，火药爆炸为内力，故</a:t>
            </a:r>
            <a:r>
              <a:rPr kumimoji="0" lang="zh-CN" altLang="en-US" b="1" i="0">
                <a:solidFill>
                  <a:srgbClr val="FF6600"/>
                </a:solidFill>
                <a:latin typeface="Times New Roman" panose="02020603050405020304" pitchFamily="18" charset="0"/>
              </a:rPr>
              <a:t>系统沿水平方向动量守恒</a:t>
            </a:r>
            <a:r>
              <a:rPr kumimoji="0" lang="zh-CN" altLang="en-US" b="1" i="0">
                <a:solidFill>
                  <a:schemeClr val="bg1"/>
                </a:solidFill>
                <a:latin typeface="Times New Roman" panose="02020603050405020304" pitchFamily="18" charset="0"/>
              </a:rPr>
              <a:t>。设发射前后飞机的飞行速度分别为 </a:t>
            </a:r>
            <a:r>
              <a:rPr kumimoji="0" lang="en-US" altLang="zh-CN" b="1">
                <a:solidFill>
                  <a:srgbClr val="FF6600"/>
                </a:solidFill>
                <a:latin typeface="Times New Roman" panose="02020603050405020304" pitchFamily="18" charset="0"/>
              </a:rPr>
              <a:t>V</a:t>
            </a:r>
            <a:r>
              <a:rPr kumimoji="0" lang="en-US" altLang="zh-CN" b="1">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和 </a:t>
            </a:r>
            <a:r>
              <a:rPr kumimoji="0" lang="en-US" altLang="zh-CN" b="1">
                <a:solidFill>
                  <a:srgbClr val="FF6600"/>
                </a:solidFill>
                <a:latin typeface="Times New Roman" panose="02020603050405020304" pitchFamily="18" charset="0"/>
              </a:rPr>
              <a:t>V’</a:t>
            </a:r>
            <a:endParaRPr kumimoji="0" lang="en-US" altLang="zh-CN" b="1" i="0">
              <a:solidFill>
                <a:srgbClr val="FF9900"/>
              </a:solidFill>
              <a:latin typeface="Times New Roman" panose="02020603050405020304" pitchFamily="18" charset="0"/>
            </a:endParaRPr>
          </a:p>
        </p:txBody>
      </p:sp>
      <p:graphicFrame>
        <p:nvGraphicFramePr>
          <p:cNvPr id="149512" name="Object 8"/>
          <p:cNvGraphicFramePr>
            <a:graphicFrameLocks noChangeAspect="1"/>
          </p:cNvGraphicFramePr>
          <p:nvPr/>
        </p:nvGraphicFramePr>
        <p:xfrm>
          <a:off x="2227263" y="4238625"/>
          <a:ext cx="3479800" cy="388938"/>
        </p:xfrm>
        <a:graphic>
          <a:graphicData uri="http://schemas.openxmlformats.org/presentationml/2006/ole">
            <mc:AlternateContent xmlns:mc="http://schemas.openxmlformats.org/markup-compatibility/2006">
              <mc:Choice xmlns:v="urn:schemas-microsoft-com:vml" Requires="v">
                <p:oleObj spid="_x0000_s11265" name="公式" r:id="rId1" imgW="46329600" imgH="5181600" progId="Equation.3">
                  <p:embed/>
                </p:oleObj>
              </mc:Choice>
              <mc:Fallback>
                <p:oleObj name="公式" r:id="rId1" imgW="46329600" imgH="5181600" progId="Equation.3">
                  <p:embed/>
                  <p:pic>
                    <p:nvPicPr>
                      <p:cNvPr id="0" name="Object 8"/>
                      <p:cNvPicPr>
                        <a:picLocks noChangeAspect="1"/>
                      </p:cNvPicPr>
                      <p:nvPr/>
                    </p:nvPicPr>
                    <p:blipFill>
                      <a:blip r:embed="rId2"/>
                      <a:stretch>
                        <a:fillRect/>
                      </a:stretch>
                    </p:blipFill>
                    <p:spPr>
                      <a:xfrm>
                        <a:off x="2227263" y="4238625"/>
                        <a:ext cx="3479800" cy="388938"/>
                      </a:xfrm>
                      <a:prstGeom prst="rect">
                        <a:avLst/>
                      </a:prstGeom>
                      <a:noFill/>
                      <a:ln w="9525">
                        <a:noFill/>
                      </a:ln>
                    </p:spPr>
                  </p:pic>
                </p:oleObj>
              </mc:Fallback>
            </mc:AlternateContent>
          </a:graphicData>
        </a:graphic>
      </p:graphicFrame>
      <p:graphicFrame>
        <p:nvGraphicFramePr>
          <p:cNvPr id="149513" name="Object 9"/>
          <p:cNvGraphicFramePr>
            <a:graphicFrameLocks noChangeAspect="1"/>
          </p:cNvGraphicFramePr>
          <p:nvPr/>
        </p:nvGraphicFramePr>
        <p:xfrm>
          <a:off x="1738313" y="5056188"/>
          <a:ext cx="4948237" cy="730250"/>
        </p:xfrm>
        <a:graphic>
          <a:graphicData uri="http://schemas.openxmlformats.org/presentationml/2006/ole">
            <mc:AlternateContent xmlns:mc="http://schemas.openxmlformats.org/markup-compatibility/2006">
              <mc:Choice xmlns:v="urn:schemas-microsoft-com:vml" Requires="v">
                <p:oleObj spid="_x0000_s11267" name="公式" r:id="rId3" imgW="66141600" imgH="9753600" progId="Equation.3">
                  <p:embed/>
                </p:oleObj>
              </mc:Choice>
              <mc:Fallback>
                <p:oleObj name="公式" r:id="rId3" imgW="66141600" imgH="9753600" progId="Equation.3">
                  <p:embed/>
                  <p:pic>
                    <p:nvPicPr>
                      <p:cNvPr id="0" name="Object 9"/>
                      <p:cNvPicPr>
                        <a:picLocks noChangeAspect="1"/>
                      </p:cNvPicPr>
                      <p:nvPr/>
                    </p:nvPicPr>
                    <p:blipFill>
                      <a:blip r:embed="rId4"/>
                      <a:stretch>
                        <a:fillRect/>
                      </a:stretch>
                    </p:blipFill>
                    <p:spPr>
                      <a:xfrm>
                        <a:off x="1738313" y="5056188"/>
                        <a:ext cx="4948237" cy="7302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Effect transition="in" filter="wipe(left)">
                                      <p:cBhvr>
                                        <p:cTn id="7" dur="500"/>
                                        <p:tgtEl>
                                          <p:spTgt spid="1495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9507"/>
                                        </p:tgtEl>
                                        <p:attrNameLst>
                                          <p:attrName>style.visibility</p:attrName>
                                        </p:attrNameLst>
                                      </p:cBhvr>
                                      <p:to>
                                        <p:strVal val="visible"/>
                                      </p:to>
                                    </p:set>
                                    <p:animEffect transition="in" filter="wipe(left)">
                                      <p:cBhvr>
                                        <p:cTn id="12" dur="500"/>
                                        <p:tgtEl>
                                          <p:spTgt spid="14950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09"/>
                                        </p:tgtEl>
                                        <p:attrNameLst>
                                          <p:attrName>style.visibility</p:attrName>
                                        </p:attrNameLst>
                                      </p:cBhvr>
                                      <p:to>
                                        <p:strVal val="visible"/>
                                      </p:to>
                                    </p:set>
                                    <p:animEffect transition="in" filter="wipe(left)">
                                      <p:cBhvr>
                                        <p:cTn id="17" dur="500"/>
                                        <p:tgtEl>
                                          <p:spTgt spid="14950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9508"/>
                                        </p:tgtEl>
                                        <p:attrNameLst>
                                          <p:attrName>style.visibility</p:attrName>
                                        </p:attrNameLst>
                                      </p:cBhvr>
                                      <p:to>
                                        <p:strVal val="visible"/>
                                      </p:to>
                                    </p:set>
                                    <p:animEffect transition="in" filter="wipe(left)">
                                      <p:cBhvr>
                                        <p:cTn id="22" dur="500"/>
                                        <p:tgtEl>
                                          <p:spTgt spid="14950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9510"/>
                                        </p:tgtEl>
                                        <p:attrNameLst>
                                          <p:attrName>style.visibility</p:attrName>
                                        </p:attrNameLst>
                                      </p:cBhvr>
                                      <p:to>
                                        <p:strVal val="visible"/>
                                      </p:to>
                                    </p:set>
                                    <p:animEffect transition="in" filter="wipe(left)">
                                      <p:cBhvr>
                                        <p:cTn id="27" dur="500"/>
                                        <p:tgtEl>
                                          <p:spTgt spid="1495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9511"/>
                                        </p:tgtEl>
                                        <p:attrNameLst>
                                          <p:attrName>style.visibility</p:attrName>
                                        </p:attrNameLst>
                                      </p:cBhvr>
                                      <p:to>
                                        <p:strVal val="visible"/>
                                      </p:to>
                                    </p:set>
                                    <p:animEffect transition="in" filter="wipe(left)">
                                      <p:cBhvr>
                                        <p:cTn id="32" dur="500"/>
                                        <p:tgtEl>
                                          <p:spTgt spid="149511"/>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49512"/>
                                        </p:tgtEl>
                                        <p:attrNameLst>
                                          <p:attrName>style.visibility</p:attrName>
                                        </p:attrNameLst>
                                      </p:cBhvr>
                                      <p:to>
                                        <p:strVal val="visible"/>
                                      </p:to>
                                    </p:set>
                                    <p:animEffect transition="in" filter="blinds(horizontal)">
                                      <p:cBhvr>
                                        <p:cTn id="37" dur="500"/>
                                        <p:tgtEl>
                                          <p:spTgt spid="149512"/>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49513"/>
                                        </p:tgtEl>
                                        <p:attrNameLst>
                                          <p:attrName>style.visibility</p:attrName>
                                        </p:attrNameLst>
                                      </p:cBhvr>
                                      <p:to>
                                        <p:strVal val="visible"/>
                                      </p:to>
                                    </p:set>
                                    <p:anim calcmode="lin" valueType="num">
                                      <p:cBhvr additive="base">
                                        <p:cTn id="42" dur="500" fill="hold"/>
                                        <p:tgtEl>
                                          <p:spTgt spid="149513"/>
                                        </p:tgtEl>
                                        <p:attrNameLst>
                                          <p:attrName>ppt_x</p:attrName>
                                        </p:attrNameLst>
                                      </p:cBhvr>
                                      <p:tavLst>
                                        <p:tav tm="0">
                                          <p:val>
                                            <p:strVal val="#ppt_x"/>
                                          </p:val>
                                        </p:tav>
                                        <p:tav tm="100000">
                                          <p:val>
                                            <p:strVal val="#ppt_x"/>
                                          </p:val>
                                        </p:tav>
                                      </p:tavLst>
                                    </p:anim>
                                    <p:anim calcmode="lin" valueType="num">
                                      <p:cBhvr additive="base">
                                        <p:cTn id="43" dur="500" fill="hold"/>
                                        <p:tgtEl>
                                          <p:spTgt spid="1495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P spid="149507" grpId="0"/>
      <p:bldP spid="149508" grpId="0"/>
      <p:bldP spid="149509" grpId="0"/>
      <p:bldP spid="149510" grpId="0" autoUpdateAnimBg="0"/>
      <p:bldP spid="1495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427663" y="2798763"/>
            <a:ext cx="3089275" cy="1135062"/>
            <a:chOff x="3393" y="1693"/>
            <a:chExt cx="1946" cy="715"/>
          </a:xfrm>
        </p:grpSpPr>
        <p:sp>
          <p:nvSpPr>
            <p:cNvPr id="12302" name="Text Box 3"/>
            <p:cNvSpPr txBox="1">
              <a:spLocks noChangeArrowheads="1"/>
            </p:cNvSpPr>
            <p:nvPr/>
          </p:nvSpPr>
          <p:spPr bwMode="auto">
            <a:xfrm>
              <a:off x="3786" y="1979"/>
              <a:ext cx="235" cy="288"/>
            </a:xfrm>
            <a:prstGeom prst="rect">
              <a:avLst/>
            </a:prstGeom>
            <a:noFill/>
            <a:ln w="9525">
              <a:noFill/>
              <a:miter lim="800000"/>
            </a:ln>
          </p:spPr>
          <p:txBody>
            <a:bodyPr>
              <a:spAutoFit/>
            </a:bodyPr>
            <a:lstStyle/>
            <a:p>
              <a:pPr algn="just" eaLnBrk="0" hangingPunct="0"/>
              <a:r>
                <a:rPr kumimoji="0" lang="en-US" altLang="zh-CN" b="1">
                  <a:solidFill>
                    <a:srgbClr val="FFFF99"/>
                  </a:solidFill>
                  <a:latin typeface="Times New Roman" panose="02020603050405020304" pitchFamily="18" charset="0"/>
                </a:rPr>
                <a:t>A</a:t>
              </a:r>
              <a:endParaRPr kumimoji="0" lang="en-US" altLang="zh-CN" i="0">
                <a:solidFill>
                  <a:srgbClr val="FFFF99"/>
                </a:solidFill>
                <a:latin typeface="Times New Roman" panose="02020603050405020304" pitchFamily="18" charset="0"/>
              </a:endParaRPr>
            </a:p>
          </p:txBody>
        </p:sp>
        <p:sp>
          <p:nvSpPr>
            <p:cNvPr id="12303" name="Text Box 4"/>
            <p:cNvSpPr txBox="1">
              <a:spLocks noChangeArrowheads="1"/>
            </p:cNvSpPr>
            <p:nvPr/>
          </p:nvSpPr>
          <p:spPr bwMode="auto">
            <a:xfrm>
              <a:off x="4885" y="1693"/>
              <a:ext cx="236" cy="288"/>
            </a:xfrm>
            <a:prstGeom prst="rect">
              <a:avLst/>
            </a:prstGeom>
            <a:noFill/>
            <a:ln w="9525">
              <a:noFill/>
              <a:miter lim="800000"/>
            </a:ln>
          </p:spPr>
          <p:txBody>
            <a:bodyPr>
              <a:spAutoFit/>
            </a:bodyPr>
            <a:lstStyle/>
            <a:p>
              <a:pPr algn="just" eaLnBrk="0" hangingPunct="0"/>
              <a:r>
                <a:rPr kumimoji="0" lang="en-US" altLang="zh-CN" b="1">
                  <a:solidFill>
                    <a:srgbClr val="FF6600"/>
                  </a:solidFill>
                  <a:latin typeface="Times New Roman" panose="02020603050405020304" pitchFamily="18" charset="0"/>
                </a:rPr>
                <a:t>B</a:t>
              </a:r>
              <a:endParaRPr kumimoji="0" lang="en-US" altLang="zh-CN">
                <a:solidFill>
                  <a:srgbClr val="FF6600"/>
                </a:solidFill>
                <a:latin typeface="Times New Roman" panose="02020603050405020304" pitchFamily="18" charset="0"/>
              </a:endParaRPr>
            </a:p>
          </p:txBody>
        </p:sp>
        <p:sp>
          <p:nvSpPr>
            <p:cNvPr id="12304" name="Rectangle 5"/>
            <p:cNvSpPr>
              <a:spLocks noChangeArrowheads="1"/>
            </p:cNvSpPr>
            <p:nvPr/>
          </p:nvSpPr>
          <p:spPr bwMode="auto">
            <a:xfrm>
              <a:off x="3432" y="1943"/>
              <a:ext cx="629" cy="358"/>
            </a:xfrm>
            <a:prstGeom prst="rect">
              <a:avLst/>
            </a:prstGeom>
            <a:solidFill>
              <a:srgbClr val="FFFFFF"/>
            </a:solidFill>
            <a:ln w="38100">
              <a:solidFill>
                <a:schemeClr val="accent2"/>
              </a:solidFill>
              <a:miter lim="800000"/>
            </a:ln>
          </p:spPr>
          <p:txBody>
            <a:bodyPr wrap="none" anchor="ctr"/>
            <a:lstStyle/>
            <a:p>
              <a:endParaRPr lang="zh-CN" altLang="en-US"/>
            </a:p>
          </p:txBody>
        </p:sp>
        <p:sp>
          <p:nvSpPr>
            <p:cNvPr id="12305" name="Oval 6" descr="球体"/>
            <p:cNvSpPr>
              <a:spLocks noChangeArrowheads="1"/>
            </p:cNvSpPr>
            <p:nvPr/>
          </p:nvSpPr>
          <p:spPr bwMode="auto">
            <a:xfrm>
              <a:off x="3511" y="2265"/>
              <a:ext cx="157" cy="143"/>
            </a:xfrm>
            <a:prstGeom prst="ellipse">
              <a:avLst/>
            </a:prstGeom>
            <a:pattFill prst="sphere">
              <a:fgClr>
                <a:srgbClr val="FF0000"/>
              </a:fgClr>
              <a:bgClr>
                <a:srgbClr val="008000"/>
              </a:bgClr>
            </a:pattFill>
            <a:ln w="38100">
              <a:solidFill>
                <a:schemeClr val="tx2"/>
              </a:solidFill>
              <a:round/>
            </a:ln>
          </p:spPr>
          <p:txBody>
            <a:bodyPr wrap="none" anchor="ctr"/>
            <a:lstStyle/>
            <a:p>
              <a:endParaRPr lang="zh-CN" altLang="en-US"/>
            </a:p>
          </p:txBody>
        </p:sp>
        <p:sp>
          <p:nvSpPr>
            <p:cNvPr id="12306" name="Oval 7" descr="球体"/>
            <p:cNvSpPr>
              <a:spLocks noChangeArrowheads="1"/>
            </p:cNvSpPr>
            <p:nvPr/>
          </p:nvSpPr>
          <p:spPr bwMode="auto">
            <a:xfrm>
              <a:off x="3825" y="2265"/>
              <a:ext cx="157" cy="143"/>
            </a:xfrm>
            <a:prstGeom prst="ellipse">
              <a:avLst/>
            </a:prstGeom>
            <a:pattFill prst="sphere">
              <a:fgClr>
                <a:srgbClr val="FF0000"/>
              </a:fgClr>
              <a:bgClr>
                <a:srgbClr val="008000"/>
              </a:bgClr>
            </a:pattFill>
            <a:ln w="38100">
              <a:solidFill>
                <a:schemeClr val="tx2"/>
              </a:solidFill>
              <a:round/>
            </a:ln>
          </p:spPr>
          <p:txBody>
            <a:bodyPr wrap="none" anchor="ctr"/>
            <a:lstStyle/>
            <a:p>
              <a:endParaRPr lang="zh-CN" altLang="en-US"/>
            </a:p>
          </p:txBody>
        </p:sp>
        <p:sp>
          <p:nvSpPr>
            <p:cNvPr id="12307" name="Rectangle 8"/>
            <p:cNvSpPr>
              <a:spLocks noChangeArrowheads="1"/>
            </p:cNvSpPr>
            <p:nvPr/>
          </p:nvSpPr>
          <p:spPr bwMode="auto">
            <a:xfrm>
              <a:off x="4493" y="1943"/>
              <a:ext cx="628" cy="358"/>
            </a:xfrm>
            <a:prstGeom prst="rect">
              <a:avLst/>
            </a:prstGeom>
            <a:solidFill>
              <a:srgbClr val="FFFFFF"/>
            </a:solidFill>
            <a:ln w="38100">
              <a:solidFill>
                <a:schemeClr val="accent2"/>
              </a:solidFill>
              <a:miter lim="800000"/>
            </a:ln>
          </p:spPr>
          <p:txBody>
            <a:bodyPr wrap="none" anchor="ctr"/>
            <a:lstStyle/>
            <a:p>
              <a:endParaRPr lang="zh-CN" altLang="en-US"/>
            </a:p>
          </p:txBody>
        </p:sp>
        <p:sp>
          <p:nvSpPr>
            <p:cNvPr id="12308" name="Oval 9" descr="球体"/>
            <p:cNvSpPr>
              <a:spLocks noChangeArrowheads="1"/>
            </p:cNvSpPr>
            <p:nvPr/>
          </p:nvSpPr>
          <p:spPr bwMode="auto">
            <a:xfrm>
              <a:off x="4571" y="2265"/>
              <a:ext cx="157" cy="143"/>
            </a:xfrm>
            <a:prstGeom prst="ellipse">
              <a:avLst/>
            </a:prstGeom>
            <a:pattFill prst="sphere">
              <a:fgClr>
                <a:srgbClr val="FF0000"/>
              </a:fgClr>
              <a:bgClr>
                <a:srgbClr val="008000"/>
              </a:bgClr>
            </a:pattFill>
            <a:ln w="38100">
              <a:solidFill>
                <a:schemeClr val="tx2"/>
              </a:solidFill>
              <a:round/>
            </a:ln>
          </p:spPr>
          <p:txBody>
            <a:bodyPr wrap="none" anchor="ctr"/>
            <a:lstStyle/>
            <a:p>
              <a:endParaRPr lang="zh-CN" altLang="en-US"/>
            </a:p>
          </p:txBody>
        </p:sp>
        <p:sp>
          <p:nvSpPr>
            <p:cNvPr id="12309" name="Oval 10" descr="球体"/>
            <p:cNvSpPr>
              <a:spLocks noChangeArrowheads="1"/>
            </p:cNvSpPr>
            <p:nvPr/>
          </p:nvSpPr>
          <p:spPr bwMode="auto">
            <a:xfrm>
              <a:off x="4885" y="2265"/>
              <a:ext cx="157" cy="143"/>
            </a:xfrm>
            <a:prstGeom prst="ellipse">
              <a:avLst/>
            </a:prstGeom>
            <a:pattFill prst="sphere">
              <a:fgClr>
                <a:srgbClr val="FF0000"/>
              </a:fgClr>
              <a:bgClr>
                <a:srgbClr val="008000"/>
              </a:bgClr>
            </a:pattFill>
            <a:ln w="38100">
              <a:solidFill>
                <a:schemeClr val="tx2"/>
              </a:solidFill>
              <a:round/>
            </a:ln>
          </p:spPr>
          <p:txBody>
            <a:bodyPr wrap="none" anchor="ctr"/>
            <a:lstStyle/>
            <a:p>
              <a:endParaRPr lang="zh-CN" altLang="en-US"/>
            </a:p>
          </p:txBody>
        </p:sp>
        <p:sp>
          <p:nvSpPr>
            <p:cNvPr id="12310" name="Line 11"/>
            <p:cNvSpPr>
              <a:spLocks noChangeShapeType="1"/>
            </p:cNvSpPr>
            <p:nvPr/>
          </p:nvSpPr>
          <p:spPr bwMode="auto">
            <a:xfrm flipV="1">
              <a:off x="3668" y="1729"/>
              <a:ext cx="0" cy="165"/>
            </a:xfrm>
            <a:prstGeom prst="line">
              <a:avLst/>
            </a:prstGeom>
            <a:noFill/>
            <a:ln w="38100">
              <a:solidFill>
                <a:srgbClr val="FF9900"/>
              </a:solidFill>
              <a:round/>
            </a:ln>
          </p:spPr>
          <p:txBody>
            <a:bodyPr wrap="none" anchor="ctr"/>
            <a:lstStyle/>
            <a:p>
              <a:endParaRPr lang="zh-CN" altLang="en-US"/>
            </a:p>
          </p:txBody>
        </p:sp>
        <p:sp>
          <p:nvSpPr>
            <p:cNvPr id="12311" name="Line 12"/>
            <p:cNvSpPr>
              <a:spLocks noChangeShapeType="1"/>
            </p:cNvSpPr>
            <p:nvPr/>
          </p:nvSpPr>
          <p:spPr bwMode="auto">
            <a:xfrm>
              <a:off x="3656" y="1729"/>
              <a:ext cx="1199" cy="0"/>
            </a:xfrm>
            <a:prstGeom prst="line">
              <a:avLst/>
            </a:prstGeom>
            <a:noFill/>
            <a:ln w="38100">
              <a:solidFill>
                <a:srgbClr val="FF9900"/>
              </a:solidFill>
              <a:round/>
            </a:ln>
          </p:spPr>
          <p:txBody>
            <a:bodyPr wrap="none" anchor="ctr"/>
            <a:lstStyle/>
            <a:p>
              <a:endParaRPr lang="zh-CN" altLang="en-US"/>
            </a:p>
          </p:txBody>
        </p:sp>
        <p:sp>
          <p:nvSpPr>
            <p:cNvPr id="12312" name="Line 13"/>
            <p:cNvSpPr>
              <a:spLocks noChangeShapeType="1"/>
            </p:cNvSpPr>
            <p:nvPr/>
          </p:nvSpPr>
          <p:spPr bwMode="auto">
            <a:xfrm flipV="1">
              <a:off x="3746" y="1752"/>
              <a:ext cx="0" cy="143"/>
            </a:xfrm>
            <a:prstGeom prst="line">
              <a:avLst/>
            </a:prstGeom>
            <a:noFill/>
            <a:ln w="38100">
              <a:solidFill>
                <a:srgbClr val="FF9900"/>
              </a:solidFill>
              <a:round/>
            </a:ln>
          </p:spPr>
          <p:txBody>
            <a:bodyPr wrap="none" anchor="ctr"/>
            <a:lstStyle/>
            <a:p>
              <a:endParaRPr lang="zh-CN" altLang="en-US"/>
            </a:p>
          </p:txBody>
        </p:sp>
        <p:sp>
          <p:nvSpPr>
            <p:cNvPr id="12313" name="Line 14"/>
            <p:cNvSpPr>
              <a:spLocks noChangeShapeType="1"/>
            </p:cNvSpPr>
            <p:nvPr/>
          </p:nvSpPr>
          <p:spPr bwMode="auto">
            <a:xfrm>
              <a:off x="3746" y="1800"/>
              <a:ext cx="1022" cy="0"/>
            </a:xfrm>
            <a:prstGeom prst="line">
              <a:avLst/>
            </a:prstGeom>
            <a:noFill/>
            <a:ln w="38100">
              <a:solidFill>
                <a:srgbClr val="FF9900"/>
              </a:solidFill>
              <a:round/>
            </a:ln>
          </p:spPr>
          <p:txBody>
            <a:bodyPr wrap="none" anchor="ctr"/>
            <a:lstStyle/>
            <a:p>
              <a:endParaRPr lang="zh-CN" altLang="en-US"/>
            </a:p>
          </p:txBody>
        </p:sp>
        <p:sp>
          <p:nvSpPr>
            <p:cNvPr id="12314" name="Rectangle 15"/>
            <p:cNvSpPr>
              <a:spLocks noChangeArrowheads="1"/>
            </p:cNvSpPr>
            <p:nvPr/>
          </p:nvSpPr>
          <p:spPr bwMode="auto">
            <a:xfrm>
              <a:off x="3441" y="2229"/>
              <a:ext cx="611" cy="62"/>
            </a:xfrm>
            <a:prstGeom prst="rect">
              <a:avLst/>
            </a:prstGeom>
            <a:solidFill>
              <a:srgbClr val="00CCFF">
                <a:alpha val="89803"/>
              </a:srgbClr>
            </a:solidFill>
            <a:ln w="9525">
              <a:noFill/>
              <a:miter lim="800000"/>
            </a:ln>
          </p:spPr>
          <p:txBody>
            <a:bodyPr wrap="none" anchor="ctr"/>
            <a:lstStyle/>
            <a:p>
              <a:endParaRPr lang="zh-CN" altLang="en-US"/>
            </a:p>
          </p:txBody>
        </p:sp>
        <p:sp>
          <p:nvSpPr>
            <p:cNvPr id="12315" name="Rectangle 16"/>
            <p:cNvSpPr>
              <a:spLocks noChangeArrowheads="1"/>
            </p:cNvSpPr>
            <p:nvPr/>
          </p:nvSpPr>
          <p:spPr bwMode="auto">
            <a:xfrm>
              <a:off x="4507" y="2048"/>
              <a:ext cx="608" cy="245"/>
            </a:xfrm>
            <a:prstGeom prst="rect">
              <a:avLst/>
            </a:prstGeom>
            <a:solidFill>
              <a:srgbClr val="00CCFF">
                <a:alpha val="89803"/>
              </a:srgbClr>
            </a:solidFill>
            <a:ln w="9525">
              <a:noFill/>
              <a:miter lim="800000"/>
            </a:ln>
          </p:spPr>
          <p:txBody>
            <a:bodyPr wrap="none" anchor="ctr"/>
            <a:lstStyle/>
            <a:p>
              <a:endParaRPr lang="zh-CN" altLang="en-US"/>
            </a:p>
          </p:txBody>
        </p:sp>
        <p:sp>
          <p:nvSpPr>
            <p:cNvPr id="12316" name="Line 17"/>
            <p:cNvSpPr>
              <a:spLocks noChangeShapeType="1"/>
            </p:cNvSpPr>
            <p:nvPr/>
          </p:nvSpPr>
          <p:spPr bwMode="auto">
            <a:xfrm>
              <a:off x="5128" y="2122"/>
              <a:ext cx="196" cy="0"/>
            </a:xfrm>
            <a:prstGeom prst="line">
              <a:avLst/>
            </a:prstGeom>
            <a:noFill/>
            <a:ln w="28575">
              <a:solidFill>
                <a:srgbClr val="66FF33"/>
              </a:solidFill>
              <a:round/>
              <a:tailEnd type="triangle" w="med" len="med"/>
            </a:ln>
          </p:spPr>
          <p:txBody>
            <a:bodyPr wrap="none" anchor="ctr"/>
            <a:lstStyle/>
            <a:p>
              <a:endParaRPr lang="zh-CN" altLang="en-US"/>
            </a:p>
          </p:txBody>
        </p:sp>
        <p:sp>
          <p:nvSpPr>
            <p:cNvPr id="12317" name="Line 18"/>
            <p:cNvSpPr>
              <a:spLocks noChangeShapeType="1"/>
            </p:cNvSpPr>
            <p:nvPr/>
          </p:nvSpPr>
          <p:spPr bwMode="auto">
            <a:xfrm>
              <a:off x="4061" y="2122"/>
              <a:ext cx="196" cy="0"/>
            </a:xfrm>
            <a:prstGeom prst="line">
              <a:avLst/>
            </a:prstGeom>
            <a:noFill/>
            <a:ln w="28575">
              <a:solidFill>
                <a:srgbClr val="66FF33"/>
              </a:solidFill>
              <a:round/>
              <a:tailEnd type="triangle" w="med" len="med"/>
            </a:ln>
          </p:spPr>
          <p:txBody>
            <a:bodyPr wrap="none" anchor="ctr"/>
            <a:lstStyle/>
            <a:p>
              <a:endParaRPr lang="zh-CN" altLang="en-US"/>
            </a:p>
          </p:txBody>
        </p:sp>
        <p:sp>
          <p:nvSpPr>
            <p:cNvPr id="12318" name="Text Box 19"/>
            <p:cNvSpPr txBox="1">
              <a:spLocks noChangeArrowheads="1"/>
            </p:cNvSpPr>
            <p:nvPr/>
          </p:nvSpPr>
          <p:spPr bwMode="auto">
            <a:xfrm>
              <a:off x="5111" y="1818"/>
              <a:ext cx="228" cy="327"/>
            </a:xfrm>
            <a:prstGeom prst="rect">
              <a:avLst/>
            </a:prstGeom>
            <a:noFill/>
            <a:ln w="9525">
              <a:noFill/>
              <a:miter lim="800000"/>
            </a:ln>
          </p:spPr>
          <p:txBody>
            <a:bodyPr wrap="none">
              <a:spAutoFit/>
            </a:bodyPr>
            <a:lstStyle/>
            <a:p>
              <a:pPr algn="just" eaLnBrk="0" hangingPunct="0"/>
              <a:r>
                <a:rPr kumimoji="0" lang="en-US" altLang="zh-CN" sz="2800">
                  <a:solidFill>
                    <a:srgbClr val="FF6600"/>
                  </a:solidFill>
                  <a:latin typeface="Times New Roman" panose="02020603050405020304" pitchFamily="18" charset="0"/>
                </a:rPr>
                <a:t>u</a:t>
              </a:r>
              <a:endParaRPr kumimoji="0" lang="en-US" altLang="zh-CN" sz="2800">
                <a:solidFill>
                  <a:srgbClr val="FF6600"/>
                </a:solidFill>
                <a:latin typeface="Times New Roman" panose="02020603050405020304" pitchFamily="18" charset="0"/>
              </a:endParaRPr>
            </a:p>
          </p:txBody>
        </p:sp>
        <p:sp>
          <p:nvSpPr>
            <p:cNvPr id="12319" name="Text Box 20"/>
            <p:cNvSpPr txBox="1">
              <a:spLocks noChangeArrowheads="1"/>
            </p:cNvSpPr>
            <p:nvPr/>
          </p:nvSpPr>
          <p:spPr bwMode="auto">
            <a:xfrm>
              <a:off x="4031" y="1820"/>
              <a:ext cx="185" cy="327"/>
            </a:xfrm>
            <a:prstGeom prst="rect">
              <a:avLst/>
            </a:prstGeom>
            <a:noFill/>
            <a:ln w="9525">
              <a:noFill/>
              <a:miter lim="800000"/>
            </a:ln>
          </p:spPr>
          <p:txBody>
            <a:bodyPr>
              <a:spAutoFit/>
            </a:bodyPr>
            <a:lstStyle/>
            <a:p>
              <a:pPr algn="just" eaLnBrk="0" hangingPunct="0"/>
              <a:r>
                <a:rPr kumimoji="0" lang="en-US" altLang="zh-CN" sz="2800">
                  <a:solidFill>
                    <a:srgbClr val="FF6600"/>
                  </a:solidFill>
                  <a:latin typeface="Bookman Old Style" panose="02050604050505020204" pitchFamily="18" charset="0"/>
                </a:rPr>
                <a:t>v</a:t>
              </a:r>
              <a:endParaRPr kumimoji="0" lang="en-US" altLang="zh-CN" sz="2800">
                <a:solidFill>
                  <a:srgbClr val="FF6600"/>
                </a:solidFill>
                <a:latin typeface="Bookman Old Style" panose="02050604050505020204" pitchFamily="18" charset="0"/>
              </a:endParaRPr>
            </a:p>
          </p:txBody>
        </p:sp>
        <p:sp>
          <p:nvSpPr>
            <p:cNvPr id="12320" name="Text Box 21"/>
            <p:cNvSpPr txBox="1">
              <a:spLocks noChangeArrowheads="1"/>
            </p:cNvSpPr>
            <p:nvPr/>
          </p:nvSpPr>
          <p:spPr bwMode="auto">
            <a:xfrm>
              <a:off x="3393" y="1693"/>
              <a:ext cx="244" cy="288"/>
            </a:xfrm>
            <a:prstGeom prst="rect">
              <a:avLst/>
            </a:prstGeom>
            <a:noFill/>
            <a:ln w="9525">
              <a:noFill/>
              <a:miter lim="800000"/>
            </a:ln>
          </p:spPr>
          <p:txBody>
            <a:bodyPr wrap="none">
              <a:spAutoFit/>
            </a:bodyPr>
            <a:lstStyle/>
            <a:p>
              <a:pPr algn="just" eaLnBrk="0" hangingPunct="0"/>
              <a:r>
                <a:rPr kumimoji="0" lang="en-US" altLang="zh-CN" b="1">
                  <a:solidFill>
                    <a:srgbClr val="FF6600"/>
                  </a:solidFill>
                  <a:latin typeface="Times New Roman" panose="02020603050405020304" pitchFamily="18" charset="0"/>
                </a:rPr>
                <a:t>A</a:t>
              </a:r>
              <a:endParaRPr kumimoji="0" lang="en-US" altLang="zh-CN" b="1">
                <a:solidFill>
                  <a:srgbClr val="FF6600"/>
                </a:solidFill>
                <a:latin typeface="Times New Roman" panose="02020603050405020304" pitchFamily="18" charset="0"/>
              </a:endParaRPr>
            </a:p>
          </p:txBody>
        </p:sp>
        <p:sp>
          <p:nvSpPr>
            <p:cNvPr id="12321" name="Line 22"/>
            <p:cNvSpPr>
              <a:spLocks noChangeShapeType="1"/>
            </p:cNvSpPr>
            <p:nvPr/>
          </p:nvSpPr>
          <p:spPr bwMode="auto">
            <a:xfrm flipV="1">
              <a:off x="4768" y="1783"/>
              <a:ext cx="0" cy="413"/>
            </a:xfrm>
            <a:prstGeom prst="line">
              <a:avLst/>
            </a:prstGeom>
            <a:noFill/>
            <a:ln w="38100">
              <a:solidFill>
                <a:srgbClr val="FF9900"/>
              </a:solidFill>
              <a:round/>
            </a:ln>
          </p:spPr>
          <p:txBody>
            <a:bodyPr wrap="none" anchor="ctr"/>
            <a:lstStyle/>
            <a:p>
              <a:endParaRPr lang="zh-CN" altLang="en-US"/>
            </a:p>
          </p:txBody>
        </p:sp>
        <p:sp>
          <p:nvSpPr>
            <p:cNvPr id="12322" name="Line 23"/>
            <p:cNvSpPr>
              <a:spLocks noChangeShapeType="1"/>
            </p:cNvSpPr>
            <p:nvPr/>
          </p:nvSpPr>
          <p:spPr bwMode="auto">
            <a:xfrm flipV="1">
              <a:off x="4846" y="1729"/>
              <a:ext cx="0" cy="483"/>
            </a:xfrm>
            <a:prstGeom prst="line">
              <a:avLst/>
            </a:prstGeom>
            <a:noFill/>
            <a:ln w="38100">
              <a:solidFill>
                <a:srgbClr val="FF9900"/>
              </a:solidFill>
              <a:round/>
            </a:ln>
          </p:spPr>
          <p:txBody>
            <a:bodyPr wrap="none" anchor="ctr"/>
            <a:lstStyle/>
            <a:p>
              <a:endParaRPr lang="zh-CN" altLang="en-US"/>
            </a:p>
          </p:txBody>
        </p:sp>
        <p:grpSp>
          <p:nvGrpSpPr>
            <p:cNvPr id="12323" name="Group 24"/>
            <p:cNvGrpSpPr/>
            <p:nvPr/>
          </p:nvGrpSpPr>
          <p:grpSpPr bwMode="auto">
            <a:xfrm>
              <a:off x="3684" y="1909"/>
              <a:ext cx="46" cy="272"/>
              <a:chOff x="3560" y="2568"/>
              <a:chExt cx="46" cy="272"/>
            </a:xfrm>
          </p:grpSpPr>
          <p:sp>
            <p:nvSpPr>
              <p:cNvPr id="12327" name="Line 25"/>
              <p:cNvSpPr>
                <a:spLocks noChangeShapeType="1"/>
              </p:cNvSpPr>
              <p:nvPr/>
            </p:nvSpPr>
            <p:spPr bwMode="auto">
              <a:xfrm>
                <a:off x="3560" y="2568"/>
                <a:ext cx="0" cy="272"/>
              </a:xfrm>
              <a:prstGeom prst="line">
                <a:avLst/>
              </a:prstGeom>
              <a:noFill/>
              <a:ln w="28575">
                <a:solidFill>
                  <a:srgbClr val="00CCFF">
                    <a:alpha val="89803"/>
                  </a:srgbClr>
                </a:solidFill>
                <a:prstDash val="dash"/>
                <a:round/>
              </a:ln>
            </p:spPr>
            <p:txBody>
              <a:bodyPr/>
              <a:lstStyle/>
              <a:p>
                <a:endParaRPr lang="zh-CN" altLang="en-US"/>
              </a:p>
            </p:txBody>
          </p:sp>
          <p:sp>
            <p:nvSpPr>
              <p:cNvPr id="12328" name="Line 26"/>
              <p:cNvSpPr>
                <a:spLocks noChangeShapeType="1"/>
              </p:cNvSpPr>
              <p:nvPr/>
            </p:nvSpPr>
            <p:spPr bwMode="auto">
              <a:xfrm>
                <a:off x="3575" y="2568"/>
                <a:ext cx="0" cy="272"/>
              </a:xfrm>
              <a:prstGeom prst="line">
                <a:avLst/>
              </a:prstGeom>
              <a:noFill/>
              <a:ln w="28575">
                <a:solidFill>
                  <a:srgbClr val="00CCFF">
                    <a:alpha val="89803"/>
                  </a:srgbClr>
                </a:solidFill>
                <a:prstDash val="dash"/>
                <a:round/>
              </a:ln>
            </p:spPr>
            <p:txBody>
              <a:bodyPr/>
              <a:lstStyle/>
              <a:p>
                <a:endParaRPr lang="zh-CN" altLang="en-US"/>
              </a:p>
            </p:txBody>
          </p:sp>
          <p:sp>
            <p:nvSpPr>
              <p:cNvPr id="12329" name="Line 27"/>
              <p:cNvSpPr>
                <a:spLocks noChangeShapeType="1"/>
              </p:cNvSpPr>
              <p:nvPr/>
            </p:nvSpPr>
            <p:spPr bwMode="auto">
              <a:xfrm>
                <a:off x="3590" y="2568"/>
                <a:ext cx="0" cy="272"/>
              </a:xfrm>
              <a:prstGeom prst="line">
                <a:avLst/>
              </a:prstGeom>
              <a:noFill/>
              <a:ln w="28575">
                <a:solidFill>
                  <a:srgbClr val="00CCFF">
                    <a:alpha val="89803"/>
                  </a:srgbClr>
                </a:solidFill>
                <a:prstDash val="dash"/>
                <a:round/>
              </a:ln>
            </p:spPr>
            <p:txBody>
              <a:bodyPr/>
              <a:lstStyle/>
              <a:p>
                <a:endParaRPr lang="zh-CN" altLang="en-US"/>
              </a:p>
            </p:txBody>
          </p:sp>
          <p:sp>
            <p:nvSpPr>
              <p:cNvPr id="12330" name="Line 28"/>
              <p:cNvSpPr>
                <a:spLocks noChangeShapeType="1"/>
              </p:cNvSpPr>
              <p:nvPr/>
            </p:nvSpPr>
            <p:spPr bwMode="auto">
              <a:xfrm>
                <a:off x="3606" y="2568"/>
                <a:ext cx="0" cy="272"/>
              </a:xfrm>
              <a:prstGeom prst="line">
                <a:avLst/>
              </a:prstGeom>
              <a:noFill/>
              <a:ln w="28575">
                <a:solidFill>
                  <a:srgbClr val="00CCFF">
                    <a:alpha val="89803"/>
                  </a:srgbClr>
                </a:solidFill>
                <a:prstDash val="dash"/>
                <a:round/>
              </a:ln>
            </p:spPr>
            <p:txBody>
              <a:bodyPr/>
              <a:lstStyle/>
              <a:p>
                <a:endParaRPr lang="zh-CN" altLang="en-US"/>
              </a:p>
            </p:txBody>
          </p:sp>
        </p:grpSp>
        <p:sp>
          <p:nvSpPr>
            <p:cNvPr id="12324" name="Rectangle 29"/>
            <p:cNvSpPr>
              <a:spLocks noChangeArrowheads="1"/>
            </p:cNvSpPr>
            <p:nvPr/>
          </p:nvSpPr>
          <p:spPr bwMode="auto">
            <a:xfrm>
              <a:off x="3675" y="1740"/>
              <a:ext cx="59" cy="142"/>
            </a:xfrm>
            <a:prstGeom prst="rect">
              <a:avLst/>
            </a:prstGeom>
            <a:solidFill>
              <a:srgbClr val="00CCFF">
                <a:alpha val="89803"/>
              </a:srgbClr>
            </a:solidFill>
            <a:ln w="9525">
              <a:noFill/>
              <a:miter lim="800000"/>
            </a:ln>
          </p:spPr>
          <p:txBody>
            <a:bodyPr wrap="none" anchor="ctr"/>
            <a:lstStyle/>
            <a:p>
              <a:endParaRPr lang="zh-CN" altLang="en-US"/>
            </a:p>
          </p:txBody>
        </p:sp>
        <p:sp>
          <p:nvSpPr>
            <p:cNvPr id="12325" name="Rectangle 30"/>
            <p:cNvSpPr>
              <a:spLocks noChangeArrowheads="1"/>
            </p:cNvSpPr>
            <p:nvPr/>
          </p:nvSpPr>
          <p:spPr bwMode="auto">
            <a:xfrm rot="-5400000">
              <a:off x="4257" y="1214"/>
              <a:ext cx="44" cy="1102"/>
            </a:xfrm>
            <a:prstGeom prst="rect">
              <a:avLst/>
            </a:prstGeom>
            <a:solidFill>
              <a:srgbClr val="00CCFF">
                <a:alpha val="89803"/>
              </a:srgbClr>
            </a:solidFill>
            <a:ln w="9525">
              <a:noFill/>
              <a:miter lim="800000"/>
            </a:ln>
          </p:spPr>
          <p:txBody>
            <a:bodyPr wrap="none" anchor="ctr"/>
            <a:lstStyle/>
            <a:p>
              <a:endParaRPr lang="zh-CN" altLang="en-US"/>
            </a:p>
          </p:txBody>
        </p:sp>
        <p:sp>
          <p:nvSpPr>
            <p:cNvPr id="12326" name="Rectangle 31"/>
            <p:cNvSpPr>
              <a:spLocks noChangeArrowheads="1"/>
            </p:cNvSpPr>
            <p:nvPr/>
          </p:nvSpPr>
          <p:spPr bwMode="auto">
            <a:xfrm rot="10800000">
              <a:off x="4779" y="1752"/>
              <a:ext cx="57" cy="453"/>
            </a:xfrm>
            <a:prstGeom prst="rect">
              <a:avLst/>
            </a:prstGeom>
            <a:solidFill>
              <a:srgbClr val="00CCFF">
                <a:alpha val="89803"/>
              </a:srgbClr>
            </a:solidFill>
            <a:ln w="9525">
              <a:noFill/>
              <a:miter lim="800000"/>
            </a:ln>
          </p:spPr>
          <p:txBody>
            <a:bodyPr wrap="none" anchor="ctr"/>
            <a:lstStyle/>
            <a:p>
              <a:endParaRPr lang="zh-CN" altLang="en-US"/>
            </a:p>
          </p:txBody>
        </p:sp>
      </p:grpSp>
      <p:sp>
        <p:nvSpPr>
          <p:cNvPr id="150560" name="Text Box 32"/>
          <p:cNvSpPr txBox="1">
            <a:spLocks noChangeArrowheads="1"/>
          </p:cNvSpPr>
          <p:nvPr/>
        </p:nvSpPr>
        <p:spPr bwMode="auto">
          <a:xfrm>
            <a:off x="649288" y="484188"/>
            <a:ext cx="8242300" cy="1774825"/>
          </a:xfrm>
          <a:prstGeom prst="rect">
            <a:avLst/>
          </a:prstGeom>
          <a:noFill/>
          <a:ln w="9525">
            <a:noFill/>
            <a:miter lim="800000"/>
          </a:ln>
        </p:spPr>
        <p:txBody>
          <a:bodyPr>
            <a:spAutoFit/>
          </a:bodyPr>
          <a:lstStyle/>
          <a:p>
            <a:pPr algn="just" eaLnBrk="0" hangingPunct="0">
              <a:lnSpc>
                <a:spcPct val="115000"/>
              </a:lnSpc>
            </a:pPr>
            <a:r>
              <a:rPr kumimoji="0" lang="zh-CN" altLang="en-US" b="1" i="0">
                <a:solidFill>
                  <a:schemeClr val="bg1"/>
                </a:solidFill>
                <a:latin typeface="Times New Roman" panose="02020603050405020304" pitchFamily="18" charset="0"/>
              </a:rPr>
              <a:t>如图所示，两部运水的卡车 </a:t>
            </a:r>
            <a:r>
              <a:rPr kumimoji="0" lang="en-US" altLang="zh-CN" b="1">
                <a:solidFill>
                  <a:srgbClr val="FF6600"/>
                </a:solidFill>
                <a:latin typeface="Times New Roman" panose="02020603050405020304" pitchFamily="18" charset="0"/>
              </a:rPr>
              <a:t>A</a:t>
            </a:r>
            <a:r>
              <a:rPr kumimoji="0" lang="zh-CN" altLang="en-US" b="1" i="0">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B </a:t>
            </a:r>
            <a:r>
              <a:rPr kumimoji="0" lang="zh-CN" altLang="en-US" b="1" i="0">
                <a:solidFill>
                  <a:schemeClr val="bg1"/>
                </a:solidFill>
                <a:latin typeface="Times New Roman" panose="02020603050405020304" pitchFamily="18" charset="0"/>
              </a:rPr>
              <a:t>在水平面上沿同一方向运动，</a:t>
            </a:r>
            <a:r>
              <a:rPr kumimoji="0" lang="en-US" altLang="zh-CN" b="1">
                <a:solidFill>
                  <a:srgbClr val="FF6600"/>
                </a:solidFill>
                <a:latin typeface="Times New Roman" panose="02020603050405020304" pitchFamily="18" charset="0"/>
              </a:rPr>
              <a:t>B </a:t>
            </a:r>
            <a:r>
              <a:rPr kumimoji="0" lang="zh-CN" altLang="en-US" b="1" i="0">
                <a:solidFill>
                  <a:schemeClr val="bg1"/>
                </a:solidFill>
                <a:latin typeface="Times New Roman" panose="02020603050405020304" pitchFamily="18" charset="0"/>
              </a:rPr>
              <a:t>的速度为 </a:t>
            </a:r>
            <a:r>
              <a:rPr kumimoji="0" lang="en-US" altLang="zh-CN" b="1">
                <a:solidFill>
                  <a:srgbClr val="FF6600"/>
                </a:solidFill>
                <a:latin typeface="Times New Roman" panose="02020603050405020304" pitchFamily="18" charset="0"/>
              </a:rPr>
              <a:t>u</a:t>
            </a:r>
            <a:r>
              <a:rPr kumimoji="0" lang="en-US" altLang="zh-CN" b="1" i="0">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，从 </a:t>
            </a:r>
            <a:r>
              <a:rPr kumimoji="0" lang="en-US" altLang="zh-CN" b="1">
                <a:solidFill>
                  <a:srgbClr val="FF6600"/>
                </a:solidFill>
                <a:latin typeface="Times New Roman" panose="02020603050405020304" pitchFamily="18" charset="0"/>
              </a:rPr>
              <a:t>B </a:t>
            </a:r>
            <a:r>
              <a:rPr kumimoji="0" lang="zh-CN" altLang="en-US" b="1" i="0">
                <a:solidFill>
                  <a:schemeClr val="bg1"/>
                </a:solidFill>
                <a:latin typeface="Times New Roman" panose="02020603050405020304" pitchFamily="18" charset="0"/>
              </a:rPr>
              <a:t>上以 </a:t>
            </a:r>
            <a:r>
              <a:rPr kumimoji="0" lang="en-US" altLang="zh-CN" b="1" i="0">
                <a:solidFill>
                  <a:srgbClr val="FF6600"/>
                </a:solidFill>
                <a:latin typeface="Times New Roman" panose="02020603050405020304" pitchFamily="18" charset="0"/>
              </a:rPr>
              <a:t>6 kg/s </a:t>
            </a:r>
            <a:r>
              <a:rPr kumimoji="0" lang="zh-CN" altLang="en-US" b="1" i="0">
                <a:solidFill>
                  <a:schemeClr val="bg1"/>
                </a:solidFill>
                <a:latin typeface="Times New Roman" panose="02020603050405020304" pitchFamily="18" charset="0"/>
              </a:rPr>
              <a:t>的速率将水抽至 </a:t>
            </a:r>
            <a:r>
              <a:rPr kumimoji="0" lang="en-US" altLang="zh-CN" b="1">
                <a:solidFill>
                  <a:srgbClr val="FF6600"/>
                </a:solidFill>
                <a:latin typeface="Times New Roman" panose="02020603050405020304" pitchFamily="18" charset="0"/>
              </a:rPr>
              <a:t>A </a:t>
            </a:r>
            <a:r>
              <a:rPr kumimoji="0" lang="zh-CN" altLang="en-US" b="1" i="0">
                <a:solidFill>
                  <a:schemeClr val="bg1"/>
                </a:solidFill>
                <a:latin typeface="Times New Roman" panose="02020603050405020304" pitchFamily="18" charset="0"/>
              </a:rPr>
              <a:t>上，水从管子尾部出口垂直落下，车与地面间的摩擦不计，时刻 </a:t>
            </a:r>
            <a:r>
              <a:rPr kumimoji="0" lang="en-US" altLang="zh-CN" b="1">
                <a:solidFill>
                  <a:srgbClr val="FF6600"/>
                </a:solidFill>
                <a:latin typeface="Times New Roman" panose="02020603050405020304" pitchFamily="18" charset="0"/>
              </a:rPr>
              <a:t>t </a:t>
            </a:r>
            <a:r>
              <a:rPr kumimoji="0" lang="zh-CN" altLang="en-US" b="1" i="0">
                <a:solidFill>
                  <a:schemeClr val="bg1"/>
                </a:solidFill>
                <a:latin typeface="Times New Roman" panose="02020603050405020304" pitchFamily="18" charset="0"/>
              </a:rPr>
              <a:t>时，</a:t>
            </a:r>
            <a:r>
              <a:rPr kumimoji="0" lang="en-US" altLang="zh-CN" b="1">
                <a:solidFill>
                  <a:srgbClr val="FF6600"/>
                </a:solidFill>
                <a:latin typeface="Times New Roman" panose="02020603050405020304" pitchFamily="18" charset="0"/>
              </a:rPr>
              <a:t>A </a:t>
            </a:r>
            <a:r>
              <a:rPr kumimoji="0" lang="zh-CN" altLang="en-US" b="1" i="0">
                <a:solidFill>
                  <a:schemeClr val="bg1"/>
                </a:solidFill>
                <a:latin typeface="Times New Roman" panose="02020603050405020304" pitchFamily="18" charset="0"/>
              </a:rPr>
              <a:t>车的质量为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，速度为 </a:t>
            </a:r>
            <a:r>
              <a:rPr kumimoji="0" lang="en-US" altLang="zh-CN" b="1">
                <a:solidFill>
                  <a:srgbClr val="FF6600"/>
                </a:solidFill>
                <a:latin typeface="Bookman Old Style" panose="02050604050505020204" pitchFamily="18" charset="0"/>
              </a:rPr>
              <a:t>v</a:t>
            </a:r>
            <a:r>
              <a:rPr kumimoji="0" lang="en-US" altLang="zh-CN" b="1" i="0">
                <a:solidFill>
                  <a:srgbClr val="FF66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150561" name="Text Box 33"/>
          <p:cNvSpPr txBox="1">
            <a:spLocks noChangeArrowheads="1"/>
          </p:cNvSpPr>
          <p:nvPr/>
        </p:nvSpPr>
        <p:spPr bwMode="auto">
          <a:xfrm>
            <a:off x="752475" y="2840038"/>
            <a:ext cx="4359275" cy="1354137"/>
          </a:xfrm>
          <a:prstGeom prst="rect">
            <a:avLst/>
          </a:prstGeom>
          <a:noFill/>
          <a:ln w="28575">
            <a:noFill/>
            <a:miter lim="800000"/>
          </a:ln>
        </p:spPr>
        <p:txBody>
          <a:bodyPr>
            <a:spAutoFit/>
          </a:bodyPr>
          <a:lstStyle/>
          <a:p>
            <a:pPr algn="just" eaLnBrk="0" hangingPunct="0">
              <a:lnSpc>
                <a:spcPct val="115000"/>
              </a:lnSpc>
            </a:pPr>
            <a:r>
              <a:rPr kumimoji="0" lang="zh-CN" altLang="en-US" b="1" i="0">
                <a:solidFill>
                  <a:schemeClr val="bg1"/>
                </a:solidFill>
                <a:latin typeface="Times New Roman" panose="02020603050405020304" pitchFamily="18" charset="0"/>
              </a:rPr>
              <a:t>选 </a:t>
            </a:r>
            <a:r>
              <a:rPr kumimoji="0" lang="en-US" altLang="zh-CN" b="1">
                <a:solidFill>
                  <a:srgbClr val="FF6600"/>
                </a:solidFill>
                <a:latin typeface="Times New Roman" panose="02020603050405020304" pitchFamily="18" charset="0"/>
              </a:rPr>
              <a:t>A </a:t>
            </a:r>
            <a:r>
              <a:rPr kumimoji="0" lang="zh-CN" altLang="en-US" b="1" i="0">
                <a:solidFill>
                  <a:schemeClr val="bg1"/>
                </a:solidFill>
                <a:latin typeface="Times New Roman" panose="02020603050405020304" pitchFamily="18" charset="0"/>
              </a:rPr>
              <a:t>车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和 </a:t>
            </a:r>
            <a:r>
              <a:rPr kumimoji="0" lang="zh-CN" altLang="en-US" b="1" i="0">
                <a:solidFill>
                  <a:srgbClr val="FF6600"/>
                </a:solidFill>
                <a:latin typeface="Times New Roman" panose="02020603050405020304" pitchFamily="18" charset="0"/>
                <a:sym typeface="Symbol" panose="05050102010706020507" pitchFamily="18" charset="2"/>
              </a:rPr>
              <a:t></a:t>
            </a:r>
            <a:r>
              <a:rPr kumimoji="0" lang="en-US" altLang="zh-CN" b="1">
                <a:solidFill>
                  <a:srgbClr val="FF6600"/>
                </a:solidFill>
                <a:latin typeface="Times New Roman" panose="02020603050405020304" pitchFamily="18" charset="0"/>
              </a:rPr>
              <a:t>t </a:t>
            </a:r>
            <a:r>
              <a:rPr kumimoji="0" lang="zh-CN" altLang="en-US" b="1" i="0">
                <a:solidFill>
                  <a:schemeClr val="bg1"/>
                </a:solidFill>
                <a:latin typeface="Times New Roman" panose="02020603050405020304" pitchFamily="18" charset="0"/>
              </a:rPr>
              <a:t>时间内抽至 </a:t>
            </a:r>
            <a:r>
              <a:rPr kumimoji="0" lang="en-US" altLang="zh-CN" b="1">
                <a:solidFill>
                  <a:srgbClr val="FF6600"/>
                </a:solidFill>
                <a:latin typeface="Times New Roman" panose="02020603050405020304" pitchFamily="18" charset="0"/>
              </a:rPr>
              <a:t>A </a:t>
            </a:r>
            <a:r>
              <a:rPr kumimoji="0" lang="zh-CN" altLang="en-US" b="1" i="0">
                <a:solidFill>
                  <a:schemeClr val="bg1"/>
                </a:solidFill>
                <a:latin typeface="Times New Roman" panose="02020603050405020304" pitchFamily="18" charset="0"/>
              </a:rPr>
              <a:t>车的水 </a:t>
            </a:r>
            <a:r>
              <a:rPr kumimoji="0" lang="zh-CN" altLang="en-US" b="1" i="0">
                <a:solidFill>
                  <a:srgbClr val="FF6600"/>
                </a:solidFill>
                <a:latin typeface="Times New Roman" panose="02020603050405020304" pitchFamily="18" charset="0"/>
                <a:sym typeface="Symbol" panose="05050102010706020507" pitchFamily="18" charset="2"/>
              </a:rPr>
              <a:t></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为研究系统，</a:t>
            </a:r>
            <a:r>
              <a:rPr kumimoji="0" lang="zh-CN" altLang="en-US" b="1" i="0">
                <a:solidFill>
                  <a:srgbClr val="FF6600"/>
                </a:solidFill>
                <a:latin typeface="Times New Roman" panose="02020603050405020304" pitchFamily="18" charset="0"/>
              </a:rPr>
              <a:t>水平方向上动量守恒</a:t>
            </a:r>
            <a:endParaRPr kumimoji="0" lang="zh-CN" altLang="en-US" b="1" i="0">
              <a:solidFill>
                <a:srgbClr val="FF6600"/>
              </a:solidFill>
              <a:latin typeface="Times New Roman" panose="02020603050405020304" pitchFamily="18" charset="0"/>
            </a:endParaRPr>
          </a:p>
        </p:txBody>
      </p:sp>
      <p:graphicFrame>
        <p:nvGraphicFramePr>
          <p:cNvPr id="150562" name="Object 34"/>
          <p:cNvGraphicFramePr>
            <a:graphicFrameLocks noChangeAspect="1"/>
          </p:cNvGraphicFramePr>
          <p:nvPr/>
        </p:nvGraphicFramePr>
        <p:xfrm>
          <a:off x="1062038" y="4378325"/>
          <a:ext cx="2957512" cy="366713"/>
        </p:xfrm>
        <a:graphic>
          <a:graphicData uri="http://schemas.openxmlformats.org/presentationml/2006/ole">
            <mc:AlternateContent xmlns:mc="http://schemas.openxmlformats.org/markup-compatibility/2006">
              <mc:Choice xmlns:v="urn:schemas-microsoft-com:vml" Requires="v">
                <p:oleObj spid="_x0000_s12289" name="公式" r:id="rId1" imgW="39319200" imgH="4876800" progId="Equation.3">
                  <p:embed/>
                </p:oleObj>
              </mc:Choice>
              <mc:Fallback>
                <p:oleObj name="公式" r:id="rId1" imgW="39319200" imgH="4876800" progId="Equation.3">
                  <p:embed/>
                  <p:pic>
                    <p:nvPicPr>
                      <p:cNvPr id="0" name="Object 34"/>
                      <p:cNvPicPr>
                        <a:picLocks noChangeAspect="1"/>
                      </p:cNvPicPr>
                      <p:nvPr/>
                    </p:nvPicPr>
                    <p:blipFill>
                      <a:blip r:embed="rId2"/>
                      <a:stretch>
                        <a:fillRect/>
                      </a:stretch>
                    </p:blipFill>
                    <p:spPr>
                      <a:xfrm>
                        <a:off x="1062038" y="4378325"/>
                        <a:ext cx="2957512" cy="366713"/>
                      </a:xfrm>
                      <a:prstGeom prst="rect">
                        <a:avLst/>
                      </a:prstGeom>
                      <a:noFill/>
                      <a:ln w="9525">
                        <a:noFill/>
                      </a:ln>
                    </p:spPr>
                  </p:pic>
                </p:oleObj>
              </mc:Fallback>
            </mc:AlternateContent>
          </a:graphicData>
        </a:graphic>
      </p:graphicFrame>
      <p:graphicFrame>
        <p:nvGraphicFramePr>
          <p:cNvPr id="150563" name="Object 35"/>
          <p:cNvGraphicFramePr>
            <a:graphicFrameLocks noChangeAspect="1"/>
          </p:cNvGraphicFramePr>
          <p:nvPr/>
        </p:nvGraphicFramePr>
        <p:xfrm>
          <a:off x="1482725" y="4914900"/>
          <a:ext cx="1846263" cy="730250"/>
        </p:xfrm>
        <a:graphic>
          <a:graphicData uri="http://schemas.openxmlformats.org/presentationml/2006/ole">
            <mc:AlternateContent xmlns:mc="http://schemas.openxmlformats.org/markup-compatibility/2006">
              <mc:Choice xmlns:v="urn:schemas-microsoft-com:vml" Requires="v">
                <p:oleObj spid="_x0000_s12291" name="公式" r:id="rId3" imgW="24688800" imgH="9753600" progId="Equation.3">
                  <p:embed/>
                </p:oleObj>
              </mc:Choice>
              <mc:Fallback>
                <p:oleObj name="公式" r:id="rId3" imgW="24688800" imgH="9753600" progId="Equation.3">
                  <p:embed/>
                  <p:pic>
                    <p:nvPicPr>
                      <p:cNvPr id="0" name="Object 35"/>
                      <p:cNvPicPr>
                        <a:picLocks noChangeAspect="1"/>
                      </p:cNvPicPr>
                      <p:nvPr/>
                    </p:nvPicPr>
                    <p:blipFill>
                      <a:blip r:embed="rId4"/>
                      <a:stretch>
                        <a:fillRect/>
                      </a:stretch>
                    </p:blipFill>
                    <p:spPr>
                      <a:xfrm>
                        <a:off x="1482725" y="4914900"/>
                        <a:ext cx="1846263" cy="730250"/>
                      </a:xfrm>
                      <a:prstGeom prst="rect">
                        <a:avLst/>
                      </a:prstGeom>
                      <a:noFill/>
                      <a:ln w="9525">
                        <a:noFill/>
                      </a:ln>
                    </p:spPr>
                  </p:pic>
                </p:oleObj>
              </mc:Fallback>
            </mc:AlternateContent>
          </a:graphicData>
        </a:graphic>
      </p:graphicFrame>
      <p:graphicFrame>
        <p:nvGraphicFramePr>
          <p:cNvPr id="150564" name="Object 36"/>
          <p:cNvGraphicFramePr>
            <a:graphicFrameLocks noChangeAspect="1"/>
          </p:cNvGraphicFramePr>
          <p:nvPr/>
        </p:nvGraphicFramePr>
        <p:xfrm>
          <a:off x="5014913" y="4868863"/>
          <a:ext cx="2763837" cy="731837"/>
        </p:xfrm>
        <a:graphic>
          <a:graphicData uri="http://schemas.openxmlformats.org/presentationml/2006/ole">
            <mc:AlternateContent xmlns:mc="http://schemas.openxmlformats.org/markup-compatibility/2006">
              <mc:Choice xmlns:v="urn:schemas-microsoft-com:vml" Requires="v">
                <p:oleObj spid="_x0000_s12292" name="公式" r:id="rId5" imgW="36880800" imgH="9753600" progId="Equation.3">
                  <p:embed/>
                </p:oleObj>
              </mc:Choice>
              <mc:Fallback>
                <p:oleObj name="公式" r:id="rId5" imgW="36880800" imgH="9753600" progId="Equation.3">
                  <p:embed/>
                  <p:pic>
                    <p:nvPicPr>
                      <p:cNvPr id="0" name="Object 36"/>
                      <p:cNvPicPr>
                        <a:picLocks noChangeAspect="1"/>
                      </p:cNvPicPr>
                      <p:nvPr/>
                    </p:nvPicPr>
                    <p:blipFill>
                      <a:blip r:embed="rId6"/>
                      <a:stretch>
                        <a:fillRect/>
                      </a:stretch>
                    </p:blipFill>
                    <p:spPr>
                      <a:xfrm>
                        <a:off x="5014913" y="4868863"/>
                        <a:ext cx="2763837" cy="731837"/>
                      </a:xfrm>
                      <a:prstGeom prst="rect">
                        <a:avLst/>
                      </a:prstGeom>
                      <a:noFill/>
                      <a:ln w="9525">
                        <a:noFill/>
                      </a:ln>
                    </p:spPr>
                  </p:pic>
                </p:oleObj>
              </mc:Fallback>
            </mc:AlternateContent>
          </a:graphicData>
        </a:graphic>
      </p:graphicFrame>
      <p:sp>
        <p:nvSpPr>
          <p:cNvPr id="150565" name="Text Box 37"/>
          <p:cNvSpPr txBox="1">
            <a:spLocks noChangeArrowheads="1"/>
          </p:cNvSpPr>
          <p:nvPr/>
        </p:nvSpPr>
        <p:spPr bwMode="auto">
          <a:xfrm>
            <a:off x="161925" y="2836863"/>
            <a:ext cx="488950" cy="457200"/>
          </a:xfrm>
          <a:prstGeom prst="rect">
            <a:avLst/>
          </a:prstGeom>
          <a:noFill/>
          <a:ln w="9525">
            <a:noFill/>
            <a:miter lim="800000"/>
          </a:ln>
        </p:spPr>
        <p:txBody>
          <a:bodyPr wrap="none">
            <a:spAutoFit/>
          </a:bodyPr>
          <a:lstStyle/>
          <a:p>
            <a:pPr algn="just" eaLnBrk="0" hangingPunct="0"/>
            <a:r>
              <a:rPr kumimoji="0" lang="zh-CN" altLang="en-US" b="1" i="0">
                <a:solidFill>
                  <a:srgbClr val="FF0000"/>
                </a:solidFill>
                <a:latin typeface="Times New Roman" panose="02020603050405020304" pitchFamily="18" charset="0"/>
              </a:rPr>
              <a:t>解</a:t>
            </a:r>
            <a:endParaRPr kumimoji="0" lang="zh-CN" altLang="en-US" b="1" i="0">
              <a:solidFill>
                <a:srgbClr val="FF0000"/>
              </a:solidFill>
              <a:latin typeface="Times New Roman" panose="02020603050405020304" pitchFamily="18" charset="0"/>
            </a:endParaRPr>
          </a:p>
        </p:txBody>
      </p:sp>
      <p:graphicFrame>
        <p:nvGraphicFramePr>
          <p:cNvPr id="150566" name="Object 38"/>
          <p:cNvGraphicFramePr>
            <a:graphicFrameLocks noChangeAspect="1"/>
          </p:cNvGraphicFramePr>
          <p:nvPr/>
        </p:nvGraphicFramePr>
        <p:xfrm>
          <a:off x="1458913" y="5815013"/>
          <a:ext cx="1897062" cy="731837"/>
        </p:xfrm>
        <a:graphic>
          <a:graphicData uri="http://schemas.openxmlformats.org/presentationml/2006/ole">
            <mc:AlternateContent xmlns:mc="http://schemas.openxmlformats.org/markup-compatibility/2006">
              <mc:Choice xmlns:v="urn:schemas-microsoft-com:vml" Requires="v">
                <p:oleObj spid="_x0000_s12293" name="公式" r:id="rId7" imgW="25298400" imgH="9753600" progId="Equation.3">
                  <p:embed/>
                </p:oleObj>
              </mc:Choice>
              <mc:Fallback>
                <p:oleObj name="公式" r:id="rId7" imgW="25298400" imgH="9753600" progId="Equation.3">
                  <p:embed/>
                  <p:pic>
                    <p:nvPicPr>
                      <p:cNvPr id="0" name="Object 38"/>
                      <p:cNvPicPr>
                        <a:picLocks noChangeAspect="1"/>
                      </p:cNvPicPr>
                      <p:nvPr/>
                    </p:nvPicPr>
                    <p:blipFill>
                      <a:blip r:embed="rId8"/>
                      <a:stretch>
                        <a:fillRect/>
                      </a:stretch>
                    </p:blipFill>
                    <p:spPr>
                      <a:xfrm>
                        <a:off x="1458913" y="5815013"/>
                        <a:ext cx="1897062" cy="731837"/>
                      </a:xfrm>
                      <a:prstGeom prst="rect">
                        <a:avLst/>
                      </a:prstGeom>
                      <a:noFill/>
                      <a:ln w="9525">
                        <a:noFill/>
                      </a:ln>
                    </p:spPr>
                  </p:pic>
                </p:oleObj>
              </mc:Fallback>
            </mc:AlternateContent>
          </a:graphicData>
        </a:graphic>
      </p:graphicFrame>
      <p:graphicFrame>
        <p:nvGraphicFramePr>
          <p:cNvPr id="150567" name="Object 39"/>
          <p:cNvGraphicFramePr>
            <a:graphicFrameLocks noChangeAspect="1"/>
          </p:cNvGraphicFramePr>
          <p:nvPr/>
        </p:nvGraphicFramePr>
        <p:xfrm>
          <a:off x="4302125" y="5768975"/>
          <a:ext cx="4156075" cy="730250"/>
        </p:xfrm>
        <a:graphic>
          <a:graphicData uri="http://schemas.openxmlformats.org/presentationml/2006/ole">
            <mc:AlternateContent xmlns:mc="http://schemas.openxmlformats.org/markup-compatibility/2006">
              <mc:Choice xmlns:v="urn:schemas-microsoft-com:vml" Requires="v">
                <p:oleObj spid="_x0000_s12294" name="公式" r:id="rId9" imgW="55473600" imgH="9753600" progId="Equation.3">
                  <p:embed/>
                </p:oleObj>
              </mc:Choice>
              <mc:Fallback>
                <p:oleObj name="公式" r:id="rId9" imgW="55473600" imgH="9753600" progId="Equation.3">
                  <p:embed/>
                  <p:pic>
                    <p:nvPicPr>
                      <p:cNvPr id="0" name="Object 39"/>
                      <p:cNvPicPr>
                        <a:picLocks noChangeAspect="1"/>
                      </p:cNvPicPr>
                      <p:nvPr/>
                    </p:nvPicPr>
                    <p:blipFill>
                      <a:blip r:embed="rId10"/>
                      <a:stretch>
                        <a:fillRect/>
                      </a:stretch>
                    </p:blipFill>
                    <p:spPr>
                      <a:xfrm>
                        <a:off x="4302125" y="5768975"/>
                        <a:ext cx="4156075" cy="730250"/>
                      </a:xfrm>
                      <a:prstGeom prst="rect">
                        <a:avLst/>
                      </a:prstGeom>
                      <a:noFill/>
                      <a:ln w="9525">
                        <a:noFill/>
                      </a:ln>
                    </p:spPr>
                  </p:pic>
                </p:oleObj>
              </mc:Fallback>
            </mc:AlternateContent>
          </a:graphicData>
        </a:graphic>
      </p:graphicFrame>
      <p:sp>
        <p:nvSpPr>
          <p:cNvPr id="150568" name="Text Box 40"/>
          <p:cNvSpPr txBox="1">
            <a:spLocks noChangeArrowheads="1"/>
          </p:cNvSpPr>
          <p:nvPr/>
        </p:nvSpPr>
        <p:spPr bwMode="auto">
          <a:xfrm>
            <a:off x="71438" y="412750"/>
            <a:ext cx="809625" cy="585788"/>
          </a:xfrm>
          <a:prstGeom prst="rect">
            <a:avLst/>
          </a:prstGeom>
          <a:noFill/>
          <a:ln w="9525" algn="ctr">
            <a:noFill/>
            <a:miter lim="800000"/>
          </a:ln>
        </p:spPr>
        <p:txBody>
          <a:bodyPr tIns="82800" bIns="82800">
            <a:spAutoFit/>
          </a:bodyPr>
          <a:lstStyle/>
          <a:p>
            <a:pPr algn="l" eaLnBrk="0" hangingPunct="0">
              <a:lnSpc>
                <a:spcPct val="115000"/>
              </a:lnSpc>
            </a:pPr>
            <a:r>
              <a:rPr kumimoji="0" lang="zh-CN" altLang="en-US" b="1" i="0">
                <a:solidFill>
                  <a:srgbClr val="FF0000"/>
                </a:solidFill>
                <a:latin typeface="Times New Roman" panose="02020603050405020304" pitchFamily="18" charset="0"/>
              </a:rPr>
              <a:t>例</a:t>
            </a:r>
            <a:endParaRPr kumimoji="0" lang="zh-CN" altLang="en-US" b="1" i="0">
              <a:solidFill>
                <a:srgbClr val="FF0000"/>
              </a:solidFill>
              <a:latin typeface="Times New Roman" panose="02020603050405020304" pitchFamily="18" charset="0"/>
            </a:endParaRPr>
          </a:p>
        </p:txBody>
      </p:sp>
      <p:sp>
        <p:nvSpPr>
          <p:cNvPr id="150569" name="Text Box 41"/>
          <p:cNvSpPr txBox="1">
            <a:spLocks noChangeArrowheads="1"/>
          </p:cNvSpPr>
          <p:nvPr/>
        </p:nvSpPr>
        <p:spPr bwMode="auto">
          <a:xfrm>
            <a:off x="161925" y="2251075"/>
            <a:ext cx="6942138" cy="585788"/>
          </a:xfrm>
          <a:prstGeom prst="rect">
            <a:avLst/>
          </a:prstGeom>
          <a:noFill/>
          <a:ln w="9525" algn="ctr">
            <a:noFill/>
            <a:miter lim="800000"/>
          </a:ln>
        </p:spPr>
        <p:txBody>
          <a:bodyPr tIns="82800" bIns="82800">
            <a:spAutoFit/>
          </a:bodyPr>
          <a:lstStyle/>
          <a:p>
            <a:pPr algn="just" eaLnBrk="0" hangingPunct="0">
              <a:lnSpc>
                <a:spcPct val="115000"/>
              </a:lnSpc>
            </a:pPr>
            <a:r>
              <a:rPr kumimoji="0" lang="zh-CN" altLang="en-US" b="1" i="0">
                <a:solidFill>
                  <a:srgbClr val="FF0000"/>
                </a:solidFill>
                <a:latin typeface="Times New Roman" panose="02020603050405020304" pitchFamily="18" charset="0"/>
              </a:rPr>
              <a:t>求</a:t>
            </a:r>
            <a:r>
              <a:rPr kumimoji="0" lang="zh-CN" altLang="en-US" b="1" i="0">
                <a:solidFill>
                  <a:schemeClr val="bg1"/>
                </a:solidFill>
                <a:latin typeface="Times New Roman" panose="02020603050405020304" pitchFamily="18" charset="0"/>
              </a:rPr>
              <a:t>   时刻 </a:t>
            </a:r>
            <a:r>
              <a:rPr kumimoji="0" lang="en-US" altLang="zh-CN" b="1">
                <a:solidFill>
                  <a:srgbClr val="FF6600"/>
                </a:solidFill>
                <a:latin typeface="Times New Roman" panose="02020603050405020304" pitchFamily="18" charset="0"/>
              </a:rPr>
              <a:t>t</a:t>
            </a:r>
            <a:r>
              <a:rPr kumimoji="0" lang="en-US" altLang="zh-CN" b="1" i="0">
                <a:solidFill>
                  <a:srgbClr val="FF6600"/>
                </a:solidFill>
                <a:latin typeface="Times New Roman" panose="02020603050405020304" pitchFamily="18" charset="0"/>
              </a:rPr>
              <a:t> </a:t>
            </a:r>
            <a:r>
              <a:rPr kumimoji="0" lang="en-US" altLang="zh-CN" b="1" i="0">
                <a:solidFill>
                  <a:srgbClr val="66FFFF"/>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A</a:t>
            </a:r>
            <a:r>
              <a:rPr kumimoji="0" lang="en-US" altLang="zh-CN" b="1">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的瞬时</a:t>
            </a:r>
            <a:r>
              <a:rPr kumimoji="0" lang="zh-CN" altLang="en-US" b="1" i="0">
                <a:solidFill>
                  <a:srgbClr val="FF6600"/>
                </a:solidFill>
                <a:latin typeface="Times New Roman" panose="02020603050405020304" pitchFamily="18" charset="0"/>
              </a:rPr>
              <a:t>加速度</a:t>
            </a:r>
            <a:endParaRPr kumimoji="0" lang="zh-CN" altLang="en-US" b="1" i="0">
              <a:solidFill>
                <a:srgbClr val="FF6600"/>
              </a:solidFill>
              <a:latin typeface="Times New Roman" panose="02020603050405020304" pitchFamily="18" charset="0"/>
            </a:endParaRPr>
          </a:p>
        </p:txBody>
      </p:sp>
      <p:sp>
        <p:nvSpPr>
          <p:cNvPr id="150570" name="AutoShape 42">
            <a:hlinkClick r:id="rId11"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68"/>
                                        </p:tgtEl>
                                        <p:attrNameLst>
                                          <p:attrName>style.visibility</p:attrName>
                                        </p:attrNameLst>
                                      </p:cBhvr>
                                      <p:to>
                                        <p:strVal val="visible"/>
                                      </p:to>
                                    </p:set>
                                    <p:animEffect transition="in" filter="wipe(left)">
                                      <p:cBhvr>
                                        <p:cTn id="7" dur="500"/>
                                        <p:tgtEl>
                                          <p:spTgt spid="15056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60"/>
                                        </p:tgtEl>
                                        <p:attrNameLst>
                                          <p:attrName>style.visibility</p:attrName>
                                        </p:attrNameLst>
                                      </p:cBhvr>
                                      <p:to>
                                        <p:strVal val="visible"/>
                                      </p:to>
                                    </p:set>
                                    <p:animEffect transition="in" filter="wipe(left)">
                                      <p:cBhvr>
                                        <p:cTn id="12" dur="500"/>
                                        <p:tgtEl>
                                          <p:spTgt spid="15056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50569"/>
                                        </p:tgtEl>
                                        <p:attrNameLst>
                                          <p:attrName>style.visibility</p:attrName>
                                        </p:attrNameLst>
                                      </p:cBhvr>
                                      <p:to>
                                        <p:strVal val="visible"/>
                                      </p:to>
                                    </p:set>
                                    <p:animEffect transition="in" filter="wipe(left)">
                                      <p:cBhvr>
                                        <p:cTn id="22" dur="500"/>
                                        <p:tgtEl>
                                          <p:spTgt spid="15056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0565"/>
                                        </p:tgtEl>
                                        <p:attrNameLst>
                                          <p:attrName>style.visibility</p:attrName>
                                        </p:attrNameLst>
                                      </p:cBhvr>
                                      <p:to>
                                        <p:strVal val="visible"/>
                                      </p:to>
                                    </p:set>
                                    <p:animEffect transition="in" filter="wipe(left)">
                                      <p:cBhvr>
                                        <p:cTn id="27" dur="500"/>
                                        <p:tgtEl>
                                          <p:spTgt spid="1505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50561"/>
                                        </p:tgtEl>
                                        <p:attrNameLst>
                                          <p:attrName>style.visibility</p:attrName>
                                        </p:attrNameLst>
                                      </p:cBhvr>
                                      <p:to>
                                        <p:strVal val="visible"/>
                                      </p:to>
                                    </p:set>
                                    <p:animEffect transition="in" filter="wipe(left)">
                                      <p:cBhvr>
                                        <p:cTn id="32" dur="500"/>
                                        <p:tgtEl>
                                          <p:spTgt spid="15056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50562"/>
                                        </p:tgtEl>
                                        <p:attrNameLst>
                                          <p:attrName>style.visibility</p:attrName>
                                        </p:attrNameLst>
                                      </p:cBhvr>
                                      <p:to>
                                        <p:strVal val="visible"/>
                                      </p:to>
                                    </p:set>
                                    <p:animEffect transition="in" filter="wipe(left)">
                                      <p:cBhvr>
                                        <p:cTn id="37" dur="500"/>
                                        <p:tgtEl>
                                          <p:spTgt spid="15056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0563"/>
                                        </p:tgtEl>
                                        <p:attrNameLst>
                                          <p:attrName>style.visibility</p:attrName>
                                        </p:attrNameLst>
                                      </p:cBhvr>
                                      <p:to>
                                        <p:strVal val="visible"/>
                                      </p:to>
                                    </p:set>
                                    <p:animEffect transition="in" filter="wipe(left)">
                                      <p:cBhvr>
                                        <p:cTn id="42" dur="500"/>
                                        <p:tgtEl>
                                          <p:spTgt spid="15056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50564"/>
                                        </p:tgtEl>
                                        <p:attrNameLst>
                                          <p:attrName>style.visibility</p:attrName>
                                        </p:attrNameLst>
                                      </p:cBhvr>
                                      <p:to>
                                        <p:strVal val="visible"/>
                                      </p:to>
                                    </p:set>
                                    <p:animEffect transition="in" filter="wipe(left)">
                                      <p:cBhvr>
                                        <p:cTn id="47" dur="500"/>
                                        <p:tgtEl>
                                          <p:spTgt spid="150564"/>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50566"/>
                                        </p:tgtEl>
                                        <p:attrNameLst>
                                          <p:attrName>style.visibility</p:attrName>
                                        </p:attrNameLst>
                                      </p:cBhvr>
                                      <p:to>
                                        <p:strVal val="visible"/>
                                      </p:to>
                                    </p:set>
                                    <p:animEffect transition="in" filter="wipe(left)">
                                      <p:cBhvr>
                                        <p:cTn id="52" dur="500"/>
                                        <p:tgtEl>
                                          <p:spTgt spid="150566"/>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0567"/>
                                        </p:tgtEl>
                                        <p:attrNameLst>
                                          <p:attrName>style.visibility</p:attrName>
                                        </p:attrNameLst>
                                      </p:cBhvr>
                                      <p:to>
                                        <p:strVal val="visible"/>
                                      </p:to>
                                    </p:set>
                                    <p:animEffect transition="in" filter="wipe(left)">
                                      <p:cBhvr>
                                        <p:cTn id="57" dur="500"/>
                                        <p:tgtEl>
                                          <p:spTgt spid="15056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0570"/>
                                        </p:tgtEl>
                                        <p:attrNameLst>
                                          <p:attrName>style.visibility</p:attrName>
                                        </p:attrNameLst>
                                      </p:cBhvr>
                                      <p:to>
                                        <p:strVal val="visible"/>
                                      </p:to>
                                    </p:set>
                                    <p:animEffect transition="in" filter="wipe(left)">
                                      <p:cBhvr>
                                        <p:cTn id="62" dur="500"/>
                                        <p:tgtEl>
                                          <p:spTgt spid="150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60" grpId="0" autoUpdateAnimBg="0"/>
      <p:bldP spid="150561" grpId="0"/>
      <p:bldP spid="150565" grpId="0" autoUpdateAnimBg="0"/>
      <p:bldP spid="150568" grpId="0"/>
      <p:bldP spid="150569" grpId="0"/>
      <p:bldP spid="15057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8" name="Text Box 2"/>
          <p:cNvSpPr txBox="1">
            <a:spLocks noChangeArrowheads="1"/>
          </p:cNvSpPr>
          <p:nvPr/>
        </p:nvSpPr>
        <p:spPr bwMode="auto">
          <a:xfrm>
            <a:off x="701675" y="458788"/>
            <a:ext cx="7699375" cy="519112"/>
          </a:xfrm>
          <a:prstGeom prst="rect">
            <a:avLst/>
          </a:prstGeom>
          <a:noFill/>
          <a:ln w="12700" cap="sq">
            <a:noFill/>
            <a:miter lim="800000"/>
            <a:headEnd type="none" w="sm" len="sm"/>
            <a:tailEnd type="none" w="sm" len="sm"/>
          </a:ln>
        </p:spPr>
        <p:txBody>
          <a:bodyPr>
            <a:spAutoFit/>
          </a:bodyPr>
          <a:lstStyle/>
          <a:p>
            <a:r>
              <a:rPr lang="en-US" altLang="zh-CN" sz="2800" b="1" i="0">
                <a:solidFill>
                  <a:srgbClr val="002060"/>
                </a:solidFill>
                <a:latin typeface="Times New Roman" panose="02020603050405020304" pitchFamily="18" charset="0"/>
                <a:ea typeface="黑体" panose="02010609060101010101" pitchFamily="2" charset="-122"/>
              </a:rPr>
              <a:t>§3.2  </a:t>
            </a:r>
            <a:r>
              <a:rPr lang="zh-CN" altLang="en-US" sz="2800" b="1" i="0">
                <a:solidFill>
                  <a:srgbClr val="002060"/>
                </a:solidFill>
                <a:latin typeface="Times New Roman" panose="02020603050405020304" pitchFamily="18" charset="0"/>
                <a:ea typeface="黑体" panose="02010609060101010101" pitchFamily="2" charset="-122"/>
              </a:rPr>
              <a:t>功和能  机械能守恒定律 </a:t>
            </a:r>
            <a:endParaRPr lang="zh-CN" altLang="en-US" sz="2800" b="1" i="0">
              <a:solidFill>
                <a:srgbClr val="002060"/>
              </a:solidFill>
              <a:latin typeface="Times New Roman" panose="02020603050405020304" pitchFamily="18" charset="0"/>
              <a:ea typeface="黑体" panose="02010609060101010101" pitchFamily="2" charset="-122"/>
            </a:endParaRPr>
          </a:p>
        </p:txBody>
      </p:sp>
      <p:sp>
        <p:nvSpPr>
          <p:cNvPr id="13319" name="Text Box 3"/>
          <p:cNvSpPr txBox="1">
            <a:spLocks noChangeArrowheads="1"/>
          </p:cNvSpPr>
          <p:nvPr/>
        </p:nvSpPr>
        <p:spPr bwMode="auto">
          <a:xfrm>
            <a:off x="161925" y="1133475"/>
            <a:ext cx="5130800" cy="457200"/>
          </a:xfrm>
          <a:prstGeom prst="rect">
            <a:avLst/>
          </a:prstGeom>
          <a:noFill/>
          <a:ln w="9525" algn="ctr">
            <a:noFill/>
            <a:miter lim="800000"/>
            <a:headEnd type="none" w="sm" len="sm"/>
            <a:tailEnd type="none" w="sm" len="sm"/>
          </a:ln>
        </p:spPr>
        <p:txBody>
          <a:bodyPr>
            <a:spAutoFit/>
          </a:bodyPr>
          <a:lstStyle/>
          <a:p>
            <a:pPr algn="l">
              <a:spcBef>
                <a:spcPct val="50000"/>
              </a:spcBef>
            </a:pPr>
            <a:r>
              <a:rPr lang="en-US" altLang="zh-CN" b="1" i="0">
                <a:solidFill>
                  <a:srgbClr val="0000FF"/>
                </a:solidFill>
                <a:latin typeface="Times New Roman" panose="02020603050405020304" pitchFamily="18" charset="0"/>
              </a:rPr>
              <a:t>3.2.1  </a:t>
            </a:r>
            <a:r>
              <a:rPr lang="zh-CN" altLang="en-US" b="1" i="0">
                <a:solidFill>
                  <a:srgbClr val="0000FF"/>
                </a:solidFill>
                <a:latin typeface="Times New Roman" panose="02020603050405020304" pitchFamily="18" charset="0"/>
              </a:rPr>
              <a:t>功</a:t>
            </a:r>
            <a:endParaRPr lang="zh-CN" altLang="en-US" b="1" i="0">
              <a:solidFill>
                <a:srgbClr val="0000FF"/>
              </a:solidFill>
              <a:latin typeface="Times New Roman" panose="02020603050405020304" pitchFamily="18" charset="0"/>
            </a:endParaRPr>
          </a:p>
        </p:txBody>
      </p:sp>
      <p:sp>
        <p:nvSpPr>
          <p:cNvPr id="78895" name="Text Box 47"/>
          <p:cNvSpPr txBox="1">
            <a:spLocks noChangeArrowheads="1"/>
          </p:cNvSpPr>
          <p:nvPr/>
        </p:nvSpPr>
        <p:spPr bwMode="auto">
          <a:xfrm>
            <a:off x="161925" y="2338388"/>
            <a:ext cx="2971800" cy="512762"/>
          </a:xfrm>
          <a:prstGeom prst="rect">
            <a:avLst/>
          </a:prstGeom>
          <a:noFill/>
          <a:ln w="9525">
            <a:noFill/>
            <a:miter lim="800000"/>
          </a:ln>
        </p:spPr>
        <p:txBody>
          <a:bodyPr>
            <a:spAutoFit/>
          </a:bodyPr>
          <a:lstStyle/>
          <a:p>
            <a:pPr algn="l">
              <a:lnSpc>
                <a:spcPct val="115000"/>
              </a:lnSpc>
            </a:pPr>
            <a:r>
              <a:rPr lang="en-US" altLang="zh-CN" b="1" i="0">
                <a:solidFill>
                  <a:srgbClr val="0000FF"/>
                </a:solidFill>
                <a:latin typeface="Times New Roman" panose="02020603050405020304" pitchFamily="18" charset="0"/>
              </a:rPr>
              <a:t>1</a:t>
            </a:r>
            <a:r>
              <a:rPr lang="zh-CN" altLang="en-US" b="1" i="0">
                <a:solidFill>
                  <a:srgbClr val="0000FF"/>
                </a:solidFill>
                <a:latin typeface="Times New Roman" panose="02020603050405020304" pitchFamily="18" charset="0"/>
              </a:rPr>
              <a:t>、恒力的功 </a:t>
            </a:r>
            <a:endParaRPr lang="zh-CN" altLang="en-US" b="1" i="0">
              <a:solidFill>
                <a:srgbClr val="0000FF"/>
              </a:solidFill>
              <a:latin typeface="Times New Roman" panose="02020603050405020304" pitchFamily="18" charset="0"/>
            </a:endParaRPr>
          </a:p>
        </p:txBody>
      </p:sp>
      <p:graphicFrame>
        <p:nvGraphicFramePr>
          <p:cNvPr id="78896" name="Object 48"/>
          <p:cNvGraphicFramePr>
            <a:graphicFrameLocks noChangeAspect="1"/>
          </p:cNvGraphicFramePr>
          <p:nvPr/>
        </p:nvGraphicFramePr>
        <p:xfrm>
          <a:off x="879475" y="3044825"/>
          <a:ext cx="1663700" cy="320675"/>
        </p:xfrm>
        <a:graphic>
          <a:graphicData uri="http://schemas.openxmlformats.org/presentationml/2006/ole">
            <mc:AlternateContent xmlns:mc="http://schemas.openxmlformats.org/markup-compatibility/2006">
              <mc:Choice xmlns:v="urn:schemas-microsoft-com:vml" Requires="v">
                <p:oleObj spid="_x0000_s13313" name="公式" r:id="rId1" imgW="21945600" imgH="4267200" progId="Equation.3">
                  <p:embed/>
                </p:oleObj>
              </mc:Choice>
              <mc:Fallback>
                <p:oleObj name="公式" r:id="rId1" imgW="21945600" imgH="4267200" progId="Equation.3">
                  <p:embed/>
                  <p:pic>
                    <p:nvPicPr>
                      <p:cNvPr id="0" name="Object 48"/>
                      <p:cNvPicPr>
                        <a:picLocks noChangeAspect="1"/>
                      </p:cNvPicPr>
                      <p:nvPr/>
                    </p:nvPicPr>
                    <p:blipFill>
                      <a:blip r:embed="rId2"/>
                      <a:stretch>
                        <a:fillRect/>
                      </a:stretch>
                    </p:blipFill>
                    <p:spPr>
                      <a:xfrm>
                        <a:off x="879475" y="3044825"/>
                        <a:ext cx="1663700" cy="320675"/>
                      </a:xfrm>
                      <a:prstGeom prst="rect">
                        <a:avLst/>
                      </a:prstGeom>
                      <a:noFill/>
                      <a:ln w="9525">
                        <a:noFill/>
                      </a:ln>
                    </p:spPr>
                  </p:pic>
                </p:oleObj>
              </mc:Fallback>
            </mc:AlternateContent>
          </a:graphicData>
        </a:graphic>
      </p:graphicFrame>
      <p:sp>
        <p:nvSpPr>
          <p:cNvPr id="78897" name="Text Box 49"/>
          <p:cNvSpPr txBox="1">
            <a:spLocks noChangeArrowheads="1"/>
          </p:cNvSpPr>
          <p:nvPr/>
        </p:nvSpPr>
        <p:spPr bwMode="auto">
          <a:xfrm>
            <a:off x="171450" y="1695450"/>
            <a:ext cx="5356225" cy="477838"/>
          </a:xfrm>
          <a:prstGeom prst="rect">
            <a:avLst/>
          </a:prstGeom>
          <a:noFill/>
          <a:ln w="9525">
            <a:noFill/>
            <a:miter lim="800000"/>
          </a:ln>
        </p:spPr>
        <p:txBody>
          <a:bodyPr>
            <a:spAutoFit/>
          </a:bodyPr>
          <a:lstStyle/>
          <a:p>
            <a:pPr algn="l">
              <a:lnSpc>
                <a:spcPct val="115000"/>
              </a:lnSpc>
            </a:pPr>
            <a:r>
              <a:rPr lang="zh-CN" altLang="en-US" b="1" i="0">
                <a:latin typeface="Times New Roman" panose="02020603050405020304" pitchFamily="18" charset="0"/>
              </a:rPr>
              <a:t>研究力在空间的积累效应的定理</a:t>
            </a:r>
            <a:r>
              <a:rPr lang="en-US" altLang="zh-CN" b="1" i="0">
                <a:latin typeface="Times New Roman" panose="02020603050405020304" pitchFamily="18" charset="0"/>
              </a:rPr>
              <a:t>:</a:t>
            </a:r>
            <a:endParaRPr lang="en-US" altLang="zh-CN" b="1" i="0">
              <a:latin typeface="Times New Roman" panose="02020603050405020304" pitchFamily="18" charset="0"/>
            </a:endParaRPr>
          </a:p>
        </p:txBody>
      </p:sp>
      <p:graphicFrame>
        <p:nvGraphicFramePr>
          <p:cNvPr id="78898" name="Object 50"/>
          <p:cNvGraphicFramePr>
            <a:graphicFrameLocks noChangeAspect="1"/>
          </p:cNvGraphicFramePr>
          <p:nvPr/>
        </p:nvGraphicFramePr>
        <p:xfrm>
          <a:off x="2592388" y="3024188"/>
          <a:ext cx="989012" cy="344487"/>
        </p:xfrm>
        <a:graphic>
          <a:graphicData uri="http://schemas.openxmlformats.org/presentationml/2006/ole">
            <mc:AlternateContent xmlns:mc="http://schemas.openxmlformats.org/markup-compatibility/2006">
              <mc:Choice xmlns:v="urn:schemas-microsoft-com:vml" Requires="v">
                <p:oleObj spid="_x0000_s13315" name="公式" r:id="rId3" imgW="13106400" imgH="4572000" progId="Equation.3">
                  <p:embed/>
                </p:oleObj>
              </mc:Choice>
              <mc:Fallback>
                <p:oleObj name="公式" r:id="rId3" imgW="13106400" imgH="4572000" progId="Equation.3">
                  <p:embed/>
                  <p:pic>
                    <p:nvPicPr>
                      <p:cNvPr id="0" name="Object 50"/>
                      <p:cNvPicPr>
                        <a:picLocks noChangeAspect="1"/>
                      </p:cNvPicPr>
                      <p:nvPr/>
                    </p:nvPicPr>
                    <p:blipFill>
                      <a:blip r:embed="rId4"/>
                      <a:stretch>
                        <a:fillRect/>
                      </a:stretch>
                    </p:blipFill>
                    <p:spPr>
                      <a:xfrm>
                        <a:off x="2592388" y="3024188"/>
                        <a:ext cx="989012" cy="344487"/>
                      </a:xfrm>
                      <a:prstGeom prst="rect">
                        <a:avLst/>
                      </a:prstGeom>
                      <a:noFill/>
                      <a:ln w="19050">
                        <a:noFill/>
                      </a:ln>
                    </p:spPr>
                  </p:pic>
                </p:oleObj>
              </mc:Fallback>
            </mc:AlternateContent>
          </a:graphicData>
        </a:graphic>
      </p:graphicFrame>
      <p:grpSp>
        <p:nvGrpSpPr>
          <p:cNvPr id="2" name="Group 51"/>
          <p:cNvGrpSpPr/>
          <p:nvPr/>
        </p:nvGrpSpPr>
        <p:grpSpPr bwMode="auto">
          <a:xfrm>
            <a:off x="5435600" y="2944813"/>
            <a:ext cx="3200400" cy="474662"/>
            <a:chOff x="3360" y="757"/>
            <a:chExt cx="2016" cy="299"/>
          </a:xfrm>
        </p:grpSpPr>
        <p:sp>
          <p:nvSpPr>
            <p:cNvPr id="13341" name="Line 52"/>
            <p:cNvSpPr>
              <a:spLocks noChangeShapeType="1"/>
            </p:cNvSpPr>
            <p:nvPr/>
          </p:nvSpPr>
          <p:spPr bwMode="auto">
            <a:xfrm>
              <a:off x="3360" y="1056"/>
              <a:ext cx="2016" cy="0"/>
            </a:xfrm>
            <a:prstGeom prst="line">
              <a:avLst/>
            </a:prstGeom>
            <a:noFill/>
            <a:ln w="38100">
              <a:solidFill>
                <a:srgbClr val="008000"/>
              </a:solidFill>
              <a:round/>
            </a:ln>
          </p:spPr>
          <p:txBody>
            <a:bodyPr/>
            <a:lstStyle/>
            <a:p>
              <a:endParaRPr lang="zh-CN" altLang="en-US"/>
            </a:p>
          </p:txBody>
        </p:sp>
        <p:sp>
          <p:nvSpPr>
            <p:cNvPr id="13342" name="Rectangle 53"/>
            <p:cNvSpPr>
              <a:spLocks noChangeArrowheads="1"/>
            </p:cNvSpPr>
            <p:nvPr/>
          </p:nvSpPr>
          <p:spPr bwMode="auto">
            <a:xfrm>
              <a:off x="3552" y="757"/>
              <a:ext cx="336" cy="288"/>
            </a:xfrm>
            <a:prstGeom prst="rect">
              <a:avLst/>
            </a:prstGeom>
            <a:solidFill>
              <a:srgbClr val="FFFF00"/>
            </a:solidFill>
            <a:ln w="9525">
              <a:miter lim="800000"/>
            </a:ln>
            <a:scene3d>
              <a:camera prst="legacyObliqueTopRight"/>
              <a:lightRig rig="legacyFlat1" dir="t"/>
            </a:scene3d>
            <a:sp3d extrusionH="125400" prstMaterial="legacyMatte">
              <a:bevelT w="13500" h="13500" prst="angle"/>
              <a:bevelB w="13500" h="13500" prst="angle"/>
              <a:extrusionClr>
                <a:srgbClr val="00FFFF"/>
              </a:extrusionClr>
            </a:sp3d>
          </p:spPr>
          <p:txBody>
            <a:bodyPr wrap="none" anchor="ctr">
              <a:flatTx/>
            </a:bodyPr>
            <a:lstStyle/>
            <a:p>
              <a:endParaRPr lang="zh-CN" altLang="en-US"/>
            </a:p>
          </p:txBody>
        </p:sp>
        <p:sp>
          <p:nvSpPr>
            <p:cNvPr id="13343" name="Text Box 54"/>
            <p:cNvSpPr txBox="1">
              <a:spLocks noChangeArrowheads="1"/>
            </p:cNvSpPr>
            <p:nvPr/>
          </p:nvSpPr>
          <p:spPr bwMode="auto">
            <a:xfrm>
              <a:off x="3574" y="768"/>
              <a:ext cx="287"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M</a:t>
              </a:r>
              <a:endParaRPr lang="en-US" altLang="zh-CN" b="1">
                <a:solidFill>
                  <a:srgbClr val="0033CC"/>
                </a:solidFill>
                <a:latin typeface="Times New Roman" panose="02020603050405020304" pitchFamily="18" charset="0"/>
              </a:endParaRPr>
            </a:p>
          </p:txBody>
        </p:sp>
      </p:grpSp>
      <p:sp>
        <p:nvSpPr>
          <p:cNvPr id="78903" name="Line 55"/>
          <p:cNvSpPr>
            <a:spLocks noChangeShapeType="1"/>
          </p:cNvSpPr>
          <p:nvPr/>
        </p:nvSpPr>
        <p:spPr bwMode="auto">
          <a:xfrm flipV="1">
            <a:off x="6256338" y="2605088"/>
            <a:ext cx="609600" cy="381000"/>
          </a:xfrm>
          <a:prstGeom prst="line">
            <a:avLst/>
          </a:prstGeom>
          <a:noFill/>
          <a:ln w="28575">
            <a:solidFill>
              <a:srgbClr val="CC0000"/>
            </a:solidFill>
            <a:round/>
            <a:tailEnd type="triangle" w="med" len="lg"/>
          </a:ln>
        </p:spPr>
        <p:txBody>
          <a:bodyPr/>
          <a:lstStyle/>
          <a:p>
            <a:endParaRPr lang="zh-CN" altLang="en-US"/>
          </a:p>
        </p:txBody>
      </p:sp>
      <p:graphicFrame>
        <p:nvGraphicFramePr>
          <p:cNvPr id="78904" name="Object 56"/>
          <p:cNvGraphicFramePr>
            <a:graphicFrameLocks noChangeAspect="1"/>
          </p:cNvGraphicFramePr>
          <p:nvPr/>
        </p:nvGraphicFramePr>
        <p:xfrm>
          <a:off x="6838950" y="2406650"/>
          <a:ext cx="298450" cy="341313"/>
        </p:xfrm>
        <a:graphic>
          <a:graphicData uri="http://schemas.openxmlformats.org/presentationml/2006/ole">
            <mc:AlternateContent xmlns:mc="http://schemas.openxmlformats.org/markup-compatibility/2006">
              <mc:Choice xmlns:v="urn:schemas-microsoft-com:vml" Requires="v">
                <p:oleObj spid="_x0000_s13316" name="公式" r:id="rId5" imgW="3962400" imgH="4572000" progId="Equation.3">
                  <p:embed/>
                </p:oleObj>
              </mc:Choice>
              <mc:Fallback>
                <p:oleObj name="公式" r:id="rId5" imgW="3962400" imgH="4572000" progId="Equation.3">
                  <p:embed/>
                  <p:pic>
                    <p:nvPicPr>
                      <p:cNvPr id="0" name="Object 56"/>
                      <p:cNvPicPr>
                        <a:picLocks noChangeAspect="1"/>
                      </p:cNvPicPr>
                      <p:nvPr/>
                    </p:nvPicPr>
                    <p:blipFill>
                      <a:blip r:embed="rId6"/>
                      <a:stretch>
                        <a:fillRect/>
                      </a:stretch>
                    </p:blipFill>
                    <p:spPr>
                      <a:xfrm>
                        <a:off x="6838950" y="2406650"/>
                        <a:ext cx="298450" cy="341313"/>
                      </a:xfrm>
                      <a:prstGeom prst="rect">
                        <a:avLst/>
                      </a:prstGeom>
                      <a:noFill/>
                      <a:ln w="9525">
                        <a:noFill/>
                      </a:ln>
                    </p:spPr>
                  </p:pic>
                </p:oleObj>
              </mc:Fallback>
            </mc:AlternateContent>
          </a:graphicData>
        </a:graphic>
      </p:graphicFrame>
      <p:sp>
        <p:nvSpPr>
          <p:cNvPr id="78905" name="Line 57"/>
          <p:cNvSpPr>
            <a:spLocks noChangeShapeType="1"/>
          </p:cNvSpPr>
          <p:nvPr/>
        </p:nvSpPr>
        <p:spPr bwMode="auto">
          <a:xfrm>
            <a:off x="6256338" y="2986088"/>
            <a:ext cx="685800" cy="0"/>
          </a:xfrm>
          <a:prstGeom prst="line">
            <a:avLst/>
          </a:prstGeom>
          <a:noFill/>
          <a:ln w="19050">
            <a:solidFill>
              <a:srgbClr val="0033CC"/>
            </a:solidFill>
            <a:prstDash val="dash"/>
            <a:round/>
          </a:ln>
        </p:spPr>
        <p:txBody>
          <a:bodyPr/>
          <a:lstStyle/>
          <a:p>
            <a:endParaRPr lang="zh-CN" altLang="en-US"/>
          </a:p>
        </p:txBody>
      </p:sp>
      <p:graphicFrame>
        <p:nvGraphicFramePr>
          <p:cNvPr id="78906" name="Object 58"/>
          <p:cNvGraphicFramePr>
            <a:graphicFrameLocks noChangeAspect="1"/>
          </p:cNvGraphicFramePr>
          <p:nvPr/>
        </p:nvGraphicFramePr>
        <p:xfrm>
          <a:off x="6559550" y="2730500"/>
          <a:ext cx="261938" cy="284163"/>
        </p:xfrm>
        <a:graphic>
          <a:graphicData uri="http://schemas.openxmlformats.org/presentationml/2006/ole">
            <mc:AlternateContent xmlns:mc="http://schemas.openxmlformats.org/markup-compatibility/2006">
              <mc:Choice xmlns:v="urn:schemas-microsoft-com:vml" Requires="v">
                <p:oleObj spid="_x0000_s13317" name="公式" r:id="rId7" imgW="3962400" imgH="4267200" progId="Equation.3">
                  <p:embed/>
                </p:oleObj>
              </mc:Choice>
              <mc:Fallback>
                <p:oleObj name="公式" r:id="rId7" imgW="3962400" imgH="4267200" progId="Equation.3">
                  <p:embed/>
                  <p:pic>
                    <p:nvPicPr>
                      <p:cNvPr id="0" name="Object 58"/>
                      <p:cNvPicPr>
                        <a:picLocks noChangeAspect="1"/>
                      </p:cNvPicPr>
                      <p:nvPr/>
                    </p:nvPicPr>
                    <p:blipFill>
                      <a:blip r:embed="rId8"/>
                      <a:stretch>
                        <a:fillRect/>
                      </a:stretch>
                    </p:blipFill>
                    <p:spPr>
                      <a:xfrm>
                        <a:off x="6559550" y="2730500"/>
                        <a:ext cx="261938" cy="284163"/>
                      </a:xfrm>
                      <a:prstGeom prst="rect">
                        <a:avLst/>
                      </a:prstGeom>
                      <a:noFill/>
                      <a:ln w="9525">
                        <a:noFill/>
                      </a:ln>
                    </p:spPr>
                  </p:pic>
                </p:oleObj>
              </mc:Fallback>
            </mc:AlternateContent>
          </a:graphicData>
        </a:graphic>
      </p:graphicFrame>
      <p:sp>
        <p:nvSpPr>
          <p:cNvPr id="78907" name="Text Box 59"/>
          <p:cNvSpPr txBox="1">
            <a:spLocks noChangeArrowheads="1"/>
          </p:cNvSpPr>
          <p:nvPr/>
        </p:nvSpPr>
        <p:spPr bwMode="auto">
          <a:xfrm>
            <a:off x="7856538" y="2944813"/>
            <a:ext cx="554037" cy="457200"/>
          </a:xfrm>
          <a:prstGeom prst="rect">
            <a:avLst/>
          </a:prstGeom>
          <a:solidFill>
            <a:srgbClr val="FFFF00"/>
          </a:solidFill>
          <a:ln w="9525">
            <a:miter lim="800000"/>
          </a:ln>
          <a:scene3d>
            <a:camera prst="legacyObliqueTopRight"/>
            <a:lightRig rig="legacyFlat1" dir="t"/>
          </a:scene3d>
          <a:sp3d extrusionH="125400" prstMaterial="legacyMatte">
            <a:bevelT w="13500" h="13500" prst="angle"/>
            <a:bevelB w="13500" h="13500" prst="angle"/>
            <a:extrusionClr>
              <a:srgbClr val="00FFFF"/>
            </a:extrusionClr>
          </a:sp3d>
        </p:spPr>
        <p:txBody>
          <a:bodyPr>
            <a:spAutoFit/>
            <a:flatTx/>
          </a:bodyPr>
          <a:lstStyle/>
          <a:p>
            <a:pPr algn="l"/>
            <a:r>
              <a:rPr lang="en-US" altLang="zh-CN" b="1">
                <a:solidFill>
                  <a:srgbClr val="0033CC"/>
                </a:solidFill>
                <a:latin typeface="Times New Roman" panose="02020603050405020304" pitchFamily="18" charset="0"/>
              </a:rPr>
              <a:t>M</a:t>
            </a:r>
            <a:endParaRPr lang="en-US" altLang="zh-CN" b="1">
              <a:solidFill>
                <a:srgbClr val="0033CC"/>
              </a:solidFill>
              <a:latin typeface="Times New Roman" panose="02020603050405020304" pitchFamily="18" charset="0"/>
            </a:endParaRPr>
          </a:p>
        </p:txBody>
      </p:sp>
      <p:grpSp>
        <p:nvGrpSpPr>
          <p:cNvPr id="3" name="Group 60"/>
          <p:cNvGrpSpPr/>
          <p:nvPr/>
        </p:nvGrpSpPr>
        <p:grpSpPr bwMode="auto">
          <a:xfrm>
            <a:off x="5683250" y="3406775"/>
            <a:ext cx="2827338" cy="644525"/>
            <a:chOff x="3653" y="1385"/>
            <a:chExt cx="1781" cy="406"/>
          </a:xfrm>
        </p:grpSpPr>
        <p:sp>
          <p:nvSpPr>
            <p:cNvPr id="13335" name="Line 61"/>
            <p:cNvSpPr>
              <a:spLocks noChangeShapeType="1"/>
            </p:cNvSpPr>
            <p:nvPr/>
          </p:nvSpPr>
          <p:spPr bwMode="auto">
            <a:xfrm>
              <a:off x="3888" y="1385"/>
              <a:ext cx="0" cy="192"/>
            </a:xfrm>
            <a:prstGeom prst="line">
              <a:avLst/>
            </a:prstGeom>
            <a:noFill/>
            <a:ln w="28575">
              <a:solidFill>
                <a:srgbClr val="0033CC"/>
              </a:solidFill>
              <a:round/>
            </a:ln>
          </p:spPr>
          <p:txBody>
            <a:bodyPr/>
            <a:lstStyle/>
            <a:p>
              <a:endParaRPr lang="zh-CN" altLang="en-US"/>
            </a:p>
          </p:txBody>
        </p:sp>
        <p:sp>
          <p:nvSpPr>
            <p:cNvPr id="13336" name="Line 62"/>
            <p:cNvSpPr>
              <a:spLocks noChangeShapeType="1"/>
            </p:cNvSpPr>
            <p:nvPr/>
          </p:nvSpPr>
          <p:spPr bwMode="auto">
            <a:xfrm>
              <a:off x="5208" y="1385"/>
              <a:ext cx="0" cy="192"/>
            </a:xfrm>
            <a:prstGeom prst="line">
              <a:avLst/>
            </a:prstGeom>
            <a:noFill/>
            <a:ln w="28575">
              <a:solidFill>
                <a:srgbClr val="0033CC"/>
              </a:solidFill>
              <a:round/>
            </a:ln>
          </p:spPr>
          <p:txBody>
            <a:bodyPr/>
            <a:lstStyle/>
            <a:p>
              <a:endParaRPr lang="zh-CN" altLang="en-US"/>
            </a:p>
          </p:txBody>
        </p:sp>
        <p:sp>
          <p:nvSpPr>
            <p:cNvPr id="13337" name="Line 63"/>
            <p:cNvSpPr>
              <a:spLocks noChangeShapeType="1"/>
            </p:cNvSpPr>
            <p:nvPr/>
          </p:nvSpPr>
          <p:spPr bwMode="auto">
            <a:xfrm>
              <a:off x="3899" y="1529"/>
              <a:ext cx="1296" cy="0"/>
            </a:xfrm>
            <a:prstGeom prst="line">
              <a:avLst/>
            </a:prstGeom>
            <a:noFill/>
            <a:ln w="28575">
              <a:solidFill>
                <a:srgbClr val="0033CC"/>
              </a:solidFill>
              <a:round/>
              <a:headEnd type="none" w="med" len="lg"/>
              <a:tailEnd type="triangle" w="med" len="med"/>
            </a:ln>
          </p:spPr>
          <p:txBody>
            <a:bodyPr/>
            <a:lstStyle/>
            <a:p>
              <a:endParaRPr lang="zh-CN" altLang="en-US"/>
            </a:p>
          </p:txBody>
        </p:sp>
        <p:sp>
          <p:nvSpPr>
            <p:cNvPr id="13338" name="Text Box 64"/>
            <p:cNvSpPr txBox="1">
              <a:spLocks noChangeArrowheads="1"/>
            </p:cNvSpPr>
            <p:nvPr/>
          </p:nvSpPr>
          <p:spPr bwMode="auto">
            <a:xfrm>
              <a:off x="3653" y="1419"/>
              <a:ext cx="212" cy="288"/>
            </a:xfrm>
            <a:prstGeom prst="rect">
              <a:avLst/>
            </a:prstGeom>
            <a:noFill/>
            <a:ln w="9525">
              <a:noFill/>
              <a:miter lim="800000"/>
            </a:ln>
          </p:spPr>
          <p:txBody>
            <a:bodyPr wrap="none">
              <a:spAutoFit/>
            </a:bodyPr>
            <a:lstStyle/>
            <a:p>
              <a:pPr algn="l"/>
              <a:r>
                <a:rPr lang="en-US" altLang="zh-CN" b="1">
                  <a:solidFill>
                    <a:srgbClr val="000099"/>
                  </a:solidFill>
                  <a:latin typeface="Times New Roman" panose="02020603050405020304" pitchFamily="18" charset="0"/>
                </a:rPr>
                <a:t>a</a:t>
              </a:r>
              <a:endParaRPr lang="en-US" altLang="zh-CN" b="1">
                <a:solidFill>
                  <a:srgbClr val="000099"/>
                </a:solidFill>
                <a:latin typeface="Times New Roman" panose="02020603050405020304" pitchFamily="18" charset="0"/>
              </a:endParaRPr>
            </a:p>
          </p:txBody>
        </p:sp>
        <p:sp>
          <p:nvSpPr>
            <p:cNvPr id="13339" name="Text Box 65"/>
            <p:cNvSpPr txBox="1">
              <a:spLocks noChangeArrowheads="1"/>
            </p:cNvSpPr>
            <p:nvPr/>
          </p:nvSpPr>
          <p:spPr bwMode="auto">
            <a:xfrm>
              <a:off x="5222" y="1444"/>
              <a:ext cx="212" cy="288"/>
            </a:xfrm>
            <a:prstGeom prst="rect">
              <a:avLst/>
            </a:prstGeom>
            <a:noFill/>
            <a:ln w="9525">
              <a:noFill/>
              <a:miter lim="800000"/>
            </a:ln>
          </p:spPr>
          <p:txBody>
            <a:bodyPr wrap="none">
              <a:spAutoFit/>
            </a:bodyPr>
            <a:lstStyle/>
            <a:p>
              <a:pPr algn="l"/>
              <a:r>
                <a:rPr lang="en-US" altLang="zh-CN" b="1">
                  <a:solidFill>
                    <a:srgbClr val="000099"/>
                  </a:solidFill>
                  <a:latin typeface="Times New Roman" panose="02020603050405020304" pitchFamily="18" charset="0"/>
                </a:rPr>
                <a:t>b</a:t>
              </a:r>
              <a:endParaRPr lang="en-US" altLang="zh-CN" b="1">
                <a:solidFill>
                  <a:srgbClr val="000099"/>
                </a:solidFill>
                <a:latin typeface="Times New Roman" panose="02020603050405020304" pitchFamily="18" charset="0"/>
              </a:endParaRPr>
            </a:p>
          </p:txBody>
        </p:sp>
        <p:sp>
          <p:nvSpPr>
            <p:cNvPr id="13340" name="Text Box 66"/>
            <p:cNvSpPr txBox="1">
              <a:spLocks noChangeArrowheads="1"/>
            </p:cNvSpPr>
            <p:nvPr/>
          </p:nvSpPr>
          <p:spPr bwMode="auto">
            <a:xfrm>
              <a:off x="4439" y="1503"/>
              <a:ext cx="309" cy="288"/>
            </a:xfrm>
            <a:prstGeom prst="rect">
              <a:avLst/>
            </a:prstGeom>
            <a:noFill/>
            <a:ln w="9525">
              <a:noFill/>
              <a:miter lim="800000"/>
            </a:ln>
          </p:spPr>
          <p:txBody>
            <a:bodyPr wrap="none">
              <a:spAutoFit/>
            </a:bodyPr>
            <a:lstStyle/>
            <a:p>
              <a:pPr algn="l"/>
              <a:r>
                <a:rPr lang="en-US" altLang="zh-CN" b="1">
                  <a:solidFill>
                    <a:srgbClr val="000099"/>
                  </a:solidFill>
                </a:rPr>
                <a:t>D</a:t>
              </a:r>
              <a:r>
                <a:rPr lang="en-US" altLang="zh-CN" b="1">
                  <a:solidFill>
                    <a:srgbClr val="000099"/>
                  </a:solidFill>
                  <a:latin typeface="Times New Roman" panose="02020603050405020304" pitchFamily="18" charset="0"/>
                </a:rPr>
                <a:t>r</a:t>
              </a:r>
              <a:endParaRPr lang="en-US" altLang="zh-CN" b="1">
                <a:solidFill>
                  <a:srgbClr val="000099"/>
                </a:solidFill>
                <a:latin typeface="Times New Roman" panose="02020603050405020304" pitchFamily="18" charset="0"/>
              </a:endParaRPr>
            </a:p>
          </p:txBody>
        </p:sp>
      </p:grpSp>
      <p:sp>
        <p:nvSpPr>
          <p:cNvPr id="78915" name="Arc 67"/>
          <p:cNvSpPr/>
          <p:nvPr/>
        </p:nvSpPr>
        <p:spPr bwMode="auto">
          <a:xfrm rot="5400000">
            <a:off x="6393657" y="2764631"/>
            <a:ext cx="152400" cy="258763"/>
          </a:xfrm>
          <a:custGeom>
            <a:avLst/>
            <a:gdLst>
              <a:gd name="T0" fmla="*/ 0 w 14553"/>
              <a:gd name="T1" fmla="*/ 94599669 h 21600"/>
              <a:gd name="T2" fmla="*/ 175017818 w 14553"/>
              <a:gd name="T3" fmla="*/ 720439 h 21600"/>
              <a:gd name="T4" fmla="*/ 160153937 w 14553"/>
              <a:gd name="T5" fmla="*/ 444884548 h 21600"/>
              <a:gd name="T6" fmla="*/ 0 60000 65536"/>
              <a:gd name="T7" fmla="*/ 0 60000 65536"/>
              <a:gd name="T8" fmla="*/ 0 60000 65536"/>
              <a:gd name="T9" fmla="*/ 0 w 14553"/>
              <a:gd name="T10" fmla="*/ 0 h 21600"/>
              <a:gd name="T11" fmla="*/ 14553 w 14553"/>
              <a:gd name="T12" fmla="*/ 21600 h 21600"/>
            </a:gdLst>
            <a:ahLst/>
            <a:cxnLst>
              <a:cxn ang="T6">
                <a:pos x="T0" y="T1"/>
              </a:cxn>
              <a:cxn ang="T7">
                <a:pos x="T2" y="T3"/>
              </a:cxn>
              <a:cxn ang="T8">
                <a:pos x="T4" y="T5"/>
              </a:cxn>
            </a:cxnLst>
            <a:rect l="T9" t="T10" r="T11" b="T12"/>
            <a:pathLst>
              <a:path w="14553" h="21600" fill="none" extrusionOk="0">
                <a:moveTo>
                  <a:pt x="0" y="4593"/>
                </a:moveTo>
                <a:cubicBezTo>
                  <a:pt x="3801" y="1617"/>
                  <a:pt x="8489" y="-1"/>
                  <a:pt x="13317" y="0"/>
                </a:cubicBezTo>
                <a:cubicBezTo>
                  <a:pt x="13729" y="0"/>
                  <a:pt x="14141" y="11"/>
                  <a:pt x="14552" y="35"/>
                </a:cubicBezTo>
              </a:path>
              <a:path w="14553" h="21600" stroke="0" extrusionOk="0">
                <a:moveTo>
                  <a:pt x="0" y="4593"/>
                </a:moveTo>
                <a:cubicBezTo>
                  <a:pt x="3801" y="1617"/>
                  <a:pt x="8489" y="-1"/>
                  <a:pt x="13317" y="0"/>
                </a:cubicBezTo>
                <a:cubicBezTo>
                  <a:pt x="13729" y="0"/>
                  <a:pt x="14141" y="11"/>
                  <a:pt x="14552" y="35"/>
                </a:cubicBezTo>
                <a:lnTo>
                  <a:pt x="13317" y="21600"/>
                </a:lnTo>
                <a:close/>
              </a:path>
            </a:pathLst>
          </a:custGeom>
          <a:noFill/>
          <a:ln w="28575">
            <a:solidFill>
              <a:srgbClr val="CC0000"/>
            </a:solidFill>
            <a:round/>
          </a:ln>
        </p:spPr>
        <p:txBody>
          <a:bodyPr wrap="none" anchor="ctr"/>
          <a:lstStyle/>
          <a:p>
            <a:endParaRPr lang="zh-CN" altLang="en-US"/>
          </a:p>
        </p:txBody>
      </p:sp>
      <p:sp>
        <p:nvSpPr>
          <p:cNvPr id="78916" name="Rectangle 68"/>
          <p:cNvSpPr>
            <a:spLocks noChangeArrowheads="1"/>
          </p:cNvSpPr>
          <p:nvPr/>
        </p:nvSpPr>
        <p:spPr bwMode="auto">
          <a:xfrm>
            <a:off x="4830763" y="1684338"/>
            <a:ext cx="4313237" cy="517525"/>
          </a:xfrm>
          <a:prstGeom prst="rect">
            <a:avLst/>
          </a:prstGeom>
          <a:noFill/>
          <a:ln w="9525">
            <a:noFill/>
            <a:miter lim="800000"/>
          </a:ln>
        </p:spPr>
        <p:txBody>
          <a:bodyPr>
            <a:spAutoFit/>
          </a:bodyPr>
          <a:lstStyle/>
          <a:p>
            <a:pPr algn="l">
              <a:lnSpc>
                <a:spcPct val="115000"/>
              </a:lnSpc>
            </a:pPr>
            <a:r>
              <a:rPr lang="zh-CN" altLang="en-US" b="1" i="0">
                <a:solidFill>
                  <a:srgbClr val="006600"/>
                </a:solidFill>
                <a:latin typeface="Times New Roman" panose="02020603050405020304" pitchFamily="18" charset="0"/>
              </a:rPr>
              <a:t>动能定理、机械能守恒定律</a:t>
            </a:r>
            <a:endParaRPr lang="zh-CN" altLang="en-US" b="1" i="0">
              <a:solidFill>
                <a:srgbClr val="006600"/>
              </a:solidFill>
              <a:latin typeface="Times New Roman" panose="02020603050405020304" pitchFamily="18" charset="0"/>
            </a:endParaRPr>
          </a:p>
        </p:txBody>
      </p:sp>
      <p:sp>
        <p:nvSpPr>
          <p:cNvPr id="78917" name="Text Box 69"/>
          <p:cNvSpPr txBox="1">
            <a:spLocks noChangeArrowheads="1"/>
          </p:cNvSpPr>
          <p:nvPr/>
        </p:nvSpPr>
        <p:spPr bwMode="auto">
          <a:xfrm>
            <a:off x="1649413" y="1117600"/>
            <a:ext cx="6786562" cy="477838"/>
          </a:xfrm>
          <a:prstGeom prst="rect">
            <a:avLst/>
          </a:prstGeom>
          <a:noFill/>
          <a:ln w="9525">
            <a:noFill/>
            <a:miter lim="800000"/>
          </a:ln>
        </p:spPr>
        <p:txBody>
          <a:bodyPr>
            <a:spAutoFit/>
          </a:bodyPr>
          <a:lstStyle/>
          <a:p>
            <a:pPr algn="l">
              <a:lnSpc>
                <a:spcPct val="115000"/>
              </a:lnSpc>
            </a:pPr>
            <a:r>
              <a:rPr lang="zh-CN" altLang="en-US" b="1" i="0">
                <a:solidFill>
                  <a:srgbClr val="FF0000"/>
                </a:solidFill>
                <a:latin typeface="Times New Roman" panose="02020603050405020304" pitchFamily="18" charset="0"/>
              </a:rPr>
              <a:t>功是反映力对空间的积累效应的物理量</a:t>
            </a:r>
            <a:endParaRPr lang="zh-CN" altLang="en-US" b="1" i="0">
              <a:solidFill>
                <a:srgbClr val="FF0000"/>
              </a:solidFill>
              <a:latin typeface="Times New Roman" panose="02020603050405020304" pitchFamily="18" charset="0"/>
            </a:endParaRPr>
          </a:p>
        </p:txBody>
      </p:sp>
      <p:sp>
        <p:nvSpPr>
          <p:cNvPr id="78918" name="Text Box 70"/>
          <p:cNvSpPr txBox="1">
            <a:spLocks noChangeArrowheads="1"/>
          </p:cNvSpPr>
          <p:nvPr/>
        </p:nvSpPr>
        <p:spPr bwMode="auto">
          <a:xfrm>
            <a:off x="611188" y="3643313"/>
            <a:ext cx="1439862" cy="512762"/>
          </a:xfrm>
          <a:prstGeom prst="rect">
            <a:avLst/>
          </a:prstGeom>
          <a:noFill/>
          <a:ln w="9525">
            <a:noFill/>
            <a:miter lim="800000"/>
          </a:ln>
        </p:spPr>
        <p:txBody>
          <a:bodyPr>
            <a:spAutoFit/>
          </a:bodyPr>
          <a:lstStyle/>
          <a:p>
            <a:pPr algn="l">
              <a:lnSpc>
                <a:spcPct val="115000"/>
              </a:lnSpc>
            </a:pPr>
            <a:r>
              <a:rPr lang="zh-CN" altLang="en-US" b="1" i="0">
                <a:solidFill>
                  <a:srgbClr val="FF6600"/>
                </a:solidFill>
                <a:latin typeface="Times New Roman" panose="02020603050405020304" pitchFamily="18" charset="0"/>
              </a:rPr>
              <a:t>说明</a:t>
            </a:r>
            <a:endParaRPr lang="zh-CN" altLang="en-US" b="1" i="0">
              <a:solidFill>
                <a:srgbClr val="FF6600"/>
              </a:solidFill>
              <a:latin typeface="楷体_GB2312" pitchFamily="49" charset="-122"/>
              <a:ea typeface="楷体_GB2312" pitchFamily="49" charset="-122"/>
            </a:endParaRPr>
          </a:p>
        </p:txBody>
      </p:sp>
      <p:sp>
        <p:nvSpPr>
          <p:cNvPr id="78919" name="AutoShape 71"/>
          <p:cNvSpPr>
            <a:spLocks noChangeArrowheads="1"/>
          </p:cNvSpPr>
          <p:nvPr/>
        </p:nvSpPr>
        <p:spPr bwMode="auto">
          <a:xfrm>
            <a:off x="250825" y="360838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
        <p:nvSpPr>
          <p:cNvPr id="78920" name="Text Box 72"/>
          <p:cNvSpPr txBox="1">
            <a:spLocks noChangeArrowheads="1"/>
          </p:cNvSpPr>
          <p:nvPr/>
        </p:nvSpPr>
        <p:spPr bwMode="auto">
          <a:xfrm>
            <a:off x="296863" y="4362450"/>
            <a:ext cx="8235950" cy="479425"/>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功是标量（代数量），只有大小和正负，没有方向；</a:t>
            </a:r>
            <a:endParaRPr lang="zh-CN" altLang="en-US" b="1" i="0">
              <a:solidFill>
                <a:schemeClr val="bg1"/>
              </a:solidFill>
              <a:latin typeface="Times New Roman" panose="02020603050405020304" pitchFamily="18" charset="0"/>
            </a:endParaRPr>
          </a:p>
        </p:txBody>
      </p:sp>
      <p:sp>
        <p:nvSpPr>
          <p:cNvPr id="78921" name="Text Box 73"/>
          <p:cNvSpPr txBox="1">
            <a:spLocks noChangeArrowheads="1"/>
          </p:cNvSpPr>
          <p:nvPr/>
        </p:nvSpPr>
        <p:spPr bwMode="auto">
          <a:xfrm>
            <a:off x="296863" y="5054600"/>
            <a:ext cx="4851400" cy="479425"/>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cs typeface="Arial" panose="020B0604020202020204" pitchFamily="34" charset="0"/>
              </a:rPr>
              <a:t>功是过程量；</a:t>
            </a:r>
            <a:endParaRPr lang="zh-CN" altLang="en-US" b="1" i="0">
              <a:solidFill>
                <a:schemeClr val="bg1"/>
              </a:solidFill>
              <a:latin typeface="Times New Roman" panose="02020603050405020304" pitchFamily="18" charset="0"/>
            </a:endParaRPr>
          </a:p>
        </p:txBody>
      </p:sp>
      <p:sp>
        <p:nvSpPr>
          <p:cNvPr id="78922" name="Text Box 74"/>
          <p:cNvSpPr txBox="1">
            <a:spLocks noChangeArrowheads="1"/>
          </p:cNvSpPr>
          <p:nvPr/>
        </p:nvSpPr>
        <p:spPr bwMode="auto">
          <a:xfrm>
            <a:off x="296863" y="5684838"/>
            <a:ext cx="8596312" cy="479425"/>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(3) </a:t>
            </a:r>
            <a:r>
              <a:rPr lang="zh-CN" altLang="en-US" b="1" i="0">
                <a:solidFill>
                  <a:schemeClr val="bg1"/>
                </a:solidFill>
                <a:latin typeface="Times New Roman" panose="02020603050405020304" pitchFamily="18" charset="0"/>
                <a:cs typeface="Arial" panose="020B0604020202020204" pitchFamily="34" charset="0"/>
              </a:rPr>
              <a:t>上式仅当作用在沿</a:t>
            </a:r>
            <a:r>
              <a:rPr lang="zh-CN" altLang="en-US" b="1" i="0">
                <a:solidFill>
                  <a:srgbClr val="FF6600"/>
                </a:solidFill>
                <a:latin typeface="Times New Roman" panose="02020603050405020304" pitchFamily="18" charset="0"/>
                <a:cs typeface="Arial" panose="020B0604020202020204" pitchFamily="34" charset="0"/>
              </a:rPr>
              <a:t>直线运动</a:t>
            </a:r>
            <a:r>
              <a:rPr lang="zh-CN" altLang="en-US" b="1" i="0">
                <a:solidFill>
                  <a:schemeClr val="bg1"/>
                </a:solidFill>
                <a:latin typeface="Times New Roman" panose="02020603050405020304" pitchFamily="18" charset="0"/>
                <a:cs typeface="Arial" panose="020B0604020202020204" pitchFamily="34" charset="0"/>
              </a:rPr>
              <a:t>质点上的力为</a:t>
            </a:r>
            <a:r>
              <a:rPr lang="zh-CN" altLang="en-US" b="1" i="0">
                <a:solidFill>
                  <a:srgbClr val="FF6600"/>
                </a:solidFill>
                <a:latin typeface="Times New Roman" panose="02020603050405020304" pitchFamily="18" charset="0"/>
                <a:cs typeface="Arial" panose="020B0604020202020204" pitchFamily="34" charset="0"/>
              </a:rPr>
              <a:t>恒力</a:t>
            </a:r>
            <a:r>
              <a:rPr lang="zh-CN" altLang="en-US" b="1" i="0">
                <a:solidFill>
                  <a:schemeClr val="bg1"/>
                </a:solidFill>
                <a:latin typeface="Times New Roman" panose="02020603050405020304" pitchFamily="18" charset="0"/>
                <a:cs typeface="Arial" panose="020B0604020202020204" pitchFamily="34" charset="0"/>
              </a:rPr>
              <a:t>时才适用。</a:t>
            </a:r>
            <a:endParaRPr lang="zh-CN" altLang="en-US" b="1" i="0">
              <a:solidFill>
                <a:schemeClr val="bg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917"/>
                                        </p:tgtEl>
                                        <p:attrNameLst>
                                          <p:attrName>style.visibility</p:attrName>
                                        </p:attrNameLst>
                                      </p:cBhvr>
                                      <p:to>
                                        <p:strVal val="visible"/>
                                      </p:to>
                                    </p:set>
                                    <p:animEffect transition="in" filter="wipe(left)">
                                      <p:cBhvr>
                                        <p:cTn id="7" dur="500"/>
                                        <p:tgtEl>
                                          <p:spTgt spid="789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8897"/>
                                        </p:tgtEl>
                                        <p:attrNameLst>
                                          <p:attrName>style.visibility</p:attrName>
                                        </p:attrNameLst>
                                      </p:cBhvr>
                                      <p:to>
                                        <p:strVal val="visible"/>
                                      </p:to>
                                    </p:set>
                                    <p:animEffect transition="in" filter="wipe(left)">
                                      <p:cBhvr>
                                        <p:cTn id="12" dur="500"/>
                                        <p:tgtEl>
                                          <p:spTgt spid="7889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8916"/>
                                        </p:tgtEl>
                                        <p:attrNameLst>
                                          <p:attrName>style.visibility</p:attrName>
                                        </p:attrNameLst>
                                      </p:cBhvr>
                                      <p:to>
                                        <p:strVal val="visible"/>
                                      </p:to>
                                    </p:set>
                                    <p:animEffect transition="in" filter="wipe(left)">
                                      <p:cBhvr>
                                        <p:cTn id="17" dur="500"/>
                                        <p:tgtEl>
                                          <p:spTgt spid="789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8895"/>
                                        </p:tgtEl>
                                        <p:attrNameLst>
                                          <p:attrName>style.visibility</p:attrName>
                                        </p:attrNameLst>
                                      </p:cBhvr>
                                      <p:to>
                                        <p:strVal val="visible"/>
                                      </p:to>
                                    </p:set>
                                    <p:animEffect transition="in" filter="wipe(left)">
                                      <p:cBhvr>
                                        <p:cTn id="22" dur="500"/>
                                        <p:tgtEl>
                                          <p:spTgt spid="7889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5"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linds(vertical)">
                                      <p:cBhvr>
                                        <p:cTn id="27" dur="500"/>
                                        <p:tgtEl>
                                          <p:spTgt spid="2"/>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78903"/>
                                        </p:tgtEl>
                                        <p:attrNameLst>
                                          <p:attrName>style.visibility</p:attrName>
                                        </p:attrNameLst>
                                      </p:cBhvr>
                                      <p:to>
                                        <p:strVal val="visible"/>
                                      </p:to>
                                    </p:set>
                                    <p:animEffect transition="in" filter="wipe(left)">
                                      <p:cBhvr>
                                        <p:cTn id="31" dur="500"/>
                                        <p:tgtEl>
                                          <p:spTgt spid="78903"/>
                                        </p:tgtEl>
                                      </p:cBhvr>
                                    </p:animEffec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499"/>
                                          </p:stCondLst>
                                        </p:cTn>
                                        <p:tgtEl>
                                          <p:spTgt spid="7890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89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wipe(left)">
                                      <p:cBhvr>
                                        <p:cTn id="43" dur="500"/>
                                        <p:tgtEl>
                                          <p:spTgt spid="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78905"/>
                                        </p:tgtEl>
                                        <p:attrNameLst>
                                          <p:attrName>style.visibility</p:attrName>
                                        </p:attrNameLst>
                                      </p:cBhvr>
                                      <p:to>
                                        <p:strVal val="visible"/>
                                      </p:to>
                                    </p:set>
                                    <p:animEffect transition="in" filter="wipe(left)">
                                      <p:cBhvr>
                                        <p:cTn id="48" dur="500"/>
                                        <p:tgtEl>
                                          <p:spTgt spid="7890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78915"/>
                                        </p:tgtEl>
                                        <p:attrNameLst>
                                          <p:attrName>style.visibility</p:attrName>
                                        </p:attrNameLst>
                                      </p:cBhvr>
                                      <p:to>
                                        <p:strVal val="visible"/>
                                      </p:to>
                                    </p:set>
                                  </p:childTnLst>
                                </p:cTn>
                              </p:par>
                            </p:childTnLst>
                          </p:cTn>
                        </p:par>
                        <p:par>
                          <p:cTn id="53" fill="hold">
                            <p:stCondLst>
                              <p:cond delay="0"/>
                            </p:stCondLst>
                            <p:childTnLst>
                              <p:par>
                                <p:cTn id="54" presetID="1" presetClass="entr" presetSubtype="0" fill="hold" nodeType="afterEffect">
                                  <p:stCondLst>
                                    <p:cond delay="0"/>
                                  </p:stCondLst>
                                  <p:childTnLst>
                                    <p:set>
                                      <p:cBhvr>
                                        <p:cTn id="55" dur="1" fill="hold">
                                          <p:stCondLst>
                                            <p:cond delay="499"/>
                                          </p:stCondLst>
                                        </p:cTn>
                                        <p:tgtEl>
                                          <p:spTgt spid="78906"/>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8896"/>
                                        </p:tgtEl>
                                        <p:attrNameLst>
                                          <p:attrName>style.visibility</p:attrName>
                                        </p:attrNameLst>
                                      </p:cBhvr>
                                      <p:to>
                                        <p:strVal val="visible"/>
                                      </p:to>
                                    </p:set>
                                    <p:animEffect transition="in" filter="wipe(left)">
                                      <p:cBhvr>
                                        <p:cTn id="60" dur="500"/>
                                        <p:tgtEl>
                                          <p:spTgt spid="7889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8898"/>
                                        </p:tgtEl>
                                        <p:attrNameLst>
                                          <p:attrName>style.visibility</p:attrName>
                                        </p:attrNameLst>
                                      </p:cBhvr>
                                      <p:to>
                                        <p:strVal val="visible"/>
                                      </p:to>
                                    </p:set>
                                    <p:animEffect transition="in" filter="wipe(left)">
                                      <p:cBhvr>
                                        <p:cTn id="65" dur="500"/>
                                        <p:tgtEl>
                                          <p:spTgt spid="78898"/>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78919"/>
                                        </p:tgtEl>
                                        <p:attrNameLst>
                                          <p:attrName>style.visibility</p:attrName>
                                        </p:attrNameLst>
                                      </p:cBhvr>
                                      <p:to>
                                        <p:strVal val="visible"/>
                                      </p:to>
                                    </p:set>
                                    <p:animEffect transition="in" filter="dissolve">
                                      <p:cBhvr>
                                        <p:cTn id="70" dur="1000"/>
                                        <p:tgtEl>
                                          <p:spTgt spid="78919"/>
                                        </p:tgtEl>
                                      </p:cBhvr>
                                    </p:animEffect>
                                  </p:childTnLst>
                                </p:cTn>
                              </p:par>
                            </p:childTnLst>
                          </p:cTn>
                        </p:par>
                        <p:par>
                          <p:cTn id="71" fill="hold">
                            <p:stCondLst>
                              <p:cond delay="1000"/>
                            </p:stCondLst>
                            <p:childTnLst>
                              <p:par>
                                <p:cTn id="72" presetID="22" presetClass="entr" presetSubtype="8" fill="hold" grpId="0" nodeType="afterEffect">
                                  <p:stCondLst>
                                    <p:cond delay="0"/>
                                  </p:stCondLst>
                                  <p:childTnLst>
                                    <p:set>
                                      <p:cBhvr>
                                        <p:cTn id="73" dur="1" fill="hold">
                                          <p:stCondLst>
                                            <p:cond delay="0"/>
                                          </p:stCondLst>
                                        </p:cTn>
                                        <p:tgtEl>
                                          <p:spTgt spid="78918"/>
                                        </p:tgtEl>
                                        <p:attrNameLst>
                                          <p:attrName>style.visibility</p:attrName>
                                        </p:attrNameLst>
                                      </p:cBhvr>
                                      <p:to>
                                        <p:strVal val="visible"/>
                                      </p:to>
                                    </p:set>
                                    <p:animEffect transition="in" filter="wipe(left)">
                                      <p:cBhvr>
                                        <p:cTn id="74" dur="500"/>
                                        <p:tgtEl>
                                          <p:spTgt spid="7891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8920"/>
                                        </p:tgtEl>
                                        <p:attrNameLst>
                                          <p:attrName>style.visibility</p:attrName>
                                        </p:attrNameLst>
                                      </p:cBhvr>
                                      <p:to>
                                        <p:strVal val="visible"/>
                                      </p:to>
                                    </p:set>
                                    <p:animEffect transition="in" filter="wipe(left)">
                                      <p:cBhvr>
                                        <p:cTn id="79" dur="500"/>
                                        <p:tgtEl>
                                          <p:spTgt spid="78920"/>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78921"/>
                                        </p:tgtEl>
                                        <p:attrNameLst>
                                          <p:attrName>style.visibility</p:attrName>
                                        </p:attrNameLst>
                                      </p:cBhvr>
                                      <p:to>
                                        <p:strVal val="visible"/>
                                      </p:to>
                                    </p:set>
                                    <p:animEffect transition="in" filter="wipe(left)">
                                      <p:cBhvr>
                                        <p:cTn id="84" dur="500"/>
                                        <p:tgtEl>
                                          <p:spTgt spid="7892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78922"/>
                                        </p:tgtEl>
                                        <p:attrNameLst>
                                          <p:attrName>style.visibility</p:attrName>
                                        </p:attrNameLst>
                                      </p:cBhvr>
                                      <p:to>
                                        <p:strVal val="visible"/>
                                      </p:to>
                                    </p:set>
                                    <p:animEffect transition="in" filter="wipe(left)">
                                      <p:cBhvr>
                                        <p:cTn id="89" dur="500"/>
                                        <p:tgtEl>
                                          <p:spTgt spid="78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95" grpId="0" autoUpdateAnimBg="0"/>
      <p:bldP spid="78897" grpId="0"/>
      <p:bldP spid="78903" grpId="0" animBg="1"/>
      <p:bldP spid="78905" grpId="0" animBg="1"/>
      <p:bldP spid="78907" grpId="0" animBg="1"/>
      <p:bldP spid="78915" grpId="0" animBg="1"/>
      <p:bldP spid="78916" grpId="0"/>
      <p:bldP spid="78917" grpId="0"/>
      <p:bldP spid="78918" grpId="0"/>
      <p:bldP spid="78919" grpId="0" animBg="1"/>
      <p:bldP spid="78920" grpId="0"/>
      <p:bldP spid="78921" grpId="0"/>
      <p:bldP spid="7892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ext Box 2"/>
          <p:cNvSpPr txBox="1">
            <a:spLocks noChangeArrowheads="1"/>
          </p:cNvSpPr>
          <p:nvPr/>
        </p:nvSpPr>
        <p:spPr bwMode="auto">
          <a:xfrm>
            <a:off x="246063" y="684213"/>
            <a:ext cx="3470275" cy="457200"/>
          </a:xfrm>
          <a:prstGeom prst="rect">
            <a:avLst/>
          </a:prstGeom>
          <a:noFill/>
          <a:ln w="9525">
            <a:noFill/>
            <a:miter lim="800000"/>
          </a:ln>
        </p:spPr>
        <p:txBody>
          <a:bodyPr>
            <a:spAutoFit/>
          </a:bodyPr>
          <a:lstStyle/>
          <a:p>
            <a:pPr algn="l"/>
            <a:r>
              <a:rPr lang="en-US" altLang="zh-CN" b="1" i="0">
                <a:solidFill>
                  <a:srgbClr val="0000FF"/>
                </a:solidFill>
                <a:latin typeface="Times New Roman" panose="02020603050405020304" pitchFamily="18" charset="0"/>
              </a:rPr>
              <a:t>2</a:t>
            </a:r>
            <a:r>
              <a:rPr lang="zh-CN" altLang="en-US" b="1" i="0">
                <a:solidFill>
                  <a:srgbClr val="0000FF"/>
                </a:solidFill>
                <a:latin typeface="Times New Roman" panose="02020603050405020304" pitchFamily="18" charset="0"/>
              </a:rPr>
              <a:t>、变力的功</a:t>
            </a:r>
            <a:endParaRPr lang="zh-CN" altLang="en-US" i="0">
              <a:solidFill>
                <a:srgbClr val="0000FF"/>
              </a:solidFill>
              <a:latin typeface="Times New Roman" panose="02020603050405020304" pitchFamily="18" charset="0"/>
            </a:endParaRPr>
          </a:p>
        </p:txBody>
      </p:sp>
      <p:grpSp>
        <p:nvGrpSpPr>
          <p:cNvPr id="2" name="Group 3"/>
          <p:cNvGrpSpPr/>
          <p:nvPr/>
        </p:nvGrpSpPr>
        <p:grpSpPr bwMode="auto">
          <a:xfrm>
            <a:off x="5434013" y="920750"/>
            <a:ext cx="2873375" cy="2957513"/>
            <a:chOff x="3540" y="1884"/>
            <a:chExt cx="1810" cy="1863"/>
          </a:xfrm>
        </p:grpSpPr>
        <p:grpSp>
          <p:nvGrpSpPr>
            <p:cNvPr id="14372" name="Group 4"/>
            <p:cNvGrpSpPr/>
            <p:nvPr/>
          </p:nvGrpSpPr>
          <p:grpSpPr bwMode="auto">
            <a:xfrm>
              <a:off x="3540" y="1884"/>
              <a:ext cx="1810" cy="1863"/>
              <a:chOff x="3542" y="1765"/>
              <a:chExt cx="1810" cy="1863"/>
            </a:xfrm>
          </p:grpSpPr>
          <p:sp>
            <p:nvSpPr>
              <p:cNvPr id="14374" name="Line 5"/>
              <p:cNvSpPr>
                <a:spLocks noChangeShapeType="1"/>
              </p:cNvSpPr>
              <p:nvPr/>
            </p:nvSpPr>
            <p:spPr bwMode="auto">
              <a:xfrm>
                <a:off x="3840" y="2923"/>
                <a:ext cx="1392" cy="0"/>
              </a:xfrm>
              <a:prstGeom prst="line">
                <a:avLst/>
              </a:prstGeom>
              <a:noFill/>
              <a:ln w="28575">
                <a:solidFill>
                  <a:srgbClr val="000099"/>
                </a:solidFill>
                <a:round/>
                <a:tailEnd type="triangle" w="med" len="lg"/>
              </a:ln>
            </p:spPr>
            <p:txBody>
              <a:bodyPr/>
              <a:lstStyle/>
              <a:p>
                <a:endParaRPr lang="zh-CN" altLang="en-US"/>
              </a:p>
            </p:txBody>
          </p:sp>
          <p:sp>
            <p:nvSpPr>
              <p:cNvPr id="14375" name="Line 6"/>
              <p:cNvSpPr>
                <a:spLocks noChangeShapeType="1"/>
              </p:cNvSpPr>
              <p:nvPr/>
            </p:nvSpPr>
            <p:spPr bwMode="auto">
              <a:xfrm flipV="1">
                <a:off x="3840" y="1974"/>
                <a:ext cx="0" cy="960"/>
              </a:xfrm>
              <a:prstGeom prst="line">
                <a:avLst/>
              </a:prstGeom>
              <a:noFill/>
              <a:ln w="28575">
                <a:solidFill>
                  <a:srgbClr val="000099"/>
                </a:solidFill>
                <a:round/>
                <a:tailEnd type="triangle" w="med" len="lg"/>
              </a:ln>
            </p:spPr>
            <p:txBody>
              <a:bodyPr/>
              <a:lstStyle/>
              <a:p>
                <a:endParaRPr lang="zh-CN" altLang="en-US"/>
              </a:p>
            </p:txBody>
          </p:sp>
          <p:sp>
            <p:nvSpPr>
              <p:cNvPr id="14376" name="Line 7"/>
              <p:cNvSpPr>
                <a:spLocks noChangeShapeType="1"/>
              </p:cNvSpPr>
              <p:nvPr/>
            </p:nvSpPr>
            <p:spPr bwMode="auto">
              <a:xfrm flipH="1">
                <a:off x="3552" y="2923"/>
                <a:ext cx="288" cy="432"/>
              </a:xfrm>
              <a:prstGeom prst="line">
                <a:avLst/>
              </a:prstGeom>
              <a:noFill/>
              <a:ln w="28575">
                <a:solidFill>
                  <a:srgbClr val="000099"/>
                </a:solidFill>
                <a:round/>
                <a:tailEnd type="triangle" w="med" len="lg"/>
              </a:ln>
            </p:spPr>
            <p:txBody>
              <a:bodyPr/>
              <a:lstStyle/>
              <a:p>
                <a:endParaRPr lang="zh-CN" altLang="en-US"/>
              </a:p>
            </p:txBody>
          </p:sp>
          <p:sp>
            <p:nvSpPr>
              <p:cNvPr id="14377" name="Text Box 8"/>
              <p:cNvSpPr txBox="1">
                <a:spLocks noChangeArrowheads="1"/>
              </p:cNvSpPr>
              <p:nvPr/>
            </p:nvSpPr>
            <p:spPr bwMode="auto">
              <a:xfrm>
                <a:off x="3542" y="3301"/>
                <a:ext cx="228" cy="327"/>
              </a:xfrm>
              <a:prstGeom prst="rect">
                <a:avLst/>
              </a:prstGeom>
              <a:noFill/>
              <a:ln w="9525">
                <a:noFill/>
                <a:miter lim="800000"/>
              </a:ln>
            </p:spPr>
            <p:txBody>
              <a:bodyPr wrap="none">
                <a:spAutoFit/>
              </a:bodyPr>
              <a:lstStyle/>
              <a:p>
                <a:pPr algn="l"/>
                <a:r>
                  <a:rPr lang="en-US" altLang="zh-CN" sz="2800" b="1">
                    <a:solidFill>
                      <a:srgbClr val="000066"/>
                    </a:solidFill>
                    <a:latin typeface="Times New Roman" panose="02020603050405020304" pitchFamily="18" charset="0"/>
                  </a:rPr>
                  <a:t>x</a:t>
                </a:r>
                <a:endParaRPr lang="en-US" altLang="zh-CN" sz="2800" b="1">
                  <a:solidFill>
                    <a:srgbClr val="000066"/>
                  </a:solidFill>
                  <a:latin typeface="Times New Roman" panose="02020603050405020304" pitchFamily="18" charset="0"/>
                </a:endParaRPr>
              </a:p>
            </p:txBody>
          </p:sp>
          <p:sp>
            <p:nvSpPr>
              <p:cNvPr id="14378" name="Text Box 9"/>
              <p:cNvSpPr txBox="1">
                <a:spLocks noChangeArrowheads="1"/>
              </p:cNvSpPr>
              <p:nvPr/>
            </p:nvSpPr>
            <p:spPr bwMode="auto">
              <a:xfrm>
                <a:off x="5137" y="2932"/>
                <a:ext cx="215" cy="327"/>
              </a:xfrm>
              <a:prstGeom prst="rect">
                <a:avLst/>
              </a:prstGeom>
              <a:noFill/>
              <a:ln w="9525">
                <a:noFill/>
                <a:miter lim="800000"/>
              </a:ln>
            </p:spPr>
            <p:txBody>
              <a:bodyPr wrap="none">
                <a:spAutoFit/>
              </a:bodyPr>
              <a:lstStyle/>
              <a:p>
                <a:pPr algn="l"/>
                <a:r>
                  <a:rPr lang="en-US" altLang="zh-CN" sz="2800" b="1">
                    <a:solidFill>
                      <a:srgbClr val="000066"/>
                    </a:solidFill>
                    <a:latin typeface="Times New Roman" panose="02020603050405020304" pitchFamily="18" charset="0"/>
                  </a:rPr>
                  <a:t>y</a:t>
                </a:r>
                <a:endParaRPr lang="en-US" altLang="zh-CN" sz="2800" b="1">
                  <a:solidFill>
                    <a:srgbClr val="000066"/>
                  </a:solidFill>
                  <a:latin typeface="Times New Roman" panose="02020603050405020304" pitchFamily="18" charset="0"/>
                </a:endParaRPr>
              </a:p>
            </p:txBody>
          </p:sp>
          <p:sp>
            <p:nvSpPr>
              <p:cNvPr id="14379" name="Text Box 10"/>
              <p:cNvSpPr txBox="1">
                <a:spLocks noChangeArrowheads="1"/>
              </p:cNvSpPr>
              <p:nvPr/>
            </p:nvSpPr>
            <p:spPr bwMode="auto">
              <a:xfrm>
                <a:off x="3926" y="1765"/>
                <a:ext cx="203" cy="327"/>
              </a:xfrm>
              <a:prstGeom prst="rect">
                <a:avLst/>
              </a:prstGeom>
              <a:noFill/>
              <a:ln w="9525">
                <a:noFill/>
                <a:miter lim="800000"/>
              </a:ln>
            </p:spPr>
            <p:txBody>
              <a:bodyPr wrap="none">
                <a:spAutoFit/>
              </a:bodyPr>
              <a:lstStyle/>
              <a:p>
                <a:pPr algn="l"/>
                <a:r>
                  <a:rPr lang="en-US" altLang="zh-CN" sz="2800" b="1">
                    <a:solidFill>
                      <a:srgbClr val="000066"/>
                    </a:solidFill>
                    <a:latin typeface="Times New Roman" panose="02020603050405020304" pitchFamily="18" charset="0"/>
                  </a:rPr>
                  <a:t>z</a:t>
                </a:r>
                <a:endParaRPr lang="en-US" altLang="zh-CN" sz="2800" b="1">
                  <a:solidFill>
                    <a:srgbClr val="000066"/>
                  </a:solidFill>
                  <a:latin typeface="Times New Roman" panose="02020603050405020304" pitchFamily="18" charset="0"/>
                </a:endParaRPr>
              </a:p>
            </p:txBody>
          </p:sp>
        </p:grpSp>
        <p:sp>
          <p:nvSpPr>
            <p:cNvPr id="14373" name="Text Box 11"/>
            <p:cNvSpPr txBox="1">
              <a:spLocks noChangeArrowheads="1"/>
            </p:cNvSpPr>
            <p:nvPr/>
          </p:nvSpPr>
          <p:spPr bwMode="auto">
            <a:xfrm>
              <a:off x="3792" y="3024"/>
              <a:ext cx="255" cy="288"/>
            </a:xfrm>
            <a:prstGeom prst="rect">
              <a:avLst/>
            </a:prstGeom>
            <a:noFill/>
            <a:ln w="9525">
              <a:noFill/>
              <a:miter lim="800000"/>
            </a:ln>
          </p:spPr>
          <p:txBody>
            <a:bodyPr wrap="none">
              <a:spAutoFit/>
            </a:bodyPr>
            <a:lstStyle/>
            <a:p>
              <a:pPr algn="l"/>
              <a:r>
                <a:rPr lang="en-US" altLang="zh-CN" b="1">
                  <a:solidFill>
                    <a:srgbClr val="000066"/>
                  </a:solidFill>
                  <a:latin typeface="Times New Roman" panose="02020603050405020304" pitchFamily="18" charset="0"/>
                </a:rPr>
                <a:t>O</a:t>
              </a:r>
              <a:endParaRPr lang="en-US" altLang="zh-CN" b="1">
                <a:solidFill>
                  <a:srgbClr val="000066"/>
                </a:solidFill>
                <a:latin typeface="Times New Roman" panose="02020603050405020304" pitchFamily="18" charset="0"/>
              </a:endParaRPr>
            </a:p>
          </p:txBody>
        </p:sp>
      </p:grpSp>
      <p:sp>
        <p:nvSpPr>
          <p:cNvPr id="154636" name="Freeform 12"/>
          <p:cNvSpPr/>
          <p:nvPr/>
        </p:nvSpPr>
        <p:spPr bwMode="auto">
          <a:xfrm>
            <a:off x="6119813" y="1647825"/>
            <a:ext cx="1684337" cy="1725613"/>
          </a:xfrm>
          <a:custGeom>
            <a:avLst/>
            <a:gdLst>
              <a:gd name="T0" fmla="*/ 0 w 1061"/>
              <a:gd name="T1" fmla="*/ 0 h 1087"/>
              <a:gd name="T2" fmla="*/ 2147483647 w 1061"/>
              <a:gd name="T3" fmla="*/ 2147483647 h 1087"/>
              <a:gd name="T4" fmla="*/ 2147483647 w 1061"/>
              <a:gd name="T5" fmla="*/ 2147483647 h 1087"/>
              <a:gd name="T6" fmla="*/ 2147483647 w 1061"/>
              <a:gd name="T7" fmla="*/ 2147483647 h 1087"/>
              <a:gd name="T8" fmla="*/ 2147483647 w 1061"/>
              <a:gd name="T9" fmla="*/ 2147483647 h 1087"/>
              <a:gd name="T10" fmla="*/ 2147483647 w 1061"/>
              <a:gd name="T11" fmla="*/ 2147483647 h 1087"/>
              <a:gd name="T12" fmla="*/ 0 60000 65536"/>
              <a:gd name="T13" fmla="*/ 0 60000 65536"/>
              <a:gd name="T14" fmla="*/ 0 60000 65536"/>
              <a:gd name="T15" fmla="*/ 0 60000 65536"/>
              <a:gd name="T16" fmla="*/ 0 60000 65536"/>
              <a:gd name="T17" fmla="*/ 0 60000 65536"/>
              <a:gd name="T18" fmla="*/ 0 w 1061"/>
              <a:gd name="T19" fmla="*/ 0 h 1087"/>
              <a:gd name="T20" fmla="*/ 1061 w 1061"/>
              <a:gd name="T21" fmla="*/ 1087 h 1087"/>
            </a:gdLst>
            <a:ahLst/>
            <a:cxnLst>
              <a:cxn ang="T12">
                <a:pos x="T0" y="T1"/>
              </a:cxn>
              <a:cxn ang="T13">
                <a:pos x="T2" y="T3"/>
              </a:cxn>
              <a:cxn ang="T14">
                <a:pos x="T4" y="T5"/>
              </a:cxn>
              <a:cxn ang="T15">
                <a:pos x="T6" y="T7"/>
              </a:cxn>
              <a:cxn ang="T16">
                <a:pos x="T8" y="T9"/>
              </a:cxn>
              <a:cxn ang="T17">
                <a:pos x="T10" y="T11"/>
              </a:cxn>
            </a:cxnLst>
            <a:rect l="T18" t="T19" r="T20" b="T21"/>
            <a:pathLst>
              <a:path w="1061" h="1087">
                <a:moveTo>
                  <a:pt x="0" y="0"/>
                </a:moveTo>
                <a:cubicBezTo>
                  <a:pt x="50" y="30"/>
                  <a:pt x="163" y="162"/>
                  <a:pt x="300" y="184"/>
                </a:cubicBezTo>
                <a:cubicBezTo>
                  <a:pt x="437" y="206"/>
                  <a:pt x="701" y="125"/>
                  <a:pt x="824" y="132"/>
                </a:cubicBezTo>
                <a:cubicBezTo>
                  <a:pt x="947" y="139"/>
                  <a:pt x="1011" y="141"/>
                  <a:pt x="1036" y="228"/>
                </a:cubicBezTo>
                <a:cubicBezTo>
                  <a:pt x="1061" y="315"/>
                  <a:pt x="1031" y="512"/>
                  <a:pt x="972" y="655"/>
                </a:cubicBezTo>
                <a:cubicBezTo>
                  <a:pt x="913" y="798"/>
                  <a:pt x="800" y="943"/>
                  <a:pt x="684" y="1087"/>
                </a:cubicBezTo>
              </a:path>
            </a:pathLst>
          </a:custGeom>
          <a:noFill/>
          <a:ln w="38100">
            <a:solidFill>
              <a:srgbClr val="FF6600"/>
            </a:solidFill>
            <a:round/>
          </a:ln>
        </p:spPr>
        <p:txBody>
          <a:bodyPr/>
          <a:lstStyle/>
          <a:p>
            <a:endParaRPr lang="zh-CN" altLang="en-US"/>
          </a:p>
        </p:txBody>
      </p:sp>
      <p:sp>
        <p:nvSpPr>
          <p:cNvPr id="154637" name="Oval 13"/>
          <p:cNvSpPr>
            <a:spLocks noChangeArrowheads="1"/>
          </p:cNvSpPr>
          <p:nvPr/>
        </p:nvSpPr>
        <p:spPr bwMode="auto">
          <a:xfrm>
            <a:off x="6402388" y="1847850"/>
            <a:ext cx="76200" cy="76200"/>
          </a:xfrm>
          <a:prstGeom prst="ellipse">
            <a:avLst/>
          </a:prstGeom>
          <a:solidFill>
            <a:srgbClr val="FF0000"/>
          </a:solidFill>
          <a:ln w="9525">
            <a:solidFill>
              <a:srgbClr val="FF0000"/>
            </a:solidFill>
            <a:round/>
          </a:ln>
        </p:spPr>
        <p:txBody>
          <a:bodyPr wrap="none" anchor="ctr"/>
          <a:lstStyle/>
          <a:p>
            <a:endParaRPr lang="zh-CN" altLang="en-US"/>
          </a:p>
        </p:txBody>
      </p:sp>
      <p:sp>
        <p:nvSpPr>
          <p:cNvPr id="154638" name="Text Box 14"/>
          <p:cNvSpPr txBox="1">
            <a:spLocks noChangeArrowheads="1"/>
          </p:cNvSpPr>
          <p:nvPr/>
        </p:nvSpPr>
        <p:spPr bwMode="auto">
          <a:xfrm>
            <a:off x="6402388" y="1501775"/>
            <a:ext cx="396875" cy="457200"/>
          </a:xfrm>
          <a:prstGeom prst="rect">
            <a:avLst/>
          </a:prstGeom>
          <a:noFill/>
          <a:ln w="9525">
            <a:noFill/>
            <a:miter lim="800000"/>
          </a:ln>
        </p:spPr>
        <p:txBody>
          <a:bodyPr>
            <a:spAutoFit/>
          </a:bodyPr>
          <a:lstStyle/>
          <a:p>
            <a:pPr algn="l"/>
            <a:r>
              <a:rPr lang="en-US" altLang="zh-CN" b="1">
                <a:solidFill>
                  <a:srgbClr val="FF6600"/>
                </a:solidFill>
                <a:latin typeface="Times New Roman" panose="02020603050405020304" pitchFamily="18" charset="0"/>
              </a:rPr>
              <a:t>a</a:t>
            </a:r>
            <a:endParaRPr lang="en-US" altLang="zh-CN" b="1">
              <a:solidFill>
                <a:srgbClr val="FF6600"/>
              </a:solidFill>
              <a:latin typeface="Times New Roman" panose="02020603050405020304" pitchFamily="18" charset="0"/>
            </a:endParaRPr>
          </a:p>
        </p:txBody>
      </p:sp>
      <p:sp>
        <p:nvSpPr>
          <p:cNvPr id="154639" name="Oval 15"/>
          <p:cNvSpPr>
            <a:spLocks noChangeArrowheads="1"/>
          </p:cNvSpPr>
          <p:nvPr/>
        </p:nvSpPr>
        <p:spPr bwMode="auto">
          <a:xfrm>
            <a:off x="7375525" y="3059113"/>
            <a:ext cx="76200" cy="76200"/>
          </a:xfrm>
          <a:prstGeom prst="ellipse">
            <a:avLst/>
          </a:prstGeom>
          <a:solidFill>
            <a:srgbClr val="FF0000"/>
          </a:solidFill>
          <a:ln w="9525">
            <a:solidFill>
              <a:srgbClr val="FF0000"/>
            </a:solidFill>
            <a:round/>
          </a:ln>
        </p:spPr>
        <p:txBody>
          <a:bodyPr wrap="none" anchor="ctr"/>
          <a:lstStyle/>
          <a:p>
            <a:endParaRPr lang="zh-CN" altLang="en-US"/>
          </a:p>
        </p:txBody>
      </p:sp>
      <p:sp>
        <p:nvSpPr>
          <p:cNvPr id="154640" name="Text Box 16"/>
          <p:cNvSpPr txBox="1">
            <a:spLocks noChangeArrowheads="1"/>
          </p:cNvSpPr>
          <p:nvPr/>
        </p:nvSpPr>
        <p:spPr bwMode="auto">
          <a:xfrm>
            <a:off x="7434263" y="3109913"/>
            <a:ext cx="336550" cy="457200"/>
          </a:xfrm>
          <a:prstGeom prst="rect">
            <a:avLst/>
          </a:prstGeom>
          <a:noFill/>
          <a:ln w="9525">
            <a:noFill/>
            <a:miter lim="800000"/>
          </a:ln>
        </p:spPr>
        <p:txBody>
          <a:bodyPr wrap="none">
            <a:spAutoFit/>
          </a:bodyPr>
          <a:lstStyle/>
          <a:p>
            <a:pPr algn="l"/>
            <a:r>
              <a:rPr lang="en-US" altLang="zh-CN" b="1">
                <a:solidFill>
                  <a:srgbClr val="FF6600"/>
                </a:solidFill>
                <a:latin typeface="Times New Roman" panose="02020603050405020304" pitchFamily="18" charset="0"/>
              </a:rPr>
              <a:t>b</a:t>
            </a:r>
            <a:endParaRPr lang="en-US" altLang="zh-CN" b="1">
              <a:solidFill>
                <a:srgbClr val="FF6600"/>
              </a:solidFill>
              <a:latin typeface="Times New Roman" panose="02020603050405020304" pitchFamily="18" charset="0"/>
            </a:endParaRPr>
          </a:p>
        </p:txBody>
      </p:sp>
      <p:sp>
        <p:nvSpPr>
          <p:cNvPr id="154641" name="Text Box 17"/>
          <p:cNvSpPr txBox="1">
            <a:spLocks noChangeArrowheads="1"/>
          </p:cNvSpPr>
          <p:nvPr/>
        </p:nvSpPr>
        <p:spPr bwMode="auto">
          <a:xfrm>
            <a:off x="7019925" y="1376363"/>
            <a:ext cx="490538" cy="457200"/>
          </a:xfrm>
          <a:prstGeom prst="rect">
            <a:avLst/>
          </a:prstGeom>
          <a:noFill/>
          <a:ln w="9525">
            <a:noFill/>
            <a:miter lim="800000"/>
          </a:ln>
        </p:spPr>
        <p:txBody>
          <a:bodyPr>
            <a:spAutoFit/>
          </a:bodyPr>
          <a:lstStyle/>
          <a:p>
            <a:pPr algn="l"/>
            <a:r>
              <a:rPr lang="en-US" altLang="zh-CN" b="1">
                <a:solidFill>
                  <a:srgbClr val="FF6600"/>
                </a:solidFill>
                <a:latin typeface="Times New Roman" panose="02020603050405020304" pitchFamily="18" charset="0"/>
              </a:rPr>
              <a:t>M</a:t>
            </a:r>
            <a:endParaRPr lang="en-US" altLang="zh-CN" b="1">
              <a:solidFill>
                <a:srgbClr val="FF6600"/>
              </a:solidFill>
              <a:latin typeface="Times New Roman" panose="02020603050405020304" pitchFamily="18" charset="0"/>
            </a:endParaRPr>
          </a:p>
        </p:txBody>
      </p:sp>
      <p:graphicFrame>
        <p:nvGraphicFramePr>
          <p:cNvPr id="154642" name="Object 18"/>
          <p:cNvGraphicFramePr>
            <a:graphicFrameLocks noChangeAspect="1"/>
          </p:cNvGraphicFramePr>
          <p:nvPr/>
        </p:nvGraphicFramePr>
        <p:xfrm>
          <a:off x="6770688" y="2170113"/>
          <a:ext cx="280987" cy="384175"/>
        </p:xfrm>
        <a:graphic>
          <a:graphicData uri="http://schemas.openxmlformats.org/presentationml/2006/ole">
            <mc:AlternateContent xmlns:mc="http://schemas.openxmlformats.org/markup-compatibility/2006">
              <mc:Choice xmlns:v="urn:schemas-microsoft-com:vml" Requires="v">
                <p:oleObj spid="_x0000_s14337" name="公式" r:id="rId1" imgW="4267200" imgH="5791200" progId="Equation.3">
                  <p:embed/>
                </p:oleObj>
              </mc:Choice>
              <mc:Fallback>
                <p:oleObj name="公式" r:id="rId1" imgW="4267200" imgH="5791200" progId="Equation.3">
                  <p:embed/>
                  <p:pic>
                    <p:nvPicPr>
                      <p:cNvPr id="0" name="Object 18"/>
                      <p:cNvPicPr>
                        <a:picLocks noChangeAspect="1"/>
                      </p:cNvPicPr>
                      <p:nvPr/>
                    </p:nvPicPr>
                    <p:blipFill>
                      <a:blip r:embed="rId2"/>
                      <a:stretch>
                        <a:fillRect/>
                      </a:stretch>
                    </p:blipFill>
                    <p:spPr>
                      <a:xfrm>
                        <a:off x="6770688" y="2170113"/>
                        <a:ext cx="280987" cy="384175"/>
                      </a:xfrm>
                      <a:prstGeom prst="rect">
                        <a:avLst/>
                      </a:prstGeom>
                      <a:noFill/>
                      <a:ln w="9525">
                        <a:noFill/>
                      </a:ln>
                    </p:spPr>
                  </p:pic>
                </p:oleObj>
              </mc:Fallback>
            </mc:AlternateContent>
          </a:graphicData>
        </a:graphic>
      </p:graphicFrame>
      <p:sp>
        <p:nvSpPr>
          <p:cNvPr id="154643" name="Line 19"/>
          <p:cNvSpPr>
            <a:spLocks noChangeShapeType="1"/>
          </p:cNvSpPr>
          <p:nvPr/>
        </p:nvSpPr>
        <p:spPr bwMode="auto">
          <a:xfrm flipV="1">
            <a:off x="5910263" y="2525713"/>
            <a:ext cx="1828800" cy="228600"/>
          </a:xfrm>
          <a:prstGeom prst="line">
            <a:avLst/>
          </a:prstGeom>
          <a:noFill/>
          <a:ln w="28575">
            <a:solidFill>
              <a:srgbClr val="006600"/>
            </a:solidFill>
            <a:round/>
            <a:tailEnd type="triangle" w="med" len="lg"/>
          </a:ln>
        </p:spPr>
        <p:txBody>
          <a:bodyPr/>
          <a:lstStyle/>
          <a:p>
            <a:endParaRPr lang="zh-CN" altLang="en-US"/>
          </a:p>
        </p:txBody>
      </p:sp>
      <p:sp>
        <p:nvSpPr>
          <p:cNvPr id="154644" name="Line 20"/>
          <p:cNvSpPr>
            <a:spLocks noChangeShapeType="1"/>
          </p:cNvSpPr>
          <p:nvPr/>
        </p:nvSpPr>
        <p:spPr bwMode="auto">
          <a:xfrm>
            <a:off x="7205663" y="1839913"/>
            <a:ext cx="519112" cy="690562"/>
          </a:xfrm>
          <a:prstGeom prst="line">
            <a:avLst/>
          </a:prstGeom>
          <a:noFill/>
          <a:ln w="28575">
            <a:solidFill>
              <a:srgbClr val="9933FF"/>
            </a:solidFill>
            <a:round/>
            <a:tailEnd type="triangle" w="med" len="lg"/>
          </a:ln>
        </p:spPr>
        <p:txBody>
          <a:bodyPr/>
          <a:lstStyle/>
          <a:p>
            <a:endParaRPr lang="zh-CN" altLang="en-US"/>
          </a:p>
        </p:txBody>
      </p:sp>
      <p:sp>
        <p:nvSpPr>
          <p:cNvPr id="154645" name="Line 21"/>
          <p:cNvSpPr>
            <a:spLocks noChangeShapeType="1"/>
          </p:cNvSpPr>
          <p:nvPr/>
        </p:nvSpPr>
        <p:spPr bwMode="auto">
          <a:xfrm flipH="1">
            <a:off x="7053263" y="1874838"/>
            <a:ext cx="149225" cy="603250"/>
          </a:xfrm>
          <a:prstGeom prst="line">
            <a:avLst/>
          </a:prstGeom>
          <a:noFill/>
          <a:ln w="28575">
            <a:solidFill>
              <a:srgbClr val="CC0000"/>
            </a:solidFill>
            <a:round/>
            <a:tailEnd type="triangle" w="med" len="lg"/>
          </a:ln>
        </p:spPr>
        <p:txBody>
          <a:bodyPr/>
          <a:lstStyle/>
          <a:p>
            <a:endParaRPr lang="zh-CN" altLang="en-US"/>
          </a:p>
        </p:txBody>
      </p:sp>
      <p:graphicFrame>
        <p:nvGraphicFramePr>
          <p:cNvPr id="154646" name="Object 22"/>
          <p:cNvGraphicFramePr>
            <a:graphicFrameLocks noChangeAspect="1"/>
          </p:cNvGraphicFramePr>
          <p:nvPr/>
        </p:nvGraphicFramePr>
        <p:xfrm>
          <a:off x="6311900" y="2060575"/>
          <a:ext cx="215900" cy="280988"/>
        </p:xfrm>
        <a:graphic>
          <a:graphicData uri="http://schemas.openxmlformats.org/presentationml/2006/ole">
            <mc:AlternateContent xmlns:mc="http://schemas.openxmlformats.org/markup-compatibility/2006">
              <mc:Choice xmlns:v="urn:schemas-microsoft-com:vml" Requires="v">
                <p:oleObj spid="_x0000_s14339" name="公式" r:id="rId3" imgW="3048000" imgH="3962400" progId="Equation.3">
                  <p:embed/>
                </p:oleObj>
              </mc:Choice>
              <mc:Fallback>
                <p:oleObj name="公式" r:id="rId3" imgW="3048000" imgH="3962400" progId="Equation.3">
                  <p:embed/>
                  <p:pic>
                    <p:nvPicPr>
                      <p:cNvPr id="0" name="Object 22"/>
                      <p:cNvPicPr>
                        <a:picLocks noChangeAspect="1"/>
                      </p:cNvPicPr>
                      <p:nvPr/>
                    </p:nvPicPr>
                    <p:blipFill>
                      <a:blip r:embed="rId4"/>
                      <a:stretch>
                        <a:fillRect/>
                      </a:stretch>
                    </p:blipFill>
                    <p:spPr>
                      <a:xfrm>
                        <a:off x="6311900" y="2060575"/>
                        <a:ext cx="215900" cy="280988"/>
                      </a:xfrm>
                      <a:prstGeom prst="rect">
                        <a:avLst/>
                      </a:prstGeom>
                      <a:noFill/>
                      <a:ln w="9525">
                        <a:noFill/>
                      </a:ln>
                    </p:spPr>
                  </p:pic>
                </p:oleObj>
              </mc:Fallback>
            </mc:AlternateContent>
          </a:graphicData>
        </a:graphic>
      </p:graphicFrame>
      <p:graphicFrame>
        <p:nvGraphicFramePr>
          <p:cNvPr id="154647" name="Object 23"/>
          <p:cNvGraphicFramePr>
            <a:graphicFrameLocks noChangeAspect="1"/>
          </p:cNvGraphicFramePr>
          <p:nvPr/>
        </p:nvGraphicFramePr>
        <p:xfrm>
          <a:off x="6507163" y="2736850"/>
          <a:ext cx="723900" cy="368300"/>
        </p:xfrm>
        <a:graphic>
          <a:graphicData uri="http://schemas.openxmlformats.org/presentationml/2006/ole">
            <mc:AlternateContent xmlns:mc="http://schemas.openxmlformats.org/markup-compatibility/2006">
              <mc:Choice xmlns:v="urn:schemas-microsoft-com:vml" Requires="v">
                <p:oleObj spid="_x0000_s14340" name="公式" r:id="rId5" imgW="10668000" imgH="5486400" progId="Equation.3">
                  <p:embed/>
                </p:oleObj>
              </mc:Choice>
              <mc:Fallback>
                <p:oleObj name="公式" r:id="rId5" imgW="10668000" imgH="5486400" progId="Equation.3">
                  <p:embed/>
                  <p:pic>
                    <p:nvPicPr>
                      <p:cNvPr id="0" name="Object 23"/>
                      <p:cNvPicPr>
                        <a:picLocks noChangeAspect="1"/>
                      </p:cNvPicPr>
                      <p:nvPr/>
                    </p:nvPicPr>
                    <p:blipFill>
                      <a:blip r:embed="rId6"/>
                      <a:stretch>
                        <a:fillRect/>
                      </a:stretch>
                    </p:blipFill>
                    <p:spPr>
                      <a:xfrm>
                        <a:off x="6507163" y="2736850"/>
                        <a:ext cx="723900" cy="368300"/>
                      </a:xfrm>
                      <a:prstGeom prst="rect">
                        <a:avLst/>
                      </a:prstGeom>
                      <a:noFill/>
                      <a:ln w="9525">
                        <a:noFill/>
                      </a:ln>
                    </p:spPr>
                  </p:pic>
                </p:oleObj>
              </mc:Fallback>
            </mc:AlternateContent>
          </a:graphicData>
        </a:graphic>
      </p:graphicFrame>
      <p:graphicFrame>
        <p:nvGraphicFramePr>
          <p:cNvPr id="154648" name="Object 24"/>
          <p:cNvGraphicFramePr>
            <a:graphicFrameLocks noChangeAspect="1"/>
          </p:cNvGraphicFramePr>
          <p:nvPr/>
        </p:nvGraphicFramePr>
        <p:xfrm>
          <a:off x="7435850" y="1927225"/>
          <a:ext cx="366713" cy="366713"/>
        </p:xfrm>
        <a:graphic>
          <a:graphicData uri="http://schemas.openxmlformats.org/presentationml/2006/ole">
            <mc:AlternateContent xmlns:mc="http://schemas.openxmlformats.org/markup-compatibility/2006">
              <mc:Choice xmlns:v="urn:schemas-microsoft-com:vml" Requires="v">
                <p:oleObj spid="_x0000_s14341" name="公式" r:id="rId7" imgW="5486400" imgH="5486400" progId="Equation.3">
                  <p:embed/>
                </p:oleObj>
              </mc:Choice>
              <mc:Fallback>
                <p:oleObj name="公式" r:id="rId7" imgW="5486400" imgH="5486400" progId="Equation.3">
                  <p:embed/>
                  <p:pic>
                    <p:nvPicPr>
                      <p:cNvPr id="0" name="Object 24"/>
                      <p:cNvPicPr>
                        <a:picLocks noChangeAspect="1"/>
                      </p:cNvPicPr>
                      <p:nvPr/>
                    </p:nvPicPr>
                    <p:blipFill>
                      <a:blip r:embed="rId8"/>
                      <a:stretch>
                        <a:fillRect/>
                      </a:stretch>
                    </p:blipFill>
                    <p:spPr>
                      <a:xfrm>
                        <a:off x="7435850" y="1927225"/>
                        <a:ext cx="366713" cy="366713"/>
                      </a:xfrm>
                      <a:prstGeom prst="rect">
                        <a:avLst/>
                      </a:prstGeom>
                      <a:noFill/>
                      <a:ln w="9525">
                        <a:noFill/>
                      </a:ln>
                    </p:spPr>
                  </p:pic>
                </p:oleObj>
              </mc:Fallback>
            </mc:AlternateContent>
          </a:graphicData>
        </a:graphic>
      </p:graphicFrame>
      <p:graphicFrame>
        <p:nvGraphicFramePr>
          <p:cNvPr id="154649" name="Object 25"/>
          <p:cNvGraphicFramePr>
            <a:graphicFrameLocks noChangeAspect="1"/>
          </p:cNvGraphicFramePr>
          <p:nvPr/>
        </p:nvGraphicFramePr>
        <p:xfrm>
          <a:off x="7119938" y="2106613"/>
          <a:ext cx="306387" cy="366712"/>
        </p:xfrm>
        <a:graphic>
          <a:graphicData uri="http://schemas.openxmlformats.org/presentationml/2006/ole">
            <mc:AlternateContent xmlns:mc="http://schemas.openxmlformats.org/markup-compatibility/2006">
              <mc:Choice xmlns:v="urn:schemas-microsoft-com:vml" Requires="v">
                <p:oleObj spid="_x0000_s14342" name="公式" r:id="rId9" imgW="4572000" imgH="5486400" progId="Equation.3">
                  <p:embed/>
                </p:oleObj>
              </mc:Choice>
              <mc:Fallback>
                <p:oleObj name="公式" r:id="rId9" imgW="4572000" imgH="5486400" progId="Equation.3">
                  <p:embed/>
                  <p:pic>
                    <p:nvPicPr>
                      <p:cNvPr id="0" name="Object 25"/>
                      <p:cNvPicPr>
                        <a:picLocks noChangeAspect="1"/>
                      </p:cNvPicPr>
                      <p:nvPr/>
                    </p:nvPicPr>
                    <p:blipFill>
                      <a:blip r:embed="rId10"/>
                      <a:stretch>
                        <a:fillRect/>
                      </a:stretch>
                    </p:blipFill>
                    <p:spPr>
                      <a:xfrm>
                        <a:off x="7119938" y="2106613"/>
                        <a:ext cx="306387" cy="366712"/>
                      </a:xfrm>
                      <a:prstGeom prst="rect">
                        <a:avLst/>
                      </a:prstGeom>
                      <a:noFill/>
                      <a:ln w="9525">
                        <a:noFill/>
                      </a:ln>
                    </p:spPr>
                  </p:pic>
                </p:oleObj>
              </mc:Fallback>
            </mc:AlternateContent>
          </a:graphicData>
        </a:graphic>
      </p:graphicFrame>
      <p:sp>
        <p:nvSpPr>
          <p:cNvPr id="154650" name="Oval 26"/>
          <p:cNvSpPr>
            <a:spLocks noChangeArrowheads="1"/>
          </p:cNvSpPr>
          <p:nvPr/>
        </p:nvSpPr>
        <p:spPr bwMode="auto">
          <a:xfrm>
            <a:off x="7164388" y="1822450"/>
            <a:ext cx="76200" cy="76200"/>
          </a:xfrm>
          <a:prstGeom prst="ellipse">
            <a:avLst/>
          </a:prstGeom>
          <a:solidFill>
            <a:srgbClr val="800000"/>
          </a:solidFill>
          <a:ln w="9525">
            <a:solidFill>
              <a:srgbClr val="FFFF00"/>
            </a:solidFill>
            <a:round/>
          </a:ln>
        </p:spPr>
        <p:txBody>
          <a:bodyPr wrap="none" anchor="ctr"/>
          <a:lstStyle/>
          <a:p>
            <a:endParaRPr lang="zh-CN" altLang="en-US"/>
          </a:p>
        </p:txBody>
      </p:sp>
      <p:sp>
        <p:nvSpPr>
          <p:cNvPr id="154651" name="Arc 27"/>
          <p:cNvSpPr/>
          <p:nvPr/>
        </p:nvSpPr>
        <p:spPr bwMode="auto">
          <a:xfrm rot="-4952326">
            <a:off x="6947694" y="1667669"/>
            <a:ext cx="615950" cy="265112"/>
          </a:xfrm>
          <a:custGeom>
            <a:avLst/>
            <a:gdLst>
              <a:gd name="T0" fmla="*/ 1478199782 w 21398"/>
              <a:gd name="T1" fmla="*/ 2147483647 h 9807"/>
              <a:gd name="T2" fmla="*/ 0 w 21398"/>
              <a:gd name="T3" fmla="*/ 1574344345 h 9807"/>
              <a:gd name="T4" fmla="*/ 2147483647 w 21398"/>
              <a:gd name="T5" fmla="*/ 0 h 9807"/>
              <a:gd name="T6" fmla="*/ 0 60000 65536"/>
              <a:gd name="T7" fmla="*/ 0 60000 65536"/>
              <a:gd name="T8" fmla="*/ 0 60000 65536"/>
              <a:gd name="T9" fmla="*/ 0 w 21398"/>
              <a:gd name="T10" fmla="*/ 0 h 9807"/>
              <a:gd name="T11" fmla="*/ 21398 w 21398"/>
              <a:gd name="T12" fmla="*/ 9807 h 9807"/>
            </a:gdLst>
            <a:ahLst/>
            <a:cxnLst>
              <a:cxn ang="T6">
                <a:pos x="T0" y="T1"/>
              </a:cxn>
              <a:cxn ang="T7">
                <a:pos x="T2" y="T3"/>
              </a:cxn>
              <a:cxn ang="T8">
                <a:pos x="T4" y="T5"/>
              </a:cxn>
            </a:cxnLst>
            <a:rect l="T9" t="T10" r="T11" b="T12"/>
            <a:pathLst>
              <a:path w="21398" h="9807" fill="none" extrusionOk="0">
                <a:moveTo>
                  <a:pt x="2152" y="9807"/>
                </a:moveTo>
                <a:cubicBezTo>
                  <a:pt x="1057" y="7657"/>
                  <a:pt x="329" y="5338"/>
                  <a:pt x="0" y="2947"/>
                </a:cubicBezTo>
              </a:path>
              <a:path w="21398" h="9807" stroke="0" extrusionOk="0">
                <a:moveTo>
                  <a:pt x="2152" y="9807"/>
                </a:moveTo>
                <a:cubicBezTo>
                  <a:pt x="1057" y="7657"/>
                  <a:pt x="329" y="5338"/>
                  <a:pt x="0" y="2947"/>
                </a:cubicBezTo>
                <a:lnTo>
                  <a:pt x="21398" y="0"/>
                </a:lnTo>
                <a:close/>
              </a:path>
            </a:pathLst>
          </a:custGeom>
          <a:noFill/>
          <a:ln w="28575">
            <a:solidFill>
              <a:srgbClr val="660066"/>
            </a:solidFill>
            <a:round/>
          </a:ln>
        </p:spPr>
        <p:txBody>
          <a:bodyPr wrap="none" anchor="ctr"/>
          <a:lstStyle/>
          <a:p>
            <a:endParaRPr lang="zh-CN" altLang="en-US"/>
          </a:p>
        </p:txBody>
      </p:sp>
      <p:sp>
        <p:nvSpPr>
          <p:cNvPr id="154652" name="Line 28"/>
          <p:cNvSpPr>
            <a:spLocks noChangeShapeType="1"/>
          </p:cNvSpPr>
          <p:nvPr/>
        </p:nvSpPr>
        <p:spPr bwMode="auto">
          <a:xfrm flipV="1">
            <a:off x="5910263" y="1858963"/>
            <a:ext cx="1289050" cy="895350"/>
          </a:xfrm>
          <a:prstGeom prst="line">
            <a:avLst/>
          </a:prstGeom>
          <a:noFill/>
          <a:ln w="28575">
            <a:solidFill>
              <a:srgbClr val="006600"/>
            </a:solidFill>
            <a:round/>
            <a:tailEnd type="triangle" w="med" len="lg"/>
          </a:ln>
        </p:spPr>
        <p:txBody>
          <a:bodyPr/>
          <a:lstStyle/>
          <a:p>
            <a:endParaRPr lang="zh-CN" altLang="en-US"/>
          </a:p>
        </p:txBody>
      </p:sp>
      <p:graphicFrame>
        <p:nvGraphicFramePr>
          <p:cNvPr id="154653" name="Object 29"/>
          <p:cNvGraphicFramePr>
            <a:graphicFrameLocks noChangeAspect="1"/>
          </p:cNvGraphicFramePr>
          <p:nvPr/>
        </p:nvGraphicFramePr>
        <p:xfrm>
          <a:off x="7816850" y="1747838"/>
          <a:ext cx="423863" cy="401637"/>
        </p:xfrm>
        <a:graphic>
          <a:graphicData uri="http://schemas.openxmlformats.org/presentationml/2006/ole">
            <mc:AlternateContent xmlns:mc="http://schemas.openxmlformats.org/markup-compatibility/2006">
              <mc:Choice xmlns:v="urn:schemas-microsoft-com:vml" Requires="v">
                <p:oleObj spid="_x0000_s14343" name="公式" r:id="rId11" imgW="5791200" imgH="5486400" progId="Equation.3">
                  <p:embed/>
                </p:oleObj>
              </mc:Choice>
              <mc:Fallback>
                <p:oleObj name="公式" r:id="rId11" imgW="5791200" imgH="5486400" progId="Equation.3">
                  <p:embed/>
                  <p:pic>
                    <p:nvPicPr>
                      <p:cNvPr id="0" name="Object 29"/>
                      <p:cNvPicPr>
                        <a:picLocks noChangeAspect="1"/>
                      </p:cNvPicPr>
                      <p:nvPr/>
                    </p:nvPicPr>
                    <p:blipFill>
                      <a:blip r:embed="rId12"/>
                      <a:stretch>
                        <a:fillRect/>
                      </a:stretch>
                    </p:blipFill>
                    <p:spPr>
                      <a:xfrm>
                        <a:off x="7816850" y="1747838"/>
                        <a:ext cx="423863" cy="401637"/>
                      </a:xfrm>
                      <a:prstGeom prst="rect">
                        <a:avLst/>
                      </a:prstGeom>
                      <a:noFill/>
                      <a:ln w="9525">
                        <a:noFill/>
                      </a:ln>
                    </p:spPr>
                  </p:pic>
                </p:oleObj>
              </mc:Fallback>
            </mc:AlternateContent>
          </a:graphicData>
        </a:graphic>
      </p:graphicFrame>
      <p:sp>
        <p:nvSpPr>
          <p:cNvPr id="154654" name="Oval 30"/>
          <p:cNvSpPr>
            <a:spLocks noChangeArrowheads="1"/>
          </p:cNvSpPr>
          <p:nvPr/>
        </p:nvSpPr>
        <p:spPr bwMode="auto">
          <a:xfrm>
            <a:off x="7694613" y="2478088"/>
            <a:ext cx="76200" cy="76200"/>
          </a:xfrm>
          <a:prstGeom prst="ellipse">
            <a:avLst/>
          </a:prstGeom>
          <a:solidFill>
            <a:srgbClr val="800000"/>
          </a:solidFill>
          <a:ln w="9525">
            <a:solidFill>
              <a:srgbClr val="FFFF00"/>
            </a:solidFill>
            <a:round/>
          </a:ln>
        </p:spPr>
        <p:txBody>
          <a:bodyPr wrap="none" anchor="ctr"/>
          <a:lstStyle/>
          <a:p>
            <a:endParaRPr lang="zh-CN" altLang="en-US"/>
          </a:p>
        </p:txBody>
      </p:sp>
      <p:sp>
        <p:nvSpPr>
          <p:cNvPr id="154655" name="Text Box 31"/>
          <p:cNvSpPr txBox="1">
            <a:spLocks noChangeArrowheads="1"/>
          </p:cNvSpPr>
          <p:nvPr/>
        </p:nvSpPr>
        <p:spPr bwMode="auto">
          <a:xfrm>
            <a:off x="1744663" y="3114675"/>
            <a:ext cx="2351087" cy="479425"/>
          </a:xfrm>
          <a:prstGeom prst="rect">
            <a:avLst/>
          </a:prstGeom>
          <a:noFill/>
          <a:ln w="9525">
            <a:noFill/>
            <a:miter lim="800000"/>
          </a:ln>
        </p:spPr>
        <p:txBody>
          <a:bodyPr wrap="none">
            <a:spAutoFit/>
          </a:bodyPr>
          <a:lstStyle/>
          <a:p>
            <a:pPr algn="l">
              <a:lnSpc>
                <a:spcPct val="115000"/>
              </a:lnSpc>
            </a:pPr>
            <a:r>
              <a:rPr lang="zh-CN" altLang="en-US" b="1" i="0">
                <a:solidFill>
                  <a:schemeClr val="bg1"/>
                </a:solidFill>
                <a:latin typeface="Times New Roman" panose="02020603050405020304" pitchFamily="18" charset="0"/>
              </a:rPr>
              <a:t>时，上式变为：</a:t>
            </a:r>
            <a:endParaRPr lang="zh-CN" altLang="en-US" b="1" i="0">
              <a:solidFill>
                <a:schemeClr val="bg1"/>
              </a:solidFill>
              <a:latin typeface="Times New Roman" panose="02020603050405020304" pitchFamily="18" charset="0"/>
            </a:endParaRPr>
          </a:p>
        </p:txBody>
      </p:sp>
      <p:sp>
        <p:nvSpPr>
          <p:cNvPr id="154656" name="Rectangle 32"/>
          <p:cNvSpPr>
            <a:spLocks noChangeArrowheads="1"/>
          </p:cNvSpPr>
          <p:nvPr/>
        </p:nvSpPr>
        <p:spPr bwMode="auto">
          <a:xfrm>
            <a:off x="393700" y="3114675"/>
            <a:ext cx="493713" cy="479425"/>
          </a:xfrm>
          <a:prstGeom prst="rect">
            <a:avLst/>
          </a:prstGeom>
          <a:noFill/>
          <a:ln w="9525">
            <a:noFill/>
            <a:miter lim="800000"/>
          </a:ln>
        </p:spPr>
        <p:txBody>
          <a:bodyPr wrap="none">
            <a:spAutoFit/>
          </a:bodyPr>
          <a:lstStyle/>
          <a:p>
            <a:pPr>
              <a:lnSpc>
                <a:spcPct val="115000"/>
              </a:lnSpc>
            </a:pPr>
            <a:r>
              <a:rPr lang="zh-CN" altLang="en-US" b="1" i="0">
                <a:solidFill>
                  <a:schemeClr val="bg1"/>
                </a:solidFill>
                <a:latin typeface="Times New Roman" panose="02020603050405020304" pitchFamily="18" charset="0"/>
              </a:rPr>
              <a:t>当</a:t>
            </a:r>
            <a:endParaRPr lang="zh-CN" altLang="en-US" b="1" i="0">
              <a:solidFill>
                <a:schemeClr val="bg1"/>
              </a:solidFill>
              <a:latin typeface="Times New Roman" panose="02020603050405020304" pitchFamily="18" charset="0"/>
            </a:endParaRPr>
          </a:p>
        </p:txBody>
      </p:sp>
      <p:graphicFrame>
        <p:nvGraphicFramePr>
          <p:cNvPr id="154657" name="Object 33"/>
          <p:cNvGraphicFramePr>
            <a:graphicFrameLocks noChangeAspect="1"/>
          </p:cNvGraphicFramePr>
          <p:nvPr/>
        </p:nvGraphicFramePr>
        <p:xfrm>
          <a:off x="847725" y="3162300"/>
          <a:ext cx="979488" cy="411163"/>
        </p:xfrm>
        <a:graphic>
          <a:graphicData uri="http://schemas.openxmlformats.org/presentationml/2006/ole">
            <mc:AlternateContent xmlns:mc="http://schemas.openxmlformats.org/markup-compatibility/2006">
              <mc:Choice xmlns:v="urn:schemas-microsoft-com:vml" Requires="v">
                <p:oleObj spid="_x0000_s14344" name="公式" r:id="rId13" imgW="13106400" imgH="5486400" progId="Equation.3">
                  <p:embed/>
                </p:oleObj>
              </mc:Choice>
              <mc:Fallback>
                <p:oleObj name="公式" r:id="rId13" imgW="13106400" imgH="5486400" progId="Equation.3">
                  <p:embed/>
                  <p:pic>
                    <p:nvPicPr>
                      <p:cNvPr id="0" name="Object 33"/>
                      <p:cNvPicPr>
                        <a:picLocks noChangeAspect="1"/>
                      </p:cNvPicPr>
                      <p:nvPr/>
                    </p:nvPicPr>
                    <p:blipFill>
                      <a:blip r:embed="rId14"/>
                      <a:stretch>
                        <a:fillRect/>
                      </a:stretch>
                    </p:blipFill>
                    <p:spPr>
                      <a:xfrm>
                        <a:off x="847725" y="3162300"/>
                        <a:ext cx="979488" cy="411163"/>
                      </a:xfrm>
                      <a:prstGeom prst="rect">
                        <a:avLst/>
                      </a:prstGeom>
                      <a:noFill/>
                      <a:ln w="9525">
                        <a:noFill/>
                      </a:ln>
                    </p:spPr>
                  </p:pic>
                </p:oleObj>
              </mc:Fallback>
            </mc:AlternateContent>
          </a:graphicData>
        </a:graphic>
      </p:graphicFrame>
      <p:graphicFrame>
        <p:nvGraphicFramePr>
          <p:cNvPr id="154658" name="Object 34"/>
          <p:cNvGraphicFramePr>
            <a:graphicFrameLocks noChangeAspect="1"/>
          </p:cNvGraphicFramePr>
          <p:nvPr/>
        </p:nvGraphicFramePr>
        <p:xfrm>
          <a:off x="1117600" y="2484438"/>
          <a:ext cx="2105025" cy="457200"/>
        </p:xfrm>
        <a:graphic>
          <a:graphicData uri="http://schemas.openxmlformats.org/presentationml/2006/ole">
            <mc:AlternateContent xmlns:mc="http://schemas.openxmlformats.org/markup-compatibility/2006">
              <mc:Choice xmlns:v="urn:schemas-microsoft-com:vml" Requires="v">
                <p:oleObj spid="_x0000_s14345" name="公式" r:id="rId15" imgW="28041600" imgH="6096000" progId="Equation.3">
                  <p:embed/>
                </p:oleObj>
              </mc:Choice>
              <mc:Fallback>
                <p:oleObj name="公式" r:id="rId15" imgW="28041600" imgH="6096000" progId="Equation.3">
                  <p:embed/>
                  <p:pic>
                    <p:nvPicPr>
                      <p:cNvPr id="0" name="Object 34"/>
                      <p:cNvPicPr>
                        <a:picLocks noChangeAspect="1"/>
                      </p:cNvPicPr>
                      <p:nvPr/>
                    </p:nvPicPr>
                    <p:blipFill>
                      <a:blip r:embed="rId16"/>
                      <a:stretch>
                        <a:fillRect/>
                      </a:stretch>
                    </p:blipFill>
                    <p:spPr>
                      <a:xfrm>
                        <a:off x="1117600" y="2484438"/>
                        <a:ext cx="2105025" cy="457200"/>
                      </a:xfrm>
                      <a:prstGeom prst="rect">
                        <a:avLst/>
                      </a:prstGeom>
                      <a:noFill/>
                      <a:ln w="9525">
                        <a:noFill/>
                      </a:ln>
                    </p:spPr>
                  </p:pic>
                </p:oleObj>
              </mc:Fallback>
            </mc:AlternateContent>
          </a:graphicData>
        </a:graphic>
      </p:graphicFrame>
      <p:sp>
        <p:nvSpPr>
          <p:cNvPr id="154659" name="Text Box 35"/>
          <p:cNvSpPr txBox="1">
            <a:spLocks noChangeArrowheads="1"/>
          </p:cNvSpPr>
          <p:nvPr/>
        </p:nvSpPr>
        <p:spPr bwMode="auto">
          <a:xfrm>
            <a:off x="341313" y="1358900"/>
            <a:ext cx="4968875" cy="887413"/>
          </a:xfrm>
          <a:prstGeom prst="rect">
            <a:avLst/>
          </a:prstGeom>
          <a:noFill/>
          <a:ln w="9525" algn="ctr">
            <a:noFill/>
            <a:miter lim="800000"/>
          </a:ln>
        </p:spPr>
        <p:txBody>
          <a:bodyPr tIns="0">
            <a:spAutoFit/>
          </a:bodyPr>
          <a:lstStyle/>
          <a:p>
            <a:pPr algn="l">
              <a:lnSpc>
                <a:spcPct val="115000"/>
              </a:lnSpc>
            </a:pPr>
            <a:r>
              <a:rPr kumimoji="0" lang="zh-CN" altLang="en-US" b="1" i="0">
                <a:solidFill>
                  <a:schemeClr val="bg1"/>
                </a:solidFill>
                <a:latin typeface="Times New Roman" panose="02020603050405020304" pitchFamily="18" charset="0"/>
                <a:cs typeface="Arial" panose="020B0604020202020204" pitchFamily="34" charset="0"/>
              </a:rPr>
              <a:t>根据恒力功定义，力     在      上的功可近似写成：</a:t>
            </a:r>
            <a:endParaRPr kumimoji="0" lang="zh-CN" altLang="en-US" b="1" i="0">
              <a:solidFill>
                <a:schemeClr val="bg1"/>
              </a:solidFill>
              <a:latin typeface="Times New Roman" panose="02020603050405020304" pitchFamily="18" charset="0"/>
              <a:cs typeface="Arial" panose="020B0604020202020204" pitchFamily="34" charset="0"/>
            </a:endParaRPr>
          </a:p>
        </p:txBody>
      </p:sp>
      <p:graphicFrame>
        <p:nvGraphicFramePr>
          <p:cNvPr id="154660" name="Object 36"/>
          <p:cNvGraphicFramePr>
            <a:graphicFrameLocks noChangeAspect="1"/>
          </p:cNvGraphicFramePr>
          <p:nvPr/>
        </p:nvGraphicFramePr>
        <p:xfrm>
          <a:off x="3260725" y="1376363"/>
          <a:ext cx="320675" cy="457200"/>
        </p:xfrm>
        <a:graphic>
          <a:graphicData uri="http://schemas.openxmlformats.org/presentationml/2006/ole">
            <mc:AlternateContent xmlns:mc="http://schemas.openxmlformats.org/markup-compatibility/2006">
              <mc:Choice xmlns:v="urn:schemas-microsoft-com:vml" Requires="v">
                <p:oleObj spid="_x0000_s14346" name="公式" r:id="rId17" imgW="4267200" imgH="6096000" progId="Equation.3">
                  <p:embed/>
                </p:oleObj>
              </mc:Choice>
              <mc:Fallback>
                <p:oleObj name="公式" r:id="rId17" imgW="4267200" imgH="6096000" progId="Equation.3">
                  <p:embed/>
                  <p:pic>
                    <p:nvPicPr>
                      <p:cNvPr id="0" name="Object 36"/>
                      <p:cNvPicPr>
                        <a:picLocks noChangeAspect="1"/>
                      </p:cNvPicPr>
                      <p:nvPr/>
                    </p:nvPicPr>
                    <p:blipFill>
                      <a:blip r:embed="rId18"/>
                      <a:stretch>
                        <a:fillRect/>
                      </a:stretch>
                    </p:blipFill>
                    <p:spPr>
                      <a:xfrm>
                        <a:off x="3260725" y="1376363"/>
                        <a:ext cx="320675" cy="457200"/>
                      </a:xfrm>
                      <a:prstGeom prst="rect">
                        <a:avLst/>
                      </a:prstGeom>
                      <a:noFill/>
                      <a:ln w="9525">
                        <a:noFill/>
                      </a:ln>
                    </p:spPr>
                  </p:pic>
                </p:oleObj>
              </mc:Fallback>
            </mc:AlternateContent>
          </a:graphicData>
        </a:graphic>
      </p:graphicFrame>
      <p:graphicFrame>
        <p:nvGraphicFramePr>
          <p:cNvPr id="154661" name="Object 37"/>
          <p:cNvGraphicFramePr>
            <a:graphicFrameLocks noChangeAspect="1"/>
          </p:cNvGraphicFramePr>
          <p:nvPr/>
        </p:nvGraphicFramePr>
        <p:xfrm>
          <a:off x="3960813" y="1382713"/>
          <a:ext cx="431800" cy="409575"/>
        </p:xfrm>
        <a:graphic>
          <a:graphicData uri="http://schemas.openxmlformats.org/presentationml/2006/ole">
            <mc:AlternateContent xmlns:mc="http://schemas.openxmlformats.org/markup-compatibility/2006">
              <mc:Choice xmlns:v="urn:schemas-microsoft-com:vml" Requires="v">
                <p:oleObj spid="_x0000_s14347" name="公式" r:id="rId19" imgW="5791200" imgH="5486400" progId="Equation.3">
                  <p:embed/>
                </p:oleObj>
              </mc:Choice>
              <mc:Fallback>
                <p:oleObj name="公式" r:id="rId19" imgW="5791200" imgH="5486400" progId="Equation.3">
                  <p:embed/>
                  <p:pic>
                    <p:nvPicPr>
                      <p:cNvPr id="0" name="Object 37"/>
                      <p:cNvPicPr>
                        <a:picLocks noChangeAspect="1"/>
                      </p:cNvPicPr>
                      <p:nvPr/>
                    </p:nvPicPr>
                    <p:blipFill>
                      <a:blip r:embed="rId20"/>
                      <a:stretch>
                        <a:fillRect/>
                      </a:stretch>
                    </p:blipFill>
                    <p:spPr>
                      <a:xfrm>
                        <a:off x="3960813" y="1382713"/>
                        <a:ext cx="431800" cy="409575"/>
                      </a:xfrm>
                      <a:prstGeom prst="rect">
                        <a:avLst/>
                      </a:prstGeom>
                      <a:noFill/>
                      <a:ln w="9525">
                        <a:noFill/>
                      </a:ln>
                    </p:spPr>
                  </p:pic>
                </p:oleObj>
              </mc:Fallback>
            </mc:AlternateContent>
          </a:graphicData>
        </a:graphic>
      </p:graphicFrame>
      <p:graphicFrame>
        <p:nvGraphicFramePr>
          <p:cNvPr id="154662" name="Object 38"/>
          <p:cNvGraphicFramePr>
            <a:graphicFrameLocks noChangeAspect="1"/>
          </p:cNvGraphicFramePr>
          <p:nvPr/>
        </p:nvGraphicFramePr>
        <p:xfrm>
          <a:off x="1016000" y="3894138"/>
          <a:ext cx="1857375" cy="434975"/>
        </p:xfrm>
        <a:graphic>
          <a:graphicData uri="http://schemas.openxmlformats.org/presentationml/2006/ole">
            <mc:AlternateContent xmlns:mc="http://schemas.openxmlformats.org/markup-compatibility/2006">
              <mc:Choice xmlns:v="urn:schemas-microsoft-com:vml" Requires="v">
                <p:oleObj spid="_x0000_s14348" name="公式" r:id="rId21" imgW="24688800" imgH="5791200" progId="Equation.3">
                  <p:embed/>
                </p:oleObj>
              </mc:Choice>
              <mc:Fallback>
                <p:oleObj name="公式" r:id="rId21" imgW="24688800" imgH="5791200" progId="Equation.3">
                  <p:embed/>
                  <p:pic>
                    <p:nvPicPr>
                      <p:cNvPr id="0" name="Object 38"/>
                      <p:cNvPicPr>
                        <a:picLocks noChangeAspect="1"/>
                      </p:cNvPicPr>
                      <p:nvPr/>
                    </p:nvPicPr>
                    <p:blipFill>
                      <a:blip r:embed="rId22"/>
                      <a:stretch>
                        <a:fillRect/>
                      </a:stretch>
                    </p:blipFill>
                    <p:spPr>
                      <a:xfrm>
                        <a:off x="1016000" y="3894138"/>
                        <a:ext cx="1857375" cy="434975"/>
                      </a:xfrm>
                      <a:prstGeom prst="rect">
                        <a:avLst/>
                      </a:prstGeom>
                      <a:noFill/>
                      <a:ln w="9525">
                        <a:noFill/>
                      </a:ln>
                    </p:spPr>
                  </p:pic>
                </p:oleObj>
              </mc:Fallback>
            </mc:AlternateContent>
          </a:graphicData>
        </a:graphic>
      </p:graphicFrame>
      <p:graphicFrame>
        <p:nvGraphicFramePr>
          <p:cNvPr id="154663" name="Object 39"/>
          <p:cNvGraphicFramePr>
            <a:graphicFrameLocks noChangeAspect="1"/>
          </p:cNvGraphicFramePr>
          <p:nvPr/>
        </p:nvGraphicFramePr>
        <p:xfrm>
          <a:off x="2906713" y="3906838"/>
          <a:ext cx="965200" cy="368300"/>
        </p:xfrm>
        <a:graphic>
          <a:graphicData uri="http://schemas.openxmlformats.org/presentationml/2006/ole">
            <mc:AlternateContent xmlns:mc="http://schemas.openxmlformats.org/markup-compatibility/2006">
              <mc:Choice xmlns:v="urn:schemas-microsoft-com:vml" Requires="v">
                <p:oleObj spid="_x0000_s14349" name="公式" r:id="rId23" imgW="12801600" imgH="4876800" progId="Equation.3">
                  <p:embed/>
                </p:oleObj>
              </mc:Choice>
              <mc:Fallback>
                <p:oleObj name="公式" r:id="rId23" imgW="12801600" imgH="4876800" progId="Equation.3">
                  <p:embed/>
                  <p:pic>
                    <p:nvPicPr>
                      <p:cNvPr id="0" name="Object 39"/>
                      <p:cNvPicPr>
                        <a:picLocks noChangeAspect="1"/>
                      </p:cNvPicPr>
                      <p:nvPr/>
                    </p:nvPicPr>
                    <p:blipFill>
                      <a:blip r:embed="rId24"/>
                      <a:stretch>
                        <a:fillRect/>
                      </a:stretch>
                    </p:blipFill>
                    <p:spPr>
                      <a:xfrm>
                        <a:off x="2906713" y="3906838"/>
                        <a:ext cx="965200" cy="368300"/>
                      </a:xfrm>
                      <a:prstGeom prst="rect">
                        <a:avLst/>
                      </a:prstGeom>
                      <a:noFill/>
                      <a:ln w="9525">
                        <a:noFill/>
                      </a:ln>
                    </p:spPr>
                  </p:pic>
                </p:oleObj>
              </mc:Fallback>
            </mc:AlternateContent>
          </a:graphicData>
        </a:graphic>
      </p:graphicFrame>
      <p:graphicFrame>
        <p:nvGraphicFramePr>
          <p:cNvPr id="154664" name="Object 40"/>
          <p:cNvGraphicFramePr>
            <a:graphicFrameLocks noChangeAspect="1"/>
          </p:cNvGraphicFramePr>
          <p:nvPr/>
        </p:nvGraphicFramePr>
        <p:xfrm>
          <a:off x="1692275" y="5195888"/>
          <a:ext cx="1465263" cy="619125"/>
        </p:xfrm>
        <a:graphic>
          <a:graphicData uri="http://schemas.openxmlformats.org/presentationml/2006/ole">
            <mc:AlternateContent xmlns:mc="http://schemas.openxmlformats.org/markup-compatibility/2006">
              <mc:Choice xmlns:v="urn:schemas-microsoft-com:vml" Requires="v">
                <p:oleObj spid="_x0000_s14350" name="公式" r:id="rId25" imgW="19507200" imgH="8229600" progId="Equation.3">
                  <p:embed/>
                </p:oleObj>
              </mc:Choice>
              <mc:Fallback>
                <p:oleObj name="公式" r:id="rId25" imgW="19507200" imgH="8229600" progId="Equation.3">
                  <p:embed/>
                  <p:pic>
                    <p:nvPicPr>
                      <p:cNvPr id="0" name="Object 40"/>
                      <p:cNvPicPr>
                        <a:picLocks noChangeAspect="1"/>
                      </p:cNvPicPr>
                      <p:nvPr/>
                    </p:nvPicPr>
                    <p:blipFill>
                      <a:blip r:embed="rId26"/>
                      <a:stretch>
                        <a:fillRect/>
                      </a:stretch>
                    </p:blipFill>
                    <p:spPr>
                      <a:xfrm>
                        <a:off x="1692275" y="5195888"/>
                        <a:ext cx="1465263" cy="619125"/>
                      </a:xfrm>
                      <a:prstGeom prst="rect">
                        <a:avLst/>
                      </a:prstGeom>
                      <a:noFill/>
                      <a:ln w="19050">
                        <a:noFill/>
                      </a:ln>
                    </p:spPr>
                  </p:pic>
                </p:oleObj>
              </mc:Fallback>
            </mc:AlternateContent>
          </a:graphicData>
        </a:graphic>
      </p:graphicFrame>
      <p:sp>
        <p:nvSpPr>
          <p:cNvPr id="154665" name="Text Box 41"/>
          <p:cNvSpPr txBox="1">
            <a:spLocks noChangeArrowheads="1"/>
          </p:cNvSpPr>
          <p:nvPr/>
        </p:nvSpPr>
        <p:spPr bwMode="auto">
          <a:xfrm>
            <a:off x="917575" y="4598988"/>
            <a:ext cx="41941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在 </a:t>
            </a:r>
            <a:r>
              <a:rPr lang="en-US" altLang="zh-CN" b="1">
                <a:solidFill>
                  <a:srgbClr val="FF6600"/>
                </a:solidFill>
                <a:latin typeface="Times New Roman" panose="02020603050405020304" pitchFamily="18" charset="0"/>
              </a:rPr>
              <a:t>ab </a:t>
            </a:r>
            <a:r>
              <a:rPr lang="zh-CN" altLang="en-US" b="1" i="0">
                <a:solidFill>
                  <a:schemeClr val="bg1"/>
                </a:solidFill>
                <a:latin typeface="Times New Roman" panose="02020603050405020304" pitchFamily="18" charset="0"/>
              </a:rPr>
              <a:t>一段上的功</a:t>
            </a:r>
            <a:endParaRPr lang="zh-CN" altLang="en-US" b="1" i="0">
              <a:solidFill>
                <a:schemeClr val="bg1"/>
              </a:solidFill>
              <a:latin typeface="Times New Roman" panose="02020603050405020304" pitchFamily="18" charset="0"/>
            </a:endParaRPr>
          </a:p>
        </p:txBody>
      </p:sp>
      <p:graphicFrame>
        <p:nvGraphicFramePr>
          <p:cNvPr id="154666" name="Object 42"/>
          <p:cNvGraphicFramePr>
            <a:graphicFrameLocks noChangeAspect="1"/>
          </p:cNvGraphicFramePr>
          <p:nvPr/>
        </p:nvGraphicFramePr>
        <p:xfrm>
          <a:off x="657225" y="4668838"/>
          <a:ext cx="298450" cy="346075"/>
        </p:xfrm>
        <a:graphic>
          <a:graphicData uri="http://schemas.openxmlformats.org/presentationml/2006/ole">
            <mc:AlternateContent xmlns:mc="http://schemas.openxmlformats.org/markup-compatibility/2006">
              <mc:Choice xmlns:v="urn:schemas-microsoft-com:vml" Requires="v">
                <p:oleObj spid="_x0000_s14351" name="公式" r:id="rId27" imgW="3962400" imgH="4572000" progId="Equation.3">
                  <p:embed/>
                </p:oleObj>
              </mc:Choice>
              <mc:Fallback>
                <p:oleObj name="公式" r:id="rId27" imgW="3962400" imgH="4572000" progId="Equation.3">
                  <p:embed/>
                  <p:pic>
                    <p:nvPicPr>
                      <p:cNvPr id="0" name="Object 42"/>
                      <p:cNvPicPr>
                        <a:picLocks noChangeAspect="1"/>
                      </p:cNvPicPr>
                      <p:nvPr/>
                    </p:nvPicPr>
                    <p:blipFill>
                      <a:blip r:embed="rId28"/>
                      <a:stretch>
                        <a:fillRect/>
                      </a:stretch>
                    </p:blipFill>
                    <p:spPr>
                      <a:xfrm>
                        <a:off x="657225" y="4668838"/>
                        <a:ext cx="298450" cy="346075"/>
                      </a:xfrm>
                      <a:prstGeom prst="rect">
                        <a:avLst/>
                      </a:prstGeom>
                      <a:noFill/>
                      <a:ln w="9525">
                        <a:noFill/>
                      </a:ln>
                    </p:spPr>
                  </p:pic>
                </p:oleObj>
              </mc:Fallback>
            </mc:AlternateContent>
          </a:graphicData>
        </a:graphic>
      </p:graphicFrame>
      <p:sp>
        <p:nvSpPr>
          <p:cNvPr id="154667" name="Text Box 43"/>
          <p:cNvSpPr txBox="1">
            <a:spLocks noChangeArrowheads="1"/>
          </p:cNvSpPr>
          <p:nvPr/>
        </p:nvSpPr>
        <p:spPr bwMode="auto">
          <a:xfrm>
            <a:off x="3492500" y="5324475"/>
            <a:ext cx="3509963" cy="415925"/>
          </a:xfrm>
          <a:prstGeom prst="rect">
            <a:avLst/>
          </a:prstGeom>
          <a:noFill/>
          <a:ln w="9525" algn="ctr">
            <a:noFill/>
            <a:miter lim="800000"/>
          </a:ln>
        </p:spPr>
        <p:txBody>
          <a:bodyPr tIns="0">
            <a:spAutoFit/>
          </a:bodyPr>
          <a:lstStyle/>
          <a:p>
            <a:pPr algn="l">
              <a:spcBef>
                <a:spcPct val="50000"/>
              </a:spcBef>
            </a:pPr>
            <a:r>
              <a:rPr kumimoji="0" lang="zh-CN" altLang="en-US" b="1" i="0">
                <a:solidFill>
                  <a:schemeClr val="bg1"/>
                </a:solidFill>
                <a:latin typeface="Times New Roman" panose="02020603050405020304" pitchFamily="18" charset="0"/>
                <a:cs typeface="Arial" panose="020B0604020202020204" pitchFamily="34" charset="0"/>
              </a:rPr>
              <a:t>功是</a:t>
            </a:r>
            <a:r>
              <a:rPr kumimoji="0" lang="zh-CN" altLang="en-US" b="1" i="0">
                <a:solidFill>
                  <a:srgbClr val="FF6600"/>
                </a:solidFill>
                <a:latin typeface="Times New Roman" panose="02020603050405020304" pitchFamily="18" charset="0"/>
                <a:cs typeface="Arial" panose="020B0604020202020204" pitchFamily="34" charset="0"/>
              </a:rPr>
              <a:t>力的路径积分</a:t>
            </a:r>
            <a:endParaRPr kumimoji="0" lang="zh-CN" altLang="en-US" b="1" i="0">
              <a:solidFill>
                <a:srgbClr val="FF6600"/>
              </a:solidFill>
              <a:latin typeface="Times New Roman" panose="02020603050405020304" pitchFamily="18"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4626"/>
                                        </p:tgtEl>
                                        <p:attrNameLst>
                                          <p:attrName>style.visibility</p:attrName>
                                        </p:attrNameLst>
                                      </p:cBhvr>
                                      <p:to>
                                        <p:strVal val="visible"/>
                                      </p:to>
                                    </p:set>
                                    <p:animEffect transition="in" filter="wipe(left)">
                                      <p:cBhvr>
                                        <p:cTn id="7" dur="500"/>
                                        <p:tgtEl>
                                          <p:spTgt spid="15462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4636"/>
                                        </p:tgtEl>
                                        <p:attrNameLst>
                                          <p:attrName>style.visibility</p:attrName>
                                        </p:attrNameLst>
                                      </p:cBhvr>
                                      <p:to>
                                        <p:strVal val="visible"/>
                                      </p:to>
                                    </p:set>
                                    <p:animEffect transition="in" filter="wipe(up)">
                                      <p:cBhvr>
                                        <p:cTn id="12" dur="500"/>
                                        <p:tgtEl>
                                          <p:spTgt spid="15463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54637"/>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grpId="0" nodeType="afterEffect">
                                  <p:stCondLst>
                                    <p:cond delay="0"/>
                                  </p:stCondLst>
                                  <p:childTnLst>
                                    <p:set>
                                      <p:cBhvr>
                                        <p:cTn id="19" dur="1" fill="hold">
                                          <p:stCondLst>
                                            <p:cond delay="499"/>
                                          </p:stCondLst>
                                        </p:cTn>
                                        <p:tgtEl>
                                          <p:spTgt spid="15463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499"/>
                                          </p:stCondLst>
                                        </p:cTn>
                                        <p:tgtEl>
                                          <p:spTgt spid="154639"/>
                                        </p:tgtEl>
                                        <p:attrNameLst>
                                          <p:attrName>style.visibility</p:attrName>
                                        </p:attrNameLst>
                                      </p:cBhvr>
                                      <p:to>
                                        <p:strVal val="visible"/>
                                      </p:to>
                                    </p:se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15464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54650"/>
                                        </p:tgtEl>
                                        <p:attrNameLst>
                                          <p:attrName>style.visibility</p:attrName>
                                        </p:attrNameLst>
                                      </p:cBhvr>
                                      <p:to>
                                        <p:strVal val="visible"/>
                                      </p:to>
                                    </p:set>
                                  </p:childTnLst>
                                </p:cTn>
                              </p:par>
                            </p:childTnLst>
                          </p:cTn>
                        </p:par>
                        <p:par>
                          <p:cTn id="31" fill="hold">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15464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15465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54653"/>
                                        </p:tgtEl>
                                        <p:attrNameLst>
                                          <p:attrName>style.visibility</p:attrName>
                                        </p:attrNameLst>
                                      </p:cBhvr>
                                      <p:to>
                                        <p:strVal val="visible"/>
                                      </p:to>
                                    </p:set>
                                    <p:animEffect transition="in" filter="wipe(down)">
                                      <p:cBhvr>
                                        <p:cTn id="42" dur="500"/>
                                        <p:tgtEl>
                                          <p:spTgt spid="15465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ox(ou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4652"/>
                                        </p:tgtEl>
                                        <p:attrNameLst>
                                          <p:attrName>style.visibility</p:attrName>
                                        </p:attrNameLst>
                                      </p:cBhvr>
                                      <p:to>
                                        <p:strVal val="visible"/>
                                      </p:to>
                                    </p:set>
                                    <p:animEffect transition="in" filter="wipe(left)">
                                      <p:cBhvr>
                                        <p:cTn id="52" dur="500"/>
                                        <p:tgtEl>
                                          <p:spTgt spid="154652"/>
                                        </p:tgtEl>
                                      </p:cBhvr>
                                    </p:animEffect>
                                  </p:childTnLst>
                                </p:cTn>
                              </p:par>
                            </p:childTnLst>
                          </p:cTn>
                        </p:par>
                        <p:par>
                          <p:cTn id="53" fill="hold">
                            <p:stCondLst>
                              <p:cond delay="500"/>
                            </p:stCondLst>
                            <p:childTnLst>
                              <p:par>
                                <p:cTn id="54" presetID="1" presetClass="entr" presetSubtype="0" fill="hold" nodeType="afterEffect">
                                  <p:stCondLst>
                                    <p:cond delay="0"/>
                                  </p:stCondLst>
                                  <p:childTnLst>
                                    <p:set>
                                      <p:cBhvr>
                                        <p:cTn id="55" dur="1" fill="hold">
                                          <p:stCondLst>
                                            <p:cond delay="499"/>
                                          </p:stCondLst>
                                        </p:cTn>
                                        <p:tgtEl>
                                          <p:spTgt spid="154646"/>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54645"/>
                                        </p:tgtEl>
                                        <p:attrNameLst>
                                          <p:attrName>style.visibility</p:attrName>
                                        </p:attrNameLst>
                                      </p:cBhvr>
                                      <p:to>
                                        <p:strVal val="visible"/>
                                      </p:to>
                                    </p:set>
                                    <p:animEffect transition="in" filter="wipe(up)">
                                      <p:cBhvr>
                                        <p:cTn id="60" dur="500"/>
                                        <p:tgtEl>
                                          <p:spTgt spid="154645"/>
                                        </p:tgtEl>
                                      </p:cBhvr>
                                    </p:animEffect>
                                  </p:childTnLst>
                                </p:cTn>
                              </p:par>
                            </p:childTnLst>
                          </p:cTn>
                        </p:par>
                        <p:par>
                          <p:cTn id="61" fill="hold">
                            <p:stCondLst>
                              <p:cond delay="500"/>
                            </p:stCondLst>
                            <p:childTnLst>
                              <p:par>
                                <p:cTn id="62" presetID="1" presetClass="entr" presetSubtype="0" fill="hold" nodeType="afterEffect">
                                  <p:stCondLst>
                                    <p:cond delay="0"/>
                                  </p:stCondLst>
                                  <p:childTnLst>
                                    <p:set>
                                      <p:cBhvr>
                                        <p:cTn id="63" dur="1" fill="hold">
                                          <p:stCondLst>
                                            <p:cond delay="499"/>
                                          </p:stCondLst>
                                        </p:cTn>
                                        <p:tgtEl>
                                          <p:spTgt spid="154642"/>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154643"/>
                                        </p:tgtEl>
                                        <p:attrNameLst>
                                          <p:attrName>style.visibility</p:attrName>
                                        </p:attrNameLst>
                                      </p:cBhvr>
                                      <p:to>
                                        <p:strVal val="visible"/>
                                      </p:to>
                                    </p:set>
                                    <p:animEffect transition="in" filter="wipe(left)">
                                      <p:cBhvr>
                                        <p:cTn id="68" dur="500"/>
                                        <p:tgtEl>
                                          <p:spTgt spid="154643"/>
                                        </p:tgtEl>
                                      </p:cBhvr>
                                    </p:animEffect>
                                  </p:childTnLst>
                                </p:cTn>
                              </p:par>
                            </p:childTnLst>
                          </p:cTn>
                        </p:par>
                        <p:par>
                          <p:cTn id="69" fill="hold">
                            <p:stCondLst>
                              <p:cond delay="500"/>
                            </p:stCondLst>
                            <p:childTnLst>
                              <p:par>
                                <p:cTn id="70" presetID="1" presetClass="entr" presetSubtype="0" fill="hold" nodeType="afterEffect">
                                  <p:stCondLst>
                                    <p:cond delay="0"/>
                                  </p:stCondLst>
                                  <p:childTnLst>
                                    <p:set>
                                      <p:cBhvr>
                                        <p:cTn id="71" dur="1" fill="hold">
                                          <p:stCondLst>
                                            <p:cond delay="499"/>
                                          </p:stCondLst>
                                        </p:cTn>
                                        <p:tgtEl>
                                          <p:spTgt spid="15464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154644"/>
                                        </p:tgtEl>
                                        <p:attrNameLst>
                                          <p:attrName>style.visibility</p:attrName>
                                        </p:attrNameLst>
                                      </p:cBhvr>
                                      <p:to>
                                        <p:strVal val="visible"/>
                                      </p:to>
                                    </p:set>
                                    <p:animEffect transition="in" filter="wipe(up)">
                                      <p:cBhvr>
                                        <p:cTn id="76" dur="500"/>
                                        <p:tgtEl>
                                          <p:spTgt spid="154644"/>
                                        </p:tgtEl>
                                      </p:cBhvr>
                                    </p:animEffect>
                                  </p:childTnLst>
                                </p:cTn>
                              </p:par>
                            </p:childTnLst>
                          </p:cTn>
                        </p:par>
                        <p:par>
                          <p:cTn id="77" fill="hold">
                            <p:stCondLst>
                              <p:cond delay="500"/>
                            </p:stCondLst>
                            <p:childTnLst>
                              <p:par>
                                <p:cTn id="78" presetID="1" presetClass="entr" presetSubtype="0" fill="hold" nodeType="afterEffect">
                                  <p:stCondLst>
                                    <p:cond delay="0"/>
                                  </p:stCondLst>
                                  <p:childTnLst>
                                    <p:set>
                                      <p:cBhvr>
                                        <p:cTn id="79" dur="1" fill="hold">
                                          <p:stCondLst>
                                            <p:cond delay="499"/>
                                          </p:stCondLst>
                                        </p:cTn>
                                        <p:tgtEl>
                                          <p:spTgt spid="154648"/>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154651"/>
                                        </p:tgtEl>
                                        <p:attrNameLst>
                                          <p:attrName>style.visibility</p:attrName>
                                        </p:attrNameLst>
                                      </p:cBhvr>
                                      <p:to>
                                        <p:strVal val="visible"/>
                                      </p:to>
                                    </p:set>
                                  </p:childTnLst>
                                </p:cTn>
                              </p:par>
                            </p:childTnLst>
                          </p:cTn>
                        </p:par>
                        <p:par>
                          <p:cTn id="84" fill="hold">
                            <p:stCondLst>
                              <p:cond delay="0"/>
                            </p:stCondLst>
                            <p:childTnLst>
                              <p:par>
                                <p:cTn id="85" presetID="1" presetClass="entr" presetSubtype="0" fill="hold" nodeType="afterEffect">
                                  <p:stCondLst>
                                    <p:cond delay="0"/>
                                  </p:stCondLst>
                                  <p:childTnLst>
                                    <p:set>
                                      <p:cBhvr>
                                        <p:cTn id="86" dur="1" fill="hold">
                                          <p:stCondLst>
                                            <p:cond delay="499"/>
                                          </p:stCondLst>
                                        </p:cTn>
                                        <p:tgtEl>
                                          <p:spTgt spid="15464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154659"/>
                                        </p:tgtEl>
                                        <p:attrNameLst>
                                          <p:attrName>style.visibility</p:attrName>
                                        </p:attrNameLst>
                                      </p:cBhvr>
                                      <p:to>
                                        <p:strVal val="visible"/>
                                      </p:to>
                                    </p:set>
                                    <p:animEffect transition="in" filter="wipe(left)">
                                      <p:cBhvr>
                                        <p:cTn id="91" dur="500"/>
                                        <p:tgtEl>
                                          <p:spTgt spid="154659"/>
                                        </p:tgtEl>
                                      </p:cBhvr>
                                    </p:animEffect>
                                  </p:childTnLst>
                                </p:cTn>
                              </p:par>
                              <p:par>
                                <p:cTn id="92" presetID="22" presetClass="entr" presetSubtype="8" fill="hold" nodeType="withEffect">
                                  <p:stCondLst>
                                    <p:cond delay="0"/>
                                  </p:stCondLst>
                                  <p:childTnLst>
                                    <p:set>
                                      <p:cBhvr>
                                        <p:cTn id="93" dur="1" fill="hold">
                                          <p:stCondLst>
                                            <p:cond delay="0"/>
                                          </p:stCondLst>
                                        </p:cTn>
                                        <p:tgtEl>
                                          <p:spTgt spid="154660"/>
                                        </p:tgtEl>
                                        <p:attrNameLst>
                                          <p:attrName>style.visibility</p:attrName>
                                        </p:attrNameLst>
                                      </p:cBhvr>
                                      <p:to>
                                        <p:strVal val="visible"/>
                                      </p:to>
                                    </p:set>
                                    <p:animEffect transition="in" filter="wipe(left)">
                                      <p:cBhvr>
                                        <p:cTn id="94" dur="500"/>
                                        <p:tgtEl>
                                          <p:spTgt spid="154660"/>
                                        </p:tgtEl>
                                      </p:cBhvr>
                                    </p:animEffect>
                                  </p:childTnLst>
                                </p:cTn>
                              </p:par>
                              <p:par>
                                <p:cTn id="95" presetID="22" presetClass="entr" presetSubtype="8" fill="hold" nodeType="withEffect">
                                  <p:stCondLst>
                                    <p:cond delay="0"/>
                                  </p:stCondLst>
                                  <p:childTnLst>
                                    <p:set>
                                      <p:cBhvr>
                                        <p:cTn id="96" dur="1" fill="hold">
                                          <p:stCondLst>
                                            <p:cond delay="0"/>
                                          </p:stCondLst>
                                        </p:cTn>
                                        <p:tgtEl>
                                          <p:spTgt spid="154661"/>
                                        </p:tgtEl>
                                        <p:attrNameLst>
                                          <p:attrName>style.visibility</p:attrName>
                                        </p:attrNameLst>
                                      </p:cBhvr>
                                      <p:to>
                                        <p:strVal val="visible"/>
                                      </p:to>
                                    </p:set>
                                    <p:animEffect transition="in" filter="wipe(left)">
                                      <p:cBhvr>
                                        <p:cTn id="97" dur="500"/>
                                        <p:tgtEl>
                                          <p:spTgt spid="154661"/>
                                        </p:tgtEl>
                                      </p:cBhvr>
                                    </p:animEffect>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nodeType="clickEffect">
                                  <p:stCondLst>
                                    <p:cond delay="0"/>
                                  </p:stCondLst>
                                  <p:childTnLst>
                                    <p:set>
                                      <p:cBhvr>
                                        <p:cTn id="101" dur="1" fill="hold">
                                          <p:stCondLst>
                                            <p:cond delay="0"/>
                                          </p:stCondLst>
                                        </p:cTn>
                                        <p:tgtEl>
                                          <p:spTgt spid="154658"/>
                                        </p:tgtEl>
                                        <p:attrNameLst>
                                          <p:attrName>style.visibility</p:attrName>
                                        </p:attrNameLst>
                                      </p:cBhvr>
                                      <p:to>
                                        <p:strVal val="visible"/>
                                      </p:to>
                                    </p:set>
                                    <p:anim calcmode="lin" valueType="num">
                                      <p:cBhvr additive="base">
                                        <p:cTn id="102" dur="500" fill="hold"/>
                                        <p:tgtEl>
                                          <p:spTgt spid="154658"/>
                                        </p:tgtEl>
                                        <p:attrNameLst>
                                          <p:attrName>ppt_x</p:attrName>
                                        </p:attrNameLst>
                                      </p:cBhvr>
                                      <p:tavLst>
                                        <p:tav tm="0">
                                          <p:val>
                                            <p:strVal val="#ppt_x"/>
                                          </p:val>
                                        </p:tav>
                                        <p:tav tm="100000">
                                          <p:val>
                                            <p:strVal val="#ppt_x"/>
                                          </p:val>
                                        </p:tav>
                                      </p:tavLst>
                                    </p:anim>
                                    <p:anim calcmode="lin" valueType="num">
                                      <p:cBhvr additive="base">
                                        <p:cTn id="103" dur="500" fill="hold"/>
                                        <p:tgtEl>
                                          <p:spTgt spid="154658"/>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154656"/>
                                        </p:tgtEl>
                                        <p:attrNameLst>
                                          <p:attrName>style.visibility</p:attrName>
                                        </p:attrNameLst>
                                      </p:cBhvr>
                                      <p:to>
                                        <p:strVal val="visible"/>
                                      </p:to>
                                    </p:set>
                                    <p:animEffect transition="in" filter="wipe(left)">
                                      <p:cBhvr>
                                        <p:cTn id="108" dur="500"/>
                                        <p:tgtEl>
                                          <p:spTgt spid="154656"/>
                                        </p:tgtEl>
                                      </p:cBhvr>
                                    </p:animEffect>
                                  </p:childTnLst>
                                </p:cTn>
                              </p:par>
                            </p:childTnLst>
                          </p:cTn>
                        </p:par>
                        <p:par>
                          <p:cTn id="109" fill="hold">
                            <p:stCondLst>
                              <p:cond delay="500"/>
                            </p:stCondLst>
                            <p:childTnLst>
                              <p:par>
                                <p:cTn id="110" presetID="22" presetClass="entr" presetSubtype="8" fill="hold" nodeType="afterEffect">
                                  <p:stCondLst>
                                    <p:cond delay="0"/>
                                  </p:stCondLst>
                                  <p:childTnLst>
                                    <p:set>
                                      <p:cBhvr>
                                        <p:cTn id="111" dur="1" fill="hold">
                                          <p:stCondLst>
                                            <p:cond delay="0"/>
                                          </p:stCondLst>
                                        </p:cTn>
                                        <p:tgtEl>
                                          <p:spTgt spid="154657"/>
                                        </p:tgtEl>
                                        <p:attrNameLst>
                                          <p:attrName>style.visibility</p:attrName>
                                        </p:attrNameLst>
                                      </p:cBhvr>
                                      <p:to>
                                        <p:strVal val="visible"/>
                                      </p:to>
                                    </p:set>
                                    <p:animEffect transition="in" filter="wipe(left)">
                                      <p:cBhvr>
                                        <p:cTn id="112" dur="500"/>
                                        <p:tgtEl>
                                          <p:spTgt spid="154657"/>
                                        </p:tgtEl>
                                      </p:cBhvr>
                                    </p:animEffect>
                                  </p:childTnLst>
                                </p:cTn>
                              </p:par>
                            </p:childTnLst>
                          </p:cTn>
                        </p:par>
                        <p:par>
                          <p:cTn id="113" fill="hold">
                            <p:stCondLst>
                              <p:cond delay="1000"/>
                            </p:stCondLst>
                            <p:childTnLst>
                              <p:par>
                                <p:cTn id="114" presetID="22" presetClass="entr" presetSubtype="8" fill="hold" grpId="0" nodeType="afterEffect">
                                  <p:stCondLst>
                                    <p:cond delay="0"/>
                                  </p:stCondLst>
                                  <p:childTnLst>
                                    <p:set>
                                      <p:cBhvr>
                                        <p:cTn id="115" dur="1" fill="hold">
                                          <p:stCondLst>
                                            <p:cond delay="0"/>
                                          </p:stCondLst>
                                        </p:cTn>
                                        <p:tgtEl>
                                          <p:spTgt spid="154655"/>
                                        </p:tgtEl>
                                        <p:attrNameLst>
                                          <p:attrName>style.visibility</p:attrName>
                                        </p:attrNameLst>
                                      </p:cBhvr>
                                      <p:to>
                                        <p:strVal val="visible"/>
                                      </p:to>
                                    </p:set>
                                    <p:animEffect transition="in" filter="wipe(left)">
                                      <p:cBhvr>
                                        <p:cTn id="116" dur="500"/>
                                        <p:tgtEl>
                                          <p:spTgt spid="154655"/>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154662"/>
                                        </p:tgtEl>
                                        <p:attrNameLst>
                                          <p:attrName>style.visibility</p:attrName>
                                        </p:attrNameLst>
                                      </p:cBhvr>
                                      <p:to>
                                        <p:strVal val="visible"/>
                                      </p:to>
                                    </p:set>
                                    <p:animEffect transition="in" filter="wipe(left)">
                                      <p:cBhvr>
                                        <p:cTn id="121" dur="500"/>
                                        <p:tgtEl>
                                          <p:spTgt spid="154662"/>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154663"/>
                                        </p:tgtEl>
                                        <p:attrNameLst>
                                          <p:attrName>style.visibility</p:attrName>
                                        </p:attrNameLst>
                                      </p:cBhvr>
                                      <p:to>
                                        <p:strVal val="visible"/>
                                      </p:to>
                                    </p:set>
                                    <p:animEffect transition="in" filter="wipe(left)">
                                      <p:cBhvr>
                                        <p:cTn id="126" dur="500"/>
                                        <p:tgtEl>
                                          <p:spTgt spid="154663"/>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nodeType="clickEffect">
                                  <p:stCondLst>
                                    <p:cond delay="0"/>
                                  </p:stCondLst>
                                  <p:childTnLst>
                                    <p:set>
                                      <p:cBhvr>
                                        <p:cTn id="130" dur="1" fill="hold">
                                          <p:stCondLst>
                                            <p:cond delay="0"/>
                                          </p:stCondLst>
                                        </p:cTn>
                                        <p:tgtEl>
                                          <p:spTgt spid="154666"/>
                                        </p:tgtEl>
                                        <p:attrNameLst>
                                          <p:attrName>style.visibility</p:attrName>
                                        </p:attrNameLst>
                                      </p:cBhvr>
                                      <p:to>
                                        <p:strVal val="visible"/>
                                      </p:to>
                                    </p:set>
                                    <p:animEffect transition="in" filter="wipe(left)">
                                      <p:cBhvr>
                                        <p:cTn id="131" dur="500"/>
                                        <p:tgtEl>
                                          <p:spTgt spid="154666"/>
                                        </p:tgtEl>
                                      </p:cBhvr>
                                    </p:animEffect>
                                  </p:childTnLst>
                                </p:cTn>
                              </p:par>
                            </p:childTnLst>
                          </p:cTn>
                        </p:par>
                        <p:par>
                          <p:cTn id="132" fill="hold">
                            <p:stCondLst>
                              <p:cond delay="500"/>
                            </p:stCondLst>
                            <p:childTnLst>
                              <p:par>
                                <p:cTn id="133" presetID="22" presetClass="entr" presetSubtype="8" fill="hold" grpId="0" nodeType="afterEffect">
                                  <p:stCondLst>
                                    <p:cond delay="0"/>
                                  </p:stCondLst>
                                  <p:childTnLst>
                                    <p:set>
                                      <p:cBhvr>
                                        <p:cTn id="134" dur="1" fill="hold">
                                          <p:stCondLst>
                                            <p:cond delay="0"/>
                                          </p:stCondLst>
                                        </p:cTn>
                                        <p:tgtEl>
                                          <p:spTgt spid="154665"/>
                                        </p:tgtEl>
                                        <p:attrNameLst>
                                          <p:attrName>style.visibility</p:attrName>
                                        </p:attrNameLst>
                                      </p:cBhvr>
                                      <p:to>
                                        <p:strVal val="visible"/>
                                      </p:to>
                                    </p:set>
                                    <p:animEffect transition="in" filter="wipe(left)">
                                      <p:cBhvr>
                                        <p:cTn id="135" dur="500"/>
                                        <p:tgtEl>
                                          <p:spTgt spid="154665"/>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nodeType="clickEffect">
                                  <p:stCondLst>
                                    <p:cond delay="0"/>
                                  </p:stCondLst>
                                  <p:childTnLst>
                                    <p:set>
                                      <p:cBhvr>
                                        <p:cTn id="139" dur="1" fill="hold">
                                          <p:stCondLst>
                                            <p:cond delay="0"/>
                                          </p:stCondLst>
                                        </p:cTn>
                                        <p:tgtEl>
                                          <p:spTgt spid="154664"/>
                                        </p:tgtEl>
                                        <p:attrNameLst>
                                          <p:attrName>style.visibility</p:attrName>
                                        </p:attrNameLst>
                                      </p:cBhvr>
                                      <p:to>
                                        <p:strVal val="visible"/>
                                      </p:to>
                                    </p:set>
                                    <p:animEffect transition="in" filter="wipe(left)">
                                      <p:cBhvr>
                                        <p:cTn id="140" dur="500"/>
                                        <p:tgtEl>
                                          <p:spTgt spid="154664"/>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154667"/>
                                        </p:tgtEl>
                                        <p:attrNameLst>
                                          <p:attrName>style.visibility</p:attrName>
                                        </p:attrNameLst>
                                      </p:cBhvr>
                                      <p:to>
                                        <p:strVal val="visible"/>
                                      </p:to>
                                    </p:set>
                                    <p:animEffect transition="in" filter="wipe(left)">
                                      <p:cBhvr>
                                        <p:cTn id="145" dur="500"/>
                                        <p:tgtEl>
                                          <p:spTgt spid="1546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26" grpId="0" autoUpdateAnimBg="0"/>
      <p:bldP spid="154636" grpId="0" animBg="1"/>
      <p:bldP spid="154637" grpId="0" animBg="1"/>
      <p:bldP spid="154638" grpId="0" autoUpdateAnimBg="0"/>
      <p:bldP spid="154639" grpId="0" animBg="1"/>
      <p:bldP spid="154640" grpId="0" autoUpdateAnimBg="0"/>
      <p:bldP spid="154641" grpId="0" autoUpdateAnimBg="0"/>
      <p:bldP spid="154643" grpId="0" animBg="1"/>
      <p:bldP spid="154644" grpId="0" animBg="1"/>
      <p:bldP spid="154645" grpId="0" animBg="1"/>
      <p:bldP spid="154650" grpId="0" animBg="1"/>
      <p:bldP spid="154651" grpId="0" animBg="1"/>
      <p:bldP spid="154652" grpId="0" animBg="1"/>
      <p:bldP spid="154654" grpId="0" animBg="1"/>
      <p:bldP spid="154655" grpId="0" autoUpdateAnimBg="0"/>
      <p:bldP spid="154656" grpId="0" autoUpdateAnimBg="0"/>
      <p:bldP spid="154659" grpId="0"/>
      <p:bldP spid="154665" grpId="0" autoUpdateAnimBg="0"/>
      <p:bldP spid="15466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ext Box 2"/>
          <p:cNvSpPr txBox="1">
            <a:spLocks noChangeArrowheads="1"/>
          </p:cNvSpPr>
          <p:nvPr/>
        </p:nvSpPr>
        <p:spPr bwMode="auto">
          <a:xfrm>
            <a:off x="785813" y="514350"/>
            <a:ext cx="2819400"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在直角坐标系中</a:t>
            </a:r>
            <a:r>
              <a:rPr lang="zh-CN" altLang="en-US" i="0">
                <a:solidFill>
                  <a:srgbClr val="66FFFF"/>
                </a:solidFill>
                <a:latin typeface="Times New Roman" panose="02020603050405020304" pitchFamily="18" charset="0"/>
              </a:rPr>
              <a:t> </a:t>
            </a:r>
            <a:endParaRPr lang="zh-CN" altLang="en-US" i="0">
              <a:solidFill>
                <a:srgbClr val="66FFFF"/>
              </a:solidFill>
              <a:latin typeface="Times New Roman" panose="02020603050405020304" pitchFamily="18" charset="0"/>
            </a:endParaRPr>
          </a:p>
        </p:txBody>
      </p:sp>
      <p:graphicFrame>
        <p:nvGraphicFramePr>
          <p:cNvPr id="155651" name="Object 3"/>
          <p:cNvGraphicFramePr>
            <a:graphicFrameLocks noChangeAspect="1"/>
          </p:cNvGraphicFramePr>
          <p:nvPr/>
        </p:nvGraphicFramePr>
        <p:xfrm>
          <a:off x="3402013" y="458788"/>
          <a:ext cx="3440112" cy="619125"/>
        </p:xfrm>
        <a:graphic>
          <a:graphicData uri="http://schemas.openxmlformats.org/presentationml/2006/ole">
            <mc:AlternateContent xmlns:mc="http://schemas.openxmlformats.org/markup-compatibility/2006">
              <mc:Choice xmlns:v="urn:schemas-microsoft-com:vml" Requires="v">
                <p:oleObj spid="_x0000_s15361" name="公式" r:id="rId1" imgW="45720000" imgH="8229600" progId="Equation.3">
                  <p:embed/>
                </p:oleObj>
              </mc:Choice>
              <mc:Fallback>
                <p:oleObj name="公式" r:id="rId1" imgW="45720000" imgH="8229600" progId="Equation.3">
                  <p:embed/>
                  <p:pic>
                    <p:nvPicPr>
                      <p:cNvPr id="0" name="Object 3"/>
                      <p:cNvPicPr>
                        <a:picLocks noChangeAspect="1"/>
                      </p:cNvPicPr>
                      <p:nvPr/>
                    </p:nvPicPr>
                    <p:blipFill>
                      <a:blip r:embed="rId2"/>
                      <a:stretch>
                        <a:fillRect/>
                      </a:stretch>
                    </p:blipFill>
                    <p:spPr>
                      <a:xfrm>
                        <a:off x="3402013" y="458788"/>
                        <a:ext cx="3440112" cy="619125"/>
                      </a:xfrm>
                      <a:prstGeom prst="rect">
                        <a:avLst/>
                      </a:prstGeom>
                      <a:noFill/>
                      <a:ln w="9525">
                        <a:noFill/>
                      </a:ln>
                    </p:spPr>
                  </p:pic>
                </p:oleObj>
              </mc:Fallback>
            </mc:AlternateContent>
          </a:graphicData>
        </a:graphic>
      </p:graphicFrame>
      <p:sp>
        <p:nvSpPr>
          <p:cNvPr id="155652" name="Text Box 4"/>
          <p:cNvSpPr txBox="1">
            <a:spLocks noChangeArrowheads="1"/>
          </p:cNvSpPr>
          <p:nvPr/>
        </p:nvSpPr>
        <p:spPr bwMode="auto">
          <a:xfrm>
            <a:off x="777875" y="1385888"/>
            <a:ext cx="27590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在自然坐标系中</a:t>
            </a:r>
            <a:endParaRPr lang="zh-CN" altLang="en-US" b="1" i="0">
              <a:solidFill>
                <a:schemeClr val="bg1"/>
              </a:solidFill>
              <a:latin typeface="Times New Roman" panose="02020603050405020304" pitchFamily="18" charset="0"/>
            </a:endParaRPr>
          </a:p>
        </p:txBody>
      </p:sp>
      <p:graphicFrame>
        <p:nvGraphicFramePr>
          <p:cNvPr id="155653" name="Object 5"/>
          <p:cNvGraphicFramePr>
            <a:graphicFrameLocks noChangeAspect="1"/>
          </p:cNvGraphicFramePr>
          <p:nvPr/>
        </p:nvGraphicFramePr>
        <p:xfrm>
          <a:off x="3390900" y="1314450"/>
          <a:ext cx="3386138" cy="619125"/>
        </p:xfrm>
        <a:graphic>
          <a:graphicData uri="http://schemas.openxmlformats.org/presentationml/2006/ole">
            <mc:AlternateContent xmlns:mc="http://schemas.openxmlformats.org/markup-compatibility/2006">
              <mc:Choice xmlns:v="urn:schemas-microsoft-com:vml" Requires="v">
                <p:oleObj spid="_x0000_s15363" name="公式" r:id="rId3" imgW="45110400" imgH="8229600" progId="Equation.3">
                  <p:embed/>
                </p:oleObj>
              </mc:Choice>
              <mc:Fallback>
                <p:oleObj name="公式" r:id="rId3" imgW="45110400" imgH="8229600" progId="Equation.3">
                  <p:embed/>
                  <p:pic>
                    <p:nvPicPr>
                      <p:cNvPr id="0" name="Object 5"/>
                      <p:cNvPicPr>
                        <a:picLocks noChangeAspect="1"/>
                      </p:cNvPicPr>
                      <p:nvPr/>
                    </p:nvPicPr>
                    <p:blipFill>
                      <a:blip r:embed="rId4"/>
                      <a:stretch>
                        <a:fillRect/>
                      </a:stretch>
                    </p:blipFill>
                    <p:spPr>
                      <a:xfrm>
                        <a:off x="3390900" y="1314450"/>
                        <a:ext cx="3386138" cy="619125"/>
                      </a:xfrm>
                      <a:prstGeom prst="rect">
                        <a:avLst/>
                      </a:prstGeom>
                      <a:noFill/>
                      <a:ln w="19050">
                        <a:noFill/>
                      </a:ln>
                    </p:spPr>
                  </p:pic>
                </p:oleObj>
              </mc:Fallback>
            </mc:AlternateContent>
          </a:graphicData>
        </a:graphic>
      </p:graphicFrame>
      <p:graphicFrame>
        <p:nvGraphicFramePr>
          <p:cNvPr id="155654" name="Object 6"/>
          <p:cNvGraphicFramePr>
            <a:graphicFrameLocks noChangeAspect="1"/>
          </p:cNvGraphicFramePr>
          <p:nvPr/>
        </p:nvGraphicFramePr>
        <p:xfrm>
          <a:off x="6777038" y="1314450"/>
          <a:ext cx="1604962" cy="619125"/>
        </p:xfrm>
        <a:graphic>
          <a:graphicData uri="http://schemas.openxmlformats.org/presentationml/2006/ole">
            <mc:AlternateContent xmlns:mc="http://schemas.openxmlformats.org/markup-compatibility/2006">
              <mc:Choice xmlns:v="urn:schemas-microsoft-com:vml" Requires="v">
                <p:oleObj spid="_x0000_s15364" name="公式" r:id="rId5" imgW="21336000" imgH="8229600" progId="Equation.3">
                  <p:embed/>
                </p:oleObj>
              </mc:Choice>
              <mc:Fallback>
                <p:oleObj name="公式" r:id="rId5" imgW="21336000" imgH="8229600" progId="Equation.3">
                  <p:embed/>
                  <p:pic>
                    <p:nvPicPr>
                      <p:cNvPr id="0" name="Object 6"/>
                      <p:cNvPicPr>
                        <a:picLocks noChangeAspect="1"/>
                      </p:cNvPicPr>
                      <p:nvPr/>
                    </p:nvPicPr>
                    <p:blipFill>
                      <a:blip r:embed="rId6"/>
                      <a:stretch>
                        <a:fillRect/>
                      </a:stretch>
                    </p:blipFill>
                    <p:spPr>
                      <a:xfrm>
                        <a:off x="6777038" y="1314450"/>
                        <a:ext cx="1604962" cy="619125"/>
                      </a:xfrm>
                      <a:prstGeom prst="rect">
                        <a:avLst/>
                      </a:prstGeom>
                      <a:noFill/>
                      <a:ln w="19050">
                        <a:noFill/>
                      </a:ln>
                    </p:spPr>
                  </p:pic>
                </p:oleObj>
              </mc:Fallback>
            </mc:AlternateContent>
          </a:graphicData>
        </a:graphic>
      </p:graphicFrame>
      <p:sp>
        <p:nvSpPr>
          <p:cNvPr id="155655" name="Text Box 7"/>
          <p:cNvSpPr txBox="1">
            <a:spLocks noChangeArrowheads="1"/>
          </p:cNvSpPr>
          <p:nvPr/>
        </p:nvSpPr>
        <p:spPr bwMode="auto">
          <a:xfrm>
            <a:off x="522288" y="2136775"/>
            <a:ext cx="1600200"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说明</a:t>
            </a:r>
            <a:endParaRPr lang="zh-CN" altLang="en-US" b="1" i="0">
              <a:solidFill>
                <a:srgbClr val="FF6600"/>
              </a:solidFill>
              <a:latin typeface="Times New Roman" panose="02020603050405020304" pitchFamily="18" charset="0"/>
            </a:endParaRPr>
          </a:p>
        </p:txBody>
      </p:sp>
      <p:sp>
        <p:nvSpPr>
          <p:cNvPr id="155656" name="Text Box 8"/>
          <p:cNvSpPr txBox="1">
            <a:spLocks noChangeArrowheads="1"/>
          </p:cNvSpPr>
          <p:nvPr/>
        </p:nvSpPr>
        <p:spPr bwMode="auto">
          <a:xfrm>
            <a:off x="828675" y="2665413"/>
            <a:ext cx="556260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功是标量，有正负</a:t>
            </a:r>
            <a:endParaRPr lang="zh-CN" altLang="en-US" b="1" i="0">
              <a:solidFill>
                <a:schemeClr val="bg1"/>
              </a:solidFill>
              <a:latin typeface="Times New Roman" panose="02020603050405020304" pitchFamily="18" charset="0"/>
            </a:endParaRPr>
          </a:p>
        </p:txBody>
      </p:sp>
      <p:sp>
        <p:nvSpPr>
          <p:cNvPr id="155657" name="Text Box 9"/>
          <p:cNvSpPr txBox="1">
            <a:spLocks noChangeArrowheads="1"/>
          </p:cNvSpPr>
          <p:nvPr/>
        </p:nvSpPr>
        <p:spPr bwMode="auto">
          <a:xfrm>
            <a:off x="828675" y="3203575"/>
            <a:ext cx="711835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合力的功等于各分力的功的</a:t>
            </a:r>
            <a:r>
              <a:rPr lang="zh-CN" altLang="en-US" b="1" i="0">
                <a:solidFill>
                  <a:srgbClr val="FF6600"/>
                </a:solidFill>
                <a:latin typeface="Times New Roman" panose="02020603050405020304" pitchFamily="18" charset="0"/>
              </a:rPr>
              <a:t>代数和</a:t>
            </a:r>
            <a:endParaRPr lang="zh-CN" altLang="en-US" b="1" i="0">
              <a:solidFill>
                <a:srgbClr val="FF6600"/>
              </a:solidFill>
              <a:latin typeface="Times New Roman" panose="02020603050405020304" pitchFamily="18" charset="0"/>
            </a:endParaRPr>
          </a:p>
        </p:txBody>
      </p:sp>
      <p:graphicFrame>
        <p:nvGraphicFramePr>
          <p:cNvPr id="155658" name="Object 10"/>
          <p:cNvGraphicFramePr>
            <a:graphicFrameLocks noChangeAspect="1"/>
          </p:cNvGraphicFramePr>
          <p:nvPr/>
        </p:nvGraphicFramePr>
        <p:xfrm>
          <a:off x="2089150" y="4400550"/>
          <a:ext cx="5138738" cy="661988"/>
        </p:xfrm>
        <a:graphic>
          <a:graphicData uri="http://schemas.openxmlformats.org/presentationml/2006/ole">
            <mc:AlternateContent xmlns:mc="http://schemas.openxmlformats.org/markup-compatibility/2006">
              <mc:Choice xmlns:v="urn:schemas-microsoft-com:vml" Requires="v">
                <p:oleObj spid="_x0000_s15365" name="公式" r:id="rId7" imgW="68580000" imgH="8839200" progId="Equation.3">
                  <p:embed/>
                </p:oleObj>
              </mc:Choice>
              <mc:Fallback>
                <p:oleObj name="公式" r:id="rId7" imgW="68580000" imgH="8839200" progId="Equation.3">
                  <p:embed/>
                  <p:pic>
                    <p:nvPicPr>
                      <p:cNvPr id="0" name="Object 10"/>
                      <p:cNvPicPr>
                        <a:picLocks noChangeAspect="1"/>
                      </p:cNvPicPr>
                      <p:nvPr/>
                    </p:nvPicPr>
                    <p:blipFill>
                      <a:blip r:embed="rId8"/>
                      <a:stretch>
                        <a:fillRect/>
                      </a:stretch>
                    </p:blipFill>
                    <p:spPr>
                      <a:xfrm>
                        <a:off x="2089150" y="4400550"/>
                        <a:ext cx="5138738" cy="661988"/>
                      </a:xfrm>
                      <a:prstGeom prst="rect">
                        <a:avLst/>
                      </a:prstGeom>
                      <a:noFill/>
                      <a:ln w="9525">
                        <a:noFill/>
                      </a:ln>
                    </p:spPr>
                  </p:pic>
                </p:oleObj>
              </mc:Fallback>
            </mc:AlternateContent>
          </a:graphicData>
        </a:graphic>
      </p:graphicFrame>
      <p:graphicFrame>
        <p:nvGraphicFramePr>
          <p:cNvPr id="155659" name="Object 11"/>
          <p:cNvGraphicFramePr>
            <a:graphicFrameLocks noChangeAspect="1"/>
          </p:cNvGraphicFramePr>
          <p:nvPr/>
        </p:nvGraphicFramePr>
        <p:xfrm>
          <a:off x="2097088" y="5254625"/>
          <a:ext cx="2166937" cy="411163"/>
        </p:xfrm>
        <a:graphic>
          <a:graphicData uri="http://schemas.openxmlformats.org/presentationml/2006/ole">
            <mc:AlternateContent xmlns:mc="http://schemas.openxmlformats.org/markup-compatibility/2006">
              <mc:Choice xmlns:v="urn:schemas-microsoft-com:vml" Requires="v">
                <p:oleObj spid="_x0000_s15366" name="公式" r:id="rId9" imgW="28956000" imgH="5486400" progId="Equation.3">
                  <p:embed/>
                </p:oleObj>
              </mc:Choice>
              <mc:Fallback>
                <p:oleObj name="公式" r:id="rId9" imgW="28956000" imgH="5486400" progId="Equation.3">
                  <p:embed/>
                  <p:pic>
                    <p:nvPicPr>
                      <p:cNvPr id="0" name="Object 11"/>
                      <p:cNvPicPr>
                        <a:picLocks noChangeAspect="1"/>
                      </p:cNvPicPr>
                      <p:nvPr/>
                    </p:nvPicPr>
                    <p:blipFill>
                      <a:blip r:embed="rId10"/>
                      <a:stretch>
                        <a:fillRect/>
                      </a:stretch>
                    </p:blipFill>
                    <p:spPr>
                      <a:xfrm>
                        <a:off x="2097088" y="5254625"/>
                        <a:ext cx="2166937" cy="411163"/>
                      </a:xfrm>
                      <a:prstGeom prst="rect">
                        <a:avLst/>
                      </a:prstGeom>
                      <a:noFill/>
                      <a:ln w="9525">
                        <a:noFill/>
                      </a:ln>
                    </p:spPr>
                  </p:pic>
                </p:oleObj>
              </mc:Fallback>
            </mc:AlternateContent>
          </a:graphicData>
        </a:graphic>
      </p:graphicFrame>
      <p:graphicFrame>
        <p:nvGraphicFramePr>
          <p:cNvPr id="155660" name="Object 12"/>
          <p:cNvGraphicFramePr>
            <a:graphicFrameLocks noChangeAspect="1"/>
          </p:cNvGraphicFramePr>
          <p:nvPr/>
        </p:nvGraphicFramePr>
        <p:xfrm>
          <a:off x="1830388" y="3724275"/>
          <a:ext cx="4632325" cy="619125"/>
        </p:xfrm>
        <a:graphic>
          <a:graphicData uri="http://schemas.openxmlformats.org/presentationml/2006/ole">
            <mc:AlternateContent xmlns:mc="http://schemas.openxmlformats.org/markup-compatibility/2006">
              <mc:Choice xmlns:v="urn:schemas-microsoft-com:vml" Requires="v">
                <p:oleObj spid="_x0000_s15367" name="公式" r:id="rId11" imgW="61569600" imgH="8229600" progId="Equation.3">
                  <p:embed/>
                </p:oleObj>
              </mc:Choice>
              <mc:Fallback>
                <p:oleObj name="公式" r:id="rId11" imgW="61569600" imgH="8229600" progId="Equation.3">
                  <p:embed/>
                  <p:pic>
                    <p:nvPicPr>
                      <p:cNvPr id="0" name="Object 12"/>
                      <p:cNvPicPr>
                        <a:picLocks noChangeAspect="1"/>
                      </p:cNvPicPr>
                      <p:nvPr/>
                    </p:nvPicPr>
                    <p:blipFill>
                      <a:blip r:embed="rId12"/>
                      <a:stretch>
                        <a:fillRect/>
                      </a:stretch>
                    </p:blipFill>
                    <p:spPr>
                      <a:xfrm>
                        <a:off x="1830388" y="3724275"/>
                        <a:ext cx="4632325" cy="619125"/>
                      </a:xfrm>
                      <a:prstGeom prst="rect">
                        <a:avLst/>
                      </a:prstGeom>
                      <a:noFill/>
                      <a:ln w="9525">
                        <a:noFill/>
                      </a:ln>
                    </p:spPr>
                  </p:pic>
                </p:oleObj>
              </mc:Fallback>
            </mc:AlternateContent>
          </a:graphicData>
        </a:graphic>
      </p:graphicFrame>
      <p:sp>
        <p:nvSpPr>
          <p:cNvPr id="155661" name="Text Box 13"/>
          <p:cNvSpPr txBox="1">
            <a:spLocks noChangeArrowheads="1"/>
          </p:cNvSpPr>
          <p:nvPr/>
        </p:nvSpPr>
        <p:spPr bwMode="auto">
          <a:xfrm>
            <a:off x="828675" y="5768975"/>
            <a:ext cx="803275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(3) </a:t>
            </a:r>
            <a:r>
              <a:rPr lang="zh-CN" altLang="en-US" b="1" i="0">
                <a:solidFill>
                  <a:schemeClr val="bg1"/>
                </a:solidFill>
                <a:latin typeface="Times New Roman" panose="02020603050405020304" pitchFamily="18" charset="0"/>
              </a:rPr>
              <a:t>一般来说，功的值与质点运动的路径有关       </a:t>
            </a:r>
            <a:endParaRPr lang="zh-CN" altLang="en-US" b="1" i="0">
              <a:solidFill>
                <a:schemeClr val="bg1"/>
              </a:solidFill>
              <a:latin typeface="Times New Roman" panose="02020603050405020304" pitchFamily="18" charset="0"/>
            </a:endParaRPr>
          </a:p>
        </p:txBody>
      </p:sp>
      <p:sp>
        <p:nvSpPr>
          <p:cNvPr id="155662" name="AutoShape 14"/>
          <p:cNvSpPr>
            <a:spLocks noChangeArrowheads="1"/>
          </p:cNvSpPr>
          <p:nvPr/>
        </p:nvSpPr>
        <p:spPr bwMode="auto">
          <a:xfrm>
            <a:off x="161925" y="20796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5650"/>
                                        </p:tgtEl>
                                        <p:attrNameLst>
                                          <p:attrName>style.visibility</p:attrName>
                                        </p:attrNameLst>
                                      </p:cBhvr>
                                      <p:to>
                                        <p:strVal val="visible"/>
                                      </p:to>
                                    </p:set>
                                    <p:animEffect transition="in" filter="wipe(left)">
                                      <p:cBhvr>
                                        <p:cTn id="7" dur="500"/>
                                        <p:tgtEl>
                                          <p:spTgt spid="1556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5651"/>
                                        </p:tgtEl>
                                        <p:attrNameLst>
                                          <p:attrName>style.visibility</p:attrName>
                                        </p:attrNameLst>
                                      </p:cBhvr>
                                      <p:to>
                                        <p:strVal val="visible"/>
                                      </p:to>
                                    </p:set>
                                    <p:animEffect transition="in" filter="wipe(left)">
                                      <p:cBhvr>
                                        <p:cTn id="12" dur="500"/>
                                        <p:tgtEl>
                                          <p:spTgt spid="15565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5652"/>
                                        </p:tgtEl>
                                        <p:attrNameLst>
                                          <p:attrName>style.visibility</p:attrName>
                                        </p:attrNameLst>
                                      </p:cBhvr>
                                      <p:to>
                                        <p:strVal val="visible"/>
                                      </p:to>
                                    </p:set>
                                    <p:animEffect transition="in" filter="wipe(left)">
                                      <p:cBhvr>
                                        <p:cTn id="17" dur="500"/>
                                        <p:tgtEl>
                                          <p:spTgt spid="15565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55653"/>
                                        </p:tgtEl>
                                        <p:attrNameLst>
                                          <p:attrName>style.visibility</p:attrName>
                                        </p:attrNameLst>
                                      </p:cBhvr>
                                      <p:to>
                                        <p:strVal val="visible"/>
                                      </p:to>
                                    </p:set>
                                    <p:animEffect transition="in" filter="wipe(left)">
                                      <p:cBhvr>
                                        <p:cTn id="22" dur="500"/>
                                        <p:tgtEl>
                                          <p:spTgt spid="15565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55654"/>
                                        </p:tgtEl>
                                        <p:attrNameLst>
                                          <p:attrName>style.visibility</p:attrName>
                                        </p:attrNameLst>
                                      </p:cBhvr>
                                      <p:to>
                                        <p:strVal val="visible"/>
                                      </p:to>
                                    </p:set>
                                    <p:animEffect transition="in" filter="wipe(left)">
                                      <p:cBhvr>
                                        <p:cTn id="27" dur="500"/>
                                        <p:tgtEl>
                                          <p:spTgt spid="15565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55662"/>
                                        </p:tgtEl>
                                        <p:attrNameLst>
                                          <p:attrName>style.visibility</p:attrName>
                                        </p:attrNameLst>
                                      </p:cBhvr>
                                      <p:to>
                                        <p:strVal val="visible"/>
                                      </p:to>
                                    </p:set>
                                    <p:animEffect transition="in" filter="dissolve">
                                      <p:cBhvr>
                                        <p:cTn id="32" dur="1000"/>
                                        <p:tgtEl>
                                          <p:spTgt spid="155662"/>
                                        </p:tgtEl>
                                      </p:cBhvr>
                                    </p:animEffect>
                                  </p:childTnLst>
                                </p:cTn>
                              </p:par>
                            </p:childTnLst>
                          </p:cTn>
                        </p:par>
                        <p:par>
                          <p:cTn id="33" fill="hold">
                            <p:stCondLst>
                              <p:cond delay="1000"/>
                            </p:stCondLst>
                            <p:childTnLst>
                              <p:par>
                                <p:cTn id="34" presetID="22" presetClass="entr" presetSubtype="8" fill="hold" grpId="0" nodeType="afterEffect">
                                  <p:stCondLst>
                                    <p:cond delay="0"/>
                                  </p:stCondLst>
                                  <p:childTnLst>
                                    <p:set>
                                      <p:cBhvr>
                                        <p:cTn id="35" dur="1" fill="hold">
                                          <p:stCondLst>
                                            <p:cond delay="0"/>
                                          </p:stCondLst>
                                        </p:cTn>
                                        <p:tgtEl>
                                          <p:spTgt spid="155655"/>
                                        </p:tgtEl>
                                        <p:attrNameLst>
                                          <p:attrName>style.visibility</p:attrName>
                                        </p:attrNameLst>
                                      </p:cBhvr>
                                      <p:to>
                                        <p:strVal val="visible"/>
                                      </p:to>
                                    </p:set>
                                    <p:animEffect transition="in" filter="wipe(left)">
                                      <p:cBhvr>
                                        <p:cTn id="36" dur="500"/>
                                        <p:tgtEl>
                                          <p:spTgt spid="15565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55656"/>
                                        </p:tgtEl>
                                        <p:attrNameLst>
                                          <p:attrName>style.visibility</p:attrName>
                                        </p:attrNameLst>
                                      </p:cBhvr>
                                      <p:to>
                                        <p:strVal val="visible"/>
                                      </p:to>
                                    </p:set>
                                    <p:animEffect transition="in" filter="wipe(left)">
                                      <p:cBhvr>
                                        <p:cTn id="41" dur="500"/>
                                        <p:tgtEl>
                                          <p:spTgt spid="15565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55657"/>
                                        </p:tgtEl>
                                        <p:attrNameLst>
                                          <p:attrName>style.visibility</p:attrName>
                                        </p:attrNameLst>
                                      </p:cBhvr>
                                      <p:to>
                                        <p:strVal val="visible"/>
                                      </p:to>
                                    </p:set>
                                    <p:animEffect transition="in" filter="wipe(left)">
                                      <p:cBhvr>
                                        <p:cTn id="46" dur="500"/>
                                        <p:tgtEl>
                                          <p:spTgt spid="15565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155660"/>
                                        </p:tgtEl>
                                        <p:attrNameLst>
                                          <p:attrName>style.visibility</p:attrName>
                                        </p:attrNameLst>
                                      </p:cBhvr>
                                      <p:to>
                                        <p:strVal val="visible"/>
                                      </p:to>
                                    </p:set>
                                    <p:animEffect transition="in" filter="wipe(left)">
                                      <p:cBhvr>
                                        <p:cTn id="51" dur="500"/>
                                        <p:tgtEl>
                                          <p:spTgt spid="15566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155658"/>
                                        </p:tgtEl>
                                        <p:attrNameLst>
                                          <p:attrName>style.visibility</p:attrName>
                                        </p:attrNameLst>
                                      </p:cBhvr>
                                      <p:to>
                                        <p:strVal val="visible"/>
                                      </p:to>
                                    </p:set>
                                    <p:animEffect transition="in" filter="wipe(left)">
                                      <p:cBhvr>
                                        <p:cTn id="56" dur="500"/>
                                        <p:tgtEl>
                                          <p:spTgt spid="15565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155659"/>
                                        </p:tgtEl>
                                        <p:attrNameLst>
                                          <p:attrName>style.visibility</p:attrName>
                                        </p:attrNameLst>
                                      </p:cBhvr>
                                      <p:to>
                                        <p:strVal val="visible"/>
                                      </p:to>
                                    </p:set>
                                    <p:animEffect transition="in" filter="wipe(left)">
                                      <p:cBhvr>
                                        <p:cTn id="61" dur="500"/>
                                        <p:tgtEl>
                                          <p:spTgt spid="15565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55661"/>
                                        </p:tgtEl>
                                        <p:attrNameLst>
                                          <p:attrName>style.visibility</p:attrName>
                                        </p:attrNameLst>
                                      </p:cBhvr>
                                      <p:to>
                                        <p:strVal val="visible"/>
                                      </p:to>
                                    </p:set>
                                    <p:animEffect transition="in" filter="wipe(left)">
                                      <p:cBhvr>
                                        <p:cTn id="66" dur="500"/>
                                        <p:tgtEl>
                                          <p:spTgt spid="1556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autoUpdateAnimBg="0"/>
      <p:bldP spid="155652" grpId="0" autoUpdateAnimBg="0"/>
      <p:bldP spid="155655" grpId="0" autoUpdateAnimBg="0"/>
      <p:bldP spid="155656" grpId="0" autoUpdateAnimBg="0"/>
      <p:bldP spid="155657" grpId="0" autoUpdateAnimBg="0"/>
      <p:bldP spid="155661" grpId="0" autoUpdateAnimBg="0"/>
      <p:bldP spid="15566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839788" y="423863"/>
            <a:ext cx="7934325" cy="933450"/>
          </a:xfrm>
          <a:prstGeom prst="rect">
            <a:avLst/>
          </a:prstGeom>
          <a:noFill/>
          <a:ln w="9525">
            <a:noFill/>
            <a:miter lim="800000"/>
          </a:ln>
        </p:spPr>
        <p:txBody>
          <a:bodyPr wrap="none">
            <a:spAutoFit/>
          </a:bodyPr>
          <a:lstStyle/>
          <a:p>
            <a:pPr algn="l">
              <a:lnSpc>
                <a:spcPct val="115000"/>
              </a:lnSpc>
            </a:pPr>
            <a:r>
              <a:rPr lang="zh-CN" altLang="en-US" b="1" i="0">
                <a:solidFill>
                  <a:schemeClr val="bg1"/>
                </a:solidFill>
                <a:latin typeface="宋体" panose="02010600030101010101" pitchFamily="2" charset="-122"/>
              </a:rPr>
              <a:t>质量为</a:t>
            </a:r>
            <a:r>
              <a:rPr lang="en-US" altLang="zh-CN" b="1" i="0">
                <a:solidFill>
                  <a:srgbClr val="FF6600"/>
                </a:solidFill>
                <a:latin typeface="Times New Roman" panose="02020603050405020304" pitchFamily="18" charset="0"/>
              </a:rPr>
              <a:t>10kg </a:t>
            </a:r>
            <a:r>
              <a:rPr lang="zh-CN" altLang="en-US" b="1" i="0">
                <a:solidFill>
                  <a:schemeClr val="bg1"/>
                </a:solidFill>
                <a:latin typeface="宋体" panose="02010600030101010101" pitchFamily="2" charset="-122"/>
              </a:rPr>
              <a:t>的质点，在外力作用下做平面曲线运动，该质</a:t>
            </a:r>
            <a:endParaRPr lang="zh-CN" altLang="en-US" b="1" i="0">
              <a:solidFill>
                <a:schemeClr val="bg1"/>
              </a:solidFill>
              <a:latin typeface="宋体" panose="02010600030101010101" pitchFamily="2" charset="-122"/>
            </a:endParaRPr>
          </a:p>
          <a:p>
            <a:pPr algn="l">
              <a:lnSpc>
                <a:spcPct val="115000"/>
              </a:lnSpc>
            </a:pPr>
            <a:r>
              <a:rPr lang="zh-CN" altLang="en-US" b="1" i="0">
                <a:solidFill>
                  <a:schemeClr val="bg1"/>
                </a:solidFill>
                <a:latin typeface="宋体" panose="02010600030101010101" pitchFamily="2" charset="-122"/>
              </a:rPr>
              <a:t>点的速度为</a:t>
            </a:r>
            <a:endParaRPr lang="zh-CN" altLang="en-US" b="1" i="0">
              <a:solidFill>
                <a:schemeClr val="bg1"/>
              </a:solidFill>
              <a:latin typeface="宋体" panose="02010600030101010101" pitchFamily="2" charset="-122"/>
            </a:endParaRPr>
          </a:p>
        </p:txBody>
      </p:sp>
      <p:graphicFrame>
        <p:nvGraphicFramePr>
          <p:cNvPr id="156675" name="Object 3"/>
          <p:cNvGraphicFramePr>
            <a:graphicFrameLocks noChangeAspect="1"/>
          </p:cNvGraphicFramePr>
          <p:nvPr/>
        </p:nvGraphicFramePr>
        <p:xfrm>
          <a:off x="2636838" y="987425"/>
          <a:ext cx="1968500" cy="431800"/>
        </p:xfrm>
        <a:graphic>
          <a:graphicData uri="http://schemas.openxmlformats.org/presentationml/2006/ole">
            <mc:AlternateContent xmlns:mc="http://schemas.openxmlformats.org/markup-compatibility/2006">
              <mc:Choice xmlns:v="urn:schemas-microsoft-com:vml" Requires="v">
                <p:oleObj spid="_x0000_s16385" name="公式" r:id="rId1" imgW="22250400" imgH="5791200" progId="Equation.3">
                  <p:embed/>
                </p:oleObj>
              </mc:Choice>
              <mc:Fallback>
                <p:oleObj name="公式" r:id="rId1" imgW="22250400" imgH="5791200" progId="Equation.3">
                  <p:embed/>
                  <p:pic>
                    <p:nvPicPr>
                      <p:cNvPr id="0" name="Object 3"/>
                      <p:cNvPicPr>
                        <a:picLocks noChangeAspect="1"/>
                      </p:cNvPicPr>
                      <p:nvPr/>
                    </p:nvPicPr>
                    <p:blipFill>
                      <a:blip r:embed="rId2"/>
                      <a:stretch>
                        <a:fillRect/>
                      </a:stretch>
                    </p:blipFill>
                    <p:spPr>
                      <a:xfrm>
                        <a:off x="2636838" y="987425"/>
                        <a:ext cx="1968500" cy="431800"/>
                      </a:xfrm>
                      <a:prstGeom prst="rect">
                        <a:avLst/>
                      </a:prstGeom>
                      <a:noFill/>
                      <a:ln w="9525">
                        <a:noFill/>
                      </a:ln>
                    </p:spPr>
                  </p:pic>
                </p:oleObj>
              </mc:Fallback>
            </mc:AlternateContent>
          </a:graphicData>
        </a:graphic>
      </p:graphicFrame>
      <p:sp>
        <p:nvSpPr>
          <p:cNvPr id="156676" name="Text Box 4"/>
          <p:cNvSpPr txBox="1">
            <a:spLocks noChangeArrowheads="1"/>
          </p:cNvSpPr>
          <p:nvPr/>
        </p:nvSpPr>
        <p:spPr bwMode="auto">
          <a:xfrm>
            <a:off x="341313" y="2197100"/>
            <a:ext cx="492125"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graphicFrame>
        <p:nvGraphicFramePr>
          <p:cNvPr id="156677" name="Object 5"/>
          <p:cNvGraphicFramePr>
            <a:graphicFrameLocks noChangeAspect="1"/>
          </p:cNvGraphicFramePr>
          <p:nvPr/>
        </p:nvGraphicFramePr>
        <p:xfrm>
          <a:off x="1376363" y="3249613"/>
          <a:ext cx="1598612" cy="730250"/>
        </p:xfrm>
        <a:graphic>
          <a:graphicData uri="http://schemas.openxmlformats.org/presentationml/2006/ole">
            <mc:AlternateContent xmlns:mc="http://schemas.openxmlformats.org/markup-compatibility/2006">
              <mc:Choice xmlns:v="urn:schemas-microsoft-com:vml" Requires="v">
                <p:oleObj spid="_x0000_s16387" name="公式" r:id="rId3" imgW="21336000" imgH="9753600" progId="Equation.3">
                  <p:embed/>
                </p:oleObj>
              </mc:Choice>
              <mc:Fallback>
                <p:oleObj name="公式" r:id="rId3" imgW="21336000" imgH="9753600" progId="Equation.3">
                  <p:embed/>
                  <p:pic>
                    <p:nvPicPr>
                      <p:cNvPr id="0" name="Object 5"/>
                      <p:cNvPicPr>
                        <a:picLocks noChangeAspect="1"/>
                      </p:cNvPicPr>
                      <p:nvPr/>
                    </p:nvPicPr>
                    <p:blipFill>
                      <a:blip r:embed="rId4"/>
                      <a:stretch>
                        <a:fillRect/>
                      </a:stretch>
                    </p:blipFill>
                    <p:spPr>
                      <a:xfrm>
                        <a:off x="1376363" y="3249613"/>
                        <a:ext cx="1598612" cy="730250"/>
                      </a:xfrm>
                      <a:prstGeom prst="rect">
                        <a:avLst/>
                      </a:prstGeom>
                      <a:noFill/>
                      <a:ln w="9525">
                        <a:noFill/>
                      </a:ln>
                    </p:spPr>
                  </p:pic>
                </p:oleObj>
              </mc:Fallback>
            </mc:AlternateContent>
          </a:graphicData>
        </a:graphic>
      </p:graphicFrame>
      <p:graphicFrame>
        <p:nvGraphicFramePr>
          <p:cNvPr id="156678" name="Object 6"/>
          <p:cNvGraphicFramePr>
            <a:graphicFrameLocks noChangeAspect="1"/>
          </p:cNvGraphicFramePr>
          <p:nvPr/>
        </p:nvGraphicFramePr>
        <p:xfrm>
          <a:off x="3941763" y="3475038"/>
          <a:ext cx="1263650" cy="368300"/>
        </p:xfrm>
        <a:graphic>
          <a:graphicData uri="http://schemas.openxmlformats.org/presentationml/2006/ole">
            <mc:AlternateContent xmlns:mc="http://schemas.openxmlformats.org/markup-compatibility/2006">
              <mc:Choice xmlns:v="urn:schemas-microsoft-com:vml" Requires="v">
                <p:oleObj spid="_x0000_s16388" name="公式" r:id="rId5" imgW="16764000" imgH="4876800" progId="Equation.3">
                  <p:embed/>
                </p:oleObj>
              </mc:Choice>
              <mc:Fallback>
                <p:oleObj name="公式" r:id="rId5" imgW="16764000" imgH="4876800" progId="Equation.3">
                  <p:embed/>
                  <p:pic>
                    <p:nvPicPr>
                      <p:cNvPr id="0" name="Object 6"/>
                      <p:cNvPicPr>
                        <a:picLocks noChangeAspect="1"/>
                      </p:cNvPicPr>
                      <p:nvPr/>
                    </p:nvPicPr>
                    <p:blipFill>
                      <a:blip r:embed="rId6"/>
                      <a:stretch>
                        <a:fillRect/>
                      </a:stretch>
                    </p:blipFill>
                    <p:spPr>
                      <a:xfrm>
                        <a:off x="3941763" y="3475038"/>
                        <a:ext cx="1263650" cy="368300"/>
                      </a:xfrm>
                      <a:prstGeom prst="rect">
                        <a:avLst/>
                      </a:prstGeom>
                      <a:noFill/>
                      <a:ln w="9525">
                        <a:noFill/>
                      </a:ln>
                    </p:spPr>
                  </p:pic>
                </p:oleObj>
              </mc:Fallback>
            </mc:AlternateContent>
          </a:graphicData>
        </a:graphic>
      </p:graphicFrame>
      <p:graphicFrame>
        <p:nvGraphicFramePr>
          <p:cNvPr id="156679" name="Object 7"/>
          <p:cNvGraphicFramePr>
            <a:graphicFrameLocks noChangeAspect="1"/>
          </p:cNvGraphicFramePr>
          <p:nvPr/>
        </p:nvGraphicFramePr>
        <p:xfrm>
          <a:off x="1422400" y="4419600"/>
          <a:ext cx="1504950" cy="730250"/>
        </p:xfrm>
        <a:graphic>
          <a:graphicData uri="http://schemas.openxmlformats.org/presentationml/2006/ole">
            <mc:AlternateContent xmlns:mc="http://schemas.openxmlformats.org/markup-compatibility/2006">
              <mc:Choice xmlns:v="urn:schemas-microsoft-com:vml" Requires="v">
                <p:oleObj spid="_x0000_s16389" name="公式" r:id="rId7" imgW="20116800" imgH="9753600" progId="Equation.3">
                  <p:embed/>
                </p:oleObj>
              </mc:Choice>
              <mc:Fallback>
                <p:oleObj name="公式" r:id="rId7" imgW="20116800" imgH="9753600" progId="Equation.3">
                  <p:embed/>
                  <p:pic>
                    <p:nvPicPr>
                      <p:cNvPr id="0" name="Object 7"/>
                      <p:cNvPicPr>
                        <a:picLocks noChangeAspect="1"/>
                      </p:cNvPicPr>
                      <p:nvPr/>
                    </p:nvPicPr>
                    <p:blipFill>
                      <a:blip r:embed="rId8"/>
                      <a:stretch>
                        <a:fillRect/>
                      </a:stretch>
                    </p:blipFill>
                    <p:spPr>
                      <a:xfrm>
                        <a:off x="1422400" y="4419600"/>
                        <a:ext cx="1504950" cy="730250"/>
                      </a:xfrm>
                      <a:prstGeom prst="rect">
                        <a:avLst/>
                      </a:prstGeom>
                      <a:noFill/>
                      <a:ln w="9525">
                        <a:noFill/>
                      </a:ln>
                    </p:spPr>
                  </p:pic>
                </p:oleObj>
              </mc:Fallback>
            </mc:AlternateContent>
          </a:graphicData>
        </a:graphic>
      </p:graphicFrame>
      <p:graphicFrame>
        <p:nvGraphicFramePr>
          <p:cNvPr id="156680" name="Object 8"/>
          <p:cNvGraphicFramePr>
            <a:graphicFrameLocks noChangeAspect="1"/>
          </p:cNvGraphicFramePr>
          <p:nvPr/>
        </p:nvGraphicFramePr>
        <p:xfrm>
          <a:off x="3851275" y="4600575"/>
          <a:ext cx="895350" cy="366713"/>
        </p:xfrm>
        <a:graphic>
          <a:graphicData uri="http://schemas.openxmlformats.org/presentationml/2006/ole">
            <mc:AlternateContent xmlns:mc="http://schemas.openxmlformats.org/markup-compatibility/2006">
              <mc:Choice xmlns:v="urn:schemas-microsoft-com:vml" Requires="v">
                <p:oleObj spid="_x0000_s16390" name="公式" r:id="rId9" imgW="11887200" imgH="4876800" progId="Equation.3">
                  <p:embed/>
                </p:oleObj>
              </mc:Choice>
              <mc:Fallback>
                <p:oleObj name="公式" r:id="rId9" imgW="11887200" imgH="4876800" progId="Equation.3">
                  <p:embed/>
                  <p:pic>
                    <p:nvPicPr>
                      <p:cNvPr id="0" name="Object 8"/>
                      <p:cNvPicPr>
                        <a:picLocks noChangeAspect="1"/>
                      </p:cNvPicPr>
                      <p:nvPr/>
                    </p:nvPicPr>
                    <p:blipFill>
                      <a:blip r:embed="rId10"/>
                      <a:stretch>
                        <a:fillRect/>
                      </a:stretch>
                    </p:blipFill>
                    <p:spPr>
                      <a:xfrm>
                        <a:off x="3851275" y="4600575"/>
                        <a:ext cx="895350" cy="366713"/>
                      </a:xfrm>
                      <a:prstGeom prst="rect">
                        <a:avLst/>
                      </a:prstGeom>
                      <a:noFill/>
                      <a:ln w="9525">
                        <a:noFill/>
                      </a:ln>
                    </p:spPr>
                  </p:pic>
                </p:oleObj>
              </mc:Fallback>
            </mc:AlternateContent>
          </a:graphicData>
        </a:graphic>
      </p:graphicFrame>
      <p:graphicFrame>
        <p:nvGraphicFramePr>
          <p:cNvPr id="156681" name="Object 9"/>
          <p:cNvGraphicFramePr>
            <a:graphicFrameLocks noChangeAspect="1"/>
          </p:cNvGraphicFramePr>
          <p:nvPr/>
        </p:nvGraphicFramePr>
        <p:xfrm>
          <a:off x="1106488" y="2249488"/>
          <a:ext cx="2076450" cy="730250"/>
        </p:xfrm>
        <a:graphic>
          <a:graphicData uri="http://schemas.openxmlformats.org/presentationml/2006/ole">
            <mc:AlternateContent xmlns:mc="http://schemas.openxmlformats.org/markup-compatibility/2006">
              <mc:Choice xmlns:v="urn:schemas-microsoft-com:vml" Requires="v">
                <p:oleObj spid="_x0000_s16391" name="公式" r:id="rId11" imgW="27736800" imgH="9753600" progId="Equation.3">
                  <p:embed/>
                </p:oleObj>
              </mc:Choice>
              <mc:Fallback>
                <p:oleObj name="公式" r:id="rId11" imgW="27736800" imgH="9753600" progId="Equation.3">
                  <p:embed/>
                  <p:pic>
                    <p:nvPicPr>
                      <p:cNvPr id="0" name="Object 9"/>
                      <p:cNvPicPr>
                        <a:picLocks noChangeAspect="1"/>
                      </p:cNvPicPr>
                      <p:nvPr/>
                    </p:nvPicPr>
                    <p:blipFill>
                      <a:blip r:embed="rId12"/>
                      <a:stretch>
                        <a:fillRect/>
                      </a:stretch>
                    </p:blipFill>
                    <p:spPr>
                      <a:xfrm>
                        <a:off x="1106488" y="2249488"/>
                        <a:ext cx="2076450" cy="730250"/>
                      </a:xfrm>
                      <a:prstGeom prst="rect">
                        <a:avLst/>
                      </a:prstGeom>
                      <a:noFill/>
                      <a:ln w="9525">
                        <a:noFill/>
                      </a:ln>
                    </p:spPr>
                  </p:pic>
                </p:oleObj>
              </mc:Fallback>
            </mc:AlternateContent>
          </a:graphicData>
        </a:graphic>
      </p:graphicFrame>
      <p:graphicFrame>
        <p:nvGraphicFramePr>
          <p:cNvPr id="156682" name="Object 10"/>
          <p:cNvGraphicFramePr>
            <a:graphicFrameLocks noChangeAspect="1"/>
          </p:cNvGraphicFramePr>
          <p:nvPr/>
        </p:nvGraphicFramePr>
        <p:xfrm>
          <a:off x="3895725" y="2192338"/>
          <a:ext cx="1857375" cy="757237"/>
        </p:xfrm>
        <a:graphic>
          <a:graphicData uri="http://schemas.openxmlformats.org/presentationml/2006/ole">
            <mc:AlternateContent xmlns:mc="http://schemas.openxmlformats.org/markup-compatibility/2006">
              <mc:Choice xmlns:v="urn:schemas-microsoft-com:vml" Requires="v">
                <p:oleObj spid="_x0000_s16392" name="公式" r:id="rId13" imgW="24688800" imgH="10058400" progId="Equation.3">
                  <p:embed/>
                </p:oleObj>
              </mc:Choice>
              <mc:Fallback>
                <p:oleObj name="公式" r:id="rId13" imgW="24688800" imgH="10058400" progId="Equation.3">
                  <p:embed/>
                  <p:pic>
                    <p:nvPicPr>
                      <p:cNvPr id="0" name="Object 10"/>
                      <p:cNvPicPr>
                        <a:picLocks noChangeAspect="1"/>
                      </p:cNvPicPr>
                      <p:nvPr/>
                    </p:nvPicPr>
                    <p:blipFill>
                      <a:blip r:embed="rId14"/>
                      <a:stretch>
                        <a:fillRect/>
                      </a:stretch>
                    </p:blipFill>
                    <p:spPr>
                      <a:xfrm>
                        <a:off x="3895725" y="2192338"/>
                        <a:ext cx="1857375" cy="757237"/>
                      </a:xfrm>
                      <a:prstGeom prst="rect">
                        <a:avLst/>
                      </a:prstGeom>
                      <a:noFill/>
                      <a:ln w="9525">
                        <a:noFill/>
                      </a:ln>
                    </p:spPr>
                  </p:pic>
                </p:oleObj>
              </mc:Fallback>
            </mc:AlternateContent>
          </a:graphicData>
        </a:graphic>
      </p:graphicFrame>
      <p:graphicFrame>
        <p:nvGraphicFramePr>
          <p:cNvPr id="156683" name="Object 11"/>
          <p:cNvGraphicFramePr>
            <a:graphicFrameLocks noChangeAspect="1"/>
          </p:cNvGraphicFramePr>
          <p:nvPr/>
        </p:nvGraphicFramePr>
        <p:xfrm>
          <a:off x="1817688" y="5678488"/>
          <a:ext cx="2147887" cy="525462"/>
        </p:xfrm>
        <a:graphic>
          <a:graphicData uri="http://schemas.openxmlformats.org/presentationml/2006/ole">
            <mc:AlternateContent xmlns:mc="http://schemas.openxmlformats.org/markup-compatibility/2006">
              <mc:Choice xmlns:v="urn:schemas-microsoft-com:vml" Requires="v">
                <p:oleObj spid="_x0000_s16393" name="公式" r:id="rId15" imgW="28651200" imgH="7010400" progId="Equation.3">
                  <p:embed/>
                </p:oleObj>
              </mc:Choice>
              <mc:Fallback>
                <p:oleObj name="公式" r:id="rId15" imgW="28651200" imgH="7010400" progId="Equation.3">
                  <p:embed/>
                  <p:pic>
                    <p:nvPicPr>
                      <p:cNvPr id="0" name="Object 11"/>
                      <p:cNvPicPr>
                        <a:picLocks noChangeAspect="1"/>
                      </p:cNvPicPr>
                      <p:nvPr/>
                    </p:nvPicPr>
                    <p:blipFill>
                      <a:blip r:embed="rId16"/>
                      <a:stretch>
                        <a:fillRect/>
                      </a:stretch>
                    </p:blipFill>
                    <p:spPr>
                      <a:xfrm>
                        <a:off x="1817688" y="5678488"/>
                        <a:ext cx="2147887" cy="525462"/>
                      </a:xfrm>
                      <a:prstGeom prst="rect">
                        <a:avLst/>
                      </a:prstGeom>
                      <a:noFill/>
                      <a:ln w="9525">
                        <a:noFill/>
                      </a:ln>
                    </p:spPr>
                  </p:pic>
                </p:oleObj>
              </mc:Fallback>
            </mc:AlternateContent>
          </a:graphicData>
        </a:graphic>
      </p:graphicFrame>
      <p:graphicFrame>
        <p:nvGraphicFramePr>
          <p:cNvPr id="156684" name="Object 12"/>
          <p:cNvGraphicFramePr>
            <a:graphicFrameLocks noChangeAspect="1"/>
          </p:cNvGraphicFramePr>
          <p:nvPr/>
        </p:nvGraphicFramePr>
        <p:xfrm>
          <a:off x="4032250" y="5678488"/>
          <a:ext cx="2443163" cy="593725"/>
        </p:xfrm>
        <a:graphic>
          <a:graphicData uri="http://schemas.openxmlformats.org/presentationml/2006/ole">
            <mc:AlternateContent xmlns:mc="http://schemas.openxmlformats.org/markup-compatibility/2006">
              <mc:Choice xmlns:v="urn:schemas-microsoft-com:vml" Requires="v">
                <p:oleObj spid="_x0000_s16394" name="公式" r:id="rId17" imgW="32613600" imgH="7924800" progId="Equation.3">
                  <p:embed/>
                </p:oleObj>
              </mc:Choice>
              <mc:Fallback>
                <p:oleObj name="公式" r:id="rId17" imgW="32613600" imgH="7924800" progId="Equation.3">
                  <p:embed/>
                  <p:pic>
                    <p:nvPicPr>
                      <p:cNvPr id="0" name="Object 12"/>
                      <p:cNvPicPr>
                        <a:picLocks noChangeAspect="1"/>
                      </p:cNvPicPr>
                      <p:nvPr/>
                    </p:nvPicPr>
                    <p:blipFill>
                      <a:blip r:embed="rId18"/>
                      <a:stretch>
                        <a:fillRect/>
                      </a:stretch>
                    </p:blipFill>
                    <p:spPr>
                      <a:xfrm>
                        <a:off x="4032250" y="5678488"/>
                        <a:ext cx="2443163" cy="593725"/>
                      </a:xfrm>
                      <a:prstGeom prst="rect">
                        <a:avLst/>
                      </a:prstGeom>
                      <a:noFill/>
                      <a:ln w="9525">
                        <a:noFill/>
                      </a:ln>
                    </p:spPr>
                  </p:pic>
                </p:oleObj>
              </mc:Fallback>
            </mc:AlternateContent>
          </a:graphicData>
        </a:graphic>
      </p:graphicFrame>
      <p:sp>
        <p:nvSpPr>
          <p:cNvPr id="156685" name="AutoShape 13"/>
          <p:cNvSpPr>
            <a:spLocks noChangeArrowheads="1"/>
          </p:cNvSpPr>
          <p:nvPr/>
        </p:nvSpPr>
        <p:spPr bwMode="auto">
          <a:xfrm>
            <a:off x="3267075" y="3560763"/>
            <a:ext cx="457200" cy="228600"/>
          </a:xfrm>
          <a:prstGeom prst="rightArrow">
            <a:avLst>
              <a:gd name="adj1" fmla="val 50000"/>
              <a:gd name="adj2" fmla="val 50000"/>
            </a:avLst>
          </a:prstGeom>
          <a:solidFill>
            <a:srgbClr val="0000FF">
              <a:alpha val="50195"/>
            </a:srgbClr>
          </a:solidFill>
          <a:ln w="9525">
            <a:solidFill>
              <a:schemeClr val="bg1">
                <a:alpha val="70195"/>
              </a:schemeClr>
            </a:solidFill>
            <a:miter lim="800000"/>
          </a:ln>
        </p:spPr>
        <p:txBody>
          <a:bodyPr wrap="none" anchor="ctr"/>
          <a:lstStyle/>
          <a:p>
            <a:endParaRPr lang="zh-CN" altLang="en-US"/>
          </a:p>
        </p:txBody>
      </p:sp>
      <p:sp>
        <p:nvSpPr>
          <p:cNvPr id="156686" name="AutoShape 14"/>
          <p:cNvSpPr>
            <a:spLocks noChangeArrowheads="1"/>
          </p:cNvSpPr>
          <p:nvPr/>
        </p:nvSpPr>
        <p:spPr bwMode="auto">
          <a:xfrm>
            <a:off x="3205163" y="4686300"/>
            <a:ext cx="457200" cy="228600"/>
          </a:xfrm>
          <a:prstGeom prst="rightArrow">
            <a:avLst>
              <a:gd name="adj1" fmla="val 50000"/>
              <a:gd name="adj2" fmla="val 50000"/>
            </a:avLst>
          </a:prstGeom>
          <a:solidFill>
            <a:srgbClr val="0000FF">
              <a:alpha val="50195"/>
            </a:srgbClr>
          </a:solidFill>
          <a:ln w="9525">
            <a:solidFill>
              <a:schemeClr val="tx1">
                <a:alpha val="70195"/>
              </a:schemeClr>
            </a:solidFill>
            <a:miter lim="800000"/>
          </a:ln>
        </p:spPr>
        <p:txBody>
          <a:bodyPr wrap="none" anchor="ctr"/>
          <a:lstStyle/>
          <a:p>
            <a:endParaRPr lang="zh-CN" altLang="en-US"/>
          </a:p>
        </p:txBody>
      </p:sp>
      <p:sp>
        <p:nvSpPr>
          <p:cNvPr id="156687" name="AutoShape 15"/>
          <p:cNvSpPr>
            <a:spLocks noChangeArrowheads="1"/>
          </p:cNvSpPr>
          <p:nvPr/>
        </p:nvSpPr>
        <p:spPr bwMode="auto">
          <a:xfrm>
            <a:off x="5021263" y="4657725"/>
            <a:ext cx="625475" cy="215900"/>
          </a:xfrm>
          <a:prstGeom prst="rightArrow">
            <a:avLst>
              <a:gd name="adj1" fmla="val 50000"/>
              <a:gd name="adj2" fmla="val 72426"/>
            </a:avLst>
          </a:prstGeom>
          <a:solidFill>
            <a:srgbClr val="0000FF">
              <a:alpha val="50195"/>
            </a:srgbClr>
          </a:solidFill>
          <a:ln w="9525">
            <a:solidFill>
              <a:schemeClr val="tx1">
                <a:alpha val="70195"/>
              </a:schemeClr>
            </a:solidFill>
            <a:miter lim="800000"/>
          </a:ln>
        </p:spPr>
        <p:txBody>
          <a:bodyPr wrap="none" anchor="ctr"/>
          <a:lstStyle/>
          <a:p>
            <a:endParaRPr lang="zh-CN" altLang="en-US"/>
          </a:p>
        </p:txBody>
      </p:sp>
      <p:sp>
        <p:nvSpPr>
          <p:cNvPr id="156688" name="Text Box 16"/>
          <p:cNvSpPr txBox="1">
            <a:spLocks noChangeArrowheads="1"/>
          </p:cNvSpPr>
          <p:nvPr/>
        </p:nvSpPr>
        <p:spPr bwMode="auto">
          <a:xfrm>
            <a:off x="782638" y="1493838"/>
            <a:ext cx="8154987" cy="457200"/>
          </a:xfrm>
          <a:prstGeom prst="rect">
            <a:avLst/>
          </a:prstGeom>
          <a:noFill/>
          <a:ln w="9525">
            <a:noFill/>
            <a:miter lim="800000"/>
          </a:ln>
        </p:spPr>
        <p:txBody>
          <a:bodyPr>
            <a:spAutoFit/>
          </a:bodyPr>
          <a:lstStyle/>
          <a:p>
            <a:pPr algn="l"/>
            <a:r>
              <a:rPr lang="zh-CN" altLang="en-US" b="1" i="0">
                <a:solidFill>
                  <a:schemeClr val="bg1"/>
                </a:solidFill>
                <a:latin typeface="宋体" panose="02010600030101010101" pitchFamily="2" charset="-122"/>
              </a:rPr>
              <a:t>在质点从 </a:t>
            </a:r>
            <a:r>
              <a:rPr lang="en-US" altLang="zh-CN" b="1">
                <a:solidFill>
                  <a:srgbClr val="FF6600"/>
                </a:solidFill>
                <a:latin typeface="Times New Roman" panose="02020603050405020304" pitchFamily="18" charset="0"/>
              </a:rPr>
              <a:t>y </a:t>
            </a:r>
            <a:r>
              <a:rPr lang="en-US" altLang="zh-CN" b="1" i="0">
                <a:solidFill>
                  <a:srgbClr val="FF6600"/>
                </a:solidFill>
                <a:latin typeface="Times New Roman" panose="02020603050405020304" pitchFamily="18" charset="0"/>
              </a:rPr>
              <a:t>= 16m</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到 </a:t>
            </a:r>
            <a:r>
              <a:rPr lang="en-US" altLang="zh-CN" b="1">
                <a:solidFill>
                  <a:srgbClr val="FF6600"/>
                </a:solidFill>
                <a:latin typeface="Times New Roman" panose="02020603050405020304" pitchFamily="18" charset="0"/>
              </a:rPr>
              <a:t>y </a:t>
            </a:r>
            <a:r>
              <a:rPr lang="en-US" altLang="zh-CN" b="1" i="0">
                <a:solidFill>
                  <a:srgbClr val="FF6600"/>
                </a:solidFill>
                <a:latin typeface="Times New Roman" panose="02020603050405020304" pitchFamily="18" charset="0"/>
              </a:rPr>
              <a:t>= 32m</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的过程中，外力做的功。</a:t>
            </a:r>
            <a:endParaRPr lang="zh-CN" altLang="en-US" b="1" i="0">
              <a:solidFill>
                <a:schemeClr val="bg1"/>
              </a:solidFill>
              <a:latin typeface="宋体" panose="02010600030101010101" pitchFamily="2" charset="-122"/>
            </a:endParaRPr>
          </a:p>
        </p:txBody>
      </p:sp>
      <p:sp>
        <p:nvSpPr>
          <p:cNvPr id="156689" name="Rectangle 17"/>
          <p:cNvSpPr>
            <a:spLocks noChangeArrowheads="1"/>
          </p:cNvSpPr>
          <p:nvPr/>
        </p:nvSpPr>
        <p:spPr bwMode="auto">
          <a:xfrm>
            <a:off x="250825" y="1485900"/>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sp>
        <p:nvSpPr>
          <p:cNvPr id="156690" name="Rectangle 18"/>
          <p:cNvSpPr>
            <a:spLocks noChangeArrowheads="1"/>
          </p:cNvSpPr>
          <p:nvPr/>
        </p:nvSpPr>
        <p:spPr bwMode="auto">
          <a:xfrm>
            <a:off x="206375" y="461963"/>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156691" name="Rectangle 19"/>
          <p:cNvSpPr>
            <a:spLocks noChangeArrowheads="1"/>
          </p:cNvSpPr>
          <p:nvPr/>
        </p:nvSpPr>
        <p:spPr bwMode="auto">
          <a:xfrm>
            <a:off x="4481513" y="933450"/>
            <a:ext cx="4305300" cy="457200"/>
          </a:xfrm>
          <a:prstGeom prst="rect">
            <a:avLst/>
          </a:prstGeom>
          <a:noFill/>
          <a:ln w="9525">
            <a:noFill/>
            <a:miter lim="800000"/>
          </a:ln>
        </p:spPr>
        <p:txBody>
          <a:bodyPr>
            <a:spAutoFit/>
          </a:bodyPr>
          <a:lstStyle/>
          <a:p>
            <a:r>
              <a:rPr lang="en-US" altLang="zh-CN" b="1" i="0">
                <a:solidFill>
                  <a:schemeClr val="bg1"/>
                </a:solidFill>
                <a:latin typeface="宋体" panose="02010600030101010101" pitchFamily="2" charset="-122"/>
              </a:rPr>
              <a:t>,</a:t>
            </a:r>
            <a:r>
              <a:rPr lang="zh-CN" altLang="en-US" b="1" i="0">
                <a:solidFill>
                  <a:schemeClr val="bg1"/>
                </a:solidFill>
                <a:latin typeface="宋体" panose="02010600030101010101" pitchFamily="2" charset="-122"/>
              </a:rPr>
              <a:t>开始时质点位于坐标原点。</a:t>
            </a:r>
            <a:endParaRPr lang="zh-CN" altLang="en-US" b="1" i="0">
              <a:solidFill>
                <a:schemeClr val="bg1"/>
              </a:solidFill>
              <a:latin typeface="宋体" panose="02010600030101010101" pitchFamily="2" charset="-122"/>
            </a:endParaRPr>
          </a:p>
        </p:txBody>
      </p:sp>
      <p:graphicFrame>
        <p:nvGraphicFramePr>
          <p:cNvPr id="156692" name="Object 20"/>
          <p:cNvGraphicFramePr>
            <a:graphicFrameLocks noChangeAspect="1"/>
          </p:cNvGraphicFramePr>
          <p:nvPr/>
        </p:nvGraphicFramePr>
        <p:xfrm>
          <a:off x="5989638" y="4265613"/>
          <a:ext cx="1187450" cy="388937"/>
        </p:xfrm>
        <a:graphic>
          <a:graphicData uri="http://schemas.openxmlformats.org/presentationml/2006/ole">
            <mc:AlternateContent xmlns:mc="http://schemas.openxmlformats.org/markup-compatibility/2006">
              <mc:Choice xmlns:v="urn:schemas-microsoft-com:vml" Requires="v">
                <p:oleObj spid="_x0000_s16395" name="公式" r:id="rId19" imgW="15849600" imgH="5181600" progId="Equation.3">
                  <p:embed/>
                </p:oleObj>
              </mc:Choice>
              <mc:Fallback>
                <p:oleObj name="公式" r:id="rId19" imgW="15849600" imgH="5181600" progId="Equation.3">
                  <p:embed/>
                  <p:pic>
                    <p:nvPicPr>
                      <p:cNvPr id="0" name="Object 20"/>
                      <p:cNvPicPr>
                        <a:picLocks noChangeAspect="1"/>
                      </p:cNvPicPr>
                      <p:nvPr/>
                    </p:nvPicPr>
                    <p:blipFill>
                      <a:blip r:embed="rId20"/>
                      <a:stretch>
                        <a:fillRect/>
                      </a:stretch>
                    </p:blipFill>
                    <p:spPr>
                      <a:xfrm>
                        <a:off x="5989638" y="4265613"/>
                        <a:ext cx="1187450" cy="388937"/>
                      </a:xfrm>
                      <a:prstGeom prst="rect">
                        <a:avLst/>
                      </a:prstGeom>
                      <a:noFill/>
                      <a:ln w="9525">
                        <a:noFill/>
                      </a:ln>
                    </p:spPr>
                  </p:pic>
                </p:oleObj>
              </mc:Fallback>
            </mc:AlternateContent>
          </a:graphicData>
        </a:graphic>
      </p:graphicFrame>
      <p:graphicFrame>
        <p:nvGraphicFramePr>
          <p:cNvPr id="156693" name="Object 21"/>
          <p:cNvGraphicFramePr>
            <a:graphicFrameLocks noChangeAspect="1"/>
          </p:cNvGraphicFramePr>
          <p:nvPr/>
        </p:nvGraphicFramePr>
        <p:xfrm>
          <a:off x="7656513" y="4295775"/>
          <a:ext cx="571500" cy="319088"/>
        </p:xfrm>
        <a:graphic>
          <a:graphicData uri="http://schemas.openxmlformats.org/presentationml/2006/ole">
            <mc:AlternateContent xmlns:mc="http://schemas.openxmlformats.org/markup-compatibility/2006">
              <mc:Choice xmlns:v="urn:schemas-microsoft-com:vml" Requires="v">
                <p:oleObj spid="_x0000_s16396" name="公式" r:id="rId21" imgW="7620000" imgH="4267200" progId="Equation.3">
                  <p:embed/>
                </p:oleObj>
              </mc:Choice>
              <mc:Fallback>
                <p:oleObj name="公式" r:id="rId21" imgW="7620000" imgH="4267200" progId="Equation.3">
                  <p:embed/>
                  <p:pic>
                    <p:nvPicPr>
                      <p:cNvPr id="0" name="Object 21"/>
                      <p:cNvPicPr>
                        <a:picLocks noChangeAspect="1"/>
                      </p:cNvPicPr>
                      <p:nvPr/>
                    </p:nvPicPr>
                    <p:blipFill>
                      <a:blip r:embed="rId22"/>
                      <a:stretch>
                        <a:fillRect/>
                      </a:stretch>
                    </p:blipFill>
                    <p:spPr>
                      <a:xfrm>
                        <a:off x="7656513" y="4295775"/>
                        <a:ext cx="571500" cy="319088"/>
                      </a:xfrm>
                      <a:prstGeom prst="rect">
                        <a:avLst/>
                      </a:prstGeom>
                      <a:noFill/>
                      <a:ln w="9525">
                        <a:noFill/>
                      </a:ln>
                    </p:spPr>
                  </p:pic>
                </p:oleObj>
              </mc:Fallback>
            </mc:AlternateContent>
          </a:graphicData>
        </a:graphic>
      </p:graphicFrame>
      <p:graphicFrame>
        <p:nvGraphicFramePr>
          <p:cNvPr id="156694" name="Object 22"/>
          <p:cNvGraphicFramePr>
            <a:graphicFrameLocks noChangeAspect="1"/>
          </p:cNvGraphicFramePr>
          <p:nvPr/>
        </p:nvGraphicFramePr>
        <p:xfrm>
          <a:off x="6011863" y="4795838"/>
          <a:ext cx="1212850" cy="388937"/>
        </p:xfrm>
        <a:graphic>
          <a:graphicData uri="http://schemas.openxmlformats.org/presentationml/2006/ole">
            <mc:AlternateContent xmlns:mc="http://schemas.openxmlformats.org/markup-compatibility/2006">
              <mc:Choice xmlns:v="urn:schemas-microsoft-com:vml" Requires="v">
                <p:oleObj spid="_x0000_s16397" name="公式" r:id="rId23" imgW="16154400" imgH="5181600" progId="Equation.3">
                  <p:embed/>
                </p:oleObj>
              </mc:Choice>
              <mc:Fallback>
                <p:oleObj name="公式" r:id="rId23" imgW="16154400" imgH="5181600" progId="Equation.3">
                  <p:embed/>
                  <p:pic>
                    <p:nvPicPr>
                      <p:cNvPr id="0" name="Object 22"/>
                      <p:cNvPicPr>
                        <a:picLocks noChangeAspect="1"/>
                      </p:cNvPicPr>
                      <p:nvPr/>
                    </p:nvPicPr>
                    <p:blipFill>
                      <a:blip r:embed="rId24"/>
                      <a:stretch>
                        <a:fillRect/>
                      </a:stretch>
                    </p:blipFill>
                    <p:spPr>
                      <a:xfrm>
                        <a:off x="6011863" y="4795838"/>
                        <a:ext cx="1212850" cy="388937"/>
                      </a:xfrm>
                      <a:prstGeom prst="rect">
                        <a:avLst/>
                      </a:prstGeom>
                      <a:noFill/>
                      <a:ln w="9525">
                        <a:noFill/>
                      </a:ln>
                    </p:spPr>
                  </p:pic>
                </p:oleObj>
              </mc:Fallback>
            </mc:AlternateContent>
          </a:graphicData>
        </a:graphic>
      </p:graphicFrame>
      <p:graphicFrame>
        <p:nvGraphicFramePr>
          <p:cNvPr id="156695" name="Object 23"/>
          <p:cNvGraphicFramePr>
            <a:graphicFrameLocks noChangeAspect="1"/>
          </p:cNvGraphicFramePr>
          <p:nvPr/>
        </p:nvGraphicFramePr>
        <p:xfrm>
          <a:off x="7634288" y="4840288"/>
          <a:ext cx="593725" cy="319087"/>
        </p:xfrm>
        <a:graphic>
          <a:graphicData uri="http://schemas.openxmlformats.org/presentationml/2006/ole">
            <mc:AlternateContent xmlns:mc="http://schemas.openxmlformats.org/markup-compatibility/2006">
              <mc:Choice xmlns:v="urn:schemas-microsoft-com:vml" Requires="v">
                <p:oleObj spid="_x0000_s16398" name="公式" r:id="rId25" imgW="7924800" imgH="4267200" progId="Equation.3">
                  <p:embed/>
                </p:oleObj>
              </mc:Choice>
              <mc:Fallback>
                <p:oleObj name="公式" r:id="rId25" imgW="7924800" imgH="4267200" progId="Equation.3">
                  <p:embed/>
                  <p:pic>
                    <p:nvPicPr>
                      <p:cNvPr id="0" name="Object 23"/>
                      <p:cNvPicPr>
                        <a:picLocks noChangeAspect="1"/>
                      </p:cNvPicPr>
                      <p:nvPr/>
                    </p:nvPicPr>
                    <p:blipFill>
                      <a:blip r:embed="rId26"/>
                      <a:stretch>
                        <a:fillRect/>
                      </a:stretch>
                    </p:blipFill>
                    <p:spPr>
                      <a:xfrm>
                        <a:off x="7634288" y="4840288"/>
                        <a:ext cx="593725" cy="319087"/>
                      </a:xfrm>
                      <a:prstGeom prst="rect">
                        <a:avLst/>
                      </a:prstGeom>
                      <a:noFill/>
                      <a:ln w="9525">
                        <a:noFill/>
                      </a:ln>
                    </p:spPr>
                  </p:pic>
                </p:oleObj>
              </mc:Fallback>
            </mc:AlternateContent>
          </a:graphicData>
        </a:graphic>
      </p:graphicFrame>
      <p:sp>
        <p:nvSpPr>
          <p:cNvPr id="156696" name="AutoShape 24"/>
          <p:cNvSpPr/>
          <p:nvPr/>
        </p:nvSpPr>
        <p:spPr bwMode="auto">
          <a:xfrm>
            <a:off x="5870575" y="4300538"/>
            <a:ext cx="215900" cy="792162"/>
          </a:xfrm>
          <a:prstGeom prst="leftBrace">
            <a:avLst>
              <a:gd name="adj1" fmla="val 30576"/>
              <a:gd name="adj2" fmla="val 50000"/>
            </a:avLst>
          </a:prstGeom>
          <a:noFill/>
          <a:ln w="19050">
            <a:solidFill>
              <a:srgbClr val="FFFFFF"/>
            </a:solidFill>
            <a:rou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6690"/>
                                        </p:tgtEl>
                                        <p:attrNameLst>
                                          <p:attrName>style.visibility</p:attrName>
                                        </p:attrNameLst>
                                      </p:cBhvr>
                                      <p:to>
                                        <p:strVal val="visible"/>
                                      </p:to>
                                    </p:set>
                                    <p:animEffect transition="in" filter="wipe(left)">
                                      <p:cBhvr>
                                        <p:cTn id="7" dur="500"/>
                                        <p:tgtEl>
                                          <p:spTgt spid="1566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6674"/>
                                        </p:tgtEl>
                                        <p:attrNameLst>
                                          <p:attrName>style.visibility</p:attrName>
                                        </p:attrNameLst>
                                      </p:cBhvr>
                                      <p:to>
                                        <p:strVal val="visible"/>
                                      </p:to>
                                    </p:set>
                                    <p:animEffect transition="in" filter="wipe(left)">
                                      <p:cBhvr>
                                        <p:cTn id="12" dur="500"/>
                                        <p:tgtEl>
                                          <p:spTgt spid="15667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56675"/>
                                        </p:tgtEl>
                                        <p:attrNameLst>
                                          <p:attrName>style.visibility</p:attrName>
                                        </p:attrNameLst>
                                      </p:cBhvr>
                                      <p:to>
                                        <p:strVal val="visible"/>
                                      </p:to>
                                    </p:set>
                                    <p:animEffect transition="in" filter="wipe(left)">
                                      <p:cBhvr>
                                        <p:cTn id="16" dur="500"/>
                                        <p:tgtEl>
                                          <p:spTgt spid="15667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56691"/>
                                        </p:tgtEl>
                                        <p:attrNameLst>
                                          <p:attrName>style.visibility</p:attrName>
                                        </p:attrNameLst>
                                      </p:cBhvr>
                                      <p:to>
                                        <p:strVal val="visible"/>
                                      </p:to>
                                    </p:set>
                                    <p:animEffect transition="in" filter="wipe(left)">
                                      <p:cBhvr>
                                        <p:cTn id="20" dur="500"/>
                                        <p:tgtEl>
                                          <p:spTgt spid="15669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6689"/>
                                        </p:tgtEl>
                                        <p:attrNameLst>
                                          <p:attrName>style.visibility</p:attrName>
                                        </p:attrNameLst>
                                      </p:cBhvr>
                                      <p:to>
                                        <p:strVal val="visible"/>
                                      </p:to>
                                    </p:set>
                                    <p:animEffect transition="in" filter="wipe(left)">
                                      <p:cBhvr>
                                        <p:cTn id="25" dur="500"/>
                                        <p:tgtEl>
                                          <p:spTgt spid="15668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6688"/>
                                        </p:tgtEl>
                                        <p:attrNameLst>
                                          <p:attrName>style.visibility</p:attrName>
                                        </p:attrNameLst>
                                      </p:cBhvr>
                                      <p:to>
                                        <p:strVal val="visible"/>
                                      </p:to>
                                    </p:set>
                                    <p:animEffect transition="in" filter="wipe(left)">
                                      <p:cBhvr>
                                        <p:cTn id="30" dur="500"/>
                                        <p:tgtEl>
                                          <p:spTgt spid="15668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6676"/>
                                        </p:tgtEl>
                                        <p:attrNameLst>
                                          <p:attrName>style.visibility</p:attrName>
                                        </p:attrNameLst>
                                      </p:cBhvr>
                                      <p:to>
                                        <p:strVal val="visible"/>
                                      </p:to>
                                    </p:set>
                                    <p:animEffect transition="in" filter="wipe(left)">
                                      <p:cBhvr>
                                        <p:cTn id="35" dur="500"/>
                                        <p:tgtEl>
                                          <p:spTgt spid="15667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6681"/>
                                        </p:tgtEl>
                                        <p:attrNameLst>
                                          <p:attrName>style.visibility</p:attrName>
                                        </p:attrNameLst>
                                      </p:cBhvr>
                                      <p:to>
                                        <p:strVal val="visible"/>
                                      </p:to>
                                    </p:set>
                                    <p:animEffect transition="in" filter="wipe(left)">
                                      <p:cBhvr>
                                        <p:cTn id="40" dur="500"/>
                                        <p:tgtEl>
                                          <p:spTgt spid="156681"/>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156682"/>
                                        </p:tgtEl>
                                        <p:attrNameLst>
                                          <p:attrName>style.visibility</p:attrName>
                                        </p:attrNameLst>
                                      </p:cBhvr>
                                      <p:to>
                                        <p:strVal val="visible"/>
                                      </p:to>
                                    </p:set>
                                    <p:animEffect transition="in" filter="wipe(left)">
                                      <p:cBhvr>
                                        <p:cTn id="45" dur="500"/>
                                        <p:tgtEl>
                                          <p:spTgt spid="156682"/>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56677"/>
                                        </p:tgtEl>
                                        <p:attrNameLst>
                                          <p:attrName>style.visibility</p:attrName>
                                        </p:attrNameLst>
                                      </p:cBhvr>
                                      <p:to>
                                        <p:strVal val="visible"/>
                                      </p:to>
                                    </p:set>
                                    <p:animEffect transition="in" filter="wipe(left)">
                                      <p:cBhvr>
                                        <p:cTn id="50" dur="500"/>
                                        <p:tgtEl>
                                          <p:spTgt spid="156677"/>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56685"/>
                                        </p:tgtEl>
                                        <p:attrNameLst>
                                          <p:attrName>style.visibility</p:attrName>
                                        </p:attrNameLst>
                                      </p:cBhvr>
                                      <p:to>
                                        <p:strVal val="visible"/>
                                      </p:to>
                                    </p:set>
                                    <p:animEffect transition="in" filter="wipe(left)">
                                      <p:cBhvr>
                                        <p:cTn id="55" dur="500"/>
                                        <p:tgtEl>
                                          <p:spTgt spid="15668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56678"/>
                                        </p:tgtEl>
                                        <p:attrNameLst>
                                          <p:attrName>style.visibility</p:attrName>
                                        </p:attrNameLst>
                                      </p:cBhvr>
                                      <p:to>
                                        <p:strVal val="visible"/>
                                      </p:to>
                                    </p:set>
                                    <p:animEffect transition="in" filter="wipe(left)">
                                      <p:cBhvr>
                                        <p:cTn id="60" dur="500"/>
                                        <p:tgtEl>
                                          <p:spTgt spid="15667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56679"/>
                                        </p:tgtEl>
                                        <p:attrNameLst>
                                          <p:attrName>style.visibility</p:attrName>
                                        </p:attrNameLst>
                                      </p:cBhvr>
                                      <p:to>
                                        <p:strVal val="visible"/>
                                      </p:to>
                                    </p:set>
                                    <p:animEffect transition="in" filter="wipe(left)">
                                      <p:cBhvr>
                                        <p:cTn id="65" dur="500"/>
                                        <p:tgtEl>
                                          <p:spTgt spid="15667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56686"/>
                                        </p:tgtEl>
                                        <p:attrNameLst>
                                          <p:attrName>style.visibility</p:attrName>
                                        </p:attrNameLst>
                                      </p:cBhvr>
                                      <p:to>
                                        <p:strVal val="visible"/>
                                      </p:to>
                                    </p:set>
                                    <p:animEffect transition="in" filter="wipe(left)">
                                      <p:cBhvr>
                                        <p:cTn id="70" dur="500"/>
                                        <p:tgtEl>
                                          <p:spTgt spid="156686"/>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56680"/>
                                        </p:tgtEl>
                                        <p:attrNameLst>
                                          <p:attrName>style.visibility</p:attrName>
                                        </p:attrNameLst>
                                      </p:cBhvr>
                                      <p:to>
                                        <p:strVal val="visible"/>
                                      </p:to>
                                    </p:set>
                                    <p:animEffect transition="in" filter="wipe(left)">
                                      <p:cBhvr>
                                        <p:cTn id="75" dur="500"/>
                                        <p:tgtEl>
                                          <p:spTgt spid="156680"/>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156687"/>
                                        </p:tgtEl>
                                        <p:attrNameLst>
                                          <p:attrName>style.visibility</p:attrName>
                                        </p:attrNameLst>
                                      </p:cBhvr>
                                      <p:to>
                                        <p:strVal val="visible"/>
                                      </p:to>
                                    </p:set>
                                    <p:animEffect transition="in" filter="wipe(left)">
                                      <p:cBhvr>
                                        <p:cTn id="80" dur="500"/>
                                        <p:tgtEl>
                                          <p:spTgt spid="15668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156696"/>
                                        </p:tgtEl>
                                        <p:attrNameLst>
                                          <p:attrName>style.visibility</p:attrName>
                                        </p:attrNameLst>
                                      </p:cBhvr>
                                      <p:to>
                                        <p:strVal val="visible"/>
                                      </p:to>
                                    </p:set>
                                    <p:animEffect transition="in" filter="wipe(up)">
                                      <p:cBhvr>
                                        <p:cTn id="85" dur="1000"/>
                                        <p:tgtEl>
                                          <p:spTgt spid="15669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56692"/>
                                        </p:tgtEl>
                                        <p:attrNameLst>
                                          <p:attrName>style.visibility</p:attrName>
                                        </p:attrNameLst>
                                      </p:cBhvr>
                                      <p:to>
                                        <p:strVal val="visible"/>
                                      </p:to>
                                    </p:set>
                                    <p:animEffect transition="in" filter="wipe(left)">
                                      <p:cBhvr>
                                        <p:cTn id="90" dur="500"/>
                                        <p:tgtEl>
                                          <p:spTgt spid="15669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56693"/>
                                        </p:tgtEl>
                                        <p:attrNameLst>
                                          <p:attrName>style.visibility</p:attrName>
                                        </p:attrNameLst>
                                      </p:cBhvr>
                                      <p:to>
                                        <p:strVal val="visible"/>
                                      </p:to>
                                    </p:set>
                                    <p:animEffect transition="in" filter="wipe(left)">
                                      <p:cBhvr>
                                        <p:cTn id="95" dur="500"/>
                                        <p:tgtEl>
                                          <p:spTgt spid="15669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156694"/>
                                        </p:tgtEl>
                                        <p:attrNameLst>
                                          <p:attrName>style.visibility</p:attrName>
                                        </p:attrNameLst>
                                      </p:cBhvr>
                                      <p:to>
                                        <p:strVal val="visible"/>
                                      </p:to>
                                    </p:set>
                                    <p:animEffect transition="in" filter="wipe(left)">
                                      <p:cBhvr>
                                        <p:cTn id="100" dur="500"/>
                                        <p:tgtEl>
                                          <p:spTgt spid="156694"/>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nodeType="clickEffect">
                                  <p:stCondLst>
                                    <p:cond delay="0"/>
                                  </p:stCondLst>
                                  <p:childTnLst>
                                    <p:set>
                                      <p:cBhvr>
                                        <p:cTn id="104" dur="1" fill="hold">
                                          <p:stCondLst>
                                            <p:cond delay="0"/>
                                          </p:stCondLst>
                                        </p:cTn>
                                        <p:tgtEl>
                                          <p:spTgt spid="156695"/>
                                        </p:tgtEl>
                                        <p:attrNameLst>
                                          <p:attrName>style.visibility</p:attrName>
                                        </p:attrNameLst>
                                      </p:cBhvr>
                                      <p:to>
                                        <p:strVal val="visible"/>
                                      </p:to>
                                    </p:set>
                                    <p:animEffect transition="in" filter="wipe(left)">
                                      <p:cBhvr>
                                        <p:cTn id="105" dur="500"/>
                                        <p:tgtEl>
                                          <p:spTgt spid="156695"/>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nodeType="clickEffect">
                                  <p:stCondLst>
                                    <p:cond delay="0"/>
                                  </p:stCondLst>
                                  <p:childTnLst>
                                    <p:set>
                                      <p:cBhvr>
                                        <p:cTn id="109" dur="1" fill="hold">
                                          <p:stCondLst>
                                            <p:cond delay="0"/>
                                          </p:stCondLst>
                                        </p:cTn>
                                        <p:tgtEl>
                                          <p:spTgt spid="156683"/>
                                        </p:tgtEl>
                                        <p:attrNameLst>
                                          <p:attrName>style.visibility</p:attrName>
                                        </p:attrNameLst>
                                      </p:cBhvr>
                                      <p:to>
                                        <p:strVal val="visible"/>
                                      </p:to>
                                    </p:set>
                                    <p:animEffect transition="in" filter="wipe(left)">
                                      <p:cBhvr>
                                        <p:cTn id="110" dur="500"/>
                                        <p:tgtEl>
                                          <p:spTgt spid="156683"/>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156684"/>
                                        </p:tgtEl>
                                        <p:attrNameLst>
                                          <p:attrName>style.visibility</p:attrName>
                                        </p:attrNameLst>
                                      </p:cBhvr>
                                      <p:to>
                                        <p:strVal val="visible"/>
                                      </p:to>
                                    </p:set>
                                    <p:animEffect transition="in" filter="wipe(left)">
                                      <p:cBhvr>
                                        <p:cTn id="115" dur="500"/>
                                        <p:tgtEl>
                                          <p:spTgt spid="1566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autoUpdateAnimBg="0"/>
      <p:bldP spid="156676" grpId="0" autoUpdateAnimBg="0"/>
      <p:bldP spid="156685" grpId="0" animBg="1"/>
      <p:bldP spid="156686" grpId="0" animBg="1"/>
      <p:bldP spid="156687" grpId="0" animBg="1"/>
      <p:bldP spid="156688" grpId="0" autoUpdateAnimBg="0"/>
      <p:bldP spid="156689" grpId="0" autoUpdateAnimBg="0"/>
      <p:bldP spid="156690" grpId="0" autoUpdateAnimBg="0"/>
      <p:bldP spid="156691" grpId="0" autoUpdateAnimBg="0"/>
      <p:bldP spid="15669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ChangeArrowheads="1"/>
          </p:cNvSpPr>
          <p:nvPr/>
        </p:nvSpPr>
        <p:spPr bwMode="auto">
          <a:xfrm>
            <a:off x="165100" y="458788"/>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157699" name="Text Box 3"/>
          <p:cNvSpPr txBox="1">
            <a:spLocks noChangeArrowheads="1"/>
          </p:cNvSpPr>
          <p:nvPr/>
        </p:nvSpPr>
        <p:spPr bwMode="auto">
          <a:xfrm>
            <a:off x="649288" y="458788"/>
            <a:ext cx="8108950" cy="933450"/>
          </a:xfrm>
          <a:prstGeom prst="rect">
            <a:avLst/>
          </a:prstGeom>
          <a:noFill/>
          <a:ln w="9525">
            <a:noFill/>
            <a:miter lim="800000"/>
          </a:ln>
        </p:spPr>
        <p:txBody>
          <a:bodyPr>
            <a:spAutoFit/>
          </a:bodyPr>
          <a:lstStyle/>
          <a:p>
            <a:pPr algn="l">
              <a:lnSpc>
                <a:spcPct val="115000"/>
              </a:lnSpc>
            </a:pPr>
            <a:r>
              <a:rPr kumimoji="0" lang="zh-CN" altLang="en-US" b="1" i="0">
                <a:latin typeface="宋体" panose="02010600030101010101" pitchFamily="2" charset="-122"/>
              </a:rPr>
              <a:t>质量为 </a:t>
            </a:r>
            <a:r>
              <a:rPr kumimoji="0" lang="en-US" altLang="zh-CN" b="1" i="0">
                <a:solidFill>
                  <a:srgbClr val="FF6600"/>
                </a:solidFill>
                <a:latin typeface="Times New Roman" panose="02020603050405020304" pitchFamily="18" charset="0"/>
              </a:rPr>
              <a:t>5.0kg </a:t>
            </a:r>
            <a:r>
              <a:rPr kumimoji="0" lang="zh-CN" altLang="en-US" b="1" i="0">
                <a:latin typeface="宋体" panose="02010600030101010101" pitchFamily="2" charset="-122"/>
              </a:rPr>
              <a:t>的木块，仅受一变力的作用，在光滑的水平面上作直线运动，力随位置的变化如图所示。</a:t>
            </a:r>
            <a:endParaRPr kumimoji="0" lang="zh-CN" altLang="en-US" b="1" i="0">
              <a:latin typeface="宋体" panose="02010600030101010101" pitchFamily="2" charset="-122"/>
            </a:endParaRPr>
          </a:p>
        </p:txBody>
      </p:sp>
      <p:sp>
        <p:nvSpPr>
          <p:cNvPr id="157700" name="Text Box 4"/>
          <p:cNvSpPr txBox="1">
            <a:spLocks noChangeArrowheads="1"/>
          </p:cNvSpPr>
          <p:nvPr/>
        </p:nvSpPr>
        <p:spPr bwMode="auto">
          <a:xfrm>
            <a:off x="701675" y="1428750"/>
            <a:ext cx="7966075" cy="933450"/>
          </a:xfrm>
          <a:prstGeom prst="rect">
            <a:avLst/>
          </a:prstGeom>
          <a:noFill/>
          <a:ln w="9525">
            <a:noFill/>
            <a:miter lim="800000"/>
          </a:ln>
        </p:spPr>
        <p:txBody>
          <a:bodyPr>
            <a:spAutoFit/>
          </a:bodyPr>
          <a:lstStyle/>
          <a:p>
            <a:pPr algn="l">
              <a:lnSpc>
                <a:spcPct val="115000"/>
              </a:lnSpc>
            </a:pPr>
            <a:r>
              <a:rPr kumimoji="0" lang="zh-CN" altLang="en-US" b="1" i="0">
                <a:latin typeface="宋体" panose="02010600030101010101" pitchFamily="2" charset="-122"/>
              </a:rPr>
              <a:t>木块从原点运动到 </a:t>
            </a:r>
            <a:r>
              <a:rPr kumimoji="0" lang="en-US" altLang="zh-CN" b="1">
                <a:solidFill>
                  <a:srgbClr val="FF6600"/>
                </a:solidFill>
                <a:latin typeface="Times New Roman" panose="02020603050405020304" pitchFamily="18" charset="0"/>
              </a:rPr>
              <a:t>x</a:t>
            </a:r>
            <a:r>
              <a:rPr kumimoji="0" lang="en-US" altLang="zh-CN" b="1" i="0">
                <a:solidFill>
                  <a:srgbClr val="FF6600"/>
                </a:solidFill>
                <a:latin typeface="Times New Roman" panose="02020603050405020304" pitchFamily="18" charset="0"/>
              </a:rPr>
              <a:t>= 8.0m </a:t>
            </a:r>
            <a:r>
              <a:rPr kumimoji="0" lang="zh-CN" altLang="en-US" b="1" i="0">
                <a:latin typeface="Times New Roman" panose="02020603050405020304" pitchFamily="18" charset="0"/>
              </a:rPr>
              <a:t>处，作用于木块的力所作之功为多少？</a:t>
            </a:r>
            <a:endParaRPr kumimoji="0" lang="zh-CN" altLang="en-US" b="1" i="0">
              <a:latin typeface="Times New Roman" panose="02020603050405020304" pitchFamily="18" charset="0"/>
            </a:endParaRPr>
          </a:p>
        </p:txBody>
      </p:sp>
      <p:sp>
        <p:nvSpPr>
          <p:cNvPr id="157701" name="Rectangle 5"/>
          <p:cNvSpPr>
            <a:spLocks noChangeArrowheads="1"/>
          </p:cNvSpPr>
          <p:nvPr/>
        </p:nvSpPr>
        <p:spPr bwMode="auto">
          <a:xfrm>
            <a:off x="176213" y="1428750"/>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grpSp>
        <p:nvGrpSpPr>
          <p:cNvPr id="2" name="Group 6"/>
          <p:cNvGrpSpPr/>
          <p:nvPr/>
        </p:nvGrpSpPr>
        <p:grpSpPr bwMode="auto">
          <a:xfrm>
            <a:off x="4841875" y="2070100"/>
            <a:ext cx="3917950" cy="2754313"/>
            <a:chOff x="3135" y="998"/>
            <a:chExt cx="2468" cy="1735"/>
          </a:xfrm>
        </p:grpSpPr>
        <p:sp>
          <p:nvSpPr>
            <p:cNvPr id="17423" name="Line 7"/>
            <p:cNvSpPr>
              <a:spLocks noChangeShapeType="1"/>
            </p:cNvSpPr>
            <p:nvPr/>
          </p:nvSpPr>
          <p:spPr bwMode="auto">
            <a:xfrm>
              <a:off x="3543" y="2188"/>
              <a:ext cx="1886" cy="0"/>
            </a:xfrm>
            <a:prstGeom prst="line">
              <a:avLst/>
            </a:prstGeom>
            <a:noFill/>
            <a:ln w="19050">
              <a:solidFill>
                <a:srgbClr val="3333CC"/>
              </a:solidFill>
              <a:round/>
              <a:tailEnd type="stealth" w="lg" len="lg"/>
            </a:ln>
          </p:spPr>
          <p:txBody>
            <a:bodyPr/>
            <a:lstStyle/>
            <a:p>
              <a:endParaRPr lang="zh-CN" altLang="en-US"/>
            </a:p>
          </p:txBody>
        </p:sp>
        <p:sp>
          <p:nvSpPr>
            <p:cNvPr id="17424" name="Line 8"/>
            <p:cNvSpPr>
              <a:spLocks noChangeShapeType="1"/>
            </p:cNvSpPr>
            <p:nvPr/>
          </p:nvSpPr>
          <p:spPr bwMode="auto">
            <a:xfrm>
              <a:off x="3543" y="1063"/>
              <a:ext cx="0" cy="1670"/>
            </a:xfrm>
            <a:prstGeom prst="line">
              <a:avLst/>
            </a:prstGeom>
            <a:noFill/>
            <a:ln w="19050">
              <a:solidFill>
                <a:srgbClr val="3333CC"/>
              </a:solidFill>
              <a:round/>
              <a:headEnd type="stealth" w="lg" len="lg"/>
              <a:tailEnd type="none" w="lg" len="lg"/>
            </a:ln>
          </p:spPr>
          <p:txBody>
            <a:bodyPr/>
            <a:lstStyle/>
            <a:p>
              <a:endParaRPr lang="zh-CN" altLang="en-US"/>
            </a:p>
          </p:txBody>
        </p:sp>
        <p:sp>
          <p:nvSpPr>
            <p:cNvPr id="17425" name="Line 9"/>
            <p:cNvSpPr>
              <a:spLocks noChangeShapeType="1"/>
            </p:cNvSpPr>
            <p:nvPr/>
          </p:nvSpPr>
          <p:spPr bwMode="auto">
            <a:xfrm>
              <a:off x="3543" y="1861"/>
              <a:ext cx="36" cy="0"/>
            </a:xfrm>
            <a:prstGeom prst="line">
              <a:avLst/>
            </a:prstGeom>
            <a:noFill/>
            <a:ln w="9525">
              <a:solidFill>
                <a:schemeClr val="tx1"/>
              </a:solidFill>
              <a:round/>
            </a:ln>
          </p:spPr>
          <p:txBody>
            <a:bodyPr/>
            <a:lstStyle/>
            <a:p>
              <a:endParaRPr lang="zh-CN" altLang="en-US"/>
            </a:p>
          </p:txBody>
        </p:sp>
        <p:sp>
          <p:nvSpPr>
            <p:cNvPr id="17426" name="Line 10"/>
            <p:cNvSpPr>
              <a:spLocks noChangeShapeType="1"/>
            </p:cNvSpPr>
            <p:nvPr/>
          </p:nvSpPr>
          <p:spPr bwMode="auto">
            <a:xfrm>
              <a:off x="3543" y="1498"/>
              <a:ext cx="36" cy="0"/>
            </a:xfrm>
            <a:prstGeom prst="line">
              <a:avLst/>
            </a:prstGeom>
            <a:noFill/>
            <a:ln w="9525">
              <a:solidFill>
                <a:schemeClr val="tx1"/>
              </a:solidFill>
              <a:round/>
            </a:ln>
          </p:spPr>
          <p:txBody>
            <a:bodyPr/>
            <a:lstStyle/>
            <a:p>
              <a:endParaRPr lang="zh-CN" altLang="en-US"/>
            </a:p>
          </p:txBody>
        </p:sp>
        <p:sp>
          <p:nvSpPr>
            <p:cNvPr id="17427" name="Line 11"/>
            <p:cNvSpPr>
              <a:spLocks noChangeShapeType="1"/>
            </p:cNvSpPr>
            <p:nvPr/>
          </p:nvSpPr>
          <p:spPr bwMode="auto">
            <a:xfrm>
              <a:off x="3543" y="2515"/>
              <a:ext cx="36" cy="0"/>
            </a:xfrm>
            <a:prstGeom prst="line">
              <a:avLst/>
            </a:prstGeom>
            <a:noFill/>
            <a:ln w="9525">
              <a:solidFill>
                <a:schemeClr val="tx1"/>
              </a:solidFill>
              <a:round/>
            </a:ln>
          </p:spPr>
          <p:txBody>
            <a:bodyPr/>
            <a:lstStyle/>
            <a:p>
              <a:endParaRPr lang="zh-CN" altLang="en-US"/>
            </a:p>
          </p:txBody>
        </p:sp>
        <p:sp>
          <p:nvSpPr>
            <p:cNvPr id="17428" name="Text Box 12"/>
            <p:cNvSpPr txBox="1">
              <a:spLocks noChangeArrowheads="1"/>
            </p:cNvSpPr>
            <p:nvPr/>
          </p:nvSpPr>
          <p:spPr bwMode="auto">
            <a:xfrm>
              <a:off x="3334" y="2423"/>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-5</a:t>
              </a:r>
              <a:endParaRPr kumimoji="0" lang="en-US" altLang="zh-CN" sz="2000" b="1" i="0">
                <a:latin typeface="Times New Roman" panose="02020603050405020304" pitchFamily="18" charset="0"/>
              </a:endParaRPr>
            </a:p>
          </p:txBody>
        </p:sp>
        <p:sp>
          <p:nvSpPr>
            <p:cNvPr id="17429" name="Text Box 13"/>
            <p:cNvSpPr txBox="1">
              <a:spLocks noChangeArrowheads="1"/>
            </p:cNvSpPr>
            <p:nvPr/>
          </p:nvSpPr>
          <p:spPr bwMode="auto">
            <a:xfrm>
              <a:off x="3390" y="1770"/>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5</a:t>
              </a:r>
              <a:endParaRPr kumimoji="0" lang="en-US" altLang="zh-CN" sz="2000" b="1" i="0">
                <a:latin typeface="Times New Roman" panose="02020603050405020304" pitchFamily="18" charset="0"/>
              </a:endParaRPr>
            </a:p>
          </p:txBody>
        </p:sp>
        <p:sp>
          <p:nvSpPr>
            <p:cNvPr id="17430" name="Text Box 14"/>
            <p:cNvSpPr txBox="1">
              <a:spLocks noChangeArrowheads="1"/>
            </p:cNvSpPr>
            <p:nvPr/>
          </p:nvSpPr>
          <p:spPr bwMode="auto">
            <a:xfrm>
              <a:off x="3305" y="1407"/>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10</a:t>
              </a:r>
              <a:endParaRPr kumimoji="0" lang="en-US" altLang="zh-CN" sz="2000" b="1" i="0">
                <a:latin typeface="Times New Roman" panose="02020603050405020304" pitchFamily="18" charset="0"/>
              </a:endParaRPr>
            </a:p>
          </p:txBody>
        </p:sp>
        <p:sp>
          <p:nvSpPr>
            <p:cNvPr id="17431" name="Text Box 15"/>
            <p:cNvSpPr txBox="1">
              <a:spLocks noChangeArrowheads="1"/>
            </p:cNvSpPr>
            <p:nvPr/>
          </p:nvSpPr>
          <p:spPr bwMode="auto">
            <a:xfrm>
              <a:off x="3390" y="2079"/>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0</a:t>
              </a:r>
              <a:endParaRPr kumimoji="0" lang="en-US" altLang="zh-CN" sz="2000" b="1" i="0">
                <a:latin typeface="Times New Roman" panose="02020603050405020304" pitchFamily="18" charset="0"/>
              </a:endParaRPr>
            </a:p>
          </p:txBody>
        </p:sp>
        <p:sp>
          <p:nvSpPr>
            <p:cNvPr id="17432" name="Line 16"/>
            <p:cNvSpPr>
              <a:spLocks noChangeShapeType="1"/>
            </p:cNvSpPr>
            <p:nvPr/>
          </p:nvSpPr>
          <p:spPr bwMode="auto">
            <a:xfrm>
              <a:off x="3833" y="2152"/>
              <a:ext cx="0" cy="36"/>
            </a:xfrm>
            <a:prstGeom prst="line">
              <a:avLst/>
            </a:prstGeom>
            <a:noFill/>
            <a:ln w="9525">
              <a:solidFill>
                <a:schemeClr val="tx1"/>
              </a:solidFill>
              <a:round/>
            </a:ln>
          </p:spPr>
          <p:txBody>
            <a:bodyPr/>
            <a:lstStyle/>
            <a:p>
              <a:endParaRPr lang="zh-CN" altLang="en-US"/>
            </a:p>
          </p:txBody>
        </p:sp>
        <p:sp>
          <p:nvSpPr>
            <p:cNvPr id="17433" name="Line 17"/>
            <p:cNvSpPr>
              <a:spLocks noChangeShapeType="1"/>
            </p:cNvSpPr>
            <p:nvPr/>
          </p:nvSpPr>
          <p:spPr bwMode="auto">
            <a:xfrm>
              <a:off x="4124" y="2152"/>
              <a:ext cx="0" cy="36"/>
            </a:xfrm>
            <a:prstGeom prst="line">
              <a:avLst/>
            </a:prstGeom>
            <a:noFill/>
            <a:ln w="9525">
              <a:solidFill>
                <a:schemeClr val="tx1"/>
              </a:solidFill>
              <a:round/>
            </a:ln>
          </p:spPr>
          <p:txBody>
            <a:bodyPr/>
            <a:lstStyle/>
            <a:p>
              <a:endParaRPr lang="zh-CN" altLang="en-US"/>
            </a:p>
          </p:txBody>
        </p:sp>
        <p:sp>
          <p:nvSpPr>
            <p:cNvPr id="17434" name="Line 18"/>
            <p:cNvSpPr>
              <a:spLocks noChangeShapeType="1"/>
            </p:cNvSpPr>
            <p:nvPr/>
          </p:nvSpPr>
          <p:spPr bwMode="auto">
            <a:xfrm>
              <a:off x="4414" y="2152"/>
              <a:ext cx="0" cy="36"/>
            </a:xfrm>
            <a:prstGeom prst="line">
              <a:avLst/>
            </a:prstGeom>
            <a:noFill/>
            <a:ln w="9525">
              <a:solidFill>
                <a:schemeClr val="tx1"/>
              </a:solidFill>
              <a:round/>
            </a:ln>
          </p:spPr>
          <p:txBody>
            <a:bodyPr/>
            <a:lstStyle/>
            <a:p>
              <a:endParaRPr lang="zh-CN" altLang="en-US"/>
            </a:p>
          </p:txBody>
        </p:sp>
        <p:sp>
          <p:nvSpPr>
            <p:cNvPr id="17435" name="Line 19"/>
            <p:cNvSpPr>
              <a:spLocks noChangeShapeType="1"/>
            </p:cNvSpPr>
            <p:nvPr/>
          </p:nvSpPr>
          <p:spPr bwMode="auto">
            <a:xfrm>
              <a:off x="4704" y="2152"/>
              <a:ext cx="0" cy="36"/>
            </a:xfrm>
            <a:prstGeom prst="line">
              <a:avLst/>
            </a:prstGeom>
            <a:noFill/>
            <a:ln w="9525">
              <a:solidFill>
                <a:schemeClr val="tx1"/>
              </a:solidFill>
              <a:round/>
            </a:ln>
          </p:spPr>
          <p:txBody>
            <a:bodyPr/>
            <a:lstStyle/>
            <a:p>
              <a:endParaRPr lang="zh-CN" altLang="en-US"/>
            </a:p>
          </p:txBody>
        </p:sp>
        <p:sp>
          <p:nvSpPr>
            <p:cNvPr id="17436" name="Line 20"/>
            <p:cNvSpPr>
              <a:spLocks noChangeShapeType="1"/>
            </p:cNvSpPr>
            <p:nvPr/>
          </p:nvSpPr>
          <p:spPr bwMode="auto">
            <a:xfrm>
              <a:off x="4995" y="2152"/>
              <a:ext cx="0" cy="36"/>
            </a:xfrm>
            <a:prstGeom prst="line">
              <a:avLst/>
            </a:prstGeom>
            <a:noFill/>
            <a:ln w="9525">
              <a:solidFill>
                <a:schemeClr val="tx1"/>
              </a:solidFill>
              <a:round/>
            </a:ln>
          </p:spPr>
          <p:txBody>
            <a:bodyPr/>
            <a:lstStyle/>
            <a:p>
              <a:endParaRPr lang="zh-CN" altLang="en-US"/>
            </a:p>
          </p:txBody>
        </p:sp>
        <p:sp>
          <p:nvSpPr>
            <p:cNvPr id="17437" name="Text Box 21"/>
            <p:cNvSpPr txBox="1">
              <a:spLocks noChangeArrowheads="1"/>
            </p:cNvSpPr>
            <p:nvPr/>
          </p:nvSpPr>
          <p:spPr bwMode="auto">
            <a:xfrm>
              <a:off x="3730" y="2152"/>
              <a:ext cx="327"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2</a:t>
              </a:r>
              <a:endParaRPr kumimoji="0" lang="en-US" altLang="zh-CN" sz="2000" b="1" i="0">
                <a:latin typeface="Times New Roman" panose="02020603050405020304" pitchFamily="18" charset="0"/>
              </a:endParaRPr>
            </a:p>
          </p:txBody>
        </p:sp>
        <p:sp>
          <p:nvSpPr>
            <p:cNvPr id="17438" name="Text Box 22"/>
            <p:cNvSpPr txBox="1">
              <a:spLocks noChangeArrowheads="1"/>
            </p:cNvSpPr>
            <p:nvPr/>
          </p:nvSpPr>
          <p:spPr bwMode="auto">
            <a:xfrm>
              <a:off x="4014" y="2152"/>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4</a:t>
              </a:r>
              <a:endParaRPr kumimoji="0" lang="en-US" altLang="zh-CN" sz="2000" b="1" i="0">
                <a:latin typeface="Times New Roman" panose="02020603050405020304" pitchFamily="18" charset="0"/>
              </a:endParaRPr>
            </a:p>
          </p:txBody>
        </p:sp>
        <p:sp>
          <p:nvSpPr>
            <p:cNvPr id="17439" name="Text Box 23"/>
            <p:cNvSpPr txBox="1">
              <a:spLocks noChangeArrowheads="1"/>
            </p:cNvSpPr>
            <p:nvPr/>
          </p:nvSpPr>
          <p:spPr bwMode="auto">
            <a:xfrm>
              <a:off x="4282" y="2160"/>
              <a:ext cx="327"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6</a:t>
              </a:r>
              <a:endParaRPr kumimoji="0" lang="en-US" altLang="zh-CN" sz="2000" b="1" i="0">
                <a:latin typeface="Times New Roman" panose="02020603050405020304" pitchFamily="18" charset="0"/>
              </a:endParaRPr>
            </a:p>
          </p:txBody>
        </p:sp>
        <p:sp>
          <p:nvSpPr>
            <p:cNvPr id="17440" name="Text Box 24"/>
            <p:cNvSpPr txBox="1">
              <a:spLocks noChangeArrowheads="1"/>
            </p:cNvSpPr>
            <p:nvPr/>
          </p:nvSpPr>
          <p:spPr bwMode="auto">
            <a:xfrm>
              <a:off x="4652" y="2160"/>
              <a:ext cx="326"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8</a:t>
              </a:r>
              <a:endParaRPr kumimoji="0" lang="en-US" altLang="zh-CN" sz="2000" b="1" i="0">
                <a:latin typeface="Times New Roman" panose="02020603050405020304" pitchFamily="18" charset="0"/>
              </a:endParaRPr>
            </a:p>
          </p:txBody>
        </p:sp>
        <p:sp>
          <p:nvSpPr>
            <p:cNvPr id="17441" name="Text Box 25"/>
            <p:cNvSpPr txBox="1">
              <a:spLocks noChangeArrowheads="1"/>
            </p:cNvSpPr>
            <p:nvPr/>
          </p:nvSpPr>
          <p:spPr bwMode="auto">
            <a:xfrm>
              <a:off x="4864" y="2152"/>
              <a:ext cx="327" cy="250"/>
            </a:xfrm>
            <a:prstGeom prst="rect">
              <a:avLst/>
            </a:prstGeom>
            <a:noFill/>
            <a:ln w="9525">
              <a:noFill/>
              <a:miter lim="800000"/>
            </a:ln>
          </p:spPr>
          <p:txBody>
            <a:bodyPr>
              <a:spAutoFit/>
            </a:bodyPr>
            <a:lstStyle/>
            <a:p>
              <a:pPr algn="l">
                <a:spcBef>
                  <a:spcPct val="50000"/>
                </a:spcBef>
              </a:pPr>
              <a:r>
                <a:rPr kumimoji="0" lang="en-US" altLang="zh-CN" sz="2000" b="1" i="0">
                  <a:latin typeface="Times New Roman" panose="02020603050405020304" pitchFamily="18" charset="0"/>
                </a:rPr>
                <a:t>10</a:t>
              </a:r>
              <a:endParaRPr kumimoji="0" lang="en-US" altLang="zh-CN" sz="2000" b="1" i="0">
                <a:latin typeface="Times New Roman" panose="02020603050405020304" pitchFamily="18" charset="0"/>
              </a:endParaRPr>
            </a:p>
          </p:txBody>
        </p:sp>
        <p:sp>
          <p:nvSpPr>
            <p:cNvPr id="17442" name="Text Box 26"/>
            <p:cNvSpPr txBox="1">
              <a:spLocks noChangeArrowheads="1"/>
            </p:cNvSpPr>
            <p:nvPr/>
          </p:nvSpPr>
          <p:spPr bwMode="auto">
            <a:xfrm>
              <a:off x="5205" y="2160"/>
              <a:ext cx="398" cy="250"/>
            </a:xfrm>
            <a:prstGeom prst="rect">
              <a:avLst/>
            </a:prstGeom>
            <a:noFill/>
            <a:ln w="9525">
              <a:noFill/>
              <a:miter lim="800000"/>
            </a:ln>
          </p:spPr>
          <p:txBody>
            <a:bodyPr>
              <a:spAutoFit/>
            </a:bodyPr>
            <a:lstStyle/>
            <a:p>
              <a:pPr algn="l">
                <a:spcBef>
                  <a:spcPct val="50000"/>
                </a:spcBef>
              </a:pPr>
              <a:r>
                <a:rPr kumimoji="0" lang="en-US" altLang="zh-CN" sz="2000" b="1">
                  <a:solidFill>
                    <a:srgbClr val="3333CC"/>
                  </a:solidFill>
                  <a:latin typeface="Times New Roman" panose="02020603050405020304" pitchFamily="18" charset="0"/>
                </a:rPr>
                <a:t>x/</a:t>
              </a:r>
              <a:r>
                <a:rPr kumimoji="0" lang="en-US" altLang="zh-CN" sz="2000" b="1" i="0">
                  <a:solidFill>
                    <a:srgbClr val="3333CC"/>
                  </a:solidFill>
                  <a:latin typeface="Times New Roman" panose="02020603050405020304" pitchFamily="18" charset="0"/>
                </a:rPr>
                <a:t>m</a:t>
              </a:r>
              <a:endParaRPr kumimoji="0" lang="en-US" altLang="zh-CN" sz="2000" b="1" i="0">
                <a:solidFill>
                  <a:srgbClr val="3333CC"/>
                </a:solidFill>
                <a:latin typeface="Times New Roman" panose="02020603050405020304" pitchFamily="18" charset="0"/>
              </a:endParaRPr>
            </a:p>
          </p:txBody>
        </p:sp>
        <p:sp>
          <p:nvSpPr>
            <p:cNvPr id="17443" name="Text Box 27"/>
            <p:cNvSpPr txBox="1">
              <a:spLocks noChangeArrowheads="1"/>
            </p:cNvSpPr>
            <p:nvPr/>
          </p:nvSpPr>
          <p:spPr bwMode="auto">
            <a:xfrm>
              <a:off x="3135" y="998"/>
              <a:ext cx="471" cy="250"/>
            </a:xfrm>
            <a:prstGeom prst="rect">
              <a:avLst/>
            </a:prstGeom>
            <a:noFill/>
            <a:ln w="9525">
              <a:noFill/>
              <a:miter lim="800000"/>
            </a:ln>
          </p:spPr>
          <p:txBody>
            <a:bodyPr>
              <a:spAutoFit/>
            </a:bodyPr>
            <a:lstStyle/>
            <a:p>
              <a:pPr algn="l">
                <a:spcBef>
                  <a:spcPct val="50000"/>
                </a:spcBef>
              </a:pPr>
              <a:r>
                <a:rPr kumimoji="0" lang="en-US" altLang="zh-CN" sz="2000" b="1">
                  <a:solidFill>
                    <a:srgbClr val="3333CC"/>
                  </a:solidFill>
                  <a:latin typeface="Times New Roman" panose="02020603050405020304" pitchFamily="18" charset="0"/>
                </a:rPr>
                <a:t>F/</a:t>
              </a:r>
              <a:r>
                <a:rPr kumimoji="0" lang="en-US" altLang="zh-CN" sz="2000" b="1" i="0">
                  <a:solidFill>
                    <a:srgbClr val="3333CC"/>
                  </a:solidFill>
                  <a:latin typeface="Times New Roman" panose="02020603050405020304" pitchFamily="18" charset="0"/>
                </a:rPr>
                <a:t>N</a:t>
              </a:r>
              <a:endParaRPr kumimoji="0" lang="en-US" altLang="zh-CN" sz="2000" b="1" i="0">
                <a:solidFill>
                  <a:srgbClr val="3333CC"/>
                </a:solidFill>
                <a:latin typeface="Times New Roman" panose="02020603050405020304" pitchFamily="18" charset="0"/>
              </a:endParaRPr>
            </a:p>
          </p:txBody>
        </p:sp>
        <p:sp>
          <p:nvSpPr>
            <p:cNvPr id="17444" name="Line 28"/>
            <p:cNvSpPr>
              <a:spLocks noChangeShapeType="1"/>
            </p:cNvSpPr>
            <p:nvPr/>
          </p:nvSpPr>
          <p:spPr bwMode="auto">
            <a:xfrm>
              <a:off x="3543" y="1498"/>
              <a:ext cx="290" cy="0"/>
            </a:xfrm>
            <a:prstGeom prst="line">
              <a:avLst/>
            </a:prstGeom>
            <a:noFill/>
            <a:ln w="25400">
              <a:solidFill>
                <a:srgbClr val="FF0000"/>
              </a:solidFill>
              <a:round/>
            </a:ln>
          </p:spPr>
          <p:txBody>
            <a:bodyPr/>
            <a:lstStyle/>
            <a:p>
              <a:endParaRPr lang="zh-CN" altLang="en-US"/>
            </a:p>
          </p:txBody>
        </p:sp>
        <p:sp>
          <p:nvSpPr>
            <p:cNvPr id="17445" name="Line 29"/>
            <p:cNvSpPr>
              <a:spLocks noChangeShapeType="1"/>
            </p:cNvSpPr>
            <p:nvPr/>
          </p:nvSpPr>
          <p:spPr bwMode="auto">
            <a:xfrm>
              <a:off x="3833" y="1498"/>
              <a:ext cx="291" cy="690"/>
            </a:xfrm>
            <a:prstGeom prst="line">
              <a:avLst/>
            </a:prstGeom>
            <a:noFill/>
            <a:ln w="25400">
              <a:solidFill>
                <a:srgbClr val="FF0000"/>
              </a:solidFill>
              <a:round/>
            </a:ln>
          </p:spPr>
          <p:txBody>
            <a:bodyPr/>
            <a:lstStyle/>
            <a:p>
              <a:endParaRPr lang="zh-CN" altLang="en-US"/>
            </a:p>
          </p:txBody>
        </p:sp>
        <p:sp>
          <p:nvSpPr>
            <p:cNvPr id="17446" name="Line 30"/>
            <p:cNvSpPr>
              <a:spLocks noChangeShapeType="1"/>
            </p:cNvSpPr>
            <p:nvPr/>
          </p:nvSpPr>
          <p:spPr bwMode="auto">
            <a:xfrm>
              <a:off x="3833" y="1498"/>
              <a:ext cx="0" cy="690"/>
            </a:xfrm>
            <a:prstGeom prst="line">
              <a:avLst/>
            </a:prstGeom>
            <a:noFill/>
            <a:ln w="15875">
              <a:solidFill>
                <a:srgbClr val="00FF00"/>
              </a:solidFill>
              <a:prstDash val="dash"/>
              <a:round/>
            </a:ln>
          </p:spPr>
          <p:txBody>
            <a:bodyPr/>
            <a:lstStyle/>
            <a:p>
              <a:endParaRPr lang="zh-CN" altLang="en-US"/>
            </a:p>
          </p:txBody>
        </p:sp>
        <p:sp>
          <p:nvSpPr>
            <p:cNvPr id="17447" name="Line 31"/>
            <p:cNvSpPr>
              <a:spLocks noChangeShapeType="1"/>
            </p:cNvSpPr>
            <p:nvPr/>
          </p:nvSpPr>
          <p:spPr bwMode="auto">
            <a:xfrm>
              <a:off x="3543" y="2515"/>
              <a:ext cx="1161" cy="0"/>
            </a:xfrm>
            <a:prstGeom prst="line">
              <a:avLst/>
            </a:prstGeom>
            <a:noFill/>
            <a:ln w="15875">
              <a:solidFill>
                <a:srgbClr val="00FF00"/>
              </a:solidFill>
              <a:prstDash val="dash"/>
              <a:round/>
            </a:ln>
          </p:spPr>
          <p:txBody>
            <a:bodyPr/>
            <a:lstStyle/>
            <a:p>
              <a:endParaRPr lang="zh-CN" altLang="en-US"/>
            </a:p>
          </p:txBody>
        </p:sp>
        <p:sp>
          <p:nvSpPr>
            <p:cNvPr id="17448" name="Line 32"/>
            <p:cNvSpPr>
              <a:spLocks noChangeShapeType="1"/>
            </p:cNvSpPr>
            <p:nvPr/>
          </p:nvSpPr>
          <p:spPr bwMode="auto">
            <a:xfrm>
              <a:off x="4704" y="2188"/>
              <a:ext cx="0" cy="327"/>
            </a:xfrm>
            <a:prstGeom prst="line">
              <a:avLst/>
            </a:prstGeom>
            <a:noFill/>
            <a:ln w="15875">
              <a:solidFill>
                <a:srgbClr val="00FF00"/>
              </a:solidFill>
              <a:prstDash val="dash"/>
              <a:round/>
            </a:ln>
          </p:spPr>
          <p:txBody>
            <a:bodyPr/>
            <a:lstStyle/>
            <a:p>
              <a:endParaRPr lang="zh-CN" altLang="en-US"/>
            </a:p>
          </p:txBody>
        </p:sp>
        <p:sp>
          <p:nvSpPr>
            <p:cNvPr id="17449" name="Line 33"/>
            <p:cNvSpPr>
              <a:spLocks noChangeShapeType="1"/>
            </p:cNvSpPr>
            <p:nvPr/>
          </p:nvSpPr>
          <p:spPr bwMode="auto">
            <a:xfrm>
              <a:off x="4414" y="2188"/>
              <a:ext cx="290" cy="327"/>
            </a:xfrm>
            <a:prstGeom prst="line">
              <a:avLst/>
            </a:prstGeom>
            <a:noFill/>
            <a:ln w="25400">
              <a:solidFill>
                <a:srgbClr val="FF0000"/>
              </a:solidFill>
              <a:round/>
            </a:ln>
          </p:spPr>
          <p:txBody>
            <a:bodyPr/>
            <a:lstStyle/>
            <a:p>
              <a:endParaRPr lang="zh-CN" altLang="en-US"/>
            </a:p>
          </p:txBody>
        </p:sp>
        <p:sp>
          <p:nvSpPr>
            <p:cNvPr id="17450" name="Line 34"/>
            <p:cNvSpPr>
              <a:spLocks noChangeShapeType="1"/>
            </p:cNvSpPr>
            <p:nvPr/>
          </p:nvSpPr>
          <p:spPr bwMode="auto">
            <a:xfrm>
              <a:off x="4124" y="2188"/>
              <a:ext cx="290" cy="0"/>
            </a:xfrm>
            <a:prstGeom prst="line">
              <a:avLst/>
            </a:prstGeom>
            <a:noFill/>
            <a:ln w="25400">
              <a:solidFill>
                <a:srgbClr val="FF0000"/>
              </a:solidFill>
              <a:round/>
            </a:ln>
          </p:spPr>
          <p:txBody>
            <a:bodyPr/>
            <a:lstStyle/>
            <a:p>
              <a:endParaRPr lang="zh-CN" altLang="en-US"/>
            </a:p>
          </p:txBody>
        </p:sp>
      </p:grpSp>
      <p:sp>
        <p:nvSpPr>
          <p:cNvPr id="157731" name="Text Box 35"/>
          <p:cNvSpPr txBox="1">
            <a:spLocks noChangeArrowheads="1"/>
          </p:cNvSpPr>
          <p:nvPr/>
        </p:nvSpPr>
        <p:spPr bwMode="auto">
          <a:xfrm>
            <a:off x="161925" y="2484438"/>
            <a:ext cx="765175" cy="457200"/>
          </a:xfrm>
          <a:prstGeom prst="rect">
            <a:avLst/>
          </a:prstGeom>
          <a:noFill/>
          <a:ln w="9525">
            <a:noFill/>
            <a:miter lim="800000"/>
          </a:ln>
        </p:spPr>
        <p:txBody>
          <a:bodyPr>
            <a:spAutoFit/>
          </a:bodyPr>
          <a:lstStyle/>
          <a:p>
            <a:pPr algn="l">
              <a:spcBef>
                <a:spcPct val="50000"/>
              </a:spcBef>
            </a:pPr>
            <a:r>
              <a:rPr kumimoji="0" lang="zh-CN" altLang="en-US" b="1" i="0">
                <a:solidFill>
                  <a:srgbClr val="FF0000"/>
                </a:solidFill>
                <a:latin typeface="Arial" panose="020B0604020202020204" pitchFamily="34" charset="0"/>
              </a:rPr>
              <a:t>解</a:t>
            </a:r>
            <a:endParaRPr kumimoji="0" lang="zh-CN" altLang="en-US" b="1" i="0">
              <a:solidFill>
                <a:srgbClr val="FF0000"/>
              </a:solidFill>
              <a:latin typeface="Arial" panose="020B0604020202020204" pitchFamily="34" charset="0"/>
            </a:endParaRPr>
          </a:p>
        </p:txBody>
      </p:sp>
      <p:sp>
        <p:nvSpPr>
          <p:cNvPr id="157732" name="Text Box 36"/>
          <p:cNvSpPr txBox="1">
            <a:spLocks noChangeArrowheads="1"/>
          </p:cNvSpPr>
          <p:nvPr/>
        </p:nvSpPr>
        <p:spPr bwMode="auto">
          <a:xfrm>
            <a:off x="746125" y="2522538"/>
            <a:ext cx="4321175" cy="457200"/>
          </a:xfrm>
          <a:prstGeom prst="rect">
            <a:avLst/>
          </a:prstGeom>
          <a:noFill/>
          <a:ln w="9525">
            <a:noFill/>
            <a:miter lim="800000"/>
          </a:ln>
        </p:spPr>
        <p:txBody>
          <a:bodyPr>
            <a:spAutoFit/>
          </a:bodyPr>
          <a:lstStyle/>
          <a:p>
            <a:pPr algn="l">
              <a:spcBef>
                <a:spcPct val="50000"/>
              </a:spcBef>
            </a:pPr>
            <a:r>
              <a:rPr kumimoji="0" lang="zh-CN" altLang="en-US" b="1" i="0">
                <a:latin typeface="Times New Roman" panose="02020603050405020304" pitchFamily="18" charset="0"/>
              </a:rPr>
              <a:t>由图可得力的解析表达式为：</a:t>
            </a:r>
            <a:endParaRPr kumimoji="0" lang="zh-CN" altLang="en-US" b="1" i="0">
              <a:latin typeface="Times New Roman" panose="02020603050405020304" pitchFamily="18" charset="0"/>
            </a:endParaRPr>
          </a:p>
        </p:txBody>
      </p:sp>
      <p:graphicFrame>
        <p:nvGraphicFramePr>
          <p:cNvPr id="157733" name="Object 37"/>
          <p:cNvGraphicFramePr/>
          <p:nvPr/>
        </p:nvGraphicFramePr>
        <p:xfrm>
          <a:off x="730250" y="3068638"/>
          <a:ext cx="2311400" cy="1879600"/>
        </p:xfrm>
        <a:graphic>
          <a:graphicData uri="http://schemas.openxmlformats.org/presentationml/2006/ole">
            <mc:AlternateContent xmlns:mc="http://schemas.openxmlformats.org/markup-compatibility/2006">
              <mc:Choice xmlns:v="urn:schemas-microsoft-com:vml" Requires="v">
                <p:oleObj spid="_x0000_s17409" name="公式" r:id="rId1" imgW="32613600" imgH="26517600" progId="Equation.3">
                  <p:embed/>
                </p:oleObj>
              </mc:Choice>
              <mc:Fallback>
                <p:oleObj name="公式" r:id="rId1" imgW="32613600" imgH="26517600" progId="Equation.3">
                  <p:embed/>
                  <p:pic>
                    <p:nvPicPr>
                      <p:cNvPr id="0" name="Object 37"/>
                      <p:cNvPicPr/>
                      <p:nvPr/>
                    </p:nvPicPr>
                    <p:blipFill>
                      <a:blip r:embed="rId2"/>
                      <a:stretch>
                        <a:fillRect/>
                      </a:stretch>
                    </p:blipFill>
                    <p:spPr>
                      <a:xfrm>
                        <a:off x="730250" y="3068638"/>
                        <a:ext cx="2311400" cy="1879600"/>
                      </a:xfrm>
                      <a:prstGeom prst="rect">
                        <a:avLst/>
                      </a:prstGeom>
                      <a:noFill/>
                      <a:ln w="9525">
                        <a:noFill/>
                      </a:ln>
                    </p:spPr>
                  </p:pic>
                </p:oleObj>
              </mc:Fallback>
            </mc:AlternateContent>
          </a:graphicData>
        </a:graphic>
      </p:graphicFrame>
      <p:sp>
        <p:nvSpPr>
          <p:cNvPr id="157734" name="Text Box 38"/>
          <p:cNvSpPr txBox="1">
            <a:spLocks noChangeArrowheads="1"/>
          </p:cNvSpPr>
          <p:nvPr/>
        </p:nvSpPr>
        <p:spPr bwMode="auto">
          <a:xfrm>
            <a:off x="3265488" y="3146425"/>
            <a:ext cx="1666875" cy="1768475"/>
          </a:xfrm>
          <a:prstGeom prst="rect">
            <a:avLst/>
          </a:prstGeom>
          <a:noFill/>
          <a:ln w="9525">
            <a:noFill/>
            <a:miter lim="800000"/>
          </a:ln>
        </p:spPr>
        <p:txBody>
          <a:bodyPr>
            <a:spAutoFit/>
          </a:bodyPr>
          <a:lstStyle/>
          <a:p>
            <a:pPr algn="l">
              <a:spcBef>
                <a:spcPct val="50000"/>
              </a:spcBef>
            </a:pPr>
            <a:r>
              <a:rPr kumimoji="0" lang="en-US" altLang="zh-CN" sz="2000" b="1" i="0">
                <a:solidFill>
                  <a:srgbClr val="3333CC"/>
                </a:solidFill>
                <a:latin typeface="Times New Roman" panose="02020603050405020304" pitchFamily="18" charset="0"/>
              </a:rPr>
              <a:t>0≤</a:t>
            </a:r>
            <a:r>
              <a:rPr kumimoji="0" lang="en-US" altLang="zh-CN" sz="2000" b="1">
                <a:solidFill>
                  <a:srgbClr val="3333CC"/>
                </a:solidFill>
                <a:latin typeface="Times New Roman" panose="02020603050405020304" pitchFamily="18" charset="0"/>
              </a:rPr>
              <a:t>x </a:t>
            </a:r>
            <a:r>
              <a:rPr kumimoji="0" lang="zh-CN" altLang="en-US" sz="2000" b="1" i="0">
                <a:solidFill>
                  <a:srgbClr val="3333CC"/>
                </a:solidFill>
                <a:latin typeface="Times New Roman" panose="02020603050405020304" pitchFamily="18" charset="0"/>
              </a:rPr>
              <a:t>＜</a:t>
            </a:r>
            <a:r>
              <a:rPr kumimoji="0" lang="en-US" altLang="zh-CN" sz="2000" b="1" i="0">
                <a:solidFill>
                  <a:srgbClr val="3333CC"/>
                </a:solidFill>
                <a:latin typeface="Times New Roman" panose="02020603050405020304" pitchFamily="18" charset="0"/>
              </a:rPr>
              <a:t>2</a:t>
            </a:r>
            <a:endParaRPr kumimoji="0" lang="en-US" altLang="zh-CN" sz="2000" b="1" i="0">
              <a:solidFill>
                <a:srgbClr val="3333CC"/>
              </a:solidFill>
              <a:latin typeface="Times New Roman" panose="02020603050405020304" pitchFamily="18" charset="0"/>
            </a:endParaRPr>
          </a:p>
          <a:p>
            <a:pPr algn="l">
              <a:spcBef>
                <a:spcPct val="50000"/>
              </a:spcBef>
            </a:pPr>
            <a:r>
              <a:rPr kumimoji="0" lang="en-US" altLang="zh-CN" sz="2000" b="1" i="0">
                <a:solidFill>
                  <a:srgbClr val="3333CC"/>
                </a:solidFill>
                <a:latin typeface="Times New Roman" panose="02020603050405020304" pitchFamily="18" charset="0"/>
              </a:rPr>
              <a:t>2</a:t>
            </a:r>
            <a:r>
              <a:rPr kumimoji="0" lang="en-US" altLang="zh-CN" sz="2000" b="1" i="0">
                <a:solidFill>
                  <a:srgbClr val="3333CC"/>
                </a:solidFill>
                <a:latin typeface="Arial" panose="020B0604020202020204" pitchFamily="34" charset="0"/>
              </a:rPr>
              <a:t>≤</a:t>
            </a:r>
            <a:r>
              <a:rPr kumimoji="0" lang="en-US" altLang="zh-CN" sz="2000" b="1">
                <a:solidFill>
                  <a:srgbClr val="3333CC"/>
                </a:solidFill>
                <a:latin typeface="Times New Roman" panose="02020603050405020304" pitchFamily="18" charset="0"/>
              </a:rPr>
              <a:t>x</a:t>
            </a:r>
            <a:r>
              <a:rPr kumimoji="0" lang="en-US" altLang="zh-CN" sz="2000" b="1">
                <a:solidFill>
                  <a:srgbClr val="3333CC"/>
                </a:solidFill>
                <a:latin typeface="Arial" panose="020B0604020202020204" pitchFamily="34" charset="0"/>
              </a:rPr>
              <a:t> </a:t>
            </a:r>
            <a:r>
              <a:rPr kumimoji="0" lang="zh-CN" altLang="en-US" sz="2000" b="1" i="0">
                <a:solidFill>
                  <a:srgbClr val="3333CC"/>
                </a:solidFill>
                <a:latin typeface="Arial" panose="020B0604020202020204" pitchFamily="34" charset="0"/>
              </a:rPr>
              <a:t>＜</a:t>
            </a:r>
            <a:r>
              <a:rPr kumimoji="0" lang="en-US" altLang="zh-CN" sz="2000" b="1" i="0">
                <a:solidFill>
                  <a:srgbClr val="3333CC"/>
                </a:solidFill>
                <a:latin typeface="Times New Roman" panose="02020603050405020304" pitchFamily="18" charset="0"/>
              </a:rPr>
              <a:t>4</a:t>
            </a:r>
            <a:endParaRPr kumimoji="0" lang="en-US" altLang="zh-CN" sz="2000" b="1" i="0">
              <a:solidFill>
                <a:srgbClr val="3333CC"/>
              </a:solidFill>
              <a:latin typeface="Times New Roman" panose="02020603050405020304" pitchFamily="18" charset="0"/>
            </a:endParaRPr>
          </a:p>
          <a:p>
            <a:pPr algn="l">
              <a:spcBef>
                <a:spcPct val="50000"/>
              </a:spcBef>
            </a:pPr>
            <a:r>
              <a:rPr kumimoji="0" lang="en-US" altLang="zh-CN" sz="2000" b="1" i="0">
                <a:solidFill>
                  <a:srgbClr val="3333CC"/>
                </a:solidFill>
                <a:latin typeface="Times New Roman" panose="02020603050405020304" pitchFamily="18" charset="0"/>
              </a:rPr>
              <a:t>4</a:t>
            </a:r>
            <a:r>
              <a:rPr kumimoji="0" lang="en-US" altLang="zh-CN" sz="2000" b="1" i="0">
                <a:solidFill>
                  <a:srgbClr val="3333CC"/>
                </a:solidFill>
                <a:latin typeface="Arial" panose="020B0604020202020204" pitchFamily="34" charset="0"/>
              </a:rPr>
              <a:t>≤</a:t>
            </a:r>
            <a:r>
              <a:rPr kumimoji="0" lang="en-US" altLang="zh-CN" sz="2000" b="1">
                <a:solidFill>
                  <a:srgbClr val="3333CC"/>
                </a:solidFill>
                <a:latin typeface="Times New Roman" panose="02020603050405020304" pitchFamily="18" charset="0"/>
              </a:rPr>
              <a:t>x</a:t>
            </a:r>
            <a:r>
              <a:rPr kumimoji="0" lang="en-US" altLang="zh-CN" sz="2000" b="1">
                <a:solidFill>
                  <a:srgbClr val="3333CC"/>
                </a:solidFill>
                <a:latin typeface="Arial" panose="020B0604020202020204" pitchFamily="34" charset="0"/>
              </a:rPr>
              <a:t> </a:t>
            </a:r>
            <a:r>
              <a:rPr kumimoji="0" lang="zh-CN" altLang="en-US" sz="2000" b="1" i="0">
                <a:solidFill>
                  <a:srgbClr val="3333CC"/>
                </a:solidFill>
                <a:latin typeface="Arial" panose="020B0604020202020204" pitchFamily="34" charset="0"/>
              </a:rPr>
              <a:t>＜</a:t>
            </a:r>
            <a:r>
              <a:rPr kumimoji="0" lang="en-US" altLang="zh-CN" sz="2000" b="1" i="0">
                <a:solidFill>
                  <a:srgbClr val="3333CC"/>
                </a:solidFill>
                <a:latin typeface="Times New Roman" panose="02020603050405020304" pitchFamily="18" charset="0"/>
              </a:rPr>
              <a:t>6</a:t>
            </a:r>
            <a:endParaRPr kumimoji="0" lang="en-US" altLang="zh-CN" sz="2000" b="1" i="0">
              <a:solidFill>
                <a:srgbClr val="3333CC"/>
              </a:solidFill>
              <a:latin typeface="Times New Roman" panose="02020603050405020304" pitchFamily="18" charset="0"/>
            </a:endParaRPr>
          </a:p>
          <a:p>
            <a:pPr algn="l">
              <a:spcBef>
                <a:spcPct val="50000"/>
              </a:spcBef>
            </a:pPr>
            <a:r>
              <a:rPr kumimoji="0" lang="en-US" altLang="zh-CN" sz="2000" b="1" i="0">
                <a:solidFill>
                  <a:srgbClr val="3333CC"/>
                </a:solidFill>
                <a:latin typeface="Times New Roman" panose="02020603050405020304" pitchFamily="18" charset="0"/>
              </a:rPr>
              <a:t>6</a:t>
            </a:r>
            <a:r>
              <a:rPr kumimoji="0" lang="en-US" altLang="zh-CN" sz="2000" b="1" i="0">
                <a:solidFill>
                  <a:srgbClr val="3333CC"/>
                </a:solidFill>
                <a:latin typeface="Arial" panose="020B0604020202020204" pitchFamily="34" charset="0"/>
              </a:rPr>
              <a:t>≤</a:t>
            </a:r>
            <a:r>
              <a:rPr kumimoji="0" lang="en-US" altLang="zh-CN" sz="2000" b="1">
                <a:solidFill>
                  <a:srgbClr val="3333CC"/>
                </a:solidFill>
                <a:latin typeface="Times New Roman" panose="02020603050405020304" pitchFamily="18" charset="0"/>
              </a:rPr>
              <a:t>x</a:t>
            </a:r>
            <a:r>
              <a:rPr kumimoji="0" lang="en-US" altLang="zh-CN" sz="2000" b="1">
                <a:solidFill>
                  <a:srgbClr val="3333CC"/>
                </a:solidFill>
                <a:latin typeface="Arial" panose="020B0604020202020204" pitchFamily="34" charset="0"/>
              </a:rPr>
              <a:t> </a:t>
            </a:r>
            <a:r>
              <a:rPr kumimoji="0" lang="zh-CN" altLang="en-US" sz="2000" b="1" i="0">
                <a:solidFill>
                  <a:srgbClr val="3333CC"/>
                </a:solidFill>
                <a:latin typeface="Arial" panose="020B0604020202020204" pitchFamily="34" charset="0"/>
              </a:rPr>
              <a:t>＜</a:t>
            </a:r>
            <a:r>
              <a:rPr kumimoji="0" lang="en-US" altLang="zh-CN" sz="2000" b="1" i="0">
                <a:solidFill>
                  <a:srgbClr val="3333CC"/>
                </a:solidFill>
                <a:latin typeface="Times New Roman" panose="02020603050405020304" pitchFamily="18" charset="0"/>
              </a:rPr>
              <a:t>8</a:t>
            </a:r>
            <a:endParaRPr kumimoji="0" lang="en-US" altLang="zh-CN" sz="2000" b="1" i="0">
              <a:solidFill>
                <a:srgbClr val="3333CC"/>
              </a:solidFill>
              <a:latin typeface="Times New Roman" panose="02020603050405020304" pitchFamily="18" charset="0"/>
            </a:endParaRPr>
          </a:p>
        </p:txBody>
      </p:sp>
      <p:sp>
        <p:nvSpPr>
          <p:cNvPr id="157735" name="Text Box 39"/>
          <p:cNvSpPr txBox="1">
            <a:spLocks noChangeArrowheads="1"/>
          </p:cNvSpPr>
          <p:nvPr/>
        </p:nvSpPr>
        <p:spPr bwMode="auto">
          <a:xfrm>
            <a:off x="746125" y="5003800"/>
            <a:ext cx="7191375" cy="457200"/>
          </a:xfrm>
          <a:prstGeom prst="rect">
            <a:avLst/>
          </a:prstGeom>
          <a:noFill/>
          <a:ln w="9525">
            <a:noFill/>
            <a:miter lim="800000"/>
          </a:ln>
        </p:spPr>
        <p:txBody>
          <a:bodyPr>
            <a:spAutoFit/>
          </a:bodyPr>
          <a:lstStyle/>
          <a:p>
            <a:pPr algn="l">
              <a:spcBef>
                <a:spcPct val="50000"/>
              </a:spcBef>
            </a:pPr>
            <a:r>
              <a:rPr kumimoji="0" lang="zh-CN" altLang="en-US" b="1" i="0">
                <a:latin typeface="Times New Roman" panose="02020603050405020304" pitchFamily="18" charset="0"/>
              </a:rPr>
              <a:t>根据功的定义，作用于木块的力所作的功为：</a:t>
            </a:r>
            <a:endParaRPr kumimoji="0" lang="zh-CN" altLang="en-US" b="1" i="0">
              <a:latin typeface="Times New Roman" panose="02020603050405020304" pitchFamily="18" charset="0"/>
            </a:endParaRPr>
          </a:p>
        </p:txBody>
      </p:sp>
      <p:graphicFrame>
        <p:nvGraphicFramePr>
          <p:cNvPr id="157736" name="Object 40"/>
          <p:cNvGraphicFramePr>
            <a:graphicFrameLocks noChangeAspect="1"/>
          </p:cNvGraphicFramePr>
          <p:nvPr/>
        </p:nvGraphicFramePr>
        <p:xfrm>
          <a:off x="701675" y="5489575"/>
          <a:ext cx="2511425" cy="414338"/>
        </p:xfrm>
        <a:graphic>
          <a:graphicData uri="http://schemas.openxmlformats.org/presentationml/2006/ole">
            <mc:AlternateContent xmlns:mc="http://schemas.openxmlformats.org/markup-compatibility/2006">
              <mc:Choice xmlns:v="urn:schemas-microsoft-com:vml" Requires="v">
                <p:oleObj spid="_x0000_s17411" name="公式" r:id="rId3" imgW="33223200" imgH="5486400" progId="Equation.3">
                  <p:embed/>
                </p:oleObj>
              </mc:Choice>
              <mc:Fallback>
                <p:oleObj name="公式" r:id="rId3" imgW="33223200" imgH="5486400" progId="Equation.3">
                  <p:embed/>
                  <p:pic>
                    <p:nvPicPr>
                      <p:cNvPr id="0" name="Object 40"/>
                      <p:cNvPicPr>
                        <a:picLocks noChangeAspect="1"/>
                      </p:cNvPicPr>
                      <p:nvPr/>
                    </p:nvPicPr>
                    <p:blipFill>
                      <a:blip r:embed="rId4"/>
                      <a:stretch>
                        <a:fillRect/>
                      </a:stretch>
                    </p:blipFill>
                    <p:spPr>
                      <a:xfrm>
                        <a:off x="701675" y="5489575"/>
                        <a:ext cx="2511425" cy="414338"/>
                      </a:xfrm>
                      <a:prstGeom prst="rect">
                        <a:avLst/>
                      </a:prstGeom>
                      <a:noFill/>
                      <a:ln w="9525">
                        <a:noFill/>
                      </a:ln>
                    </p:spPr>
                  </p:pic>
                </p:oleObj>
              </mc:Fallback>
            </mc:AlternateContent>
          </a:graphicData>
        </a:graphic>
      </p:graphicFrame>
      <p:graphicFrame>
        <p:nvGraphicFramePr>
          <p:cNvPr id="157737" name="Object 41"/>
          <p:cNvGraphicFramePr>
            <a:graphicFrameLocks noChangeAspect="1"/>
          </p:cNvGraphicFramePr>
          <p:nvPr/>
        </p:nvGraphicFramePr>
        <p:xfrm>
          <a:off x="927100" y="5949950"/>
          <a:ext cx="6070600" cy="593725"/>
        </p:xfrm>
        <a:graphic>
          <a:graphicData uri="http://schemas.openxmlformats.org/presentationml/2006/ole">
            <mc:AlternateContent xmlns:mc="http://schemas.openxmlformats.org/markup-compatibility/2006">
              <mc:Choice xmlns:v="urn:schemas-microsoft-com:vml" Requires="v">
                <p:oleObj spid="_x0000_s17412" name="公式" r:id="rId5" imgW="81076800" imgH="7924800" progId="Equation.3">
                  <p:embed/>
                </p:oleObj>
              </mc:Choice>
              <mc:Fallback>
                <p:oleObj name="公式" r:id="rId5" imgW="81076800" imgH="7924800" progId="Equation.3">
                  <p:embed/>
                  <p:pic>
                    <p:nvPicPr>
                      <p:cNvPr id="0" name="Object 41"/>
                      <p:cNvPicPr>
                        <a:picLocks noChangeAspect="1"/>
                      </p:cNvPicPr>
                      <p:nvPr/>
                    </p:nvPicPr>
                    <p:blipFill>
                      <a:blip r:embed="rId6"/>
                      <a:stretch>
                        <a:fillRect/>
                      </a:stretch>
                    </p:blipFill>
                    <p:spPr>
                      <a:xfrm>
                        <a:off x="927100" y="5949950"/>
                        <a:ext cx="6070600" cy="593725"/>
                      </a:xfrm>
                      <a:prstGeom prst="rect">
                        <a:avLst/>
                      </a:prstGeom>
                      <a:noFill/>
                      <a:ln w="9525">
                        <a:noFill/>
                      </a:ln>
                    </p:spPr>
                  </p:pic>
                </p:oleObj>
              </mc:Fallback>
            </mc:AlternateContent>
          </a:graphicData>
        </a:graphic>
      </p:graphicFrame>
      <p:graphicFrame>
        <p:nvGraphicFramePr>
          <p:cNvPr id="157738" name="Object 42"/>
          <p:cNvGraphicFramePr>
            <a:graphicFrameLocks noChangeAspect="1"/>
          </p:cNvGraphicFramePr>
          <p:nvPr/>
        </p:nvGraphicFramePr>
        <p:xfrm>
          <a:off x="7046913" y="6084888"/>
          <a:ext cx="847725" cy="320675"/>
        </p:xfrm>
        <a:graphic>
          <a:graphicData uri="http://schemas.openxmlformats.org/presentationml/2006/ole">
            <mc:AlternateContent xmlns:mc="http://schemas.openxmlformats.org/markup-compatibility/2006">
              <mc:Choice xmlns:v="urn:schemas-microsoft-com:vml" Requires="v">
                <p:oleObj spid="_x0000_s17413" name="公式" r:id="rId7" imgW="11277600" imgH="4267200" progId="Equation.3">
                  <p:embed/>
                </p:oleObj>
              </mc:Choice>
              <mc:Fallback>
                <p:oleObj name="公式" r:id="rId7" imgW="11277600" imgH="4267200" progId="Equation.3">
                  <p:embed/>
                  <p:pic>
                    <p:nvPicPr>
                      <p:cNvPr id="0" name="Object 42"/>
                      <p:cNvPicPr>
                        <a:picLocks noChangeAspect="1"/>
                      </p:cNvPicPr>
                      <p:nvPr/>
                    </p:nvPicPr>
                    <p:blipFill>
                      <a:blip r:embed="rId8"/>
                      <a:stretch>
                        <a:fillRect/>
                      </a:stretch>
                    </p:blipFill>
                    <p:spPr>
                      <a:xfrm>
                        <a:off x="7046913" y="6084888"/>
                        <a:ext cx="847725" cy="3206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576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7699"/>
                                        </p:tgtEl>
                                        <p:attrNameLst>
                                          <p:attrName>style.visibility</p:attrName>
                                        </p:attrNameLst>
                                      </p:cBhvr>
                                      <p:to>
                                        <p:strVal val="visible"/>
                                      </p:to>
                                    </p:set>
                                    <p:animEffect transition="in" filter="wipe(left)">
                                      <p:cBhvr>
                                        <p:cTn id="11" dur="500"/>
                                        <p:tgtEl>
                                          <p:spTgt spid="15769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15770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7700"/>
                                        </p:tgtEl>
                                        <p:attrNameLst>
                                          <p:attrName>style.visibility</p:attrName>
                                        </p:attrNameLst>
                                      </p:cBhvr>
                                      <p:to>
                                        <p:strVal val="visible"/>
                                      </p:to>
                                    </p:set>
                                    <p:animEffect transition="in" filter="wipe(left)">
                                      <p:cBhvr>
                                        <p:cTn id="25" dur="500"/>
                                        <p:tgtEl>
                                          <p:spTgt spid="15770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7731"/>
                                        </p:tgtEl>
                                        <p:attrNameLst>
                                          <p:attrName>style.visibility</p:attrName>
                                        </p:attrNameLst>
                                      </p:cBhvr>
                                      <p:to>
                                        <p:strVal val="visible"/>
                                      </p:to>
                                    </p:set>
                                    <p:animEffect transition="in" filter="wipe(left)">
                                      <p:cBhvr>
                                        <p:cTn id="30" dur="500"/>
                                        <p:tgtEl>
                                          <p:spTgt spid="15773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7732"/>
                                        </p:tgtEl>
                                        <p:attrNameLst>
                                          <p:attrName>style.visibility</p:attrName>
                                        </p:attrNameLst>
                                      </p:cBhvr>
                                      <p:to>
                                        <p:strVal val="visible"/>
                                      </p:to>
                                    </p:set>
                                    <p:animEffect transition="in" filter="wipe(left)">
                                      <p:cBhvr>
                                        <p:cTn id="35" dur="500"/>
                                        <p:tgtEl>
                                          <p:spTgt spid="15773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157733"/>
                                        </p:tgtEl>
                                        <p:attrNameLst>
                                          <p:attrName>style.visibility</p:attrName>
                                        </p:attrNameLst>
                                      </p:cBhvr>
                                      <p:to>
                                        <p:strVal val="visible"/>
                                      </p:to>
                                    </p:set>
                                    <p:animEffect transition="in" filter="wipe(left)">
                                      <p:cBhvr>
                                        <p:cTn id="40" dur="500"/>
                                        <p:tgtEl>
                                          <p:spTgt spid="157733"/>
                                        </p:tgtEl>
                                      </p:cBhvr>
                                    </p:animEffect>
                                  </p:childTnLst>
                                </p:cTn>
                              </p:par>
                            </p:childTnLst>
                          </p:cTn>
                        </p:par>
                        <p:par>
                          <p:cTn id="41" fill="hold">
                            <p:stCondLst>
                              <p:cond delay="500"/>
                            </p:stCondLst>
                            <p:childTnLst>
                              <p:par>
                                <p:cTn id="42" presetID="22" presetClass="entr" presetSubtype="8" fill="hold" grpId="0" nodeType="afterEffect">
                                  <p:stCondLst>
                                    <p:cond delay="0"/>
                                  </p:stCondLst>
                                  <p:childTnLst>
                                    <p:set>
                                      <p:cBhvr>
                                        <p:cTn id="43" dur="1" fill="hold">
                                          <p:stCondLst>
                                            <p:cond delay="0"/>
                                          </p:stCondLst>
                                        </p:cTn>
                                        <p:tgtEl>
                                          <p:spTgt spid="157734"/>
                                        </p:tgtEl>
                                        <p:attrNameLst>
                                          <p:attrName>style.visibility</p:attrName>
                                        </p:attrNameLst>
                                      </p:cBhvr>
                                      <p:to>
                                        <p:strVal val="visible"/>
                                      </p:to>
                                    </p:set>
                                    <p:animEffect transition="in" filter="wipe(left)">
                                      <p:cBhvr>
                                        <p:cTn id="44" dur="500"/>
                                        <p:tgtEl>
                                          <p:spTgt spid="157734"/>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157735"/>
                                        </p:tgtEl>
                                        <p:attrNameLst>
                                          <p:attrName>style.visibility</p:attrName>
                                        </p:attrNameLst>
                                      </p:cBhvr>
                                      <p:to>
                                        <p:strVal val="visible"/>
                                      </p:to>
                                    </p:set>
                                    <p:animEffect transition="in" filter="blinds(horizontal)">
                                      <p:cBhvr>
                                        <p:cTn id="49" dur="500"/>
                                        <p:tgtEl>
                                          <p:spTgt spid="15773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57736"/>
                                        </p:tgtEl>
                                        <p:attrNameLst>
                                          <p:attrName>style.visibility</p:attrName>
                                        </p:attrNameLst>
                                      </p:cBhvr>
                                      <p:to>
                                        <p:strVal val="visible"/>
                                      </p:to>
                                    </p:set>
                                    <p:animEffect transition="in" filter="wipe(left)">
                                      <p:cBhvr>
                                        <p:cTn id="54" dur="500"/>
                                        <p:tgtEl>
                                          <p:spTgt spid="15773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57737"/>
                                        </p:tgtEl>
                                        <p:attrNameLst>
                                          <p:attrName>style.visibility</p:attrName>
                                        </p:attrNameLst>
                                      </p:cBhvr>
                                      <p:to>
                                        <p:strVal val="visible"/>
                                      </p:to>
                                    </p:set>
                                    <p:animEffect transition="in" filter="wipe(left)">
                                      <p:cBhvr>
                                        <p:cTn id="59" dur="500"/>
                                        <p:tgtEl>
                                          <p:spTgt spid="157737"/>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57738"/>
                                        </p:tgtEl>
                                        <p:attrNameLst>
                                          <p:attrName>style.visibility</p:attrName>
                                        </p:attrNameLst>
                                      </p:cBhvr>
                                      <p:to>
                                        <p:strVal val="visible"/>
                                      </p:to>
                                    </p:set>
                                    <p:animEffect transition="in" filter="wipe(left)">
                                      <p:cBhvr>
                                        <p:cTn id="64" dur="500"/>
                                        <p:tgtEl>
                                          <p:spTgt spid="157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698" grpId="0" autoUpdateAnimBg="0"/>
      <p:bldP spid="157699" grpId="0"/>
      <p:bldP spid="157700" grpId="0"/>
      <p:bldP spid="157701" grpId="0" autoUpdateAnimBg="0"/>
      <p:bldP spid="157731" grpId="0"/>
      <p:bldP spid="157732" grpId="0"/>
      <p:bldP spid="157734" grpId="0"/>
      <p:bldP spid="1577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5786438" y="1403350"/>
            <a:ext cx="2317750" cy="2241550"/>
            <a:chOff x="4013" y="675"/>
            <a:chExt cx="1460" cy="1412"/>
          </a:xfrm>
        </p:grpSpPr>
        <p:graphicFrame>
          <p:nvGraphicFramePr>
            <p:cNvPr id="18451" name="Object 3"/>
            <p:cNvGraphicFramePr/>
            <p:nvPr/>
          </p:nvGraphicFramePr>
          <p:xfrm>
            <a:off x="5280" y="1872"/>
            <a:ext cx="193" cy="215"/>
          </p:xfrm>
          <a:graphic>
            <a:graphicData uri="http://schemas.openxmlformats.org/presentationml/2006/ole">
              <mc:AlternateContent xmlns:mc="http://schemas.openxmlformats.org/markup-compatibility/2006">
                <mc:Choice xmlns:v="urn:schemas-microsoft-com:vml" Requires="v">
                  <p:oleObj spid="_x0000_s18433" name="Equation" r:id="rId1" imgW="7315200" imgH="8229600" progId="Equation.3">
                    <p:embed/>
                  </p:oleObj>
                </mc:Choice>
                <mc:Fallback>
                  <p:oleObj name="Equation" r:id="rId1" imgW="7315200" imgH="8229600" progId="Equation.3">
                    <p:embed/>
                    <p:pic>
                      <p:nvPicPr>
                        <p:cNvPr id="0" name="Object 3"/>
                        <p:cNvPicPr/>
                        <p:nvPr/>
                      </p:nvPicPr>
                      <p:blipFill>
                        <a:blip r:embed="rId2"/>
                        <a:stretch>
                          <a:fillRect/>
                        </a:stretch>
                      </p:blipFill>
                      <p:spPr>
                        <a:xfrm>
                          <a:off x="5280" y="1872"/>
                          <a:ext cx="193" cy="215"/>
                        </a:xfrm>
                        <a:prstGeom prst="rect">
                          <a:avLst/>
                        </a:prstGeom>
                        <a:noFill/>
                        <a:ln w="9525">
                          <a:noFill/>
                        </a:ln>
                      </p:spPr>
                    </p:pic>
                  </p:oleObj>
                </mc:Fallback>
              </mc:AlternateContent>
            </a:graphicData>
          </a:graphic>
        </p:graphicFrame>
        <p:sp>
          <p:nvSpPr>
            <p:cNvPr id="18472" name="Line 4"/>
            <p:cNvSpPr>
              <a:spLocks noChangeShapeType="1"/>
            </p:cNvSpPr>
            <p:nvPr/>
          </p:nvSpPr>
          <p:spPr bwMode="auto">
            <a:xfrm>
              <a:off x="4013" y="675"/>
              <a:ext cx="672" cy="0"/>
            </a:xfrm>
            <a:prstGeom prst="line">
              <a:avLst/>
            </a:prstGeom>
            <a:noFill/>
            <a:ln w="38100">
              <a:solidFill>
                <a:srgbClr val="00CC66"/>
              </a:solidFill>
              <a:round/>
            </a:ln>
          </p:spPr>
          <p:txBody>
            <a:bodyPr/>
            <a:lstStyle/>
            <a:p>
              <a:endParaRPr lang="zh-CN" altLang="en-US"/>
            </a:p>
          </p:txBody>
        </p:sp>
        <p:sp>
          <p:nvSpPr>
            <p:cNvPr id="18473" name="Oval 5"/>
            <p:cNvSpPr>
              <a:spLocks noChangeArrowheads="1"/>
            </p:cNvSpPr>
            <p:nvPr/>
          </p:nvSpPr>
          <p:spPr bwMode="auto">
            <a:xfrm>
              <a:off x="4229" y="1779"/>
              <a:ext cx="240" cy="240"/>
            </a:xfrm>
            <a:prstGeom prst="ellipse">
              <a:avLst/>
            </a:prstGeom>
            <a:gradFill rotWithShape="0">
              <a:gsLst>
                <a:gs pos="0">
                  <a:srgbClr val="0066FF"/>
                </a:gs>
                <a:gs pos="100000">
                  <a:srgbClr val="003079"/>
                </a:gs>
              </a:gsLst>
              <a:path path="shape">
                <a:fillToRect l="50000" t="50000" r="50000" b="50000"/>
              </a:path>
            </a:gradFill>
            <a:ln w="28575">
              <a:solidFill>
                <a:srgbClr val="000000"/>
              </a:solidFill>
              <a:prstDash val="sysDot"/>
              <a:round/>
            </a:ln>
          </p:spPr>
          <p:txBody>
            <a:bodyPr wrap="none" anchor="ctr"/>
            <a:lstStyle/>
            <a:p>
              <a:endParaRPr lang="zh-CN" altLang="en-US"/>
            </a:p>
          </p:txBody>
        </p:sp>
        <p:sp>
          <p:nvSpPr>
            <p:cNvPr id="18474" name="Line 6"/>
            <p:cNvSpPr>
              <a:spLocks noChangeShapeType="1"/>
            </p:cNvSpPr>
            <p:nvPr/>
          </p:nvSpPr>
          <p:spPr bwMode="auto">
            <a:xfrm>
              <a:off x="4349" y="675"/>
              <a:ext cx="0" cy="1104"/>
            </a:xfrm>
            <a:prstGeom prst="line">
              <a:avLst/>
            </a:prstGeom>
            <a:noFill/>
            <a:ln w="28575">
              <a:solidFill>
                <a:srgbClr val="00CC66"/>
              </a:solidFill>
              <a:prstDash val="dash"/>
              <a:round/>
            </a:ln>
          </p:spPr>
          <p:txBody>
            <a:bodyPr/>
            <a:lstStyle/>
            <a:p>
              <a:endParaRPr lang="zh-CN" altLang="en-US"/>
            </a:p>
          </p:txBody>
        </p:sp>
        <p:sp>
          <p:nvSpPr>
            <p:cNvPr id="18475" name="Line 7"/>
            <p:cNvSpPr>
              <a:spLocks noChangeShapeType="1"/>
            </p:cNvSpPr>
            <p:nvPr/>
          </p:nvSpPr>
          <p:spPr bwMode="auto">
            <a:xfrm>
              <a:off x="4349" y="675"/>
              <a:ext cx="528" cy="1056"/>
            </a:xfrm>
            <a:prstGeom prst="line">
              <a:avLst/>
            </a:prstGeom>
            <a:noFill/>
            <a:ln w="28575">
              <a:solidFill>
                <a:srgbClr val="00CC66"/>
              </a:solidFill>
              <a:round/>
            </a:ln>
          </p:spPr>
          <p:txBody>
            <a:bodyPr/>
            <a:lstStyle/>
            <a:p>
              <a:endParaRPr lang="zh-CN" altLang="en-US"/>
            </a:p>
          </p:txBody>
        </p:sp>
        <p:sp>
          <p:nvSpPr>
            <p:cNvPr id="18476" name="Oval 8"/>
            <p:cNvSpPr>
              <a:spLocks noChangeArrowheads="1"/>
            </p:cNvSpPr>
            <p:nvPr/>
          </p:nvSpPr>
          <p:spPr bwMode="auto">
            <a:xfrm>
              <a:off x="4792" y="1672"/>
              <a:ext cx="240" cy="240"/>
            </a:xfrm>
            <a:prstGeom prst="ellipse">
              <a:avLst/>
            </a:prstGeom>
            <a:gradFill rotWithShape="0">
              <a:gsLst>
                <a:gs pos="0">
                  <a:srgbClr val="0066FF"/>
                </a:gs>
                <a:gs pos="100000">
                  <a:srgbClr val="003079"/>
                </a:gs>
              </a:gsLst>
              <a:path path="shape">
                <a:fillToRect l="50000" t="50000" r="50000" b="50000"/>
              </a:path>
            </a:gradFill>
            <a:ln w="9525">
              <a:noFill/>
              <a:round/>
            </a:ln>
          </p:spPr>
          <p:txBody>
            <a:bodyPr wrap="none" anchor="ctr"/>
            <a:lstStyle/>
            <a:p>
              <a:endParaRPr lang="zh-CN" altLang="en-US"/>
            </a:p>
          </p:txBody>
        </p:sp>
        <p:sp>
          <p:nvSpPr>
            <p:cNvPr id="18477" name="Text Box 9"/>
            <p:cNvSpPr txBox="1">
              <a:spLocks noChangeArrowheads="1"/>
            </p:cNvSpPr>
            <p:nvPr/>
          </p:nvSpPr>
          <p:spPr bwMode="auto">
            <a:xfrm>
              <a:off x="4099" y="989"/>
              <a:ext cx="233" cy="288"/>
            </a:xfrm>
            <a:prstGeom prst="rect">
              <a:avLst/>
            </a:prstGeom>
            <a:noFill/>
            <a:ln w="9525">
              <a:noFill/>
              <a:miter lim="800000"/>
            </a:ln>
          </p:spPr>
          <p:txBody>
            <a:bodyPr wrap="none">
              <a:spAutoFit/>
            </a:bodyPr>
            <a:lstStyle/>
            <a:p>
              <a:pPr algn="l"/>
              <a:r>
                <a:rPr lang="en-US" altLang="zh-CN" b="1">
                  <a:solidFill>
                    <a:srgbClr val="00CC66"/>
                  </a:solidFill>
                  <a:latin typeface="Times New Roman" panose="02020603050405020304" pitchFamily="18" charset="0"/>
                </a:rPr>
                <a:t>L</a:t>
              </a:r>
              <a:endParaRPr lang="en-US" altLang="zh-CN" b="1">
                <a:solidFill>
                  <a:srgbClr val="00CC66"/>
                </a:solidFill>
                <a:latin typeface="Times New Roman" panose="02020603050405020304" pitchFamily="18" charset="0"/>
              </a:endParaRPr>
            </a:p>
          </p:txBody>
        </p:sp>
        <p:sp>
          <p:nvSpPr>
            <p:cNvPr id="18478" name="Line 10"/>
            <p:cNvSpPr>
              <a:spLocks noChangeShapeType="1"/>
            </p:cNvSpPr>
            <p:nvPr/>
          </p:nvSpPr>
          <p:spPr bwMode="auto">
            <a:xfrm>
              <a:off x="4933" y="1787"/>
              <a:ext cx="480" cy="0"/>
            </a:xfrm>
            <a:prstGeom prst="line">
              <a:avLst/>
            </a:prstGeom>
            <a:noFill/>
            <a:ln w="28575">
              <a:solidFill>
                <a:srgbClr val="663300"/>
              </a:solidFill>
              <a:round/>
              <a:tailEnd type="triangle" w="med" len="lg"/>
            </a:ln>
          </p:spPr>
          <p:txBody>
            <a:bodyPr/>
            <a:lstStyle/>
            <a:p>
              <a:endParaRPr lang="zh-CN" altLang="en-US"/>
            </a:p>
          </p:txBody>
        </p:sp>
      </p:grpSp>
      <p:sp>
        <p:nvSpPr>
          <p:cNvPr id="158731" name="Rectangle 11"/>
          <p:cNvSpPr>
            <a:spLocks noChangeArrowheads="1"/>
          </p:cNvSpPr>
          <p:nvPr/>
        </p:nvSpPr>
        <p:spPr bwMode="auto">
          <a:xfrm>
            <a:off x="2457450" y="485775"/>
            <a:ext cx="4525963" cy="512763"/>
          </a:xfrm>
          <a:prstGeom prst="rect">
            <a:avLst/>
          </a:prstGeom>
          <a:noFill/>
          <a:ln w="9525">
            <a:noFill/>
            <a:miter lim="800000"/>
          </a:ln>
        </p:spPr>
        <p:txBody>
          <a:bodyPr>
            <a:spAutoFit/>
          </a:bodyPr>
          <a:lstStyle/>
          <a:p>
            <a:pPr algn="l">
              <a:lnSpc>
                <a:spcPct val="115000"/>
              </a:lnSpc>
            </a:pPr>
            <a:r>
              <a:rPr lang="zh-CN" altLang="en-US" b="1" i="0">
                <a:solidFill>
                  <a:srgbClr val="9933FF"/>
                </a:solidFill>
                <a:latin typeface="宋体" panose="02010600030101010101" pitchFamily="2" charset="-122"/>
              </a:rPr>
              <a:t>缓慢</a:t>
            </a:r>
            <a:r>
              <a:rPr lang="zh-CN" altLang="en-US" b="1" i="0">
                <a:solidFill>
                  <a:schemeClr val="bg1"/>
                </a:solidFill>
                <a:latin typeface="宋体" panose="02010600030101010101" pitchFamily="2" charset="-122"/>
              </a:rPr>
              <a:t>拉质量为</a:t>
            </a:r>
            <a:r>
              <a:rPr lang="en-US" altLang="zh-CN" b="1">
                <a:solidFill>
                  <a:srgbClr val="FF6600"/>
                </a:solidFill>
                <a:latin typeface="Times New Roman" panose="02020603050405020304" pitchFamily="18" charset="0"/>
              </a:rPr>
              <a:t>m </a:t>
            </a:r>
            <a:r>
              <a:rPr lang="zh-CN" altLang="en-US" b="1" i="0">
                <a:solidFill>
                  <a:schemeClr val="bg1"/>
                </a:solidFill>
                <a:latin typeface="宋体" panose="02010600030101010101" pitchFamily="2" charset="-122"/>
              </a:rPr>
              <a:t>的小球，</a:t>
            </a:r>
            <a:endParaRPr lang="zh-CN" altLang="en-US" b="1" i="0">
              <a:solidFill>
                <a:schemeClr val="bg1"/>
              </a:solidFill>
              <a:latin typeface="宋体" panose="02010600030101010101" pitchFamily="2" charset="-122"/>
              <a:sym typeface="Symbol" panose="05050102010706020507" pitchFamily="18" charset="2"/>
            </a:endParaRPr>
          </a:p>
        </p:txBody>
      </p:sp>
      <p:sp>
        <p:nvSpPr>
          <p:cNvPr id="158732" name="Text Box 12"/>
          <p:cNvSpPr txBox="1">
            <a:spLocks noChangeArrowheads="1"/>
          </p:cNvSpPr>
          <p:nvPr/>
        </p:nvSpPr>
        <p:spPr bwMode="auto">
          <a:xfrm>
            <a:off x="206375" y="1600200"/>
            <a:ext cx="492125"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graphicFrame>
        <p:nvGraphicFramePr>
          <p:cNvPr id="158733" name="Object 13"/>
          <p:cNvGraphicFramePr>
            <a:graphicFrameLocks noChangeAspect="1"/>
          </p:cNvGraphicFramePr>
          <p:nvPr/>
        </p:nvGraphicFramePr>
        <p:xfrm>
          <a:off x="1781175" y="1752600"/>
          <a:ext cx="1735138" cy="320675"/>
        </p:xfrm>
        <a:graphic>
          <a:graphicData uri="http://schemas.openxmlformats.org/presentationml/2006/ole">
            <mc:AlternateContent xmlns:mc="http://schemas.openxmlformats.org/markup-compatibility/2006">
              <mc:Choice xmlns:v="urn:schemas-microsoft-com:vml" Requires="v">
                <p:oleObj spid="_x0000_s18434" name="公式" r:id="rId3" imgW="22860000" imgH="4267200" progId="Equation.3">
                  <p:embed/>
                </p:oleObj>
              </mc:Choice>
              <mc:Fallback>
                <p:oleObj name="公式" r:id="rId3" imgW="22860000" imgH="4267200" progId="Equation.3">
                  <p:embed/>
                  <p:pic>
                    <p:nvPicPr>
                      <p:cNvPr id="0" name="Object 13"/>
                      <p:cNvPicPr>
                        <a:picLocks noChangeAspect="1"/>
                      </p:cNvPicPr>
                      <p:nvPr/>
                    </p:nvPicPr>
                    <p:blipFill>
                      <a:blip r:embed="rId4"/>
                      <a:stretch>
                        <a:fillRect/>
                      </a:stretch>
                    </p:blipFill>
                    <p:spPr>
                      <a:xfrm>
                        <a:off x="1781175" y="1752600"/>
                        <a:ext cx="1735138" cy="320675"/>
                      </a:xfrm>
                      <a:prstGeom prst="rect">
                        <a:avLst/>
                      </a:prstGeom>
                      <a:noFill/>
                      <a:ln w="9525">
                        <a:noFill/>
                      </a:ln>
                    </p:spPr>
                  </p:pic>
                </p:oleObj>
              </mc:Fallback>
            </mc:AlternateContent>
          </a:graphicData>
        </a:graphic>
      </p:graphicFrame>
      <p:graphicFrame>
        <p:nvGraphicFramePr>
          <p:cNvPr id="158734" name="Object 14"/>
          <p:cNvGraphicFramePr>
            <a:graphicFrameLocks noChangeAspect="1"/>
          </p:cNvGraphicFramePr>
          <p:nvPr/>
        </p:nvGraphicFramePr>
        <p:xfrm>
          <a:off x="1692275" y="2303463"/>
          <a:ext cx="1878013" cy="366712"/>
        </p:xfrm>
        <a:graphic>
          <a:graphicData uri="http://schemas.openxmlformats.org/presentationml/2006/ole">
            <mc:AlternateContent xmlns:mc="http://schemas.openxmlformats.org/markup-compatibility/2006">
              <mc:Choice xmlns:v="urn:schemas-microsoft-com:vml" Requires="v">
                <p:oleObj spid="_x0000_s18435" name="公式" r:id="rId5" imgW="24993600" imgH="4876800" progId="Equation.3">
                  <p:embed/>
                </p:oleObj>
              </mc:Choice>
              <mc:Fallback>
                <p:oleObj name="公式" r:id="rId5" imgW="24993600" imgH="4876800" progId="Equation.3">
                  <p:embed/>
                  <p:pic>
                    <p:nvPicPr>
                      <p:cNvPr id="0" name="Object 14"/>
                      <p:cNvPicPr>
                        <a:picLocks noChangeAspect="1"/>
                      </p:cNvPicPr>
                      <p:nvPr/>
                    </p:nvPicPr>
                    <p:blipFill>
                      <a:blip r:embed="rId6"/>
                      <a:stretch>
                        <a:fillRect/>
                      </a:stretch>
                    </p:blipFill>
                    <p:spPr>
                      <a:xfrm>
                        <a:off x="1692275" y="2303463"/>
                        <a:ext cx="1878013" cy="366712"/>
                      </a:xfrm>
                      <a:prstGeom prst="rect">
                        <a:avLst/>
                      </a:prstGeom>
                      <a:noFill/>
                      <a:ln w="9525">
                        <a:noFill/>
                      </a:ln>
                    </p:spPr>
                  </p:pic>
                </p:oleObj>
              </mc:Fallback>
            </mc:AlternateContent>
          </a:graphicData>
        </a:graphic>
      </p:graphicFrame>
      <p:sp>
        <p:nvSpPr>
          <p:cNvPr id="158735" name="AutoShape 15"/>
          <p:cNvSpPr/>
          <p:nvPr/>
        </p:nvSpPr>
        <p:spPr bwMode="auto">
          <a:xfrm>
            <a:off x="1443038" y="1843088"/>
            <a:ext cx="76200" cy="685800"/>
          </a:xfrm>
          <a:prstGeom prst="leftBrace">
            <a:avLst>
              <a:gd name="adj1" fmla="val 75000"/>
              <a:gd name="adj2" fmla="val 50000"/>
            </a:avLst>
          </a:prstGeom>
          <a:noFill/>
          <a:ln w="28575">
            <a:solidFill>
              <a:schemeClr val="accent2"/>
            </a:solidFill>
            <a:round/>
          </a:ln>
        </p:spPr>
        <p:txBody>
          <a:bodyPr wrap="none" anchor="ctr"/>
          <a:lstStyle/>
          <a:p>
            <a:endParaRPr lang="zh-CN" altLang="en-US"/>
          </a:p>
        </p:txBody>
      </p:sp>
      <p:graphicFrame>
        <p:nvGraphicFramePr>
          <p:cNvPr id="158736" name="Object 16"/>
          <p:cNvGraphicFramePr>
            <a:graphicFrameLocks noChangeAspect="1"/>
          </p:cNvGraphicFramePr>
          <p:nvPr/>
        </p:nvGraphicFramePr>
        <p:xfrm>
          <a:off x="1781175" y="2916238"/>
          <a:ext cx="1562100" cy="366712"/>
        </p:xfrm>
        <a:graphic>
          <a:graphicData uri="http://schemas.openxmlformats.org/presentationml/2006/ole">
            <mc:AlternateContent xmlns:mc="http://schemas.openxmlformats.org/markup-compatibility/2006">
              <mc:Choice xmlns:v="urn:schemas-microsoft-com:vml" Requires="v">
                <p:oleObj spid="_x0000_s18436" name="公式" r:id="rId7" imgW="20726400" imgH="4876800" progId="Equation.3">
                  <p:embed/>
                </p:oleObj>
              </mc:Choice>
              <mc:Fallback>
                <p:oleObj name="公式" r:id="rId7" imgW="20726400" imgH="4876800" progId="Equation.3">
                  <p:embed/>
                  <p:pic>
                    <p:nvPicPr>
                      <p:cNvPr id="0" name="Object 16"/>
                      <p:cNvPicPr>
                        <a:picLocks noChangeAspect="1"/>
                      </p:cNvPicPr>
                      <p:nvPr/>
                    </p:nvPicPr>
                    <p:blipFill>
                      <a:blip r:embed="rId8"/>
                      <a:stretch>
                        <a:fillRect/>
                      </a:stretch>
                    </p:blipFill>
                    <p:spPr>
                      <a:xfrm>
                        <a:off x="1781175" y="2916238"/>
                        <a:ext cx="1562100" cy="366712"/>
                      </a:xfrm>
                      <a:prstGeom prst="rect">
                        <a:avLst/>
                      </a:prstGeom>
                      <a:noFill/>
                      <a:ln w="9525">
                        <a:noFill/>
                      </a:ln>
                    </p:spPr>
                  </p:pic>
                </p:oleObj>
              </mc:Fallback>
            </mc:AlternateContent>
          </a:graphicData>
        </a:graphic>
      </p:graphicFrame>
      <p:graphicFrame>
        <p:nvGraphicFramePr>
          <p:cNvPr id="158737" name="Object 17"/>
          <p:cNvGraphicFramePr>
            <a:graphicFrameLocks noChangeAspect="1"/>
          </p:cNvGraphicFramePr>
          <p:nvPr/>
        </p:nvGraphicFramePr>
        <p:xfrm>
          <a:off x="1962150" y="4194175"/>
          <a:ext cx="2286000" cy="525463"/>
        </p:xfrm>
        <a:graphic>
          <a:graphicData uri="http://schemas.openxmlformats.org/presentationml/2006/ole">
            <mc:AlternateContent xmlns:mc="http://schemas.openxmlformats.org/markup-compatibility/2006">
              <mc:Choice xmlns:v="urn:schemas-microsoft-com:vml" Requires="v">
                <p:oleObj spid="_x0000_s18437" name="公式" r:id="rId9" imgW="30480000" imgH="7010400" progId="Equation.3">
                  <p:embed/>
                </p:oleObj>
              </mc:Choice>
              <mc:Fallback>
                <p:oleObj name="公式" r:id="rId9" imgW="30480000" imgH="7010400" progId="Equation.3">
                  <p:embed/>
                  <p:pic>
                    <p:nvPicPr>
                      <p:cNvPr id="0" name="Object 17"/>
                      <p:cNvPicPr>
                        <a:picLocks noChangeAspect="1"/>
                      </p:cNvPicPr>
                      <p:nvPr/>
                    </p:nvPicPr>
                    <p:blipFill>
                      <a:blip r:embed="rId10"/>
                      <a:stretch>
                        <a:fillRect/>
                      </a:stretch>
                    </p:blipFill>
                    <p:spPr>
                      <a:xfrm>
                        <a:off x="1962150" y="4194175"/>
                        <a:ext cx="2286000" cy="525463"/>
                      </a:xfrm>
                      <a:prstGeom prst="rect">
                        <a:avLst/>
                      </a:prstGeom>
                      <a:noFill/>
                      <a:ln w="9525">
                        <a:noFill/>
                      </a:ln>
                    </p:spPr>
                  </p:pic>
                </p:oleObj>
              </mc:Fallback>
            </mc:AlternateContent>
          </a:graphicData>
        </a:graphic>
      </p:graphicFrame>
      <p:graphicFrame>
        <p:nvGraphicFramePr>
          <p:cNvPr id="158738" name="Object 18"/>
          <p:cNvGraphicFramePr>
            <a:graphicFrameLocks noChangeAspect="1"/>
          </p:cNvGraphicFramePr>
          <p:nvPr/>
        </p:nvGraphicFramePr>
        <p:xfrm>
          <a:off x="1692275" y="3519488"/>
          <a:ext cx="2900363" cy="525462"/>
        </p:xfrm>
        <a:graphic>
          <a:graphicData uri="http://schemas.openxmlformats.org/presentationml/2006/ole">
            <mc:AlternateContent xmlns:mc="http://schemas.openxmlformats.org/markup-compatibility/2006">
              <mc:Choice xmlns:v="urn:schemas-microsoft-com:vml" Requires="v">
                <p:oleObj spid="_x0000_s18438" name="公式" r:id="rId11" imgW="38709600" imgH="7010400" progId="Equation.3">
                  <p:embed/>
                </p:oleObj>
              </mc:Choice>
              <mc:Fallback>
                <p:oleObj name="公式" r:id="rId11" imgW="38709600" imgH="7010400" progId="Equation.3">
                  <p:embed/>
                  <p:pic>
                    <p:nvPicPr>
                      <p:cNvPr id="0" name="Object 18"/>
                      <p:cNvPicPr>
                        <a:picLocks noChangeAspect="1"/>
                      </p:cNvPicPr>
                      <p:nvPr/>
                    </p:nvPicPr>
                    <p:blipFill>
                      <a:blip r:embed="rId12"/>
                      <a:stretch>
                        <a:fillRect/>
                      </a:stretch>
                    </p:blipFill>
                    <p:spPr>
                      <a:xfrm>
                        <a:off x="1692275" y="3519488"/>
                        <a:ext cx="2900363" cy="525462"/>
                      </a:xfrm>
                      <a:prstGeom prst="rect">
                        <a:avLst/>
                      </a:prstGeom>
                      <a:noFill/>
                      <a:ln w="9525">
                        <a:noFill/>
                      </a:ln>
                    </p:spPr>
                  </p:pic>
                </p:oleObj>
              </mc:Fallback>
            </mc:AlternateContent>
          </a:graphicData>
        </a:graphic>
      </p:graphicFrame>
      <p:graphicFrame>
        <p:nvGraphicFramePr>
          <p:cNvPr id="158739" name="Object 19"/>
          <p:cNvGraphicFramePr/>
          <p:nvPr/>
        </p:nvGraphicFramePr>
        <p:xfrm>
          <a:off x="6329363" y="1930400"/>
          <a:ext cx="263525" cy="290513"/>
        </p:xfrm>
        <a:graphic>
          <a:graphicData uri="http://schemas.openxmlformats.org/presentationml/2006/ole">
            <mc:AlternateContent xmlns:mc="http://schemas.openxmlformats.org/markup-compatibility/2006">
              <mc:Choice xmlns:v="urn:schemas-microsoft-com:vml" Requires="v">
                <p:oleObj spid="_x0000_s18439" name="公式" r:id="rId13" imgW="7620000" imgH="6705600" progId="Equation.3">
                  <p:embed/>
                </p:oleObj>
              </mc:Choice>
              <mc:Fallback>
                <p:oleObj name="公式" r:id="rId13" imgW="7620000" imgH="6705600" progId="Equation.3">
                  <p:embed/>
                  <p:pic>
                    <p:nvPicPr>
                      <p:cNvPr id="0" name="Object 19"/>
                      <p:cNvPicPr/>
                      <p:nvPr/>
                    </p:nvPicPr>
                    <p:blipFill>
                      <a:blip r:embed="rId14"/>
                      <a:stretch>
                        <a:fillRect/>
                      </a:stretch>
                    </p:blipFill>
                    <p:spPr>
                      <a:xfrm>
                        <a:off x="6329363" y="1930400"/>
                        <a:ext cx="263525" cy="290513"/>
                      </a:xfrm>
                      <a:prstGeom prst="rect">
                        <a:avLst/>
                      </a:prstGeom>
                      <a:noFill/>
                      <a:ln w="9525">
                        <a:noFill/>
                      </a:ln>
                    </p:spPr>
                  </p:pic>
                </p:oleObj>
              </mc:Fallback>
            </mc:AlternateContent>
          </a:graphicData>
        </a:graphic>
      </p:graphicFrame>
      <p:graphicFrame>
        <p:nvGraphicFramePr>
          <p:cNvPr id="158740" name="Object 20"/>
          <p:cNvGraphicFramePr>
            <a:graphicFrameLocks noChangeAspect="1"/>
          </p:cNvGraphicFramePr>
          <p:nvPr/>
        </p:nvGraphicFramePr>
        <p:xfrm>
          <a:off x="2033588" y="5734050"/>
          <a:ext cx="2133600" cy="414338"/>
        </p:xfrm>
        <a:graphic>
          <a:graphicData uri="http://schemas.openxmlformats.org/presentationml/2006/ole">
            <mc:AlternateContent xmlns:mc="http://schemas.openxmlformats.org/markup-compatibility/2006">
              <mc:Choice xmlns:v="urn:schemas-microsoft-com:vml" Requires="v">
                <p:oleObj spid="_x0000_s18440" name="公式" r:id="rId15" imgW="27432000" imgH="5486400" progId="Equation.3">
                  <p:embed/>
                </p:oleObj>
              </mc:Choice>
              <mc:Fallback>
                <p:oleObj name="公式" r:id="rId15" imgW="27432000" imgH="5486400" progId="Equation.3">
                  <p:embed/>
                  <p:pic>
                    <p:nvPicPr>
                      <p:cNvPr id="0" name="Object 20"/>
                      <p:cNvPicPr>
                        <a:picLocks noChangeAspect="1"/>
                      </p:cNvPicPr>
                      <p:nvPr/>
                    </p:nvPicPr>
                    <p:blipFill>
                      <a:blip r:embed="rId16"/>
                      <a:stretch>
                        <a:fillRect/>
                      </a:stretch>
                    </p:blipFill>
                    <p:spPr>
                      <a:xfrm>
                        <a:off x="2033588" y="5734050"/>
                        <a:ext cx="2133600" cy="414338"/>
                      </a:xfrm>
                      <a:prstGeom prst="rect">
                        <a:avLst/>
                      </a:prstGeom>
                      <a:noFill/>
                      <a:ln w="9525">
                        <a:noFill/>
                      </a:ln>
                    </p:spPr>
                  </p:pic>
                </p:oleObj>
              </mc:Fallback>
            </mc:AlternateContent>
          </a:graphicData>
        </a:graphic>
      </p:graphicFrame>
      <p:sp>
        <p:nvSpPr>
          <p:cNvPr id="158741" name="Rectangle 21"/>
          <p:cNvSpPr>
            <a:spLocks noChangeArrowheads="1"/>
          </p:cNvSpPr>
          <p:nvPr/>
        </p:nvSpPr>
        <p:spPr bwMode="auto">
          <a:xfrm>
            <a:off x="206375" y="496888"/>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158742" name="Rectangle 22"/>
          <p:cNvSpPr>
            <a:spLocks noChangeArrowheads="1"/>
          </p:cNvSpPr>
          <p:nvPr/>
        </p:nvSpPr>
        <p:spPr bwMode="auto">
          <a:xfrm>
            <a:off x="874713" y="998538"/>
            <a:ext cx="2757487" cy="457200"/>
          </a:xfrm>
          <a:prstGeom prst="rect">
            <a:avLst/>
          </a:prstGeom>
          <a:noFill/>
          <a:ln w="9525">
            <a:noFill/>
            <a:miter lim="800000"/>
          </a:ln>
        </p:spPr>
        <p:txBody>
          <a:bodyPr>
            <a:spAutoFit/>
          </a:bodyPr>
          <a:lstStyle/>
          <a:p>
            <a:pPr algn="l">
              <a:spcBef>
                <a:spcPct val="50000"/>
              </a:spcBef>
            </a:pPr>
            <a:r>
              <a:rPr lang="en-US" altLang="zh-CN" b="1">
                <a:solidFill>
                  <a:srgbClr val="FF6600"/>
                </a:solidFill>
                <a:latin typeface="Times New Roman" panose="02020603050405020304" pitchFamily="18" charset="0"/>
                <a:sym typeface="Symbol" panose="05050102010706020507" pitchFamily="18" charset="2"/>
              </a:rPr>
              <a:t> </a:t>
            </a:r>
            <a:r>
              <a:rPr lang="en-US" altLang="zh-CN" b="1" i="0">
                <a:solidFill>
                  <a:srgbClr val="FF6600"/>
                </a:solidFill>
                <a:latin typeface="Times New Roman" panose="02020603050405020304" pitchFamily="18" charset="0"/>
                <a:sym typeface="Symbol" panose="05050102010706020507" pitchFamily="18" charset="2"/>
              </a:rPr>
              <a:t>= </a:t>
            </a:r>
            <a:r>
              <a:rPr lang="en-US" altLang="zh-CN" b="1">
                <a:solidFill>
                  <a:srgbClr val="FF6600"/>
                </a:solidFill>
                <a:latin typeface="Times New Roman" panose="02020603050405020304" pitchFamily="18" charset="0"/>
                <a:sym typeface="Symbol" panose="05050102010706020507" pitchFamily="18" charset="2"/>
              </a:rPr>
              <a:t></a:t>
            </a:r>
            <a:r>
              <a:rPr lang="en-US" altLang="zh-CN" b="1" i="0" baseline="-25000">
                <a:solidFill>
                  <a:srgbClr val="FF6600"/>
                </a:solidFill>
                <a:latin typeface="Times New Roman" panose="02020603050405020304" pitchFamily="18" charset="0"/>
                <a:sym typeface="Symbol" panose="05050102010706020507" pitchFamily="18" charset="2"/>
              </a:rPr>
              <a:t>0</a:t>
            </a:r>
            <a:r>
              <a:rPr lang="en-US" altLang="zh-CN" b="1" i="0" baseline="-25000">
                <a:solidFill>
                  <a:schemeClr val="bg1"/>
                </a:solidFill>
                <a:latin typeface="宋体" panose="02010600030101010101" pitchFamily="2" charset="-122"/>
                <a:sym typeface="Symbol" panose="05050102010706020507" pitchFamily="18" charset="2"/>
              </a:rPr>
              <a:t> </a:t>
            </a:r>
            <a:r>
              <a:rPr lang="zh-CN" altLang="en-US" b="1" i="0">
                <a:solidFill>
                  <a:schemeClr val="bg1"/>
                </a:solidFill>
                <a:latin typeface="宋体" panose="02010600030101010101" pitchFamily="2" charset="-122"/>
                <a:sym typeface="Symbol" panose="05050102010706020507" pitchFamily="18" charset="2"/>
              </a:rPr>
              <a:t>时，</a:t>
            </a:r>
            <a:endParaRPr lang="zh-CN" altLang="en-US" b="1" i="0">
              <a:solidFill>
                <a:schemeClr val="bg1"/>
              </a:solidFill>
              <a:latin typeface="宋体" panose="02010600030101010101" pitchFamily="2" charset="-122"/>
              <a:sym typeface="Symbol" panose="05050102010706020507" pitchFamily="18" charset="2"/>
            </a:endParaRPr>
          </a:p>
        </p:txBody>
      </p:sp>
      <p:sp>
        <p:nvSpPr>
          <p:cNvPr id="158743" name="Rectangle 23"/>
          <p:cNvSpPr>
            <a:spLocks noChangeArrowheads="1"/>
          </p:cNvSpPr>
          <p:nvPr/>
        </p:nvSpPr>
        <p:spPr bwMode="auto">
          <a:xfrm>
            <a:off x="206375" y="990600"/>
            <a:ext cx="492125" cy="457200"/>
          </a:xfrm>
          <a:prstGeom prst="rect">
            <a:avLst/>
          </a:prstGeom>
          <a:noFill/>
          <a:ln w="9525">
            <a:noFill/>
            <a:miter lim="800000"/>
          </a:ln>
        </p:spPr>
        <p:txBody>
          <a:bodyPr>
            <a:spAutoFit/>
          </a:bodyPr>
          <a:lstStyle/>
          <a:p>
            <a:r>
              <a:rPr lang="zh-CN" altLang="en-US" b="1" i="0">
                <a:solidFill>
                  <a:srgbClr val="FF0000"/>
                </a:solidFill>
                <a:latin typeface="宋体" panose="02010600030101010101" pitchFamily="2" charset="-122"/>
              </a:rPr>
              <a:t>求</a:t>
            </a:r>
            <a:endParaRPr lang="zh-CN" altLang="en-US" b="1" i="0">
              <a:solidFill>
                <a:srgbClr val="FF0000"/>
              </a:solidFill>
              <a:latin typeface="宋体" panose="02010600030101010101" pitchFamily="2" charset="-122"/>
            </a:endParaRPr>
          </a:p>
        </p:txBody>
      </p:sp>
      <p:sp>
        <p:nvSpPr>
          <p:cNvPr id="158744" name="Rectangle 24"/>
          <p:cNvSpPr>
            <a:spLocks noChangeArrowheads="1"/>
          </p:cNvSpPr>
          <p:nvPr/>
        </p:nvSpPr>
        <p:spPr bwMode="auto">
          <a:xfrm>
            <a:off x="863600" y="441325"/>
            <a:ext cx="1409700" cy="512763"/>
          </a:xfrm>
          <a:prstGeom prst="rect">
            <a:avLst/>
          </a:prstGeom>
          <a:noFill/>
          <a:ln w="9525">
            <a:noFill/>
            <a:miter lim="800000"/>
          </a:ln>
        </p:spPr>
        <p:txBody>
          <a:bodyPr wrap="none">
            <a:spAutoFit/>
          </a:bodyPr>
          <a:lstStyle/>
          <a:p>
            <a:pPr>
              <a:lnSpc>
                <a:spcPct val="115000"/>
              </a:lnSpc>
            </a:pPr>
            <a:r>
              <a:rPr lang="zh-CN" altLang="en-US" b="1" i="0">
                <a:solidFill>
                  <a:schemeClr val="bg1"/>
                </a:solidFill>
                <a:latin typeface="宋体" panose="02010600030101010101" pitchFamily="2" charset="-122"/>
              </a:rPr>
              <a:t>已知用力</a:t>
            </a:r>
            <a:endParaRPr lang="zh-CN" altLang="en-US" b="1" i="0">
              <a:solidFill>
                <a:schemeClr val="bg1"/>
              </a:solidFill>
              <a:latin typeface="宋体" panose="02010600030101010101" pitchFamily="2" charset="-122"/>
            </a:endParaRPr>
          </a:p>
        </p:txBody>
      </p:sp>
      <p:graphicFrame>
        <p:nvGraphicFramePr>
          <p:cNvPr id="158745" name="Object 25"/>
          <p:cNvGraphicFramePr>
            <a:graphicFrameLocks noChangeAspect="1"/>
          </p:cNvGraphicFramePr>
          <p:nvPr/>
        </p:nvGraphicFramePr>
        <p:xfrm>
          <a:off x="2232025" y="544513"/>
          <a:ext cx="295275" cy="363537"/>
        </p:xfrm>
        <a:graphic>
          <a:graphicData uri="http://schemas.openxmlformats.org/presentationml/2006/ole">
            <mc:AlternateContent xmlns:mc="http://schemas.openxmlformats.org/markup-compatibility/2006">
              <mc:Choice xmlns:v="urn:schemas-microsoft-com:vml" Requires="v">
                <p:oleObj spid="_x0000_s18441" name="公式" r:id="rId17" imgW="3962400" imgH="4876800" progId="Equation.3">
                  <p:embed/>
                </p:oleObj>
              </mc:Choice>
              <mc:Fallback>
                <p:oleObj name="公式" r:id="rId17" imgW="3962400" imgH="4876800" progId="Equation.3">
                  <p:embed/>
                  <p:pic>
                    <p:nvPicPr>
                      <p:cNvPr id="0" name="Object 25"/>
                      <p:cNvPicPr>
                        <a:picLocks noChangeAspect="1"/>
                      </p:cNvPicPr>
                      <p:nvPr/>
                    </p:nvPicPr>
                    <p:blipFill>
                      <a:blip r:embed="rId18"/>
                      <a:stretch>
                        <a:fillRect/>
                      </a:stretch>
                    </p:blipFill>
                    <p:spPr>
                      <a:xfrm>
                        <a:off x="2232025" y="544513"/>
                        <a:ext cx="295275" cy="363537"/>
                      </a:xfrm>
                      <a:prstGeom prst="rect">
                        <a:avLst/>
                      </a:prstGeom>
                      <a:noFill/>
                      <a:ln w="9525">
                        <a:noFill/>
                      </a:ln>
                    </p:spPr>
                  </p:pic>
                </p:oleObj>
              </mc:Fallback>
            </mc:AlternateContent>
          </a:graphicData>
        </a:graphic>
      </p:graphicFrame>
      <p:sp>
        <p:nvSpPr>
          <p:cNvPr id="158746" name="Rectangle 26"/>
          <p:cNvSpPr>
            <a:spLocks noChangeArrowheads="1"/>
          </p:cNvSpPr>
          <p:nvPr/>
        </p:nvSpPr>
        <p:spPr bwMode="auto">
          <a:xfrm>
            <a:off x="6119813" y="485775"/>
            <a:ext cx="2424112" cy="512763"/>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宋体" panose="02010600030101010101" pitchFamily="2" charset="-122"/>
              </a:rPr>
              <a:t>保持方向不变</a:t>
            </a:r>
            <a:endParaRPr lang="zh-CN" altLang="en-US" b="1" i="0">
              <a:solidFill>
                <a:schemeClr val="bg1"/>
              </a:solidFill>
              <a:latin typeface="宋体" panose="02010600030101010101" pitchFamily="2" charset="-122"/>
            </a:endParaRPr>
          </a:p>
        </p:txBody>
      </p:sp>
      <p:graphicFrame>
        <p:nvGraphicFramePr>
          <p:cNvPr id="158747" name="Object 27"/>
          <p:cNvGraphicFramePr>
            <a:graphicFrameLocks noChangeAspect="1"/>
          </p:cNvGraphicFramePr>
          <p:nvPr/>
        </p:nvGraphicFramePr>
        <p:xfrm>
          <a:off x="5832475" y="582613"/>
          <a:ext cx="295275" cy="363537"/>
        </p:xfrm>
        <a:graphic>
          <a:graphicData uri="http://schemas.openxmlformats.org/presentationml/2006/ole">
            <mc:AlternateContent xmlns:mc="http://schemas.openxmlformats.org/markup-compatibility/2006">
              <mc:Choice xmlns:v="urn:schemas-microsoft-com:vml" Requires="v">
                <p:oleObj spid="_x0000_s18442" name="公式" r:id="rId19" imgW="3962400" imgH="4876800" progId="Equation.3">
                  <p:embed/>
                </p:oleObj>
              </mc:Choice>
              <mc:Fallback>
                <p:oleObj name="公式" r:id="rId19" imgW="3962400" imgH="4876800" progId="Equation.3">
                  <p:embed/>
                  <p:pic>
                    <p:nvPicPr>
                      <p:cNvPr id="0" name="Object 27"/>
                      <p:cNvPicPr>
                        <a:picLocks noChangeAspect="1"/>
                      </p:cNvPicPr>
                      <p:nvPr/>
                    </p:nvPicPr>
                    <p:blipFill>
                      <a:blip r:embed="rId20"/>
                      <a:stretch>
                        <a:fillRect/>
                      </a:stretch>
                    </p:blipFill>
                    <p:spPr>
                      <a:xfrm>
                        <a:off x="5832475" y="582613"/>
                        <a:ext cx="295275" cy="363537"/>
                      </a:xfrm>
                      <a:prstGeom prst="rect">
                        <a:avLst/>
                      </a:prstGeom>
                      <a:noFill/>
                      <a:ln w="9525">
                        <a:noFill/>
                      </a:ln>
                    </p:spPr>
                  </p:pic>
                </p:oleObj>
              </mc:Fallback>
            </mc:AlternateContent>
          </a:graphicData>
        </a:graphic>
      </p:graphicFrame>
      <p:sp>
        <p:nvSpPr>
          <p:cNvPr id="158748" name="Rectangle 28"/>
          <p:cNvSpPr>
            <a:spLocks noChangeArrowheads="1"/>
          </p:cNvSpPr>
          <p:nvPr/>
        </p:nvSpPr>
        <p:spPr bwMode="auto">
          <a:xfrm>
            <a:off x="2457450" y="998538"/>
            <a:ext cx="1868488" cy="457200"/>
          </a:xfrm>
          <a:prstGeom prst="rect">
            <a:avLst/>
          </a:prstGeom>
          <a:noFill/>
          <a:ln w="9525">
            <a:noFill/>
            <a:miter lim="800000"/>
          </a:ln>
        </p:spPr>
        <p:txBody>
          <a:bodyPr>
            <a:spAutoFit/>
          </a:bodyPr>
          <a:lstStyle/>
          <a:p>
            <a:r>
              <a:rPr lang="zh-CN" altLang="en-US" b="1" i="0">
                <a:solidFill>
                  <a:schemeClr val="bg1"/>
                </a:solidFill>
                <a:latin typeface="宋体" panose="02010600030101010101" pitchFamily="2" charset="-122"/>
                <a:sym typeface="Symbol" panose="05050102010706020507" pitchFamily="18" charset="2"/>
              </a:rPr>
              <a:t>作的功。</a:t>
            </a:r>
            <a:endParaRPr lang="zh-CN" altLang="en-US" b="1" i="0">
              <a:solidFill>
                <a:schemeClr val="bg1"/>
              </a:solidFill>
              <a:latin typeface="宋体" panose="02010600030101010101" pitchFamily="2" charset="-122"/>
              <a:sym typeface="Symbol" panose="05050102010706020507" pitchFamily="18" charset="2"/>
            </a:endParaRPr>
          </a:p>
        </p:txBody>
      </p:sp>
      <p:graphicFrame>
        <p:nvGraphicFramePr>
          <p:cNvPr id="158749" name="Object 29"/>
          <p:cNvGraphicFramePr>
            <a:graphicFrameLocks noChangeAspect="1"/>
          </p:cNvGraphicFramePr>
          <p:nvPr/>
        </p:nvGraphicFramePr>
        <p:xfrm>
          <a:off x="2419350" y="1039813"/>
          <a:ext cx="295275" cy="363537"/>
        </p:xfrm>
        <a:graphic>
          <a:graphicData uri="http://schemas.openxmlformats.org/presentationml/2006/ole">
            <mc:AlternateContent xmlns:mc="http://schemas.openxmlformats.org/markup-compatibility/2006">
              <mc:Choice xmlns:v="urn:schemas-microsoft-com:vml" Requires="v">
                <p:oleObj spid="_x0000_s18443" name="公式" r:id="rId21" imgW="3962400" imgH="4876800" progId="Equation.3">
                  <p:embed/>
                </p:oleObj>
              </mc:Choice>
              <mc:Fallback>
                <p:oleObj name="公式" r:id="rId21" imgW="3962400" imgH="4876800" progId="Equation.3">
                  <p:embed/>
                  <p:pic>
                    <p:nvPicPr>
                      <p:cNvPr id="0" name="Object 29"/>
                      <p:cNvPicPr>
                        <a:picLocks noChangeAspect="1"/>
                      </p:cNvPicPr>
                      <p:nvPr/>
                    </p:nvPicPr>
                    <p:blipFill>
                      <a:blip r:embed="rId22"/>
                      <a:stretch>
                        <a:fillRect/>
                      </a:stretch>
                    </p:blipFill>
                    <p:spPr>
                      <a:xfrm>
                        <a:off x="2419350" y="1039813"/>
                        <a:ext cx="295275" cy="363537"/>
                      </a:xfrm>
                      <a:prstGeom prst="rect">
                        <a:avLst/>
                      </a:prstGeom>
                      <a:noFill/>
                      <a:ln w="9525">
                        <a:noFill/>
                      </a:ln>
                    </p:spPr>
                  </p:pic>
                </p:oleObj>
              </mc:Fallback>
            </mc:AlternateContent>
          </a:graphicData>
        </a:graphic>
      </p:graphicFrame>
      <p:graphicFrame>
        <p:nvGraphicFramePr>
          <p:cNvPr id="158750" name="Object 30"/>
          <p:cNvGraphicFramePr>
            <a:graphicFrameLocks noChangeAspect="1"/>
          </p:cNvGraphicFramePr>
          <p:nvPr/>
        </p:nvGraphicFramePr>
        <p:xfrm>
          <a:off x="1989138" y="4905375"/>
          <a:ext cx="2717800" cy="593725"/>
        </p:xfrm>
        <a:graphic>
          <a:graphicData uri="http://schemas.openxmlformats.org/presentationml/2006/ole">
            <mc:AlternateContent xmlns:mc="http://schemas.openxmlformats.org/markup-compatibility/2006">
              <mc:Choice xmlns:v="urn:schemas-microsoft-com:vml" Requires="v">
                <p:oleObj spid="_x0000_s18444" name="公式" r:id="rId23" imgW="36271200" imgH="7924800" progId="Equation.3">
                  <p:embed/>
                </p:oleObj>
              </mc:Choice>
              <mc:Fallback>
                <p:oleObj name="公式" r:id="rId23" imgW="36271200" imgH="7924800" progId="Equation.3">
                  <p:embed/>
                  <p:pic>
                    <p:nvPicPr>
                      <p:cNvPr id="0" name="Object 30"/>
                      <p:cNvPicPr>
                        <a:picLocks noChangeAspect="1"/>
                      </p:cNvPicPr>
                      <p:nvPr/>
                    </p:nvPicPr>
                    <p:blipFill>
                      <a:blip r:embed="rId24"/>
                      <a:stretch>
                        <a:fillRect/>
                      </a:stretch>
                    </p:blipFill>
                    <p:spPr>
                      <a:xfrm>
                        <a:off x="1989138" y="4905375"/>
                        <a:ext cx="2717800" cy="593725"/>
                      </a:xfrm>
                      <a:prstGeom prst="rect">
                        <a:avLst/>
                      </a:prstGeom>
                      <a:noFill/>
                      <a:ln w="9525">
                        <a:noFill/>
                      </a:ln>
                    </p:spPr>
                  </p:pic>
                </p:oleObj>
              </mc:Fallback>
            </mc:AlternateContent>
          </a:graphicData>
        </a:graphic>
      </p:graphicFrame>
      <p:sp>
        <p:nvSpPr>
          <p:cNvPr id="158751" name="Arc 31"/>
          <p:cNvSpPr/>
          <p:nvPr/>
        </p:nvSpPr>
        <p:spPr bwMode="auto">
          <a:xfrm rot="-4952326">
            <a:off x="6096794" y="1450182"/>
            <a:ext cx="647700" cy="220662"/>
          </a:xfrm>
          <a:custGeom>
            <a:avLst/>
            <a:gdLst>
              <a:gd name="T0" fmla="*/ 1807380068 w 21398"/>
              <a:gd name="T1" fmla="*/ 2147483647 h 9807"/>
              <a:gd name="T2" fmla="*/ 0 w 21398"/>
              <a:gd name="T3" fmla="*/ 755597148 h 9807"/>
              <a:gd name="T4" fmla="*/ 2147483647 w 21398"/>
              <a:gd name="T5" fmla="*/ 0 h 9807"/>
              <a:gd name="T6" fmla="*/ 0 60000 65536"/>
              <a:gd name="T7" fmla="*/ 0 60000 65536"/>
              <a:gd name="T8" fmla="*/ 0 60000 65536"/>
              <a:gd name="T9" fmla="*/ 0 w 21398"/>
              <a:gd name="T10" fmla="*/ 0 h 9807"/>
              <a:gd name="T11" fmla="*/ 21398 w 21398"/>
              <a:gd name="T12" fmla="*/ 9807 h 9807"/>
            </a:gdLst>
            <a:ahLst/>
            <a:cxnLst>
              <a:cxn ang="T6">
                <a:pos x="T0" y="T1"/>
              </a:cxn>
              <a:cxn ang="T7">
                <a:pos x="T2" y="T3"/>
              </a:cxn>
              <a:cxn ang="T8">
                <a:pos x="T4" y="T5"/>
              </a:cxn>
            </a:cxnLst>
            <a:rect l="T9" t="T10" r="T11" b="T12"/>
            <a:pathLst>
              <a:path w="21398" h="9807" fill="none" extrusionOk="0">
                <a:moveTo>
                  <a:pt x="2152" y="9807"/>
                </a:moveTo>
                <a:cubicBezTo>
                  <a:pt x="1057" y="7657"/>
                  <a:pt x="329" y="5338"/>
                  <a:pt x="0" y="2947"/>
                </a:cubicBezTo>
              </a:path>
              <a:path w="21398" h="9807" stroke="0" extrusionOk="0">
                <a:moveTo>
                  <a:pt x="2152" y="9807"/>
                </a:moveTo>
                <a:cubicBezTo>
                  <a:pt x="1057" y="7657"/>
                  <a:pt x="329" y="5338"/>
                  <a:pt x="0" y="2947"/>
                </a:cubicBezTo>
                <a:lnTo>
                  <a:pt x="21398" y="0"/>
                </a:lnTo>
                <a:close/>
              </a:path>
            </a:pathLst>
          </a:custGeom>
          <a:noFill/>
          <a:ln w="28575">
            <a:solidFill>
              <a:srgbClr val="CC0000"/>
            </a:solidFill>
            <a:round/>
          </a:ln>
        </p:spPr>
        <p:txBody>
          <a:bodyPr wrap="none" anchor="ctr"/>
          <a:lstStyle/>
          <a:p>
            <a:endParaRPr lang="zh-CN" altLang="en-US"/>
          </a:p>
        </p:txBody>
      </p:sp>
      <p:grpSp>
        <p:nvGrpSpPr>
          <p:cNvPr id="3" name="Group 32"/>
          <p:cNvGrpSpPr/>
          <p:nvPr/>
        </p:nvGrpSpPr>
        <p:grpSpPr bwMode="auto">
          <a:xfrm>
            <a:off x="6505575" y="3933825"/>
            <a:ext cx="1604963" cy="2089150"/>
            <a:chOff x="4098" y="2478"/>
            <a:chExt cx="1011" cy="1316"/>
          </a:xfrm>
        </p:grpSpPr>
        <p:graphicFrame>
          <p:nvGraphicFramePr>
            <p:cNvPr id="18445" name="Object 33"/>
            <p:cNvGraphicFramePr/>
            <p:nvPr/>
          </p:nvGraphicFramePr>
          <p:xfrm>
            <a:off x="4098" y="2614"/>
            <a:ext cx="161" cy="215"/>
          </p:xfrm>
          <a:graphic>
            <a:graphicData uri="http://schemas.openxmlformats.org/presentationml/2006/ole">
              <mc:AlternateContent xmlns:mc="http://schemas.openxmlformats.org/markup-compatibility/2006">
                <mc:Choice xmlns:v="urn:schemas-microsoft-com:vml" Requires="v">
                  <p:oleObj spid="_x0000_s18445" name="Equation" r:id="rId25" imgW="6096000" imgH="8229600" progId="Equation.3">
                    <p:embed/>
                  </p:oleObj>
                </mc:Choice>
                <mc:Fallback>
                  <p:oleObj name="Equation" r:id="rId25" imgW="6096000" imgH="8229600" progId="Equation.3">
                    <p:embed/>
                    <p:pic>
                      <p:nvPicPr>
                        <p:cNvPr id="0" name="Object 33"/>
                        <p:cNvPicPr/>
                        <p:nvPr/>
                      </p:nvPicPr>
                      <p:blipFill>
                        <a:blip r:embed="rId26"/>
                        <a:stretch>
                          <a:fillRect/>
                        </a:stretch>
                      </p:blipFill>
                      <p:spPr>
                        <a:xfrm>
                          <a:off x="4098" y="2614"/>
                          <a:ext cx="161" cy="215"/>
                        </a:xfrm>
                        <a:prstGeom prst="rect">
                          <a:avLst/>
                        </a:prstGeom>
                        <a:noFill/>
                        <a:ln w="9525">
                          <a:noFill/>
                        </a:ln>
                      </p:spPr>
                    </p:pic>
                  </p:oleObj>
                </mc:Fallback>
              </mc:AlternateContent>
            </a:graphicData>
          </a:graphic>
        </p:graphicFrame>
        <p:graphicFrame>
          <p:nvGraphicFramePr>
            <p:cNvPr id="18446" name="Object 34"/>
            <p:cNvGraphicFramePr/>
            <p:nvPr/>
          </p:nvGraphicFramePr>
          <p:xfrm>
            <a:off x="4916" y="3161"/>
            <a:ext cx="193" cy="215"/>
          </p:xfrm>
          <a:graphic>
            <a:graphicData uri="http://schemas.openxmlformats.org/presentationml/2006/ole">
              <mc:AlternateContent xmlns:mc="http://schemas.openxmlformats.org/markup-compatibility/2006">
                <mc:Choice xmlns:v="urn:schemas-microsoft-com:vml" Requires="v">
                  <p:oleObj spid="_x0000_s18446" name="Equation" r:id="rId27" imgW="7315200" imgH="8229600" progId="Equation.3">
                    <p:embed/>
                  </p:oleObj>
                </mc:Choice>
                <mc:Fallback>
                  <p:oleObj name="Equation" r:id="rId27" imgW="7315200" imgH="8229600" progId="Equation.3">
                    <p:embed/>
                    <p:pic>
                      <p:nvPicPr>
                        <p:cNvPr id="0" name="Object 34"/>
                        <p:cNvPicPr/>
                        <p:nvPr/>
                      </p:nvPicPr>
                      <p:blipFill>
                        <a:blip r:embed="rId2"/>
                        <a:stretch>
                          <a:fillRect/>
                        </a:stretch>
                      </p:blipFill>
                      <p:spPr>
                        <a:xfrm>
                          <a:off x="4916" y="3161"/>
                          <a:ext cx="193" cy="215"/>
                        </a:xfrm>
                        <a:prstGeom prst="rect">
                          <a:avLst/>
                        </a:prstGeom>
                        <a:noFill/>
                        <a:ln w="9525">
                          <a:noFill/>
                        </a:ln>
                      </p:spPr>
                    </p:pic>
                  </p:oleObj>
                </mc:Fallback>
              </mc:AlternateContent>
            </a:graphicData>
          </a:graphic>
        </p:graphicFrame>
        <p:sp>
          <p:nvSpPr>
            <p:cNvPr id="18464" name="Oval 35"/>
            <p:cNvSpPr>
              <a:spLocks noChangeArrowheads="1"/>
            </p:cNvSpPr>
            <p:nvPr/>
          </p:nvSpPr>
          <p:spPr bwMode="auto">
            <a:xfrm>
              <a:off x="4428" y="2961"/>
              <a:ext cx="240" cy="240"/>
            </a:xfrm>
            <a:prstGeom prst="ellipse">
              <a:avLst/>
            </a:prstGeom>
            <a:gradFill rotWithShape="0">
              <a:gsLst>
                <a:gs pos="0">
                  <a:srgbClr val="0066FF"/>
                </a:gs>
                <a:gs pos="100000">
                  <a:srgbClr val="002F76"/>
                </a:gs>
              </a:gsLst>
              <a:path path="shape">
                <a:fillToRect l="50000" t="50000" r="50000" b="50000"/>
              </a:path>
            </a:gradFill>
            <a:ln w="9525">
              <a:noFill/>
              <a:round/>
            </a:ln>
          </p:spPr>
          <p:txBody>
            <a:bodyPr wrap="none" anchor="ctr"/>
            <a:lstStyle/>
            <a:p>
              <a:endParaRPr lang="zh-CN" altLang="en-US"/>
            </a:p>
          </p:txBody>
        </p:sp>
        <p:sp>
          <p:nvSpPr>
            <p:cNvPr id="18465" name="Line 36"/>
            <p:cNvSpPr>
              <a:spLocks noChangeShapeType="1"/>
            </p:cNvSpPr>
            <p:nvPr/>
          </p:nvSpPr>
          <p:spPr bwMode="auto">
            <a:xfrm>
              <a:off x="4569" y="3076"/>
              <a:ext cx="480" cy="0"/>
            </a:xfrm>
            <a:prstGeom prst="line">
              <a:avLst/>
            </a:prstGeom>
            <a:noFill/>
            <a:ln w="28575">
              <a:solidFill>
                <a:srgbClr val="663300"/>
              </a:solidFill>
              <a:round/>
              <a:tailEnd type="triangle" w="med" len="lg"/>
            </a:ln>
          </p:spPr>
          <p:txBody>
            <a:bodyPr/>
            <a:lstStyle/>
            <a:p>
              <a:endParaRPr lang="zh-CN" altLang="en-US"/>
            </a:p>
          </p:txBody>
        </p:sp>
        <p:sp>
          <p:nvSpPr>
            <p:cNvPr id="18466" name="Line 37"/>
            <p:cNvSpPr>
              <a:spLocks noChangeShapeType="1"/>
            </p:cNvSpPr>
            <p:nvPr/>
          </p:nvSpPr>
          <p:spPr bwMode="auto">
            <a:xfrm flipH="1" flipV="1">
              <a:off x="4305" y="2614"/>
              <a:ext cx="238" cy="450"/>
            </a:xfrm>
            <a:prstGeom prst="line">
              <a:avLst/>
            </a:prstGeom>
            <a:noFill/>
            <a:ln w="38100">
              <a:solidFill>
                <a:srgbClr val="663300"/>
              </a:solidFill>
              <a:round/>
              <a:tailEnd type="triangle" w="med" len="lg"/>
            </a:ln>
          </p:spPr>
          <p:txBody>
            <a:bodyPr wrap="none" anchor="ctr"/>
            <a:lstStyle/>
            <a:p>
              <a:endParaRPr lang="zh-CN" altLang="en-US"/>
            </a:p>
          </p:txBody>
        </p:sp>
        <p:sp>
          <p:nvSpPr>
            <p:cNvPr id="18467" name="Line 38"/>
            <p:cNvSpPr>
              <a:spLocks noChangeShapeType="1"/>
            </p:cNvSpPr>
            <p:nvPr/>
          </p:nvSpPr>
          <p:spPr bwMode="auto">
            <a:xfrm flipV="1">
              <a:off x="4571" y="2886"/>
              <a:ext cx="298" cy="170"/>
            </a:xfrm>
            <a:prstGeom prst="line">
              <a:avLst/>
            </a:prstGeom>
            <a:noFill/>
            <a:ln w="38100">
              <a:solidFill>
                <a:srgbClr val="FF6600"/>
              </a:solidFill>
              <a:round/>
              <a:tailEnd type="triangle" w="med" len="lg"/>
            </a:ln>
          </p:spPr>
          <p:txBody>
            <a:bodyPr wrap="none" anchor="ctr"/>
            <a:lstStyle/>
            <a:p>
              <a:endParaRPr lang="zh-CN" altLang="en-US"/>
            </a:p>
          </p:txBody>
        </p:sp>
        <p:sp>
          <p:nvSpPr>
            <p:cNvPr id="158759" name="Line 39"/>
            <p:cNvSpPr>
              <a:spLocks noChangeShapeType="1"/>
            </p:cNvSpPr>
            <p:nvPr/>
          </p:nvSpPr>
          <p:spPr bwMode="auto">
            <a:xfrm flipV="1">
              <a:off x="4552" y="2478"/>
              <a:ext cx="0" cy="1316"/>
            </a:xfrm>
            <a:prstGeom prst="line">
              <a:avLst/>
            </a:prstGeom>
            <a:noFill/>
            <a:ln w="9525">
              <a:solidFill>
                <a:srgbClr val="996633"/>
              </a:solidFill>
              <a:prstDash val="lgDash"/>
              <a:round/>
            </a:ln>
            <a:effectLst>
              <a:outerShdw dist="35921" dir="2700000" algn="ctr" rotWithShape="0">
                <a:schemeClr val="bg2">
                  <a:alpha val="50000"/>
                </a:schemeClr>
              </a:outerShdw>
            </a:effectLst>
          </p:spPr>
          <p:txBody>
            <a:bodyPr wrap="none" tIns="0"/>
            <a:lstStyle/>
            <a:p>
              <a:pPr>
                <a:defRPr/>
              </a:pPr>
              <a:endParaRPr lang="zh-CN" altLang="en-US"/>
            </a:p>
          </p:txBody>
        </p:sp>
        <p:sp>
          <p:nvSpPr>
            <p:cNvPr id="18469" name="Line 40"/>
            <p:cNvSpPr>
              <a:spLocks noChangeShapeType="1"/>
            </p:cNvSpPr>
            <p:nvPr/>
          </p:nvSpPr>
          <p:spPr bwMode="auto">
            <a:xfrm>
              <a:off x="4552" y="3040"/>
              <a:ext cx="0" cy="624"/>
            </a:xfrm>
            <a:prstGeom prst="line">
              <a:avLst/>
            </a:prstGeom>
            <a:noFill/>
            <a:ln w="28575">
              <a:solidFill>
                <a:srgbClr val="663300"/>
              </a:solidFill>
              <a:round/>
              <a:tailEnd type="triangle" w="med" len="lg"/>
            </a:ln>
          </p:spPr>
          <p:txBody>
            <a:bodyPr/>
            <a:lstStyle/>
            <a:p>
              <a:endParaRPr lang="zh-CN" altLang="en-US"/>
            </a:p>
          </p:txBody>
        </p:sp>
        <p:graphicFrame>
          <p:nvGraphicFramePr>
            <p:cNvPr id="18447" name="Object 41"/>
            <p:cNvGraphicFramePr/>
            <p:nvPr/>
          </p:nvGraphicFramePr>
          <p:xfrm>
            <a:off x="4234" y="3430"/>
            <a:ext cx="184" cy="224"/>
          </p:xfrm>
          <a:graphic>
            <a:graphicData uri="http://schemas.openxmlformats.org/presentationml/2006/ole">
              <mc:AlternateContent xmlns:mc="http://schemas.openxmlformats.org/markup-compatibility/2006">
                <mc:Choice xmlns:v="urn:schemas-microsoft-com:vml" Requires="v">
                  <p:oleObj spid="_x0000_s18447" name="Equation" r:id="rId28" imgW="7010400" imgH="8534400" progId="Equation.3">
                    <p:embed/>
                  </p:oleObj>
                </mc:Choice>
                <mc:Fallback>
                  <p:oleObj name="Equation" r:id="rId28" imgW="7010400" imgH="8534400" progId="Equation.3">
                    <p:embed/>
                    <p:pic>
                      <p:nvPicPr>
                        <p:cNvPr id="0" name="Object 41"/>
                        <p:cNvPicPr/>
                        <p:nvPr/>
                      </p:nvPicPr>
                      <p:blipFill>
                        <a:blip r:embed="rId29"/>
                        <a:stretch>
                          <a:fillRect/>
                        </a:stretch>
                      </p:blipFill>
                      <p:spPr>
                        <a:xfrm>
                          <a:off x="4234" y="3430"/>
                          <a:ext cx="184" cy="224"/>
                        </a:xfrm>
                        <a:prstGeom prst="rect">
                          <a:avLst/>
                        </a:prstGeom>
                        <a:noFill/>
                        <a:ln w="9525">
                          <a:noFill/>
                        </a:ln>
                      </p:spPr>
                    </p:pic>
                  </p:oleObj>
                </mc:Fallback>
              </mc:AlternateContent>
            </a:graphicData>
          </a:graphic>
        </p:graphicFrame>
        <p:graphicFrame>
          <p:nvGraphicFramePr>
            <p:cNvPr id="18448" name="Object 42"/>
            <p:cNvGraphicFramePr/>
            <p:nvPr/>
          </p:nvGraphicFramePr>
          <p:xfrm>
            <a:off x="4358" y="2567"/>
            <a:ext cx="166" cy="183"/>
          </p:xfrm>
          <a:graphic>
            <a:graphicData uri="http://schemas.openxmlformats.org/presentationml/2006/ole">
              <mc:AlternateContent xmlns:mc="http://schemas.openxmlformats.org/markup-compatibility/2006">
                <mc:Choice xmlns:v="urn:schemas-microsoft-com:vml" Requires="v">
                  <p:oleObj spid="_x0000_s18448" name="公式" r:id="rId30" imgW="7620000" imgH="6705600" progId="Equation.3">
                    <p:embed/>
                  </p:oleObj>
                </mc:Choice>
                <mc:Fallback>
                  <p:oleObj name="公式" r:id="rId30" imgW="7620000" imgH="6705600" progId="Equation.3">
                    <p:embed/>
                    <p:pic>
                      <p:nvPicPr>
                        <p:cNvPr id="0" name="Object 42"/>
                        <p:cNvPicPr/>
                        <p:nvPr/>
                      </p:nvPicPr>
                      <p:blipFill>
                        <a:blip r:embed="rId14"/>
                        <a:stretch>
                          <a:fillRect/>
                        </a:stretch>
                      </p:blipFill>
                      <p:spPr>
                        <a:xfrm>
                          <a:off x="4358" y="2567"/>
                          <a:ext cx="166" cy="183"/>
                        </a:xfrm>
                        <a:prstGeom prst="rect">
                          <a:avLst/>
                        </a:prstGeom>
                        <a:noFill/>
                        <a:ln w="9525">
                          <a:noFill/>
                        </a:ln>
                      </p:spPr>
                    </p:pic>
                  </p:oleObj>
                </mc:Fallback>
              </mc:AlternateContent>
            </a:graphicData>
          </a:graphic>
        </p:graphicFrame>
        <p:sp>
          <p:nvSpPr>
            <p:cNvPr id="18470" name="Arc 43"/>
            <p:cNvSpPr/>
            <p:nvPr/>
          </p:nvSpPr>
          <p:spPr bwMode="auto">
            <a:xfrm rot="5847675">
              <a:off x="4291" y="2956"/>
              <a:ext cx="408" cy="139"/>
            </a:xfrm>
            <a:custGeom>
              <a:avLst/>
              <a:gdLst>
                <a:gd name="T0" fmla="*/ 0 w 21398"/>
                <a:gd name="T1" fmla="*/ 0 h 9807"/>
                <a:gd name="T2" fmla="*/ 0 w 21398"/>
                <a:gd name="T3" fmla="*/ 0 h 9807"/>
                <a:gd name="T4" fmla="*/ 0 w 21398"/>
                <a:gd name="T5" fmla="*/ 0 h 9807"/>
                <a:gd name="T6" fmla="*/ 0 60000 65536"/>
                <a:gd name="T7" fmla="*/ 0 60000 65536"/>
                <a:gd name="T8" fmla="*/ 0 60000 65536"/>
                <a:gd name="T9" fmla="*/ 0 w 21398"/>
                <a:gd name="T10" fmla="*/ 0 h 9807"/>
                <a:gd name="T11" fmla="*/ 21398 w 21398"/>
                <a:gd name="T12" fmla="*/ 9807 h 9807"/>
              </a:gdLst>
              <a:ahLst/>
              <a:cxnLst>
                <a:cxn ang="T6">
                  <a:pos x="T0" y="T1"/>
                </a:cxn>
                <a:cxn ang="T7">
                  <a:pos x="T2" y="T3"/>
                </a:cxn>
                <a:cxn ang="T8">
                  <a:pos x="T4" y="T5"/>
                </a:cxn>
              </a:cxnLst>
              <a:rect l="T9" t="T10" r="T11" b="T12"/>
              <a:pathLst>
                <a:path w="21398" h="9807" fill="none" extrusionOk="0">
                  <a:moveTo>
                    <a:pt x="2152" y="9807"/>
                  </a:moveTo>
                  <a:cubicBezTo>
                    <a:pt x="1057" y="7657"/>
                    <a:pt x="329" y="5338"/>
                    <a:pt x="0" y="2947"/>
                  </a:cubicBezTo>
                </a:path>
                <a:path w="21398" h="9807" stroke="0" extrusionOk="0">
                  <a:moveTo>
                    <a:pt x="2152" y="9807"/>
                  </a:moveTo>
                  <a:cubicBezTo>
                    <a:pt x="1057" y="7657"/>
                    <a:pt x="329" y="5338"/>
                    <a:pt x="0" y="2947"/>
                  </a:cubicBezTo>
                  <a:lnTo>
                    <a:pt x="21398" y="0"/>
                  </a:lnTo>
                  <a:close/>
                </a:path>
              </a:pathLst>
            </a:custGeom>
            <a:noFill/>
            <a:ln w="28575">
              <a:solidFill>
                <a:srgbClr val="CC0000"/>
              </a:solidFill>
              <a:round/>
            </a:ln>
          </p:spPr>
          <p:txBody>
            <a:bodyPr wrap="none" anchor="ctr"/>
            <a:lstStyle/>
            <a:p>
              <a:endParaRPr lang="zh-CN" altLang="en-US"/>
            </a:p>
          </p:txBody>
        </p:sp>
        <p:graphicFrame>
          <p:nvGraphicFramePr>
            <p:cNvPr id="18449" name="Object 44"/>
            <p:cNvGraphicFramePr/>
            <p:nvPr/>
          </p:nvGraphicFramePr>
          <p:xfrm>
            <a:off x="4824" y="2884"/>
            <a:ext cx="166" cy="183"/>
          </p:xfrm>
          <a:graphic>
            <a:graphicData uri="http://schemas.openxmlformats.org/presentationml/2006/ole">
              <mc:AlternateContent xmlns:mc="http://schemas.openxmlformats.org/markup-compatibility/2006">
                <mc:Choice xmlns:v="urn:schemas-microsoft-com:vml" Requires="v">
                  <p:oleObj spid="_x0000_s18449" name="公式" r:id="rId31" imgW="7620000" imgH="6705600" progId="Equation.3">
                    <p:embed/>
                  </p:oleObj>
                </mc:Choice>
                <mc:Fallback>
                  <p:oleObj name="公式" r:id="rId31" imgW="7620000" imgH="6705600" progId="Equation.3">
                    <p:embed/>
                    <p:pic>
                      <p:nvPicPr>
                        <p:cNvPr id="0" name="Object 44"/>
                        <p:cNvPicPr/>
                        <p:nvPr/>
                      </p:nvPicPr>
                      <p:blipFill>
                        <a:blip r:embed="rId14"/>
                        <a:stretch>
                          <a:fillRect/>
                        </a:stretch>
                      </p:blipFill>
                      <p:spPr>
                        <a:xfrm>
                          <a:off x="4824" y="2884"/>
                          <a:ext cx="166" cy="183"/>
                        </a:xfrm>
                        <a:prstGeom prst="rect">
                          <a:avLst/>
                        </a:prstGeom>
                        <a:noFill/>
                        <a:ln w="9525">
                          <a:noFill/>
                        </a:ln>
                      </p:spPr>
                    </p:pic>
                  </p:oleObj>
                </mc:Fallback>
              </mc:AlternateContent>
            </a:graphicData>
          </a:graphic>
        </p:graphicFrame>
        <p:sp>
          <p:nvSpPr>
            <p:cNvPr id="18471" name="Arc 45"/>
            <p:cNvSpPr/>
            <p:nvPr/>
          </p:nvSpPr>
          <p:spPr bwMode="auto">
            <a:xfrm rot="10297731">
              <a:off x="4362" y="3004"/>
              <a:ext cx="408" cy="139"/>
            </a:xfrm>
            <a:custGeom>
              <a:avLst/>
              <a:gdLst>
                <a:gd name="T0" fmla="*/ 0 w 21398"/>
                <a:gd name="T1" fmla="*/ 0 h 9807"/>
                <a:gd name="T2" fmla="*/ 0 w 21398"/>
                <a:gd name="T3" fmla="*/ 0 h 9807"/>
                <a:gd name="T4" fmla="*/ 0 w 21398"/>
                <a:gd name="T5" fmla="*/ 0 h 9807"/>
                <a:gd name="T6" fmla="*/ 0 60000 65536"/>
                <a:gd name="T7" fmla="*/ 0 60000 65536"/>
                <a:gd name="T8" fmla="*/ 0 60000 65536"/>
                <a:gd name="T9" fmla="*/ 0 w 21398"/>
                <a:gd name="T10" fmla="*/ 0 h 9807"/>
                <a:gd name="T11" fmla="*/ 21398 w 21398"/>
                <a:gd name="T12" fmla="*/ 9807 h 9807"/>
              </a:gdLst>
              <a:ahLst/>
              <a:cxnLst>
                <a:cxn ang="T6">
                  <a:pos x="T0" y="T1"/>
                </a:cxn>
                <a:cxn ang="T7">
                  <a:pos x="T2" y="T3"/>
                </a:cxn>
                <a:cxn ang="T8">
                  <a:pos x="T4" y="T5"/>
                </a:cxn>
              </a:cxnLst>
              <a:rect l="T9" t="T10" r="T11" b="T12"/>
              <a:pathLst>
                <a:path w="21398" h="9807" fill="none" extrusionOk="0">
                  <a:moveTo>
                    <a:pt x="2152" y="9807"/>
                  </a:moveTo>
                  <a:cubicBezTo>
                    <a:pt x="1057" y="7657"/>
                    <a:pt x="329" y="5338"/>
                    <a:pt x="0" y="2947"/>
                  </a:cubicBezTo>
                </a:path>
                <a:path w="21398" h="9807" stroke="0" extrusionOk="0">
                  <a:moveTo>
                    <a:pt x="2152" y="9807"/>
                  </a:moveTo>
                  <a:cubicBezTo>
                    <a:pt x="1057" y="7657"/>
                    <a:pt x="329" y="5338"/>
                    <a:pt x="0" y="2947"/>
                  </a:cubicBezTo>
                  <a:lnTo>
                    <a:pt x="21398" y="0"/>
                  </a:lnTo>
                  <a:close/>
                </a:path>
              </a:pathLst>
            </a:custGeom>
            <a:noFill/>
            <a:ln w="28575">
              <a:solidFill>
                <a:srgbClr val="CC0000"/>
              </a:solidFill>
              <a:round/>
            </a:ln>
          </p:spPr>
          <p:txBody>
            <a:bodyPr wrap="none" anchor="ctr"/>
            <a:lstStyle/>
            <a:p>
              <a:endParaRPr lang="zh-CN" altLang="en-US"/>
            </a:p>
          </p:txBody>
        </p:sp>
        <p:graphicFrame>
          <p:nvGraphicFramePr>
            <p:cNvPr id="18450" name="Object 46"/>
            <p:cNvGraphicFramePr>
              <a:graphicFrameLocks noChangeAspect="1"/>
            </p:cNvGraphicFramePr>
            <p:nvPr/>
          </p:nvGraphicFramePr>
          <p:xfrm>
            <a:off x="4652" y="2695"/>
            <a:ext cx="222" cy="190"/>
          </p:xfrm>
          <a:graphic>
            <a:graphicData uri="http://schemas.openxmlformats.org/presentationml/2006/ole">
              <mc:AlternateContent xmlns:mc="http://schemas.openxmlformats.org/markup-compatibility/2006">
                <mc:Choice xmlns:v="urn:schemas-microsoft-com:vml" Requires="v">
                  <p:oleObj spid="_x0000_s18450" name="公式" r:id="rId32" imgW="10668000" imgH="7315200" progId="Equation.3">
                    <p:embed/>
                  </p:oleObj>
                </mc:Choice>
                <mc:Fallback>
                  <p:oleObj name="公式" r:id="rId32" imgW="10668000" imgH="7315200" progId="Equation.3">
                    <p:embed/>
                    <p:pic>
                      <p:nvPicPr>
                        <p:cNvPr id="0" name="Object 46"/>
                        <p:cNvPicPr>
                          <a:picLocks noChangeAspect="1"/>
                        </p:cNvPicPr>
                        <p:nvPr/>
                      </p:nvPicPr>
                      <p:blipFill>
                        <a:blip r:embed="rId33"/>
                        <a:stretch>
                          <a:fillRect/>
                        </a:stretch>
                      </p:blipFill>
                      <p:spPr>
                        <a:xfrm>
                          <a:off x="4652" y="2695"/>
                          <a:ext cx="222" cy="190"/>
                        </a:xfrm>
                        <a:prstGeom prst="rect">
                          <a:avLst/>
                        </a:prstGeom>
                        <a:noFill/>
                        <a:ln w="9525">
                          <a:noFill/>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8741"/>
                                        </p:tgtEl>
                                        <p:attrNameLst>
                                          <p:attrName>style.visibility</p:attrName>
                                        </p:attrNameLst>
                                      </p:cBhvr>
                                      <p:to>
                                        <p:strVal val="visible"/>
                                      </p:to>
                                    </p:set>
                                    <p:animEffect transition="in" filter="wipe(left)">
                                      <p:cBhvr>
                                        <p:cTn id="7" dur="500"/>
                                        <p:tgtEl>
                                          <p:spTgt spid="15874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8744"/>
                                        </p:tgtEl>
                                        <p:attrNameLst>
                                          <p:attrName>style.visibility</p:attrName>
                                        </p:attrNameLst>
                                      </p:cBhvr>
                                      <p:to>
                                        <p:strVal val="visible"/>
                                      </p:to>
                                    </p:set>
                                    <p:animEffect transition="in" filter="wipe(left)">
                                      <p:cBhvr>
                                        <p:cTn id="12" dur="500"/>
                                        <p:tgtEl>
                                          <p:spTgt spid="158744"/>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58745"/>
                                        </p:tgtEl>
                                        <p:attrNameLst>
                                          <p:attrName>style.visibility</p:attrName>
                                        </p:attrNameLst>
                                      </p:cBhvr>
                                      <p:to>
                                        <p:strVal val="visible"/>
                                      </p:to>
                                    </p:set>
                                    <p:animEffect transition="in" filter="wipe(left)">
                                      <p:cBhvr>
                                        <p:cTn id="16" dur="500"/>
                                        <p:tgtEl>
                                          <p:spTgt spid="158745"/>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58731"/>
                                        </p:tgtEl>
                                        <p:attrNameLst>
                                          <p:attrName>style.visibility</p:attrName>
                                        </p:attrNameLst>
                                      </p:cBhvr>
                                      <p:to>
                                        <p:strVal val="visible"/>
                                      </p:to>
                                    </p:set>
                                    <p:animEffect transition="in" filter="wipe(left)">
                                      <p:cBhvr>
                                        <p:cTn id="20" dur="500"/>
                                        <p:tgtEl>
                                          <p:spTgt spid="158731"/>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58747"/>
                                        </p:tgtEl>
                                        <p:attrNameLst>
                                          <p:attrName>style.visibility</p:attrName>
                                        </p:attrNameLst>
                                      </p:cBhvr>
                                      <p:to>
                                        <p:strVal val="visible"/>
                                      </p:to>
                                    </p:set>
                                    <p:animEffect transition="in" filter="wipe(left)">
                                      <p:cBhvr>
                                        <p:cTn id="24" dur="500"/>
                                        <p:tgtEl>
                                          <p:spTgt spid="158747"/>
                                        </p:tgtEl>
                                      </p:cBhvr>
                                    </p:animEffect>
                                  </p:childTnLst>
                                </p:cTn>
                              </p:par>
                            </p:childTnLst>
                          </p:cTn>
                        </p:par>
                        <p:par>
                          <p:cTn id="25" fill="hold">
                            <p:stCondLst>
                              <p:cond delay="2000"/>
                            </p:stCondLst>
                            <p:childTnLst>
                              <p:par>
                                <p:cTn id="26" presetID="22" presetClass="entr" presetSubtype="8" fill="hold" grpId="0" nodeType="afterEffect">
                                  <p:stCondLst>
                                    <p:cond delay="0"/>
                                  </p:stCondLst>
                                  <p:childTnLst>
                                    <p:set>
                                      <p:cBhvr>
                                        <p:cTn id="27" dur="1" fill="hold">
                                          <p:stCondLst>
                                            <p:cond delay="0"/>
                                          </p:stCondLst>
                                        </p:cTn>
                                        <p:tgtEl>
                                          <p:spTgt spid="158746"/>
                                        </p:tgtEl>
                                        <p:attrNameLst>
                                          <p:attrName>style.visibility</p:attrName>
                                        </p:attrNameLst>
                                      </p:cBhvr>
                                      <p:to>
                                        <p:strVal val="visible"/>
                                      </p:to>
                                    </p:set>
                                    <p:animEffect transition="in" filter="wipe(left)">
                                      <p:cBhvr>
                                        <p:cTn id="28" dur="500"/>
                                        <p:tgtEl>
                                          <p:spTgt spid="158746"/>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ox(ou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58751"/>
                                        </p:tgtEl>
                                        <p:attrNameLst>
                                          <p:attrName>style.visibility</p:attrName>
                                        </p:attrNameLst>
                                      </p:cBhvr>
                                      <p:to>
                                        <p:strVal val="visible"/>
                                      </p:to>
                                    </p:set>
                                  </p:childTnLst>
                                </p:cTn>
                              </p:par>
                            </p:childTnLst>
                          </p:cTn>
                        </p:par>
                        <p:par>
                          <p:cTn id="38" fill="hold">
                            <p:stCondLst>
                              <p:cond delay="0"/>
                            </p:stCondLst>
                            <p:childTnLst>
                              <p:par>
                                <p:cTn id="39" presetID="1" presetClass="entr" presetSubtype="0" fill="hold" nodeType="afterEffect">
                                  <p:stCondLst>
                                    <p:cond delay="0"/>
                                  </p:stCondLst>
                                  <p:childTnLst>
                                    <p:set>
                                      <p:cBhvr>
                                        <p:cTn id="40" dur="1" fill="hold">
                                          <p:stCondLst>
                                            <p:cond delay="499"/>
                                          </p:stCondLst>
                                        </p:cTn>
                                        <p:tgtEl>
                                          <p:spTgt spid="1587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58743"/>
                                        </p:tgtEl>
                                        <p:attrNameLst>
                                          <p:attrName>style.visibility</p:attrName>
                                        </p:attrNameLst>
                                      </p:cBhvr>
                                      <p:to>
                                        <p:strVal val="visible"/>
                                      </p:to>
                                    </p:set>
                                    <p:animEffect transition="in" filter="wipe(left)">
                                      <p:cBhvr>
                                        <p:cTn id="45" dur="500"/>
                                        <p:tgtEl>
                                          <p:spTgt spid="15874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58742"/>
                                        </p:tgtEl>
                                        <p:attrNameLst>
                                          <p:attrName>style.visibility</p:attrName>
                                        </p:attrNameLst>
                                      </p:cBhvr>
                                      <p:to>
                                        <p:strVal val="visible"/>
                                      </p:to>
                                    </p:set>
                                    <p:animEffect transition="in" filter="wipe(left)">
                                      <p:cBhvr>
                                        <p:cTn id="50" dur="500"/>
                                        <p:tgtEl>
                                          <p:spTgt spid="158742"/>
                                        </p:tgtEl>
                                      </p:cBhvr>
                                    </p:animEffect>
                                  </p:childTnLst>
                                </p:cTn>
                              </p:par>
                            </p:childTnLst>
                          </p:cTn>
                        </p:par>
                        <p:par>
                          <p:cTn id="51" fill="hold">
                            <p:stCondLst>
                              <p:cond delay="500"/>
                            </p:stCondLst>
                            <p:childTnLst>
                              <p:par>
                                <p:cTn id="52" presetID="22" presetClass="entr" presetSubtype="8" fill="hold" nodeType="afterEffect">
                                  <p:stCondLst>
                                    <p:cond delay="0"/>
                                  </p:stCondLst>
                                  <p:childTnLst>
                                    <p:set>
                                      <p:cBhvr>
                                        <p:cTn id="53" dur="1" fill="hold">
                                          <p:stCondLst>
                                            <p:cond delay="0"/>
                                          </p:stCondLst>
                                        </p:cTn>
                                        <p:tgtEl>
                                          <p:spTgt spid="158749"/>
                                        </p:tgtEl>
                                        <p:attrNameLst>
                                          <p:attrName>style.visibility</p:attrName>
                                        </p:attrNameLst>
                                      </p:cBhvr>
                                      <p:to>
                                        <p:strVal val="visible"/>
                                      </p:to>
                                    </p:set>
                                    <p:animEffect transition="in" filter="wipe(left)">
                                      <p:cBhvr>
                                        <p:cTn id="54" dur="500"/>
                                        <p:tgtEl>
                                          <p:spTgt spid="158749"/>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58748"/>
                                        </p:tgtEl>
                                        <p:attrNameLst>
                                          <p:attrName>style.visibility</p:attrName>
                                        </p:attrNameLst>
                                      </p:cBhvr>
                                      <p:to>
                                        <p:strVal val="visible"/>
                                      </p:to>
                                    </p:set>
                                    <p:animEffect transition="in" filter="wipe(left)">
                                      <p:cBhvr>
                                        <p:cTn id="58" dur="500"/>
                                        <p:tgtEl>
                                          <p:spTgt spid="15874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58732"/>
                                        </p:tgtEl>
                                        <p:attrNameLst>
                                          <p:attrName>style.visibility</p:attrName>
                                        </p:attrNameLst>
                                      </p:cBhvr>
                                      <p:to>
                                        <p:strVal val="visible"/>
                                      </p:to>
                                    </p:set>
                                    <p:animEffect transition="in" filter="wipe(left)">
                                      <p:cBhvr>
                                        <p:cTn id="63" dur="500"/>
                                        <p:tgtEl>
                                          <p:spTgt spid="15873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58733"/>
                                        </p:tgtEl>
                                        <p:attrNameLst>
                                          <p:attrName>style.visibility</p:attrName>
                                        </p:attrNameLst>
                                      </p:cBhvr>
                                      <p:to>
                                        <p:strVal val="visible"/>
                                      </p:to>
                                    </p:set>
                                    <p:animEffect transition="in" filter="wipe(left)">
                                      <p:cBhvr>
                                        <p:cTn id="72" dur="500"/>
                                        <p:tgtEl>
                                          <p:spTgt spid="15873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158734"/>
                                        </p:tgtEl>
                                        <p:attrNameLst>
                                          <p:attrName>style.visibility</p:attrName>
                                        </p:attrNameLst>
                                      </p:cBhvr>
                                      <p:to>
                                        <p:strVal val="visible"/>
                                      </p:to>
                                    </p:set>
                                    <p:animEffect transition="in" filter="wipe(left)">
                                      <p:cBhvr>
                                        <p:cTn id="77" dur="500"/>
                                        <p:tgtEl>
                                          <p:spTgt spid="15873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158735"/>
                                        </p:tgtEl>
                                        <p:attrNameLst>
                                          <p:attrName>style.visibility</p:attrName>
                                        </p:attrNameLst>
                                      </p:cBhvr>
                                      <p:to>
                                        <p:strVal val="visible"/>
                                      </p:to>
                                    </p:set>
                                    <p:animEffect transition="in" filter="wipe(up)">
                                      <p:cBhvr>
                                        <p:cTn id="82" dur="500"/>
                                        <p:tgtEl>
                                          <p:spTgt spid="158735"/>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58736"/>
                                        </p:tgtEl>
                                        <p:attrNameLst>
                                          <p:attrName>style.visibility</p:attrName>
                                        </p:attrNameLst>
                                      </p:cBhvr>
                                      <p:to>
                                        <p:strVal val="visible"/>
                                      </p:to>
                                    </p:set>
                                    <p:animEffect transition="in" filter="wipe(left)">
                                      <p:cBhvr>
                                        <p:cTn id="87" dur="500"/>
                                        <p:tgtEl>
                                          <p:spTgt spid="15873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58738"/>
                                        </p:tgtEl>
                                        <p:attrNameLst>
                                          <p:attrName>style.visibility</p:attrName>
                                        </p:attrNameLst>
                                      </p:cBhvr>
                                      <p:to>
                                        <p:strVal val="visible"/>
                                      </p:to>
                                    </p:set>
                                    <p:animEffect transition="in" filter="wipe(left)">
                                      <p:cBhvr>
                                        <p:cTn id="92" dur="500"/>
                                        <p:tgtEl>
                                          <p:spTgt spid="158738"/>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58737"/>
                                        </p:tgtEl>
                                        <p:attrNameLst>
                                          <p:attrName>style.visibility</p:attrName>
                                        </p:attrNameLst>
                                      </p:cBhvr>
                                      <p:to>
                                        <p:strVal val="visible"/>
                                      </p:to>
                                    </p:set>
                                    <p:animEffect transition="in" filter="wipe(left)">
                                      <p:cBhvr>
                                        <p:cTn id="97" dur="500"/>
                                        <p:tgtEl>
                                          <p:spTgt spid="158737"/>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58750"/>
                                        </p:tgtEl>
                                        <p:attrNameLst>
                                          <p:attrName>style.visibility</p:attrName>
                                        </p:attrNameLst>
                                      </p:cBhvr>
                                      <p:to>
                                        <p:strVal val="visible"/>
                                      </p:to>
                                    </p:set>
                                    <p:animEffect transition="in" filter="wipe(left)">
                                      <p:cBhvr>
                                        <p:cTn id="102" dur="500"/>
                                        <p:tgtEl>
                                          <p:spTgt spid="15875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58740"/>
                                        </p:tgtEl>
                                        <p:attrNameLst>
                                          <p:attrName>style.visibility</p:attrName>
                                        </p:attrNameLst>
                                      </p:cBhvr>
                                      <p:to>
                                        <p:strVal val="visible"/>
                                      </p:to>
                                    </p:set>
                                    <p:animEffect transition="in" filter="wipe(left)">
                                      <p:cBhvr>
                                        <p:cTn id="107" dur="500"/>
                                        <p:tgtEl>
                                          <p:spTgt spid="1587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31" grpId="0" autoUpdateAnimBg="0"/>
      <p:bldP spid="158732" grpId="0" autoUpdateAnimBg="0"/>
      <p:bldP spid="158735" grpId="0" animBg="1"/>
      <p:bldP spid="158741" grpId="0" autoUpdateAnimBg="0"/>
      <p:bldP spid="158742" grpId="0" autoUpdateAnimBg="0"/>
      <p:bldP spid="158743" grpId="0" autoUpdateAnimBg="0"/>
      <p:bldP spid="158744" grpId="0" autoUpdateAnimBg="0"/>
      <p:bldP spid="158746" grpId="0" autoUpdateAnimBg="0"/>
      <p:bldP spid="158748" grpId="0" autoUpdateAnimBg="0"/>
      <p:bldP spid="15875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51" name="Text Box 7"/>
          <p:cNvSpPr txBox="1">
            <a:spLocks noChangeArrowheads="1"/>
          </p:cNvSpPr>
          <p:nvPr/>
        </p:nvSpPr>
        <p:spPr bwMode="auto">
          <a:xfrm>
            <a:off x="161925" y="458788"/>
            <a:ext cx="3852863" cy="457200"/>
          </a:xfrm>
          <a:prstGeom prst="rect">
            <a:avLst/>
          </a:prstGeom>
          <a:noFill/>
          <a:ln w="9525" algn="ctr">
            <a:noFill/>
            <a:miter lim="800000"/>
          </a:ln>
        </p:spPr>
        <p:txBody>
          <a:bodyPr>
            <a:spAutoFit/>
          </a:bodyPr>
          <a:lstStyle/>
          <a:p>
            <a:pPr algn="l"/>
            <a:r>
              <a:rPr lang="en-US" altLang="zh-CN" b="1" i="0">
                <a:solidFill>
                  <a:schemeClr val="accent2"/>
                </a:solidFill>
                <a:latin typeface="Times New Roman" panose="02020603050405020304" pitchFamily="18" charset="0"/>
              </a:rPr>
              <a:t>3. </a:t>
            </a:r>
            <a:r>
              <a:rPr lang="zh-CN" altLang="en-US" b="1" i="0">
                <a:solidFill>
                  <a:schemeClr val="accent2"/>
                </a:solidFill>
                <a:latin typeface="Times New Roman" panose="02020603050405020304" pitchFamily="18" charset="0"/>
              </a:rPr>
              <a:t>几种常见力的功 </a:t>
            </a:r>
            <a:endParaRPr lang="zh-CN" altLang="en-US" b="1" i="0">
              <a:solidFill>
                <a:schemeClr val="accent2"/>
              </a:solidFill>
              <a:latin typeface="Times New Roman" panose="02020603050405020304" pitchFamily="18" charset="0"/>
            </a:endParaRPr>
          </a:p>
        </p:txBody>
      </p:sp>
      <p:sp>
        <p:nvSpPr>
          <p:cNvPr id="82952" name="Text Box 8"/>
          <p:cNvSpPr txBox="1">
            <a:spLocks noChangeArrowheads="1"/>
          </p:cNvSpPr>
          <p:nvPr/>
        </p:nvSpPr>
        <p:spPr bwMode="auto">
          <a:xfrm>
            <a:off x="249238" y="1058863"/>
            <a:ext cx="3444875" cy="457200"/>
          </a:xfrm>
          <a:prstGeom prst="rect">
            <a:avLst/>
          </a:prstGeom>
          <a:noFill/>
          <a:ln w="9525">
            <a:noFill/>
            <a:miter lim="800000"/>
          </a:ln>
        </p:spPr>
        <p:txBody>
          <a:bodyPr>
            <a:spAutoFit/>
          </a:bodyPr>
          <a:lstStyle/>
          <a:p>
            <a:pPr algn="l"/>
            <a:r>
              <a:rPr lang="en-US" altLang="zh-CN" b="1" i="0">
                <a:solidFill>
                  <a:srgbClr val="FF6600"/>
                </a:solidFill>
                <a:latin typeface="Times New Roman" panose="02020603050405020304" pitchFamily="18" charset="0"/>
              </a:rPr>
              <a:t>(1)  </a:t>
            </a:r>
            <a:r>
              <a:rPr lang="zh-CN" altLang="en-US" b="1" i="0">
                <a:solidFill>
                  <a:srgbClr val="FF6600"/>
                </a:solidFill>
                <a:latin typeface="Times New Roman" panose="02020603050405020304" pitchFamily="18" charset="0"/>
              </a:rPr>
              <a:t>重力的功</a:t>
            </a:r>
            <a:endParaRPr lang="zh-CN" altLang="en-US" b="1" i="0">
              <a:solidFill>
                <a:srgbClr val="FF6600"/>
              </a:solidFill>
              <a:latin typeface="Times New Roman" panose="02020603050405020304" pitchFamily="18" charset="0"/>
            </a:endParaRPr>
          </a:p>
        </p:txBody>
      </p:sp>
      <p:sp>
        <p:nvSpPr>
          <p:cNvPr id="82985" name="Text Box 41"/>
          <p:cNvSpPr txBox="1">
            <a:spLocks noChangeArrowheads="1"/>
          </p:cNvSpPr>
          <p:nvPr/>
        </p:nvSpPr>
        <p:spPr bwMode="auto">
          <a:xfrm>
            <a:off x="6902450" y="2303463"/>
            <a:ext cx="639763" cy="457200"/>
          </a:xfrm>
          <a:prstGeom prst="rect">
            <a:avLst/>
          </a:prstGeom>
          <a:noFill/>
          <a:ln w="9525">
            <a:noFill/>
            <a:miter lim="800000"/>
          </a:ln>
        </p:spPr>
        <p:txBody>
          <a:bodyPr>
            <a:spAutoFit/>
          </a:bodyPr>
          <a:lstStyle/>
          <a:p>
            <a:pPr algn="l"/>
            <a:r>
              <a:rPr lang="en-US" altLang="zh-CN" b="1">
                <a:solidFill>
                  <a:srgbClr val="008000"/>
                </a:solidFill>
                <a:latin typeface="Times New Roman" panose="02020603050405020304" pitchFamily="18" charset="0"/>
              </a:rPr>
              <a:t>mg</a:t>
            </a:r>
            <a:endParaRPr lang="en-US" altLang="zh-CN" b="1">
              <a:solidFill>
                <a:srgbClr val="008000"/>
              </a:solidFill>
              <a:latin typeface="Times New Roman" panose="02020603050405020304" pitchFamily="18" charset="0"/>
            </a:endParaRPr>
          </a:p>
        </p:txBody>
      </p:sp>
      <p:grpSp>
        <p:nvGrpSpPr>
          <p:cNvPr id="2" name="Group 42"/>
          <p:cNvGrpSpPr/>
          <p:nvPr/>
        </p:nvGrpSpPr>
        <p:grpSpPr bwMode="auto">
          <a:xfrm>
            <a:off x="6151563" y="1208088"/>
            <a:ext cx="2514600" cy="2570162"/>
            <a:chOff x="3875" y="573"/>
            <a:chExt cx="1584" cy="1619"/>
          </a:xfrm>
        </p:grpSpPr>
        <p:grpSp>
          <p:nvGrpSpPr>
            <p:cNvPr id="19482" name="Group 43"/>
            <p:cNvGrpSpPr/>
            <p:nvPr/>
          </p:nvGrpSpPr>
          <p:grpSpPr bwMode="auto">
            <a:xfrm>
              <a:off x="3875" y="573"/>
              <a:ext cx="1584" cy="1619"/>
              <a:chOff x="3875" y="573"/>
              <a:chExt cx="1584" cy="1619"/>
            </a:xfrm>
          </p:grpSpPr>
          <p:sp>
            <p:nvSpPr>
              <p:cNvPr id="19484" name="Line 44"/>
              <p:cNvSpPr>
                <a:spLocks noChangeShapeType="1"/>
              </p:cNvSpPr>
              <p:nvPr/>
            </p:nvSpPr>
            <p:spPr bwMode="auto">
              <a:xfrm>
                <a:off x="4259" y="1577"/>
                <a:ext cx="1200" cy="0"/>
              </a:xfrm>
              <a:prstGeom prst="line">
                <a:avLst/>
              </a:prstGeom>
              <a:noFill/>
              <a:ln w="28575">
                <a:solidFill>
                  <a:schemeClr val="accent2"/>
                </a:solidFill>
                <a:round/>
                <a:tailEnd type="triangle" w="med" len="lg"/>
              </a:ln>
            </p:spPr>
            <p:txBody>
              <a:bodyPr/>
              <a:lstStyle/>
              <a:p>
                <a:endParaRPr lang="zh-CN" altLang="en-US"/>
              </a:p>
            </p:txBody>
          </p:sp>
          <p:sp>
            <p:nvSpPr>
              <p:cNvPr id="19485" name="Line 45"/>
              <p:cNvSpPr>
                <a:spLocks noChangeShapeType="1"/>
              </p:cNvSpPr>
              <p:nvPr/>
            </p:nvSpPr>
            <p:spPr bwMode="auto">
              <a:xfrm flipH="1">
                <a:off x="3875" y="1577"/>
                <a:ext cx="384" cy="528"/>
              </a:xfrm>
              <a:prstGeom prst="line">
                <a:avLst/>
              </a:prstGeom>
              <a:noFill/>
              <a:ln w="28575">
                <a:solidFill>
                  <a:schemeClr val="accent2"/>
                </a:solidFill>
                <a:round/>
                <a:tailEnd type="triangle" w="med" len="lg"/>
              </a:ln>
            </p:spPr>
            <p:txBody>
              <a:bodyPr/>
              <a:lstStyle/>
              <a:p>
                <a:endParaRPr lang="zh-CN" altLang="en-US"/>
              </a:p>
            </p:txBody>
          </p:sp>
          <p:sp>
            <p:nvSpPr>
              <p:cNvPr id="19486" name="Line 46"/>
              <p:cNvSpPr>
                <a:spLocks noChangeShapeType="1"/>
              </p:cNvSpPr>
              <p:nvPr/>
            </p:nvSpPr>
            <p:spPr bwMode="auto">
              <a:xfrm flipV="1">
                <a:off x="4259" y="676"/>
                <a:ext cx="0" cy="912"/>
              </a:xfrm>
              <a:prstGeom prst="line">
                <a:avLst/>
              </a:prstGeom>
              <a:noFill/>
              <a:ln w="28575">
                <a:solidFill>
                  <a:schemeClr val="accent2"/>
                </a:solidFill>
                <a:round/>
                <a:tailEnd type="triangle" w="med" len="lg"/>
              </a:ln>
            </p:spPr>
            <p:txBody>
              <a:bodyPr/>
              <a:lstStyle/>
              <a:p>
                <a:endParaRPr lang="zh-CN" altLang="en-US"/>
              </a:p>
            </p:txBody>
          </p:sp>
          <p:sp>
            <p:nvSpPr>
              <p:cNvPr id="19487" name="Text Box 47"/>
              <p:cNvSpPr txBox="1">
                <a:spLocks noChangeArrowheads="1"/>
              </p:cNvSpPr>
              <p:nvPr/>
            </p:nvSpPr>
            <p:spPr bwMode="auto">
              <a:xfrm>
                <a:off x="3984" y="1904"/>
                <a:ext cx="212"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x</a:t>
                </a:r>
                <a:endParaRPr lang="en-US" altLang="zh-CN" b="1">
                  <a:solidFill>
                    <a:schemeClr val="accent2"/>
                  </a:solidFill>
                  <a:latin typeface="Times New Roman" panose="02020603050405020304" pitchFamily="18" charset="0"/>
                </a:endParaRPr>
              </a:p>
            </p:txBody>
          </p:sp>
          <p:sp>
            <p:nvSpPr>
              <p:cNvPr id="19488" name="Text Box 48"/>
              <p:cNvSpPr txBox="1">
                <a:spLocks noChangeArrowheads="1"/>
              </p:cNvSpPr>
              <p:nvPr/>
            </p:nvSpPr>
            <p:spPr bwMode="auto">
              <a:xfrm>
                <a:off x="5257" y="1618"/>
                <a:ext cx="201"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y</a:t>
                </a:r>
                <a:endParaRPr lang="en-US" altLang="zh-CN" b="1">
                  <a:solidFill>
                    <a:schemeClr val="accent2"/>
                  </a:solidFill>
                  <a:latin typeface="Times New Roman" panose="02020603050405020304" pitchFamily="18" charset="0"/>
                </a:endParaRPr>
              </a:p>
            </p:txBody>
          </p:sp>
          <p:sp>
            <p:nvSpPr>
              <p:cNvPr id="19489" name="Text Box 49"/>
              <p:cNvSpPr txBox="1">
                <a:spLocks noChangeArrowheads="1"/>
              </p:cNvSpPr>
              <p:nvPr/>
            </p:nvSpPr>
            <p:spPr bwMode="auto">
              <a:xfrm>
                <a:off x="3959" y="573"/>
                <a:ext cx="191"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z</a:t>
                </a:r>
                <a:endParaRPr lang="en-US" altLang="zh-CN" b="1">
                  <a:solidFill>
                    <a:schemeClr val="accent2"/>
                  </a:solidFill>
                  <a:latin typeface="Times New Roman" panose="02020603050405020304" pitchFamily="18" charset="0"/>
                </a:endParaRPr>
              </a:p>
            </p:txBody>
          </p:sp>
        </p:grpSp>
        <p:sp>
          <p:nvSpPr>
            <p:cNvPr id="19483" name="Text Box 50"/>
            <p:cNvSpPr txBox="1">
              <a:spLocks noChangeArrowheads="1"/>
            </p:cNvSpPr>
            <p:nvPr/>
          </p:nvSpPr>
          <p:spPr bwMode="auto">
            <a:xfrm>
              <a:off x="4224" y="1584"/>
              <a:ext cx="255" cy="288"/>
            </a:xfrm>
            <a:prstGeom prst="rect">
              <a:avLst/>
            </a:prstGeom>
            <a:noFill/>
            <a:ln w="9525">
              <a:noFill/>
              <a:miter lim="800000"/>
            </a:ln>
          </p:spPr>
          <p:txBody>
            <a:bodyPr wrap="none">
              <a:spAutoFit/>
            </a:bodyPr>
            <a:lstStyle/>
            <a:p>
              <a:r>
                <a:rPr lang="en-US" altLang="zh-CN" b="1">
                  <a:solidFill>
                    <a:schemeClr val="accent2"/>
                  </a:solidFill>
                  <a:latin typeface="Times New Roman" panose="02020603050405020304" pitchFamily="18" charset="0"/>
                </a:rPr>
                <a:t>O</a:t>
              </a:r>
              <a:endParaRPr lang="en-US" altLang="zh-CN" b="1">
                <a:solidFill>
                  <a:schemeClr val="accent2"/>
                </a:solidFill>
                <a:latin typeface="Times New Roman" panose="02020603050405020304" pitchFamily="18" charset="0"/>
              </a:endParaRPr>
            </a:p>
          </p:txBody>
        </p:sp>
      </p:grpSp>
      <p:sp>
        <p:nvSpPr>
          <p:cNvPr id="82995" name="Text Box 51"/>
          <p:cNvSpPr txBox="1">
            <a:spLocks noChangeArrowheads="1"/>
          </p:cNvSpPr>
          <p:nvPr/>
        </p:nvSpPr>
        <p:spPr bwMode="auto">
          <a:xfrm>
            <a:off x="763588" y="1666875"/>
            <a:ext cx="52736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重力</a:t>
            </a:r>
            <a:r>
              <a:rPr lang="en-US" altLang="zh-CN" b="1">
                <a:solidFill>
                  <a:srgbClr val="FF6600"/>
                </a:solidFill>
                <a:latin typeface="Times New Roman" panose="02020603050405020304" pitchFamily="18" charset="0"/>
              </a:rPr>
              <a:t>mg </a:t>
            </a:r>
            <a:r>
              <a:rPr lang="zh-CN" altLang="en-US" b="1" i="0">
                <a:solidFill>
                  <a:schemeClr val="bg1"/>
                </a:solidFill>
                <a:latin typeface="Times New Roman" panose="02020603050405020304" pitchFamily="18" charset="0"/>
              </a:rPr>
              <a:t>在曲线路径</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1</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 </a:t>
            </a:r>
            <a:r>
              <a:rPr lang="zh-CN" altLang="en-US" b="1" i="0">
                <a:solidFill>
                  <a:schemeClr val="bg1"/>
                </a:solidFill>
                <a:latin typeface="Times New Roman" panose="02020603050405020304" pitchFamily="18" charset="0"/>
              </a:rPr>
              <a:t>上的功为</a:t>
            </a:r>
            <a:r>
              <a:rPr lang="zh-CN" altLang="en-US" b="1" i="0">
                <a:latin typeface="Times New Roman" panose="02020603050405020304" pitchFamily="18" charset="0"/>
              </a:rPr>
              <a:t> </a:t>
            </a:r>
            <a:endParaRPr lang="zh-CN" altLang="en-US" b="1" i="0">
              <a:latin typeface="Times New Roman" panose="02020603050405020304" pitchFamily="18" charset="0"/>
            </a:endParaRPr>
          </a:p>
        </p:txBody>
      </p:sp>
      <p:graphicFrame>
        <p:nvGraphicFramePr>
          <p:cNvPr id="82996" name="Object 52"/>
          <p:cNvGraphicFramePr>
            <a:graphicFrameLocks noChangeAspect="1"/>
          </p:cNvGraphicFramePr>
          <p:nvPr/>
        </p:nvGraphicFramePr>
        <p:xfrm>
          <a:off x="1185863" y="2303463"/>
          <a:ext cx="1671637" cy="641350"/>
        </p:xfrm>
        <a:graphic>
          <a:graphicData uri="http://schemas.openxmlformats.org/presentationml/2006/ole">
            <mc:AlternateContent xmlns:mc="http://schemas.openxmlformats.org/markup-compatibility/2006">
              <mc:Choice xmlns:v="urn:schemas-microsoft-com:vml" Requires="v">
                <p:oleObj spid="_x0000_s19457" name="公式" r:id="rId1" imgW="22250400" imgH="8534400" progId="Equation.3">
                  <p:embed/>
                </p:oleObj>
              </mc:Choice>
              <mc:Fallback>
                <p:oleObj name="公式" r:id="rId1" imgW="22250400" imgH="8534400" progId="Equation.3">
                  <p:embed/>
                  <p:pic>
                    <p:nvPicPr>
                      <p:cNvPr id="0" name="Object 52"/>
                      <p:cNvPicPr>
                        <a:picLocks noChangeAspect="1"/>
                      </p:cNvPicPr>
                      <p:nvPr/>
                    </p:nvPicPr>
                    <p:blipFill>
                      <a:blip r:embed="rId2"/>
                      <a:stretch>
                        <a:fillRect/>
                      </a:stretch>
                    </p:blipFill>
                    <p:spPr>
                      <a:xfrm>
                        <a:off x="1185863" y="2303463"/>
                        <a:ext cx="1671637" cy="641350"/>
                      </a:xfrm>
                      <a:prstGeom prst="rect">
                        <a:avLst/>
                      </a:prstGeom>
                      <a:noFill/>
                      <a:ln w="9525">
                        <a:noFill/>
                      </a:ln>
                    </p:spPr>
                  </p:pic>
                </p:oleObj>
              </mc:Fallback>
            </mc:AlternateContent>
          </a:graphicData>
        </a:graphic>
      </p:graphicFrame>
      <p:graphicFrame>
        <p:nvGraphicFramePr>
          <p:cNvPr id="82997" name="Object 53"/>
          <p:cNvGraphicFramePr>
            <a:graphicFrameLocks noChangeAspect="1"/>
          </p:cNvGraphicFramePr>
          <p:nvPr/>
        </p:nvGraphicFramePr>
        <p:xfrm>
          <a:off x="2895600" y="2293938"/>
          <a:ext cx="2082800" cy="639762"/>
        </p:xfrm>
        <a:graphic>
          <a:graphicData uri="http://schemas.openxmlformats.org/presentationml/2006/ole">
            <mc:AlternateContent xmlns:mc="http://schemas.openxmlformats.org/markup-compatibility/2006">
              <mc:Choice xmlns:v="urn:schemas-microsoft-com:vml" Requires="v">
                <p:oleObj spid="_x0000_s19459" name="公式" r:id="rId3" imgW="27736800" imgH="8534400" progId="Equation.3">
                  <p:embed/>
                </p:oleObj>
              </mc:Choice>
              <mc:Fallback>
                <p:oleObj name="公式" r:id="rId3" imgW="27736800" imgH="8534400" progId="Equation.3">
                  <p:embed/>
                  <p:pic>
                    <p:nvPicPr>
                      <p:cNvPr id="0" name="Object 53"/>
                      <p:cNvPicPr>
                        <a:picLocks noChangeAspect="1"/>
                      </p:cNvPicPr>
                      <p:nvPr/>
                    </p:nvPicPr>
                    <p:blipFill>
                      <a:blip r:embed="rId4"/>
                      <a:stretch>
                        <a:fillRect/>
                      </a:stretch>
                    </p:blipFill>
                    <p:spPr>
                      <a:xfrm>
                        <a:off x="2895600" y="2293938"/>
                        <a:ext cx="2082800" cy="639762"/>
                      </a:xfrm>
                      <a:prstGeom prst="rect">
                        <a:avLst/>
                      </a:prstGeom>
                      <a:noFill/>
                      <a:ln w="9525">
                        <a:noFill/>
                      </a:ln>
                    </p:spPr>
                  </p:pic>
                </p:oleObj>
              </mc:Fallback>
            </mc:AlternateContent>
          </a:graphicData>
        </a:graphic>
      </p:graphicFrame>
      <p:graphicFrame>
        <p:nvGraphicFramePr>
          <p:cNvPr id="82998" name="Object 54"/>
          <p:cNvGraphicFramePr>
            <a:graphicFrameLocks noChangeAspect="1"/>
          </p:cNvGraphicFramePr>
          <p:nvPr/>
        </p:nvGraphicFramePr>
        <p:xfrm>
          <a:off x="1438275" y="3159125"/>
          <a:ext cx="1738313" cy="388938"/>
        </p:xfrm>
        <a:graphic>
          <a:graphicData uri="http://schemas.openxmlformats.org/presentationml/2006/ole">
            <mc:AlternateContent xmlns:mc="http://schemas.openxmlformats.org/markup-compatibility/2006">
              <mc:Choice xmlns:v="urn:schemas-microsoft-com:vml" Requires="v">
                <p:oleObj spid="_x0000_s19460" name="公式" r:id="rId5" imgW="23164800" imgH="5181600" progId="Equation.3">
                  <p:embed/>
                </p:oleObj>
              </mc:Choice>
              <mc:Fallback>
                <p:oleObj name="公式" r:id="rId5" imgW="23164800" imgH="5181600" progId="Equation.3">
                  <p:embed/>
                  <p:pic>
                    <p:nvPicPr>
                      <p:cNvPr id="0" name="Object 54"/>
                      <p:cNvPicPr>
                        <a:picLocks noChangeAspect="1"/>
                      </p:cNvPicPr>
                      <p:nvPr/>
                    </p:nvPicPr>
                    <p:blipFill>
                      <a:blip r:embed="rId6"/>
                      <a:stretch>
                        <a:fillRect/>
                      </a:stretch>
                    </p:blipFill>
                    <p:spPr>
                      <a:xfrm>
                        <a:off x="1438275" y="3159125"/>
                        <a:ext cx="1738313" cy="388938"/>
                      </a:xfrm>
                      <a:prstGeom prst="rect">
                        <a:avLst/>
                      </a:prstGeom>
                      <a:noFill/>
                      <a:ln w="9525">
                        <a:noFill/>
                      </a:ln>
                    </p:spPr>
                  </p:pic>
                </p:oleObj>
              </mc:Fallback>
            </mc:AlternateContent>
          </a:graphicData>
        </a:graphic>
      </p:graphicFrame>
      <p:sp>
        <p:nvSpPr>
          <p:cNvPr id="82999" name="Text Box 55"/>
          <p:cNvSpPr txBox="1">
            <a:spLocks noChangeArrowheads="1"/>
          </p:cNvSpPr>
          <p:nvPr/>
        </p:nvSpPr>
        <p:spPr bwMode="auto">
          <a:xfrm>
            <a:off x="674688" y="3695700"/>
            <a:ext cx="8262937" cy="903288"/>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重力所作的功等于重力的大小乘以质点起始位置与终末位置</a:t>
            </a:r>
            <a:r>
              <a:rPr lang="zh-CN" altLang="en-US" b="1" i="0">
                <a:solidFill>
                  <a:srgbClr val="CC0000"/>
                </a:solidFill>
                <a:latin typeface="Times New Roman" panose="02020603050405020304" pitchFamily="18" charset="0"/>
              </a:rPr>
              <a:t>高度差</a:t>
            </a:r>
            <a:r>
              <a:rPr lang="zh-CN" altLang="en-US" b="1" i="0">
                <a:solidFill>
                  <a:schemeClr val="bg1"/>
                </a:solidFill>
                <a:latin typeface="Times New Roman" panose="02020603050405020304" pitchFamily="18" charset="0"/>
              </a:rPr>
              <a:t>。 </a:t>
            </a:r>
            <a:endParaRPr lang="zh-CN" altLang="en-US" b="1" i="0">
              <a:solidFill>
                <a:schemeClr val="bg1"/>
              </a:solidFill>
              <a:latin typeface="Times New Roman" panose="02020603050405020304" pitchFamily="18" charset="0"/>
            </a:endParaRPr>
          </a:p>
        </p:txBody>
      </p:sp>
      <p:sp>
        <p:nvSpPr>
          <p:cNvPr id="83000" name="Text Box 56"/>
          <p:cNvSpPr txBox="1">
            <a:spLocks noChangeArrowheads="1"/>
          </p:cNvSpPr>
          <p:nvPr/>
        </p:nvSpPr>
        <p:spPr bwMode="auto">
          <a:xfrm>
            <a:off x="703263" y="4960938"/>
            <a:ext cx="7918450" cy="933450"/>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重力的功只与始、末位置有关，而与质点所经过的路</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   径无关</a:t>
            </a:r>
            <a:r>
              <a:rPr lang="zh-CN" altLang="en-US" b="1" i="0">
                <a:solidFill>
                  <a:srgbClr val="FF6600"/>
                </a:solidFill>
                <a:latin typeface="Times New Roman" panose="02020603050405020304" pitchFamily="18" charset="0"/>
                <a:cs typeface="Arial" panose="020B0604020202020204" pitchFamily="34" charset="0"/>
              </a:rPr>
              <a:t>（与路径无关）</a:t>
            </a:r>
            <a:r>
              <a:rPr lang="zh-CN" altLang="en-US" i="0">
                <a:solidFill>
                  <a:schemeClr val="bg1"/>
                </a:solidFill>
                <a:latin typeface="Times New Roman" panose="02020603050405020304" pitchFamily="18" charset="0"/>
                <a:cs typeface="Arial" panose="020B0604020202020204" pitchFamily="34" charset="0"/>
              </a:rPr>
              <a:t> </a:t>
            </a:r>
            <a:r>
              <a:rPr lang="zh-CN" altLang="en-US" b="1" i="0">
                <a:solidFill>
                  <a:schemeClr val="bg1"/>
                </a:solidFill>
                <a:latin typeface="Times New Roman" panose="02020603050405020304" pitchFamily="18" charset="0"/>
              </a:rPr>
              <a:t>。 </a:t>
            </a:r>
            <a:endParaRPr lang="zh-CN" altLang="en-US" b="1" i="0">
              <a:solidFill>
                <a:schemeClr val="bg1"/>
              </a:solidFill>
              <a:latin typeface="Times New Roman" panose="02020603050405020304" pitchFamily="18" charset="0"/>
            </a:endParaRPr>
          </a:p>
        </p:txBody>
      </p:sp>
      <p:sp>
        <p:nvSpPr>
          <p:cNvPr id="83001" name="Text Box 57"/>
          <p:cNvSpPr txBox="1">
            <a:spLocks noChangeArrowheads="1"/>
          </p:cNvSpPr>
          <p:nvPr/>
        </p:nvSpPr>
        <p:spPr bwMode="auto">
          <a:xfrm>
            <a:off x="720725" y="5945188"/>
            <a:ext cx="8123238" cy="479425"/>
          </a:xfrm>
          <a:prstGeom prst="rect">
            <a:avLst/>
          </a:prstGeom>
          <a:noFill/>
          <a:ln w="9525">
            <a:noFill/>
            <a:miter lim="800000"/>
          </a:ln>
        </p:spPr>
        <p:txBody>
          <a:bodyPr wrap="none">
            <a:spAutoFit/>
          </a:bodyPr>
          <a:lstStyle/>
          <a:p>
            <a:pPr algn="l">
              <a:lnSpc>
                <a:spcPct val="11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质点上升时，重力作负功；质点下降时，重力作正功。 </a:t>
            </a:r>
            <a:endParaRPr lang="zh-CN" altLang="en-US" b="1" i="0">
              <a:solidFill>
                <a:schemeClr val="bg1"/>
              </a:solidFill>
              <a:latin typeface="Times New Roman" panose="02020603050405020304" pitchFamily="18" charset="0"/>
            </a:endParaRPr>
          </a:p>
        </p:txBody>
      </p:sp>
      <p:sp>
        <p:nvSpPr>
          <p:cNvPr id="83002" name="Freeform 58"/>
          <p:cNvSpPr/>
          <p:nvPr/>
        </p:nvSpPr>
        <p:spPr bwMode="auto">
          <a:xfrm>
            <a:off x="6608763" y="1582738"/>
            <a:ext cx="2057400" cy="1028700"/>
          </a:xfrm>
          <a:custGeom>
            <a:avLst/>
            <a:gdLst>
              <a:gd name="T0" fmla="*/ 0 w 1296"/>
              <a:gd name="T1" fmla="*/ 2147483647 h 648"/>
              <a:gd name="T2" fmla="*/ 2147483647 w 1296"/>
              <a:gd name="T3" fmla="*/ 2147483647 h 648"/>
              <a:gd name="T4" fmla="*/ 2147483647 w 1296"/>
              <a:gd name="T5" fmla="*/ 2147483647 h 648"/>
              <a:gd name="T6" fmla="*/ 2147483647 w 1296"/>
              <a:gd name="T7" fmla="*/ 2147483647 h 648"/>
              <a:gd name="T8" fmla="*/ 2147483647 w 1296"/>
              <a:gd name="T9" fmla="*/ 2147483647 h 648"/>
              <a:gd name="T10" fmla="*/ 0 60000 65536"/>
              <a:gd name="T11" fmla="*/ 0 60000 65536"/>
              <a:gd name="T12" fmla="*/ 0 60000 65536"/>
              <a:gd name="T13" fmla="*/ 0 60000 65536"/>
              <a:gd name="T14" fmla="*/ 0 60000 65536"/>
              <a:gd name="T15" fmla="*/ 0 w 1296"/>
              <a:gd name="T16" fmla="*/ 0 h 648"/>
              <a:gd name="T17" fmla="*/ 1296 w 1296"/>
              <a:gd name="T18" fmla="*/ 648 h 648"/>
            </a:gdLst>
            <a:ahLst/>
            <a:cxnLst>
              <a:cxn ang="T10">
                <a:pos x="T0" y="T1"/>
              </a:cxn>
              <a:cxn ang="T11">
                <a:pos x="T2" y="T3"/>
              </a:cxn>
              <a:cxn ang="T12">
                <a:pos x="T4" y="T5"/>
              </a:cxn>
              <a:cxn ang="T13">
                <a:pos x="T6" y="T7"/>
              </a:cxn>
              <a:cxn ang="T14">
                <a:pos x="T8" y="T9"/>
              </a:cxn>
            </a:cxnLst>
            <a:rect l="T15" t="T16" r="T17" b="T18"/>
            <a:pathLst>
              <a:path w="1296" h="648">
                <a:moveTo>
                  <a:pt x="0" y="96"/>
                </a:moveTo>
                <a:cubicBezTo>
                  <a:pt x="116" y="48"/>
                  <a:pt x="232" y="0"/>
                  <a:pt x="336" y="48"/>
                </a:cubicBezTo>
                <a:cubicBezTo>
                  <a:pt x="440" y="96"/>
                  <a:pt x="528" y="288"/>
                  <a:pt x="624" y="384"/>
                </a:cubicBezTo>
                <a:cubicBezTo>
                  <a:pt x="720" y="480"/>
                  <a:pt x="800" y="600"/>
                  <a:pt x="912" y="624"/>
                </a:cubicBezTo>
                <a:cubicBezTo>
                  <a:pt x="1024" y="648"/>
                  <a:pt x="1160" y="588"/>
                  <a:pt x="1296" y="528"/>
                </a:cubicBezTo>
              </a:path>
            </a:pathLst>
          </a:custGeom>
          <a:noFill/>
          <a:ln w="38100">
            <a:solidFill>
              <a:srgbClr val="FF6600"/>
            </a:solidFill>
            <a:round/>
          </a:ln>
        </p:spPr>
        <p:txBody>
          <a:bodyPr/>
          <a:lstStyle/>
          <a:p>
            <a:endParaRPr lang="zh-CN" altLang="en-US"/>
          </a:p>
        </p:txBody>
      </p:sp>
      <p:sp>
        <p:nvSpPr>
          <p:cNvPr id="83003" name="Oval 59"/>
          <p:cNvSpPr>
            <a:spLocks noChangeArrowheads="1"/>
          </p:cNvSpPr>
          <p:nvPr/>
        </p:nvSpPr>
        <p:spPr bwMode="auto">
          <a:xfrm>
            <a:off x="7065963" y="1600200"/>
            <a:ext cx="76200" cy="76200"/>
          </a:xfrm>
          <a:prstGeom prst="ellipse">
            <a:avLst/>
          </a:prstGeom>
          <a:solidFill>
            <a:srgbClr val="FF0000"/>
          </a:solidFill>
          <a:ln w="9525">
            <a:solidFill>
              <a:srgbClr val="FF0000"/>
            </a:solidFill>
            <a:round/>
          </a:ln>
        </p:spPr>
        <p:txBody>
          <a:bodyPr wrap="none" anchor="ctr"/>
          <a:lstStyle/>
          <a:p>
            <a:endParaRPr lang="zh-CN" altLang="en-US"/>
          </a:p>
        </p:txBody>
      </p:sp>
      <p:sp>
        <p:nvSpPr>
          <p:cNvPr id="83004" name="Oval 60"/>
          <p:cNvSpPr>
            <a:spLocks noChangeArrowheads="1"/>
          </p:cNvSpPr>
          <p:nvPr/>
        </p:nvSpPr>
        <p:spPr bwMode="auto">
          <a:xfrm>
            <a:off x="8208963" y="2532063"/>
            <a:ext cx="76200" cy="76200"/>
          </a:xfrm>
          <a:prstGeom prst="ellipse">
            <a:avLst/>
          </a:prstGeom>
          <a:solidFill>
            <a:srgbClr val="FF0000"/>
          </a:solidFill>
          <a:ln w="9525">
            <a:solidFill>
              <a:srgbClr val="FF0000"/>
            </a:solidFill>
            <a:round/>
          </a:ln>
        </p:spPr>
        <p:txBody>
          <a:bodyPr wrap="none" anchor="ctr"/>
          <a:lstStyle/>
          <a:p>
            <a:endParaRPr lang="zh-CN" altLang="en-US"/>
          </a:p>
        </p:txBody>
      </p:sp>
      <p:graphicFrame>
        <p:nvGraphicFramePr>
          <p:cNvPr id="83005" name="Object 61"/>
          <p:cNvGraphicFramePr>
            <a:graphicFrameLocks noChangeAspect="1"/>
          </p:cNvGraphicFramePr>
          <p:nvPr/>
        </p:nvGraphicFramePr>
        <p:xfrm>
          <a:off x="6821488" y="1179513"/>
          <a:ext cx="385762" cy="344487"/>
        </p:xfrm>
        <a:graphic>
          <a:graphicData uri="http://schemas.openxmlformats.org/presentationml/2006/ole">
            <mc:AlternateContent xmlns:mc="http://schemas.openxmlformats.org/markup-compatibility/2006">
              <mc:Choice xmlns:v="urn:schemas-microsoft-com:vml" Requires="v">
                <p:oleObj spid="_x0000_s19461" name="公式" r:id="rId7" imgW="5791200" imgH="5181600" progId="Equation.3">
                  <p:embed/>
                </p:oleObj>
              </mc:Choice>
              <mc:Fallback>
                <p:oleObj name="公式" r:id="rId7" imgW="5791200" imgH="5181600" progId="Equation.3">
                  <p:embed/>
                  <p:pic>
                    <p:nvPicPr>
                      <p:cNvPr id="0" name="Object 61"/>
                      <p:cNvPicPr>
                        <a:picLocks noChangeAspect="1"/>
                      </p:cNvPicPr>
                      <p:nvPr/>
                    </p:nvPicPr>
                    <p:blipFill>
                      <a:blip r:embed="rId8"/>
                      <a:stretch>
                        <a:fillRect/>
                      </a:stretch>
                    </p:blipFill>
                    <p:spPr>
                      <a:xfrm>
                        <a:off x="6821488" y="1179513"/>
                        <a:ext cx="385762" cy="344487"/>
                      </a:xfrm>
                      <a:prstGeom prst="rect">
                        <a:avLst/>
                      </a:prstGeom>
                      <a:noFill/>
                      <a:ln w="9525">
                        <a:noFill/>
                      </a:ln>
                    </p:spPr>
                  </p:pic>
                </p:oleObj>
              </mc:Fallback>
            </mc:AlternateContent>
          </a:graphicData>
        </a:graphic>
      </p:graphicFrame>
      <p:graphicFrame>
        <p:nvGraphicFramePr>
          <p:cNvPr id="83006" name="Object 62"/>
          <p:cNvGraphicFramePr>
            <a:graphicFrameLocks noChangeAspect="1"/>
          </p:cNvGraphicFramePr>
          <p:nvPr/>
        </p:nvGraphicFramePr>
        <p:xfrm>
          <a:off x="7858125" y="2214563"/>
          <a:ext cx="400050" cy="346075"/>
        </p:xfrm>
        <a:graphic>
          <a:graphicData uri="http://schemas.openxmlformats.org/presentationml/2006/ole">
            <mc:AlternateContent xmlns:mc="http://schemas.openxmlformats.org/markup-compatibility/2006">
              <mc:Choice xmlns:v="urn:schemas-microsoft-com:vml" Requires="v">
                <p:oleObj spid="_x0000_s19462" name="公式" r:id="rId9" imgW="6096000" imgH="5181600" progId="Equation.3">
                  <p:embed/>
                </p:oleObj>
              </mc:Choice>
              <mc:Fallback>
                <p:oleObj name="公式" r:id="rId9" imgW="6096000" imgH="5181600" progId="Equation.3">
                  <p:embed/>
                  <p:pic>
                    <p:nvPicPr>
                      <p:cNvPr id="0" name="Object 62"/>
                      <p:cNvPicPr>
                        <a:picLocks noChangeAspect="1"/>
                      </p:cNvPicPr>
                      <p:nvPr/>
                    </p:nvPicPr>
                    <p:blipFill>
                      <a:blip r:embed="rId10"/>
                      <a:stretch>
                        <a:fillRect/>
                      </a:stretch>
                    </p:blipFill>
                    <p:spPr>
                      <a:xfrm>
                        <a:off x="7858125" y="2214563"/>
                        <a:ext cx="400050" cy="346075"/>
                      </a:xfrm>
                      <a:prstGeom prst="rect">
                        <a:avLst/>
                      </a:prstGeom>
                      <a:noFill/>
                      <a:ln w="9525">
                        <a:noFill/>
                      </a:ln>
                    </p:spPr>
                  </p:pic>
                </p:oleObj>
              </mc:Fallback>
            </mc:AlternateContent>
          </a:graphicData>
        </a:graphic>
      </p:graphicFrame>
      <p:sp>
        <p:nvSpPr>
          <p:cNvPr id="83007" name="Oval 63"/>
          <p:cNvSpPr>
            <a:spLocks noChangeArrowheads="1"/>
          </p:cNvSpPr>
          <p:nvPr/>
        </p:nvSpPr>
        <p:spPr bwMode="auto">
          <a:xfrm>
            <a:off x="7405688" y="1963738"/>
            <a:ext cx="119062" cy="96837"/>
          </a:xfrm>
          <a:prstGeom prst="ellipse">
            <a:avLst/>
          </a:prstGeom>
          <a:gradFill rotWithShape="1">
            <a:gsLst>
              <a:gs pos="0">
                <a:schemeClr val="accent2"/>
              </a:gs>
              <a:gs pos="100000">
                <a:schemeClr val="accent2">
                  <a:gamma/>
                  <a:tint val="60392"/>
                  <a:invGamma/>
                </a:schemeClr>
              </a:gs>
            </a:gsLst>
            <a:path path="shape">
              <a:fillToRect l="50000" t="50000" r="50000" b="50000"/>
            </a:path>
          </a:gradFill>
          <a:ln w="9525">
            <a:solidFill>
              <a:schemeClr val="bg2"/>
            </a:solidFill>
            <a:round/>
          </a:ln>
          <a:effectLst/>
        </p:spPr>
        <p:txBody>
          <a:bodyPr wrap="none" anchor="ctr"/>
          <a:lstStyle/>
          <a:p>
            <a:pPr>
              <a:defRPr/>
            </a:pPr>
            <a:endParaRPr lang="zh-CN" altLang="en-US"/>
          </a:p>
        </p:txBody>
      </p:sp>
      <p:sp>
        <p:nvSpPr>
          <p:cNvPr id="83008" name="Text Box 64"/>
          <p:cNvSpPr txBox="1">
            <a:spLocks noChangeArrowheads="1"/>
          </p:cNvSpPr>
          <p:nvPr/>
        </p:nvSpPr>
        <p:spPr bwMode="auto">
          <a:xfrm>
            <a:off x="7010400" y="1746250"/>
            <a:ext cx="352425" cy="457200"/>
          </a:xfrm>
          <a:prstGeom prst="rect">
            <a:avLst/>
          </a:prstGeom>
          <a:noFill/>
          <a:ln w="9525">
            <a:noFill/>
            <a:miter lim="800000"/>
          </a:ln>
        </p:spPr>
        <p:txBody>
          <a:bodyPr>
            <a:spAutoFit/>
          </a:bodyPr>
          <a:lstStyle/>
          <a:p>
            <a:pPr algn="l"/>
            <a:r>
              <a:rPr lang="en-US" altLang="zh-CN" b="1">
                <a:solidFill>
                  <a:schemeClr val="accent2"/>
                </a:solidFill>
                <a:latin typeface="Times New Roman" panose="02020603050405020304" pitchFamily="18" charset="0"/>
              </a:rPr>
              <a:t>m</a:t>
            </a:r>
            <a:endParaRPr lang="en-US" altLang="zh-CN" b="1">
              <a:solidFill>
                <a:schemeClr val="accent2"/>
              </a:solidFill>
              <a:latin typeface="Times New Roman" panose="02020603050405020304" pitchFamily="18" charset="0"/>
            </a:endParaRPr>
          </a:p>
        </p:txBody>
      </p:sp>
      <p:sp>
        <p:nvSpPr>
          <p:cNvPr id="83009" name="Line 65"/>
          <p:cNvSpPr>
            <a:spLocks noChangeShapeType="1"/>
          </p:cNvSpPr>
          <p:nvPr/>
        </p:nvSpPr>
        <p:spPr bwMode="auto">
          <a:xfrm>
            <a:off x="7467600" y="2035175"/>
            <a:ext cx="0" cy="609600"/>
          </a:xfrm>
          <a:prstGeom prst="line">
            <a:avLst/>
          </a:prstGeom>
          <a:noFill/>
          <a:ln w="28575">
            <a:solidFill>
              <a:srgbClr val="008000"/>
            </a:solidFill>
            <a:round/>
            <a:tailEnd type="triangle" w="med" len="lg"/>
          </a:ln>
        </p:spPr>
        <p:txBody>
          <a:bodyPr/>
          <a:lstStyle/>
          <a:p>
            <a:endParaRPr lang="zh-CN" altLang="en-US"/>
          </a:p>
        </p:txBody>
      </p:sp>
      <p:sp>
        <p:nvSpPr>
          <p:cNvPr id="83010" name="Freeform 66"/>
          <p:cNvSpPr/>
          <p:nvPr/>
        </p:nvSpPr>
        <p:spPr bwMode="auto">
          <a:xfrm>
            <a:off x="7107238" y="1328738"/>
            <a:ext cx="1168400" cy="1244600"/>
          </a:xfrm>
          <a:custGeom>
            <a:avLst/>
            <a:gdLst>
              <a:gd name="T0" fmla="*/ 0 w 736"/>
              <a:gd name="T1" fmla="*/ 2147483647 h 784"/>
              <a:gd name="T2" fmla="*/ 2147483647 w 736"/>
              <a:gd name="T3" fmla="*/ 2147483647 h 784"/>
              <a:gd name="T4" fmla="*/ 2147483647 w 736"/>
              <a:gd name="T5" fmla="*/ 2147483647 h 784"/>
              <a:gd name="T6" fmla="*/ 2147483647 w 736"/>
              <a:gd name="T7" fmla="*/ 2147483647 h 784"/>
              <a:gd name="T8" fmla="*/ 2147483647 w 736"/>
              <a:gd name="T9" fmla="*/ 2147483647 h 784"/>
              <a:gd name="T10" fmla="*/ 0 60000 65536"/>
              <a:gd name="T11" fmla="*/ 0 60000 65536"/>
              <a:gd name="T12" fmla="*/ 0 60000 65536"/>
              <a:gd name="T13" fmla="*/ 0 60000 65536"/>
              <a:gd name="T14" fmla="*/ 0 60000 65536"/>
              <a:gd name="T15" fmla="*/ 0 w 736"/>
              <a:gd name="T16" fmla="*/ 0 h 784"/>
              <a:gd name="T17" fmla="*/ 736 w 736"/>
              <a:gd name="T18" fmla="*/ 784 h 784"/>
            </a:gdLst>
            <a:ahLst/>
            <a:cxnLst>
              <a:cxn ang="T10">
                <a:pos x="T0" y="T1"/>
              </a:cxn>
              <a:cxn ang="T11">
                <a:pos x="T2" y="T3"/>
              </a:cxn>
              <a:cxn ang="T12">
                <a:pos x="T4" y="T5"/>
              </a:cxn>
              <a:cxn ang="T13">
                <a:pos x="T6" y="T7"/>
              </a:cxn>
              <a:cxn ang="T14">
                <a:pos x="T8" y="T9"/>
              </a:cxn>
            </a:cxnLst>
            <a:rect l="T15" t="T16" r="T17" b="T18"/>
            <a:pathLst>
              <a:path w="736" h="784">
                <a:moveTo>
                  <a:pt x="0" y="208"/>
                </a:moveTo>
                <a:cubicBezTo>
                  <a:pt x="92" y="120"/>
                  <a:pt x="184" y="32"/>
                  <a:pt x="288" y="16"/>
                </a:cubicBezTo>
                <a:cubicBezTo>
                  <a:pt x="392" y="0"/>
                  <a:pt x="552" y="48"/>
                  <a:pt x="624" y="112"/>
                </a:cubicBezTo>
                <a:cubicBezTo>
                  <a:pt x="696" y="176"/>
                  <a:pt x="704" y="288"/>
                  <a:pt x="720" y="400"/>
                </a:cubicBezTo>
                <a:cubicBezTo>
                  <a:pt x="736" y="512"/>
                  <a:pt x="728" y="648"/>
                  <a:pt x="720" y="784"/>
                </a:cubicBezTo>
              </a:path>
            </a:pathLst>
          </a:custGeom>
          <a:noFill/>
          <a:ln w="28575">
            <a:solidFill>
              <a:srgbClr val="CC0000"/>
            </a:solidFill>
            <a:prstDash val="dash"/>
            <a:round/>
          </a:ln>
        </p:spPr>
        <p:txBody>
          <a:bodyPr/>
          <a:lstStyle/>
          <a:p>
            <a:endParaRPr lang="zh-CN" altLang="en-US"/>
          </a:p>
        </p:txBody>
      </p:sp>
      <p:sp>
        <p:nvSpPr>
          <p:cNvPr id="83011" name="Rectangle 67"/>
          <p:cNvSpPr>
            <a:spLocks noChangeArrowheads="1"/>
          </p:cNvSpPr>
          <p:nvPr/>
        </p:nvSpPr>
        <p:spPr bwMode="auto">
          <a:xfrm>
            <a:off x="531813" y="4546600"/>
            <a:ext cx="1519237"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结论</a:t>
            </a:r>
            <a:endParaRPr lang="zh-CN" altLang="en-US" b="1" i="0">
              <a:solidFill>
                <a:srgbClr val="FF6600"/>
              </a:solidFill>
              <a:latin typeface="Times New Roman" panose="02020603050405020304" pitchFamily="18" charset="0"/>
            </a:endParaRPr>
          </a:p>
        </p:txBody>
      </p:sp>
      <p:sp>
        <p:nvSpPr>
          <p:cNvPr id="83012" name="Text Box 68"/>
          <p:cNvSpPr txBox="1">
            <a:spLocks noChangeArrowheads="1"/>
          </p:cNvSpPr>
          <p:nvPr/>
        </p:nvSpPr>
        <p:spPr bwMode="auto">
          <a:xfrm>
            <a:off x="7864475" y="1068388"/>
            <a:ext cx="479425" cy="396875"/>
          </a:xfrm>
          <a:prstGeom prst="rect">
            <a:avLst/>
          </a:prstGeom>
          <a:noFill/>
          <a:ln w="9525">
            <a:noFill/>
            <a:miter lim="800000"/>
          </a:ln>
        </p:spPr>
        <p:txBody>
          <a:bodyPr wrap="none">
            <a:spAutoFit/>
          </a:bodyPr>
          <a:lstStyle/>
          <a:p>
            <a:r>
              <a:rPr lang="en-US" altLang="zh-CN" sz="2000" b="1" i="0">
                <a:solidFill>
                  <a:srgbClr val="CC0000"/>
                </a:solidFill>
                <a:latin typeface="Times New Roman" panose="02020603050405020304" pitchFamily="18" charset="0"/>
              </a:rPr>
              <a:t>(2)</a:t>
            </a:r>
            <a:endParaRPr lang="en-US" altLang="zh-CN" sz="2000" b="1" i="0">
              <a:solidFill>
                <a:srgbClr val="CC0000"/>
              </a:solidFill>
              <a:latin typeface="Times New Roman" panose="02020603050405020304" pitchFamily="18" charset="0"/>
            </a:endParaRPr>
          </a:p>
        </p:txBody>
      </p:sp>
      <p:sp>
        <p:nvSpPr>
          <p:cNvPr id="83013" name="Text Box 69"/>
          <p:cNvSpPr txBox="1">
            <a:spLocks noChangeArrowheads="1"/>
          </p:cNvSpPr>
          <p:nvPr/>
        </p:nvSpPr>
        <p:spPr bwMode="auto">
          <a:xfrm>
            <a:off x="7407275" y="1700213"/>
            <a:ext cx="479425" cy="396875"/>
          </a:xfrm>
          <a:prstGeom prst="rect">
            <a:avLst/>
          </a:prstGeom>
          <a:noFill/>
          <a:ln w="9525">
            <a:noFill/>
            <a:miter lim="800000"/>
          </a:ln>
        </p:spPr>
        <p:txBody>
          <a:bodyPr wrap="none">
            <a:spAutoFit/>
          </a:bodyPr>
          <a:lstStyle/>
          <a:p>
            <a:pPr algn="l"/>
            <a:r>
              <a:rPr kumimoji="0" lang="en-US" altLang="zh-CN" sz="2000" b="1" i="0">
                <a:solidFill>
                  <a:srgbClr val="FF6600"/>
                </a:solidFill>
                <a:latin typeface="Times New Roman" panose="02020603050405020304" pitchFamily="18" charset="0"/>
              </a:rPr>
              <a:t>(1)</a:t>
            </a:r>
            <a:endParaRPr kumimoji="0" lang="en-US" altLang="zh-CN" sz="2000" b="1" i="0">
              <a:solidFill>
                <a:srgbClr val="FF6600"/>
              </a:solidFill>
              <a:latin typeface="Times New Roman" panose="02020603050405020304" pitchFamily="18" charset="0"/>
            </a:endParaRPr>
          </a:p>
        </p:txBody>
      </p:sp>
      <p:sp>
        <p:nvSpPr>
          <p:cNvPr id="83014" name="AutoShape 70"/>
          <p:cNvSpPr>
            <a:spLocks noChangeArrowheads="1"/>
          </p:cNvSpPr>
          <p:nvPr/>
        </p:nvSpPr>
        <p:spPr bwMode="auto">
          <a:xfrm>
            <a:off x="161925" y="45085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951"/>
                                        </p:tgtEl>
                                        <p:attrNameLst>
                                          <p:attrName>style.visibility</p:attrName>
                                        </p:attrNameLst>
                                      </p:cBhvr>
                                      <p:to>
                                        <p:strVal val="visible"/>
                                      </p:to>
                                    </p:set>
                                    <p:animEffect transition="in" filter="wipe(left)">
                                      <p:cBhvr>
                                        <p:cTn id="7" dur="500"/>
                                        <p:tgtEl>
                                          <p:spTgt spid="829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952"/>
                                        </p:tgtEl>
                                        <p:attrNameLst>
                                          <p:attrName>style.visibility</p:attrName>
                                        </p:attrNameLst>
                                      </p:cBhvr>
                                      <p:to>
                                        <p:strVal val="visible"/>
                                      </p:to>
                                    </p:set>
                                    <p:animEffect transition="in" filter="wipe(left)">
                                      <p:cBhvr>
                                        <p:cTn id="12" dur="500"/>
                                        <p:tgtEl>
                                          <p:spTgt spid="829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3002"/>
                                        </p:tgtEl>
                                        <p:attrNameLst>
                                          <p:attrName>style.visibility</p:attrName>
                                        </p:attrNameLst>
                                      </p:cBhvr>
                                      <p:to>
                                        <p:strVal val="visible"/>
                                      </p:to>
                                    </p:set>
                                    <p:animEffect transition="in" filter="wipe(left)">
                                      <p:cBhvr>
                                        <p:cTn id="17" dur="500"/>
                                        <p:tgtEl>
                                          <p:spTgt spid="83002"/>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830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83003"/>
                                        </p:tgtEl>
                                        <p:attrNameLst>
                                          <p:attrName>style.visibility</p:attrName>
                                        </p:attrNameLst>
                                      </p:cBhvr>
                                      <p:to>
                                        <p:strVal val="visible"/>
                                      </p:to>
                                    </p:set>
                                  </p:childTnLst>
                                </p:cTn>
                              </p:par>
                            </p:childTnLst>
                          </p:cTn>
                        </p:par>
                        <p:par>
                          <p:cTn id="25" fill="hold">
                            <p:stCondLst>
                              <p:cond delay="500"/>
                            </p:stCondLst>
                            <p:childTnLst>
                              <p:par>
                                <p:cTn id="26" presetID="1" presetClass="entr" presetSubtype="0" fill="hold" nodeType="afterEffect">
                                  <p:stCondLst>
                                    <p:cond delay="0"/>
                                  </p:stCondLst>
                                  <p:childTnLst>
                                    <p:set>
                                      <p:cBhvr>
                                        <p:cTn id="27" dur="1" fill="hold">
                                          <p:stCondLst>
                                            <p:cond delay="499"/>
                                          </p:stCondLst>
                                        </p:cTn>
                                        <p:tgtEl>
                                          <p:spTgt spid="8300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83004"/>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499"/>
                                          </p:stCondLst>
                                        </p:cTn>
                                        <p:tgtEl>
                                          <p:spTgt spid="8300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nodeType="click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ox(out)">
                                      <p:cBhvr>
                                        <p:cTn id="39" dur="500"/>
                                        <p:tgtEl>
                                          <p:spTgt spid="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499"/>
                                          </p:stCondLst>
                                        </p:cTn>
                                        <p:tgtEl>
                                          <p:spTgt spid="83007"/>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8300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83009"/>
                                        </p:tgtEl>
                                        <p:attrNameLst>
                                          <p:attrName>style.visibility</p:attrName>
                                        </p:attrNameLst>
                                      </p:cBhvr>
                                      <p:to>
                                        <p:strVal val="visible"/>
                                      </p:to>
                                    </p:set>
                                    <p:animEffect transition="in" filter="wipe(up)">
                                      <p:cBhvr>
                                        <p:cTn id="51" dur="500"/>
                                        <p:tgtEl>
                                          <p:spTgt spid="83009"/>
                                        </p:tgtEl>
                                      </p:cBhvr>
                                    </p:animEffect>
                                  </p:childTnLst>
                                </p:cTn>
                              </p:par>
                            </p:childTnLst>
                          </p:cTn>
                        </p:par>
                        <p:par>
                          <p:cTn id="52" fill="hold">
                            <p:stCondLst>
                              <p:cond delay="500"/>
                            </p:stCondLst>
                            <p:childTnLst>
                              <p:par>
                                <p:cTn id="53" presetID="1" presetClass="entr" presetSubtype="0" fill="hold" grpId="0" nodeType="afterEffect">
                                  <p:stCondLst>
                                    <p:cond delay="0"/>
                                  </p:stCondLst>
                                  <p:childTnLst>
                                    <p:set>
                                      <p:cBhvr>
                                        <p:cTn id="54" dur="1" fill="hold">
                                          <p:stCondLst>
                                            <p:cond delay="499"/>
                                          </p:stCondLst>
                                        </p:cTn>
                                        <p:tgtEl>
                                          <p:spTgt spid="8298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82995"/>
                                        </p:tgtEl>
                                        <p:attrNameLst>
                                          <p:attrName>style.visibility</p:attrName>
                                        </p:attrNameLst>
                                      </p:cBhvr>
                                      <p:to>
                                        <p:strVal val="visible"/>
                                      </p:to>
                                    </p:set>
                                    <p:animEffect transition="in" filter="wipe(left)">
                                      <p:cBhvr>
                                        <p:cTn id="59" dur="500"/>
                                        <p:tgtEl>
                                          <p:spTgt spid="82995"/>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82996"/>
                                        </p:tgtEl>
                                        <p:attrNameLst>
                                          <p:attrName>style.visibility</p:attrName>
                                        </p:attrNameLst>
                                      </p:cBhvr>
                                      <p:to>
                                        <p:strVal val="visible"/>
                                      </p:to>
                                    </p:set>
                                    <p:animEffect transition="in" filter="wipe(left)">
                                      <p:cBhvr>
                                        <p:cTn id="64" dur="500"/>
                                        <p:tgtEl>
                                          <p:spTgt spid="82996"/>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82997"/>
                                        </p:tgtEl>
                                        <p:attrNameLst>
                                          <p:attrName>style.visibility</p:attrName>
                                        </p:attrNameLst>
                                      </p:cBhvr>
                                      <p:to>
                                        <p:strVal val="visible"/>
                                      </p:to>
                                    </p:set>
                                    <p:animEffect transition="in" filter="wipe(left)">
                                      <p:cBhvr>
                                        <p:cTn id="69" dur="500"/>
                                        <p:tgtEl>
                                          <p:spTgt spid="8299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82998"/>
                                        </p:tgtEl>
                                        <p:attrNameLst>
                                          <p:attrName>style.visibility</p:attrName>
                                        </p:attrNameLst>
                                      </p:cBhvr>
                                      <p:to>
                                        <p:strVal val="visible"/>
                                      </p:to>
                                    </p:set>
                                    <p:animEffect transition="in" filter="wipe(left)">
                                      <p:cBhvr>
                                        <p:cTn id="74" dur="500"/>
                                        <p:tgtEl>
                                          <p:spTgt spid="8299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2999"/>
                                        </p:tgtEl>
                                        <p:attrNameLst>
                                          <p:attrName>style.visibility</p:attrName>
                                        </p:attrNameLst>
                                      </p:cBhvr>
                                      <p:to>
                                        <p:strVal val="visible"/>
                                      </p:to>
                                    </p:set>
                                    <p:animEffect transition="in" filter="wipe(left)">
                                      <p:cBhvr>
                                        <p:cTn id="79" dur="500"/>
                                        <p:tgtEl>
                                          <p:spTgt spid="82999"/>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83014"/>
                                        </p:tgtEl>
                                        <p:attrNameLst>
                                          <p:attrName>style.visibility</p:attrName>
                                        </p:attrNameLst>
                                      </p:cBhvr>
                                      <p:to>
                                        <p:strVal val="visible"/>
                                      </p:to>
                                    </p:set>
                                    <p:animEffect transition="in" filter="dissolve">
                                      <p:cBhvr>
                                        <p:cTn id="84" dur="1000"/>
                                        <p:tgtEl>
                                          <p:spTgt spid="83014"/>
                                        </p:tgtEl>
                                      </p:cBhvr>
                                    </p:animEffect>
                                  </p:childTnLst>
                                </p:cTn>
                              </p:par>
                            </p:childTnLst>
                          </p:cTn>
                        </p:par>
                        <p:par>
                          <p:cTn id="85" fill="hold">
                            <p:stCondLst>
                              <p:cond delay="1000"/>
                            </p:stCondLst>
                            <p:childTnLst>
                              <p:par>
                                <p:cTn id="86" presetID="22" presetClass="entr" presetSubtype="8" fill="hold" grpId="0" nodeType="afterEffect">
                                  <p:stCondLst>
                                    <p:cond delay="0"/>
                                  </p:stCondLst>
                                  <p:childTnLst>
                                    <p:set>
                                      <p:cBhvr>
                                        <p:cTn id="87" dur="1" fill="hold">
                                          <p:stCondLst>
                                            <p:cond delay="0"/>
                                          </p:stCondLst>
                                        </p:cTn>
                                        <p:tgtEl>
                                          <p:spTgt spid="83011"/>
                                        </p:tgtEl>
                                        <p:attrNameLst>
                                          <p:attrName>style.visibility</p:attrName>
                                        </p:attrNameLst>
                                      </p:cBhvr>
                                      <p:to>
                                        <p:strVal val="visible"/>
                                      </p:to>
                                    </p:set>
                                    <p:animEffect transition="in" filter="wipe(left)">
                                      <p:cBhvr>
                                        <p:cTn id="88" dur="500"/>
                                        <p:tgtEl>
                                          <p:spTgt spid="8301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3000"/>
                                        </p:tgtEl>
                                        <p:attrNameLst>
                                          <p:attrName>style.visibility</p:attrName>
                                        </p:attrNameLst>
                                      </p:cBhvr>
                                      <p:to>
                                        <p:strVal val="visible"/>
                                      </p:to>
                                    </p:set>
                                    <p:animEffect transition="in" filter="wipe(left)">
                                      <p:cBhvr>
                                        <p:cTn id="93" dur="500"/>
                                        <p:tgtEl>
                                          <p:spTgt spid="83000"/>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83010"/>
                                        </p:tgtEl>
                                        <p:attrNameLst>
                                          <p:attrName>style.visibility</p:attrName>
                                        </p:attrNameLst>
                                      </p:cBhvr>
                                      <p:to>
                                        <p:strVal val="visible"/>
                                      </p:to>
                                    </p:set>
                                    <p:animEffect transition="in" filter="wipe(left)">
                                      <p:cBhvr>
                                        <p:cTn id="98" dur="500"/>
                                        <p:tgtEl>
                                          <p:spTgt spid="83010"/>
                                        </p:tgtEl>
                                      </p:cBhvr>
                                    </p:animEffect>
                                  </p:childTnLst>
                                </p:cTn>
                              </p:par>
                            </p:childTnLst>
                          </p:cTn>
                        </p:par>
                        <p:par>
                          <p:cTn id="99" fill="hold">
                            <p:stCondLst>
                              <p:cond delay="500"/>
                            </p:stCondLst>
                            <p:childTnLst>
                              <p:par>
                                <p:cTn id="100" presetID="1" presetClass="entr" presetSubtype="0" fill="hold" grpId="0" nodeType="afterEffect">
                                  <p:stCondLst>
                                    <p:cond delay="0"/>
                                  </p:stCondLst>
                                  <p:childTnLst>
                                    <p:set>
                                      <p:cBhvr>
                                        <p:cTn id="101" dur="1" fill="hold">
                                          <p:stCondLst>
                                            <p:cond delay="499"/>
                                          </p:stCondLst>
                                        </p:cTn>
                                        <p:tgtEl>
                                          <p:spTgt spid="83012"/>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83001"/>
                                        </p:tgtEl>
                                        <p:attrNameLst>
                                          <p:attrName>style.visibility</p:attrName>
                                        </p:attrNameLst>
                                      </p:cBhvr>
                                      <p:to>
                                        <p:strVal val="visible"/>
                                      </p:to>
                                    </p:set>
                                    <p:animEffect transition="in" filter="wipe(left)">
                                      <p:cBhvr>
                                        <p:cTn id="106" dur="500"/>
                                        <p:tgtEl>
                                          <p:spTgt spid="83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1" grpId="0"/>
      <p:bldP spid="82952" grpId="0" autoUpdateAnimBg="0"/>
      <p:bldP spid="82985" grpId="0" autoUpdateAnimBg="0"/>
      <p:bldP spid="82995" grpId="0" autoUpdateAnimBg="0"/>
      <p:bldP spid="82999" grpId="0" autoUpdateAnimBg="0"/>
      <p:bldP spid="83000" grpId="0" autoUpdateAnimBg="0"/>
      <p:bldP spid="83001" grpId="0" autoUpdateAnimBg="0"/>
      <p:bldP spid="83002" grpId="0" animBg="1"/>
      <p:bldP spid="83003" grpId="0" animBg="1"/>
      <p:bldP spid="83004" grpId="0" animBg="1"/>
      <p:bldP spid="83007" grpId="0" animBg="1"/>
      <p:bldP spid="83008" grpId="0" autoUpdateAnimBg="0"/>
      <p:bldP spid="83009" grpId="0" animBg="1"/>
      <p:bldP spid="83010" grpId="0" animBg="1"/>
      <p:bldP spid="83011" grpId="0" autoUpdateAnimBg="0"/>
      <p:bldP spid="83012" grpId="0" autoUpdateAnimBg="0"/>
      <p:bldP spid="83013" grpId="0"/>
      <p:bldP spid="830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5" name="Text Box 2"/>
          <p:cNvSpPr txBox="1">
            <a:spLocks noChangeArrowheads="1"/>
          </p:cNvSpPr>
          <p:nvPr/>
        </p:nvSpPr>
        <p:spPr bwMode="auto">
          <a:xfrm>
            <a:off x="0" y="998538"/>
            <a:ext cx="8763000" cy="530225"/>
          </a:xfrm>
          <a:prstGeom prst="rect">
            <a:avLst/>
          </a:prstGeom>
          <a:noFill/>
          <a:ln w="9525">
            <a:noFill/>
            <a:miter lim="800000"/>
          </a:ln>
        </p:spPr>
        <p:txBody>
          <a:bodyPr>
            <a:spAutoFit/>
          </a:bodyPr>
          <a:lstStyle/>
          <a:p>
            <a:pPr algn="l">
              <a:lnSpc>
                <a:spcPct val="120000"/>
              </a:lnSpc>
            </a:pPr>
            <a:r>
              <a:rPr lang="en-US" altLang="zh-CN" b="1" i="0">
                <a:latin typeface="Times New Roman" panose="02020603050405020304" pitchFamily="18" charset="0"/>
              </a:rPr>
              <a:t> </a:t>
            </a:r>
            <a:endParaRPr lang="en-US" altLang="zh-CN" b="1" i="0">
              <a:latin typeface="Times New Roman" panose="02020603050405020304" pitchFamily="18" charset="0"/>
              <a:ea typeface="黑体" panose="02010609060101010101" pitchFamily="2" charset="-122"/>
            </a:endParaRPr>
          </a:p>
        </p:txBody>
      </p:sp>
      <p:sp>
        <p:nvSpPr>
          <p:cNvPr id="20486" name="Text Box 3"/>
          <p:cNvSpPr txBox="1">
            <a:spLocks noChangeArrowheads="1"/>
          </p:cNvSpPr>
          <p:nvPr/>
        </p:nvSpPr>
        <p:spPr bwMode="auto">
          <a:xfrm>
            <a:off x="609600" y="3435350"/>
            <a:ext cx="1066800" cy="457200"/>
          </a:xfrm>
          <a:prstGeom prst="rect">
            <a:avLst/>
          </a:prstGeom>
          <a:noFill/>
          <a:ln w="9525">
            <a:noFill/>
            <a:miter lim="800000"/>
          </a:ln>
        </p:spPr>
        <p:txBody>
          <a:bodyPr>
            <a:spAutoFit/>
          </a:bodyPr>
          <a:lstStyle/>
          <a:p>
            <a:pPr algn="just">
              <a:spcBef>
                <a:spcPct val="50000"/>
              </a:spcBef>
            </a:pPr>
            <a:endParaRPr lang="zh-CN" altLang="zh-CN" b="1" i="0">
              <a:latin typeface="Times New Roman" panose="02020603050405020304" pitchFamily="18" charset="0"/>
            </a:endParaRPr>
          </a:p>
        </p:txBody>
      </p:sp>
      <p:sp>
        <p:nvSpPr>
          <p:cNvPr id="83972" name="Text Box 4"/>
          <p:cNvSpPr txBox="1">
            <a:spLocks noChangeArrowheads="1"/>
          </p:cNvSpPr>
          <p:nvPr/>
        </p:nvSpPr>
        <p:spPr bwMode="auto">
          <a:xfrm>
            <a:off x="385763" y="2124075"/>
            <a:ext cx="722312" cy="457200"/>
          </a:xfrm>
          <a:prstGeom prst="rect">
            <a:avLst/>
          </a:prstGeom>
          <a:noFill/>
          <a:ln w="9525">
            <a:noFill/>
            <a:miter lim="800000"/>
          </a:ln>
        </p:spPr>
        <p:txBody>
          <a:bodyPr lIns="0">
            <a:spAutoFit/>
          </a:bodyPr>
          <a:lstStyle/>
          <a:p>
            <a:pPr algn="just">
              <a:spcBef>
                <a:spcPct val="50000"/>
              </a:spcBef>
            </a:pPr>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83973" name="Text Box 5"/>
          <p:cNvSpPr txBox="1">
            <a:spLocks noChangeArrowheads="1"/>
          </p:cNvSpPr>
          <p:nvPr/>
        </p:nvSpPr>
        <p:spPr bwMode="auto">
          <a:xfrm>
            <a:off x="296863" y="458788"/>
            <a:ext cx="8461375" cy="933450"/>
          </a:xfrm>
          <a:prstGeom prst="rect">
            <a:avLst/>
          </a:prstGeom>
          <a:noFill/>
          <a:ln w="9525">
            <a:noFill/>
            <a:miter lim="800000"/>
          </a:ln>
        </p:spPr>
        <p:txBody>
          <a:bodyPr>
            <a:spAutoFit/>
          </a:bodyPr>
          <a:lstStyle/>
          <a:p>
            <a:pPr marL="450850" indent="-450850" algn="l">
              <a:lnSpc>
                <a:spcPct val="115000"/>
              </a:lnSpc>
            </a:pPr>
            <a:r>
              <a:rPr lang="zh-CN" altLang="en-US" b="1" i="0">
                <a:solidFill>
                  <a:srgbClr val="FF0000"/>
                </a:solidFill>
                <a:latin typeface="Times New Roman" panose="02020603050405020304" pitchFamily="18" charset="0"/>
                <a:cs typeface="Times New Roman" panose="02020603050405020304" pitchFamily="18" charset="0"/>
              </a:rPr>
              <a:t>例  </a:t>
            </a:r>
            <a:r>
              <a:rPr lang="zh-CN" altLang="en-US" b="1" i="0">
                <a:latin typeface="Times New Roman" panose="02020603050405020304" pitchFamily="18" charset="0"/>
                <a:cs typeface="Times New Roman" panose="02020603050405020304" pitchFamily="18" charset="0"/>
              </a:rPr>
              <a:t>一质量为</a:t>
            </a:r>
            <a:r>
              <a:rPr lang="en-US" altLang="zh-CN" b="1">
                <a:solidFill>
                  <a:srgbClr val="FF6600"/>
                </a:solidFill>
                <a:latin typeface="Times New Roman" panose="02020603050405020304" pitchFamily="18" charset="0"/>
                <a:cs typeface="Times New Roman" panose="02020603050405020304" pitchFamily="18" charset="0"/>
              </a:rPr>
              <a:t>m</a:t>
            </a:r>
            <a:r>
              <a:rPr lang="zh-CN" altLang="en-US" b="1" i="0">
                <a:latin typeface="Times New Roman" panose="02020603050405020304" pitchFamily="18" charset="0"/>
                <a:cs typeface="Times New Roman" panose="02020603050405020304" pitchFamily="18" charset="0"/>
              </a:rPr>
              <a:t>、总长为</a:t>
            </a:r>
            <a:r>
              <a:rPr lang="en-US" altLang="zh-CN" b="1">
                <a:solidFill>
                  <a:srgbClr val="FF6600"/>
                </a:solidFill>
                <a:latin typeface="Times New Roman" panose="02020603050405020304" pitchFamily="18" charset="0"/>
                <a:cs typeface="Times New Roman" panose="02020603050405020304" pitchFamily="18" charset="0"/>
              </a:rPr>
              <a:t>l</a:t>
            </a:r>
            <a:r>
              <a:rPr lang="en-US" altLang="zh-CN" b="1">
                <a:latin typeface="Times New Roman" panose="02020603050405020304" pitchFamily="18" charset="0"/>
                <a:cs typeface="Times New Roman" panose="02020603050405020304" pitchFamily="18" charset="0"/>
              </a:rPr>
              <a:t> </a:t>
            </a:r>
            <a:r>
              <a:rPr lang="zh-CN" altLang="en-US" b="1" i="0">
                <a:latin typeface="Times New Roman" panose="02020603050405020304" pitchFamily="18" charset="0"/>
                <a:cs typeface="Times New Roman" panose="02020603050405020304" pitchFamily="18" charset="0"/>
              </a:rPr>
              <a:t>的铁链，开始时有一半放在</a:t>
            </a:r>
            <a:r>
              <a:rPr lang="zh-CN" altLang="en-US" b="1" i="0">
                <a:solidFill>
                  <a:srgbClr val="FF6600"/>
                </a:solidFill>
                <a:latin typeface="Times New Roman" panose="02020603050405020304" pitchFamily="18" charset="0"/>
                <a:cs typeface="Times New Roman" panose="02020603050405020304" pitchFamily="18" charset="0"/>
              </a:rPr>
              <a:t>光滑</a:t>
            </a:r>
            <a:r>
              <a:rPr lang="zh-CN" altLang="en-US" b="1" i="0">
                <a:latin typeface="Times New Roman" panose="02020603050405020304" pitchFamily="18" charset="0"/>
                <a:cs typeface="Times New Roman" panose="02020603050405020304" pitchFamily="18" charset="0"/>
              </a:rPr>
              <a:t>的桌   面上，而另一半下垂，如图所示。</a:t>
            </a:r>
            <a:endParaRPr lang="zh-CN" altLang="en-US" b="1" i="0">
              <a:latin typeface="Times New Roman" panose="02020603050405020304" pitchFamily="18" charset="0"/>
              <a:cs typeface="Times New Roman" panose="02020603050405020304" pitchFamily="18" charset="0"/>
            </a:endParaRPr>
          </a:p>
        </p:txBody>
      </p:sp>
      <p:grpSp>
        <p:nvGrpSpPr>
          <p:cNvPr id="2" name="Group 6"/>
          <p:cNvGrpSpPr/>
          <p:nvPr/>
        </p:nvGrpSpPr>
        <p:grpSpPr bwMode="auto">
          <a:xfrm>
            <a:off x="6057900" y="2009775"/>
            <a:ext cx="1687513" cy="2454275"/>
            <a:chOff x="3816" y="501"/>
            <a:chExt cx="1063" cy="1546"/>
          </a:xfrm>
        </p:grpSpPr>
        <p:sp>
          <p:nvSpPr>
            <p:cNvPr id="20502" name="AutoShape 7"/>
            <p:cNvSpPr>
              <a:spLocks noChangeAspect="1" noChangeArrowheads="1" noTextEdit="1"/>
            </p:cNvSpPr>
            <p:nvPr/>
          </p:nvSpPr>
          <p:spPr bwMode="auto">
            <a:xfrm>
              <a:off x="3816" y="511"/>
              <a:ext cx="1053" cy="1536"/>
            </a:xfrm>
            <a:prstGeom prst="rect">
              <a:avLst/>
            </a:prstGeom>
            <a:noFill/>
            <a:ln w="9525">
              <a:noFill/>
              <a:miter lim="800000"/>
            </a:ln>
          </p:spPr>
          <p:txBody>
            <a:bodyPr/>
            <a:lstStyle/>
            <a:p>
              <a:endParaRPr lang="zh-CN" altLang="en-US"/>
            </a:p>
          </p:txBody>
        </p:sp>
        <p:sp>
          <p:nvSpPr>
            <p:cNvPr id="20503" name="Freeform 8"/>
            <p:cNvSpPr/>
            <p:nvPr/>
          </p:nvSpPr>
          <p:spPr bwMode="auto">
            <a:xfrm>
              <a:off x="3836" y="553"/>
              <a:ext cx="991" cy="172"/>
            </a:xfrm>
            <a:custGeom>
              <a:avLst/>
              <a:gdLst>
                <a:gd name="T0" fmla="*/ 0 w 991"/>
                <a:gd name="T1" fmla="*/ 172 h 172"/>
                <a:gd name="T2" fmla="*/ 0 w 991"/>
                <a:gd name="T3" fmla="*/ 0 h 172"/>
                <a:gd name="T4" fmla="*/ 991 w 991"/>
                <a:gd name="T5" fmla="*/ 0 h 172"/>
                <a:gd name="T6" fmla="*/ 991 w 991"/>
                <a:gd name="T7" fmla="*/ 172 h 172"/>
                <a:gd name="T8" fmla="*/ 0 w 991"/>
                <a:gd name="T9" fmla="*/ 172 h 172"/>
                <a:gd name="T10" fmla="*/ 0 w 991"/>
                <a:gd name="T11" fmla="*/ 172 h 172"/>
                <a:gd name="T12" fmla="*/ 0 60000 65536"/>
                <a:gd name="T13" fmla="*/ 0 60000 65536"/>
                <a:gd name="T14" fmla="*/ 0 60000 65536"/>
                <a:gd name="T15" fmla="*/ 0 60000 65536"/>
                <a:gd name="T16" fmla="*/ 0 60000 65536"/>
                <a:gd name="T17" fmla="*/ 0 60000 65536"/>
                <a:gd name="T18" fmla="*/ 0 w 991"/>
                <a:gd name="T19" fmla="*/ 0 h 172"/>
                <a:gd name="T20" fmla="*/ 991 w 991"/>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991" h="172">
                  <a:moveTo>
                    <a:pt x="0" y="172"/>
                  </a:moveTo>
                  <a:lnTo>
                    <a:pt x="0" y="0"/>
                  </a:lnTo>
                  <a:lnTo>
                    <a:pt x="991" y="0"/>
                  </a:lnTo>
                  <a:lnTo>
                    <a:pt x="991" y="172"/>
                  </a:lnTo>
                  <a:lnTo>
                    <a:pt x="0" y="172"/>
                  </a:lnTo>
                  <a:close/>
                </a:path>
              </a:pathLst>
            </a:custGeom>
            <a:solidFill>
              <a:srgbClr val="CC00CC"/>
            </a:solidFill>
            <a:ln w="9525">
              <a:solidFill>
                <a:schemeClr val="tx1"/>
              </a:solidFill>
              <a:round/>
            </a:ln>
          </p:spPr>
          <p:txBody>
            <a:bodyPr/>
            <a:lstStyle/>
            <a:p>
              <a:endParaRPr lang="zh-CN" altLang="en-US"/>
            </a:p>
          </p:txBody>
        </p:sp>
        <p:sp>
          <p:nvSpPr>
            <p:cNvPr id="20504" name="Freeform 9"/>
            <p:cNvSpPr/>
            <p:nvPr/>
          </p:nvSpPr>
          <p:spPr bwMode="auto">
            <a:xfrm>
              <a:off x="4681" y="553"/>
              <a:ext cx="146" cy="1479"/>
            </a:xfrm>
            <a:custGeom>
              <a:avLst/>
              <a:gdLst>
                <a:gd name="T0" fmla="*/ 146 w 146"/>
                <a:gd name="T1" fmla="*/ 1479 h 1479"/>
                <a:gd name="T2" fmla="*/ 0 w 146"/>
                <a:gd name="T3" fmla="*/ 1479 h 1479"/>
                <a:gd name="T4" fmla="*/ 0 w 146"/>
                <a:gd name="T5" fmla="*/ 0 h 1479"/>
                <a:gd name="T6" fmla="*/ 146 w 146"/>
                <a:gd name="T7" fmla="*/ 0 h 1479"/>
                <a:gd name="T8" fmla="*/ 146 w 146"/>
                <a:gd name="T9" fmla="*/ 1479 h 1479"/>
                <a:gd name="T10" fmla="*/ 146 w 146"/>
                <a:gd name="T11" fmla="*/ 1479 h 1479"/>
                <a:gd name="T12" fmla="*/ 0 60000 65536"/>
                <a:gd name="T13" fmla="*/ 0 60000 65536"/>
                <a:gd name="T14" fmla="*/ 0 60000 65536"/>
                <a:gd name="T15" fmla="*/ 0 60000 65536"/>
                <a:gd name="T16" fmla="*/ 0 60000 65536"/>
                <a:gd name="T17" fmla="*/ 0 60000 65536"/>
                <a:gd name="T18" fmla="*/ 0 w 146"/>
                <a:gd name="T19" fmla="*/ 0 h 1479"/>
                <a:gd name="T20" fmla="*/ 146 w 146"/>
                <a:gd name="T21" fmla="*/ 1479 h 1479"/>
              </a:gdLst>
              <a:ahLst/>
              <a:cxnLst>
                <a:cxn ang="T12">
                  <a:pos x="T0" y="T1"/>
                </a:cxn>
                <a:cxn ang="T13">
                  <a:pos x="T2" y="T3"/>
                </a:cxn>
                <a:cxn ang="T14">
                  <a:pos x="T4" y="T5"/>
                </a:cxn>
                <a:cxn ang="T15">
                  <a:pos x="T6" y="T7"/>
                </a:cxn>
                <a:cxn ang="T16">
                  <a:pos x="T8" y="T9"/>
                </a:cxn>
                <a:cxn ang="T17">
                  <a:pos x="T10" y="T11"/>
                </a:cxn>
              </a:cxnLst>
              <a:rect l="T18" t="T19" r="T20" b="T21"/>
              <a:pathLst>
                <a:path w="146" h="1479">
                  <a:moveTo>
                    <a:pt x="146" y="1479"/>
                  </a:moveTo>
                  <a:lnTo>
                    <a:pt x="0" y="1479"/>
                  </a:lnTo>
                  <a:lnTo>
                    <a:pt x="0" y="0"/>
                  </a:lnTo>
                  <a:lnTo>
                    <a:pt x="146" y="0"/>
                  </a:lnTo>
                  <a:lnTo>
                    <a:pt x="146" y="1479"/>
                  </a:lnTo>
                  <a:close/>
                </a:path>
              </a:pathLst>
            </a:custGeom>
            <a:solidFill>
              <a:srgbClr val="CC00CC"/>
            </a:solidFill>
            <a:ln w="9525">
              <a:solidFill>
                <a:schemeClr val="tx1"/>
              </a:solidFill>
              <a:round/>
            </a:ln>
          </p:spPr>
          <p:txBody>
            <a:bodyPr/>
            <a:lstStyle/>
            <a:p>
              <a:endParaRPr lang="zh-CN" altLang="en-US"/>
            </a:p>
          </p:txBody>
        </p:sp>
        <p:sp>
          <p:nvSpPr>
            <p:cNvPr id="20505" name="Freeform 10"/>
            <p:cNvSpPr/>
            <p:nvPr/>
          </p:nvSpPr>
          <p:spPr bwMode="auto">
            <a:xfrm>
              <a:off x="4821" y="616"/>
              <a:ext cx="21" cy="20"/>
            </a:xfrm>
            <a:custGeom>
              <a:avLst/>
              <a:gdLst>
                <a:gd name="T0" fmla="*/ 21 w 21"/>
                <a:gd name="T1" fmla="*/ 5 h 20"/>
                <a:gd name="T2" fmla="*/ 21 w 21"/>
                <a:gd name="T3" fmla="*/ 5 h 20"/>
                <a:gd name="T4" fmla="*/ 16 w 21"/>
                <a:gd name="T5" fmla="*/ 0 h 20"/>
                <a:gd name="T6" fmla="*/ 0 w 21"/>
                <a:gd name="T7" fmla="*/ 0 h 20"/>
                <a:gd name="T8" fmla="*/ 6 w 21"/>
                <a:gd name="T9" fmla="*/ 15 h 20"/>
                <a:gd name="T10" fmla="*/ 21 w 21"/>
                <a:gd name="T11" fmla="*/ 20 h 20"/>
                <a:gd name="T12" fmla="*/ 21 w 21"/>
                <a:gd name="T13" fmla="*/ 5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21" y="5"/>
                  </a:moveTo>
                  <a:lnTo>
                    <a:pt x="21" y="5"/>
                  </a:lnTo>
                  <a:lnTo>
                    <a:pt x="16" y="0"/>
                  </a:lnTo>
                  <a:lnTo>
                    <a:pt x="0" y="0"/>
                  </a:lnTo>
                  <a:lnTo>
                    <a:pt x="6" y="15"/>
                  </a:lnTo>
                  <a:lnTo>
                    <a:pt x="21" y="20"/>
                  </a:lnTo>
                  <a:lnTo>
                    <a:pt x="21" y="5"/>
                  </a:lnTo>
                  <a:close/>
                </a:path>
              </a:pathLst>
            </a:custGeom>
            <a:solidFill>
              <a:schemeClr val="folHlink"/>
            </a:solidFill>
            <a:ln w="9525">
              <a:solidFill>
                <a:srgbClr val="656565"/>
              </a:solidFill>
              <a:round/>
            </a:ln>
          </p:spPr>
          <p:txBody>
            <a:bodyPr/>
            <a:lstStyle/>
            <a:p>
              <a:endParaRPr lang="zh-CN" altLang="en-US"/>
            </a:p>
          </p:txBody>
        </p:sp>
        <p:sp>
          <p:nvSpPr>
            <p:cNvPr id="20506" name="Freeform 11"/>
            <p:cNvSpPr>
              <a:spLocks noEditPoints="1"/>
            </p:cNvSpPr>
            <p:nvPr/>
          </p:nvSpPr>
          <p:spPr bwMode="auto">
            <a:xfrm>
              <a:off x="4821" y="563"/>
              <a:ext cx="16" cy="53"/>
            </a:xfrm>
            <a:custGeom>
              <a:avLst/>
              <a:gdLst>
                <a:gd name="T0" fmla="*/ 16 w 16"/>
                <a:gd name="T1" fmla="*/ 53 h 53"/>
                <a:gd name="T2" fmla="*/ 16 w 16"/>
                <a:gd name="T3" fmla="*/ 0 h 53"/>
                <a:gd name="T4" fmla="*/ 0 w 16"/>
                <a:gd name="T5" fmla="*/ 0 h 53"/>
                <a:gd name="T6" fmla="*/ 0 w 16"/>
                <a:gd name="T7" fmla="*/ 53 h 53"/>
                <a:gd name="T8" fmla="*/ 16 w 16"/>
                <a:gd name="T9" fmla="*/ 53 h 53"/>
                <a:gd name="T10" fmla="*/ 0 w 16"/>
                <a:gd name="T11" fmla="*/ 53 h 53"/>
                <a:gd name="T12" fmla="*/ 0 w 16"/>
                <a:gd name="T13" fmla="*/ 53 h 53"/>
                <a:gd name="T14" fmla="*/ 11 w 16"/>
                <a:gd name="T15" fmla="*/ 53 h 53"/>
                <a:gd name="T16" fmla="*/ 0 w 16"/>
                <a:gd name="T17" fmla="*/ 5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16" y="53"/>
                  </a:moveTo>
                  <a:lnTo>
                    <a:pt x="16" y="0"/>
                  </a:lnTo>
                  <a:lnTo>
                    <a:pt x="0" y="0"/>
                  </a:lnTo>
                  <a:lnTo>
                    <a:pt x="0" y="53"/>
                  </a:lnTo>
                  <a:lnTo>
                    <a:pt x="16" y="53"/>
                  </a:lnTo>
                  <a:close/>
                  <a:moveTo>
                    <a:pt x="0" y="53"/>
                  </a:moveTo>
                  <a:lnTo>
                    <a:pt x="0" y="53"/>
                  </a:lnTo>
                  <a:lnTo>
                    <a:pt x="11" y="53"/>
                  </a:lnTo>
                  <a:lnTo>
                    <a:pt x="0" y="53"/>
                  </a:lnTo>
                  <a:close/>
                </a:path>
              </a:pathLst>
            </a:custGeom>
            <a:solidFill>
              <a:schemeClr val="folHlink"/>
            </a:solidFill>
            <a:ln w="9525">
              <a:solidFill>
                <a:srgbClr val="656565"/>
              </a:solidFill>
              <a:round/>
            </a:ln>
          </p:spPr>
          <p:txBody>
            <a:bodyPr/>
            <a:lstStyle/>
            <a:p>
              <a:endParaRPr lang="zh-CN" altLang="en-US"/>
            </a:p>
          </p:txBody>
        </p:sp>
        <p:sp>
          <p:nvSpPr>
            <p:cNvPr id="20507" name="Freeform 12"/>
            <p:cNvSpPr>
              <a:spLocks noEditPoints="1"/>
            </p:cNvSpPr>
            <p:nvPr/>
          </p:nvSpPr>
          <p:spPr bwMode="auto">
            <a:xfrm>
              <a:off x="4821" y="548"/>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08" name="Freeform 13"/>
            <p:cNvSpPr>
              <a:spLocks noEditPoints="1"/>
            </p:cNvSpPr>
            <p:nvPr/>
          </p:nvSpPr>
          <p:spPr bwMode="auto">
            <a:xfrm>
              <a:off x="4842" y="548"/>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09" name="Freeform 14"/>
            <p:cNvSpPr>
              <a:spLocks noEditPoints="1"/>
            </p:cNvSpPr>
            <p:nvPr/>
          </p:nvSpPr>
          <p:spPr bwMode="auto">
            <a:xfrm>
              <a:off x="4858" y="548"/>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10" name="Freeform 15"/>
            <p:cNvSpPr>
              <a:spLocks noEditPoints="1"/>
            </p:cNvSpPr>
            <p:nvPr/>
          </p:nvSpPr>
          <p:spPr bwMode="auto">
            <a:xfrm>
              <a:off x="4863" y="563"/>
              <a:ext cx="16" cy="53"/>
            </a:xfrm>
            <a:custGeom>
              <a:avLst/>
              <a:gdLst>
                <a:gd name="T0" fmla="*/ 0 w 16"/>
                <a:gd name="T1" fmla="*/ 0 h 53"/>
                <a:gd name="T2" fmla="*/ 0 w 16"/>
                <a:gd name="T3" fmla="*/ 53 h 53"/>
                <a:gd name="T4" fmla="*/ 16 w 16"/>
                <a:gd name="T5" fmla="*/ 53 h 53"/>
                <a:gd name="T6" fmla="*/ 16 w 16"/>
                <a:gd name="T7" fmla="*/ 0 h 53"/>
                <a:gd name="T8" fmla="*/ 0 w 16"/>
                <a:gd name="T9" fmla="*/ 0 h 53"/>
                <a:gd name="T10" fmla="*/ 16 w 16"/>
                <a:gd name="T11" fmla="*/ 0 h 53"/>
                <a:gd name="T12" fmla="*/ 16 w 16"/>
                <a:gd name="T13" fmla="*/ 0 h 53"/>
                <a:gd name="T14" fmla="*/ 5 w 16"/>
                <a:gd name="T15" fmla="*/ 0 h 53"/>
                <a:gd name="T16" fmla="*/ 16 w 16"/>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0" y="0"/>
                  </a:moveTo>
                  <a:lnTo>
                    <a:pt x="0" y="53"/>
                  </a:lnTo>
                  <a:lnTo>
                    <a:pt x="16" y="53"/>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11" name="Freeform 16"/>
            <p:cNvSpPr>
              <a:spLocks noEditPoints="1"/>
            </p:cNvSpPr>
            <p:nvPr/>
          </p:nvSpPr>
          <p:spPr bwMode="auto">
            <a:xfrm>
              <a:off x="4858" y="616"/>
              <a:ext cx="21" cy="20"/>
            </a:xfrm>
            <a:custGeom>
              <a:avLst/>
              <a:gdLst>
                <a:gd name="T0" fmla="*/ 5 w 21"/>
                <a:gd name="T1" fmla="*/ 0 h 20"/>
                <a:gd name="T2" fmla="*/ 5 w 21"/>
                <a:gd name="T3" fmla="*/ 5 h 20"/>
                <a:gd name="T4" fmla="*/ 0 w 21"/>
                <a:gd name="T5" fmla="*/ 5 h 20"/>
                <a:gd name="T6" fmla="*/ 0 w 21"/>
                <a:gd name="T7" fmla="*/ 20 h 20"/>
                <a:gd name="T8" fmla="*/ 16 w 21"/>
                <a:gd name="T9" fmla="*/ 15 h 20"/>
                <a:gd name="T10" fmla="*/ 21 w 21"/>
                <a:gd name="T11" fmla="*/ 0 h 20"/>
                <a:gd name="T12" fmla="*/ 5 w 21"/>
                <a:gd name="T13" fmla="*/ 0 h 20"/>
                <a:gd name="T14" fmla="*/ 21 w 21"/>
                <a:gd name="T15" fmla="*/ 0 h 20"/>
                <a:gd name="T16" fmla="*/ 21 w 21"/>
                <a:gd name="T17" fmla="*/ 0 h 20"/>
                <a:gd name="T18" fmla="*/ 10 w 21"/>
                <a:gd name="T19" fmla="*/ 0 h 20"/>
                <a:gd name="T20" fmla="*/ 21 w 21"/>
                <a:gd name="T21" fmla="*/ 0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5" y="0"/>
                  </a:moveTo>
                  <a:lnTo>
                    <a:pt x="5" y="5"/>
                  </a:lnTo>
                  <a:lnTo>
                    <a:pt x="0" y="5"/>
                  </a:lnTo>
                  <a:lnTo>
                    <a:pt x="0" y="20"/>
                  </a:lnTo>
                  <a:lnTo>
                    <a:pt x="16" y="15"/>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12" name="Freeform 17"/>
            <p:cNvSpPr>
              <a:spLocks noEditPoints="1"/>
            </p:cNvSpPr>
            <p:nvPr/>
          </p:nvSpPr>
          <p:spPr bwMode="auto">
            <a:xfrm>
              <a:off x="4842" y="621"/>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20513" name="Freeform 18"/>
            <p:cNvSpPr/>
            <p:nvPr/>
          </p:nvSpPr>
          <p:spPr bwMode="auto">
            <a:xfrm>
              <a:off x="4821" y="730"/>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20514" name="Freeform 19"/>
            <p:cNvSpPr>
              <a:spLocks noEditPoints="1"/>
            </p:cNvSpPr>
            <p:nvPr/>
          </p:nvSpPr>
          <p:spPr bwMode="auto">
            <a:xfrm>
              <a:off x="4821" y="678"/>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15" name="Freeform 20"/>
            <p:cNvSpPr>
              <a:spLocks noEditPoints="1"/>
            </p:cNvSpPr>
            <p:nvPr/>
          </p:nvSpPr>
          <p:spPr bwMode="auto">
            <a:xfrm>
              <a:off x="4821" y="657"/>
              <a:ext cx="21" cy="21"/>
            </a:xfrm>
            <a:custGeom>
              <a:avLst/>
              <a:gdLst>
                <a:gd name="T0" fmla="*/ 16 w 21"/>
                <a:gd name="T1" fmla="*/ 21 h 21"/>
                <a:gd name="T2" fmla="*/ 21 w 21"/>
                <a:gd name="T3" fmla="*/ 21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16" name="Freeform 21"/>
            <p:cNvSpPr>
              <a:spLocks noEditPoints="1"/>
            </p:cNvSpPr>
            <p:nvPr/>
          </p:nvSpPr>
          <p:spPr bwMode="auto">
            <a:xfrm>
              <a:off x="4842" y="657"/>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17" name="Freeform 22"/>
            <p:cNvSpPr>
              <a:spLocks noEditPoints="1"/>
            </p:cNvSpPr>
            <p:nvPr/>
          </p:nvSpPr>
          <p:spPr bwMode="auto">
            <a:xfrm>
              <a:off x="4858" y="657"/>
              <a:ext cx="21" cy="21"/>
            </a:xfrm>
            <a:custGeom>
              <a:avLst/>
              <a:gdLst>
                <a:gd name="T0" fmla="*/ 0 w 21"/>
                <a:gd name="T1" fmla="*/ 16 h 21"/>
                <a:gd name="T2" fmla="*/ 5 w 21"/>
                <a:gd name="T3" fmla="*/ 21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5"/>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18" name="Freeform 23"/>
            <p:cNvSpPr>
              <a:spLocks noEditPoints="1"/>
            </p:cNvSpPr>
            <p:nvPr/>
          </p:nvSpPr>
          <p:spPr bwMode="auto">
            <a:xfrm>
              <a:off x="4863" y="678"/>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19" name="Freeform 24"/>
            <p:cNvSpPr>
              <a:spLocks noEditPoints="1"/>
            </p:cNvSpPr>
            <p:nvPr/>
          </p:nvSpPr>
          <p:spPr bwMode="auto">
            <a:xfrm>
              <a:off x="4858" y="730"/>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20" name="Freeform 25"/>
            <p:cNvSpPr>
              <a:spLocks noEditPoints="1"/>
            </p:cNvSpPr>
            <p:nvPr/>
          </p:nvSpPr>
          <p:spPr bwMode="auto">
            <a:xfrm>
              <a:off x="4842" y="730"/>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folHlink"/>
            </a:solidFill>
            <a:ln w="9525">
              <a:solidFill>
                <a:srgbClr val="656565"/>
              </a:solidFill>
              <a:round/>
            </a:ln>
          </p:spPr>
          <p:txBody>
            <a:bodyPr/>
            <a:lstStyle/>
            <a:p>
              <a:endParaRPr lang="zh-CN" altLang="en-US"/>
            </a:p>
          </p:txBody>
        </p:sp>
        <p:sp>
          <p:nvSpPr>
            <p:cNvPr id="20521" name="Rectangle 26"/>
            <p:cNvSpPr>
              <a:spLocks noChangeArrowheads="1"/>
            </p:cNvSpPr>
            <p:nvPr/>
          </p:nvSpPr>
          <p:spPr bwMode="auto">
            <a:xfrm>
              <a:off x="4842" y="595"/>
              <a:ext cx="16" cy="83"/>
            </a:xfrm>
            <a:prstGeom prst="rect">
              <a:avLst/>
            </a:prstGeom>
            <a:solidFill>
              <a:schemeClr val="tx2"/>
            </a:solidFill>
            <a:ln w="9525">
              <a:solidFill>
                <a:schemeClr val="tx1"/>
              </a:solidFill>
              <a:miter lim="800000"/>
            </a:ln>
          </p:spPr>
          <p:txBody>
            <a:bodyPr/>
            <a:lstStyle/>
            <a:p>
              <a:endParaRPr lang="zh-CN" altLang="en-US"/>
            </a:p>
          </p:txBody>
        </p:sp>
        <p:sp>
          <p:nvSpPr>
            <p:cNvPr id="20522" name="Freeform 27"/>
            <p:cNvSpPr/>
            <p:nvPr/>
          </p:nvSpPr>
          <p:spPr bwMode="auto">
            <a:xfrm>
              <a:off x="4821" y="839"/>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folHlink"/>
            </a:solidFill>
            <a:ln w="9525">
              <a:solidFill>
                <a:srgbClr val="656565"/>
              </a:solidFill>
              <a:round/>
            </a:ln>
          </p:spPr>
          <p:txBody>
            <a:bodyPr/>
            <a:lstStyle/>
            <a:p>
              <a:endParaRPr lang="zh-CN" altLang="en-US"/>
            </a:p>
          </p:txBody>
        </p:sp>
        <p:sp>
          <p:nvSpPr>
            <p:cNvPr id="20523" name="Freeform 28"/>
            <p:cNvSpPr>
              <a:spLocks noEditPoints="1"/>
            </p:cNvSpPr>
            <p:nvPr/>
          </p:nvSpPr>
          <p:spPr bwMode="auto">
            <a:xfrm>
              <a:off x="4821" y="787"/>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24" name="Freeform 29"/>
            <p:cNvSpPr>
              <a:spLocks noEditPoints="1"/>
            </p:cNvSpPr>
            <p:nvPr/>
          </p:nvSpPr>
          <p:spPr bwMode="auto">
            <a:xfrm>
              <a:off x="4821" y="772"/>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25" name="Freeform 30"/>
            <p:cNvSpPr>
              <a:spLocks noEditPoints="1"/>
            </p:cNvSpPr>
            <p:nvPr/>
          </p:nvSpPr>
          <p:spPr bwMode="auto">
            <a:xfrm>
              <a:off x="4842" y="772"/>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26" name="Freeform 31"/>
            <p:cNvSpPr>
              <a:spLocks noEditPoints="1"/>
            </p:cNvSpPr>
            <p:nvPr/>
          </p:nvSpPr>
          <p:spPr bwMode="auto">
            <a:xfrm>
              <a:off x="4858" y="772"/>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27" name="Freeform 32"/>
            <p:cNvSpPr>
              <a:spLocks noEditPoints="1"/>
            </p:cNvSpPr>
            <p:nvPr/>
          </p:nvSpPr>
          <p:spPr bwMode="auto">
            <a:xfrm>
              <a:off x="4863" y="787"/>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28" name="Freeform 33"/>
            <p:cNvSpPr>
              <a:spLocks noEditPoints="1"/>
            </p:cNvSpPr>
            <p:nvPr/>
          </p:nvSpPr>
          <p:spPr bwMode="auto">
            <a:xfrm>
              <a:off x="4858" y="839"/>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29" name="Freeform 34"/>
            <p:cNvSpPr>
              <a:spLocks noEditPoints="1"/>
            </p:cNvSpPr>
            <p:nvPr/>
          </p:nvSpPr>
          <p:spPr bwMode="auto">
            <a:xfrm>
              <a:off x="4842" y="845"/>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20530" name="Rectangle 35"/>
            <p:cNvSpPr>
              <a:spLocks noChangeArrowheads="1"/>
            </p:cNvSpPr>
            <p:nvPr/>
          </p:nvSpPr>
          <p:spPr bwMode="auto">
            <a:xfrm>
              <a:off x="4842" y="709"/>
              <a:ext cx="16" cy="78"/>
            </a:xfrm>
            <a:prstGeom prst="rect">
              <a:avLst/>
            </a:prstGeom>
            <a:solidFill>
              <a:schemeClr val="tx2"/>
            </a:solidFill>
            <a:ln w="9525">
              <a:solidFill>
                <a:schemeClr val="tx1"/>
              </a:solidFill>
              <a:miter lim="800000"/>
            </a:ln>
          </p:spPr>
          <p:txBody>
            <a:bodyPr/>
            <a:lstStyle/>
            <a:p>
              <a:endParaRPr lang="zh-CN" altLang="en-US"/>
            </a:p>
          </p:txBody>
        </p:sp>
        <p:sp>
          <p:nvSpPr>
            <p:cNvPr id="20531" name="Freeform 36"/>
            <p:cNvSpPr/>
            <p:nvPr/>
          </p:nvSpPr>
          <p:spPr bwMode="auto">
            <a:xfrm>
              <a:off x="4821" y="954"/>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20532" name="Freeform 37"/>
            <p:cNvSpPr>
              <a:spLocks noEditPoints="1"/>
            </p:cNvSpPr>
            <p:nvPr/>
          </p:nvSpPr>
          <p:spPr bwMode="auto">
            <a:xfrm>
              <a:off x="4821" y="902"/>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33" name="Freeform 38"/>
            <p:cNvSpPr>
              <a:spLocks noEditPoints="1"/>
            </p:cNvSpPr>
            <p:nvPr/>
          </p:nvSpPr>
          <p:spPr bwMode="auto">
            <a:xfrm>
              <a:off x="4821" y="88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34" name="Freeform 39"/>
            <p:cNvSpPr>
              <a:spLocks noEditPoints="1"/>
            </p:cNvSpPr>
            <p:nvPr/>
          </p:nvSpPr>
          <p:spPr bwMode="auto">
            <a:xfrm>
              <a:off x="4842" y="881"/>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35" name="Freeform 40"/>
            <p:cNvSpPr>
              <a:spLocks noEditPoints="1"/>
            </p:cNvSpPr>
            <p:nvPr/>
          </p:nvSpPr>
          <p:spPr bwMode="auto">
            <a:xfrm>
              <a:off x="4858" y="88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36" name="Freeform 41"/>
            <p:cNvSpPr>
              <a:spLocks noEditPoints="1"/>
            </p:cNvSpPr>
            <p:nvPr/>
          </p:nvSpPr>
          <p:spPr bwMode="auto">
            <a:xfrm>
              <a:off x="4863" y="902"/>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37" name="Freeform 42"/>
            <p:cNvSpPr>
              <a:spLocks noEditPoints="1"/>
            </p:cNvSpPr>
            <p:nvPr/>
          </p:nvSpPr>
          <p:spPr bwMode="auto">
            <a:xfrm>
              <a:off x="4858" y="954"/>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38" name="Freeform 43"/>
            <p:cNvSpPr>
              <a:spLocks noEditPoints="1"/>
            </p:cNvSpPr>
            <p:nvPr/>
          </p:nvSpPr>
          <p:spPr bwMode="auto">
            <a:xfrm>
              <a:off x="4842" y="954"/>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folHlink"/>
            </a:solidFill>
            <a:ln w="9525">
              <a:solidFill>
                <a:srgbClr val="656565"/>
              </a:solidFill>
              <a:round/>
            </a:ln>
          </p:spPr>
          <p:txBody>
            <a:bodyPr/>
            <a:lstStyle/>
            <a:p>
              <a:endParaRPr lang="zh-CN" altLang="en-US"/>
            </a:p>
          </p:txBody>
        </p:sp>
        <p:sp>
          <p:nvSpPr>
            <p:cNvPr id="20539" name="Rectangle 44"/>
            <p:cNvSpPr>
              <a:spLocks noChangeArrowheads="1"/>
            </p:cNvSpPr>
            <p:nvPr/>
          </p:nvSpPr>
          <p:spPr bwMode="auto">
            <a:xfrm>
              <a:off x="4842" y="819"/>
              <a:ext cx="16" cy="83"/>
            </a:xfrm>
            <a:prstGeom prst="rect">
              <a:avLst/>
            </a:prstGeom>
            <a:solidFill>
              <a:schemeClr val="tx2"/>
            </a:solidFill>
            <a:ln w="9525">
              <a:solidFill>
                <a:schemeClr val="tx1"/>
              </a:solidFill>
              <a:miter lim="800000"/>
            </a:ln>
          </p:spPr>
          <p:txBody>
            <a:bodyPr/>
            <a:lstStyle/>
            <a:p>
              <a:endParaRPr lang="zh-CN" altLang="en-US"/>
            </a:p>
          </p:txBody>
        </p:sp>
        <p:sp>
          <p:nvSpPr>
            <p:cNvPr id="20540" name="Freeform 45"/>
            <p:cNvSpPr/>
            <p:nvPr/>
          </p:nvSpPr>
          <p:spPr bwMode="auto">
            <a:xfrm>
              <a:off x="4821" y="1063"/>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folHlink"/>
            </a:solidFill>
            <a:ln w="9525">
              <a:solidFill>
                <a:srgbClr val="656565"/>
              </a:solidFill>
              <a:round/>
            </a:ln>
          </p:spPr>
          <p:txBody>
            <a:bodyPr/>
            <a:lstStyle/>
            <a:p>
              <a:endParaRPr lang="zh-CN" altLang="en-US"/>
            </a:p>
          </p:txBody>
        </p:sp>
        <p:sp>
          <p:nvSpPr>
            <p:cNvPr id="20541" name="Freeform 46"/>
            <p:cNvSpPr>
              <a:spLocks noEditPoints="1"/>
            </p:cNvSpPr>
            <p:nvPr/>
          </p:nvSpPr>
          <p:spPr bwMode="auto">
            <a:xfrm>
              <a:off x="4821" y="1011"/>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42" name="Freeform 47"/>
            <p:cNvSpPr>
              <a:spLocks noEditPoints="1"/>
            </p:cNvSpPr>
            <p:nvPr/>
          </p:nvSpPr>
          <p:spPr bwMode="auto">
            <a:xfrm>
              <a:off x="4821" y="996"/>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43" name="Freeform 48"/>
            <p:cNvSpPr>
              <a:spLocks noEditPoints="1"/>
            </p:cNvSpPr>
            <p:nvPr/>
          </p:nvSpPr>
          <p:spPr bwMode="auto">
            <a:xfrm>
              <a:off x="4842" y="996"/>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44" name="Freeform 49"/>
            <p:cNvSpPr>
              <a:spLocks noEditPoints="1"/>
            </p:cNvSpPr>
            <p:nvPr/>
          </p:nvSpPr>
          <p:spPr bwMode="auto">
            <a:xfrm>
              <a:off x="4858" y="996"/>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45" name="Freeform 50"/>
            <p:cNvSpPr>
              <a:spLocks noEditPoints="1"/>
            </p:cNvSpPr>
            <p:nvPr/>
          </p:nvSpPr>
          <p:spPr bwMode="auto">
            <a:xfrm>
              <a:off x="4863" y="1011"/>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46" name="Freeform 51"/>
            <p:cNvSpPr>
              <a:spLocks noEditPoints="1"/>
            </p:cNvSpPr>
            <p:nvPr/>
          </p:nvSpPr>
          <p:spPr bwMode="auto">
            <a:xfrm>
              <a:off x="4858" y="1063"/>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47" name="Freeform 52"/>
            <p:cNvSpPr>
              <a:spLocks noEditPoints="1"/>
            </p:cNvSpPr>
            <p:nvPr/>
          </p:nvSpPr>
          <p:spPr bwMode="auto">
            <a:xfrm>
              <a:off x="4842" y="1069"/>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20548" name="Rectangle 53"/>
            <p:cNvSpPr>
              <a:spLocks noChangeArrowheads="1"/>
            </p:cNvSpPr>
            <p:nvPr/>
          </p:nvSpPr>
          <p:spPr bwMode="auto">
            <a:xfrm>
              <a:off x="4842" y="933"/>
              <a:ext cx="16" cy="78"/>
            </a:xfrm>
            <a:prstGeom prst="rect">
              <a:avLst/>
            </a:prstGeom>
            <a:solidFill>
              <a:schemeClr val="tx2"/>
            </a:solidFill>
            <a:ln w="9525">
              <a:solidFill>
                <a:schemeClr val="tx1"/>
              </a:solidFill>
              <a:miter lim="800000"/>
            </a:ln>
          </p:spPr>
          <p:txBody>
            <a:bodyPr/>
            <a:lstStyle/>
            <a:p>
              <a:endParaRPr lang="zh-CN" altLang="en-US"/>
            </a:p>
          </p:txBody>
        </p:sp>
        <p:sp>
          <p:nvSpPr>
            <p:cNvPr id="20549" name="Freeform 54"/>
            <p:cNvSpPr/>
            <p:nvPr/>
          </p:nvSpPr>
          <p:spPr bwMode="auto">
            <a:xfrm>
              <a:off x="4821" y="1178"/>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20550" name="Freeform 55"/>
            <p:cNvSpPr>
              <a:spLocks noEditPoints="1"/>
            </p:cNvSpPr>
            <p:nvPr/>
          </p:nvSpPr>
          <p:spPr bwMode="auto">
            <a:xfrm>
              <a:off x="4821" y="1126"/>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51" name="Freeform 56"/>
            <p:cNvSpPr>
              <a:spLocks noEditPoints="1"/>
            </p:cNvSpPr>
            <p:nvPr/>
          </p:nvSpPr>
          <p:spPr bwMode="auto">
            <a:xfrm>
              <a:off x="4821" y="1105"/>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52" name="Freeform 57"/>
            <p:cNvSpPr>
              <a:spLocks noEditPoints="1"/>
            </p:cNvSpPr>
            <p:nvPr/>
          </p:nvSpPr>
          <p:spPr bwMode="auto">
            <a:xfrm>
              <a:off x="4842" y="1105"/>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0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553" name="Freeform 58"/>
            <p:cNvSpPr>
              <a:spLocks noEditPoints="1"/>
            </p:cNvSpPr>
            <p:nvPr/>
          </p:nvSpPr>
          <p:spPr bwMode="auto">
            <a:xfrm>
              <a:off x="4858" y="1105"/>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554" name="Freeform 59"/>
            <p:cNvSpPr>
              <a:spLocks noEditPoints="1"/>
            </p:cNvSpPr>
            <p:nvPr/>
          </p:nvSpPr>
          <p:spPr bwMode="auto">
            <a:xfrm>
              <a:off x="4863" y="1126"/>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55" name="Freeform 60"/>
            <p:cNvSpPr>
              <a:spLocks noEditPoints="1"/>
            </p:cNvSpPr>
            <p:nvPr/>
          </p:nvSpPr>
          <p:spPr bwMode="auto">
            <a:xfrm>
              <a:off x="4858" y="1178"/>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56" name="Freeform 61"/>
            <p:cNvSpPr>
              <a:spLocks noEditPoints="1"/>
            </p:cNvSpPr>
            <p:nvPr/>
          </p:nvSpPr>
          <p:spPr bwMode="auto">
            <a:xfrm>
              <a:off x="4842" y="1178"/>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folHlink"/>
            </a:solidFill>
            <a:ln w="9525">
              <a:solidFill>
                <a:srgbClr val="656565"/>
              </a:solidFill>
              <a:round/>
            </a:ln>
          </p:spPr>
          <p:txBody>
            <a:bodyPr/>
            <a:lstStyle/>
            <a:p>
              <a:endParaRPr lang="zh-CN" altLang="en-US"/>
            </a:p>
          </p:txBody>
        </p:sp>
        <p:sp>
          <p:nvSpPr>
            <p:cNvPr id="20557" name="Rectangle 62"/>
            <p:cNvSpPr>
              <a:spLocks noChangeArrowheads="1"/>
            </p:cNvSpPr>
            <p:nvPr/>
          </p:nvSpPr>
          <p:spPr bwMode="auto">
            <a:xfrm>
              <a:off x="4842" y="1043"/>
              <a:ext cx="16" cy="83"/>
            </a:xfrm>
            <a:prstGeom prst="rect">
              <a:avLst/>
            </a:prstGeom>
            <a:solidFill>
              <a:schemeClr val="tx2"/>
            </a:solidFill>
            <a:ln w="9525">
              <a:solidFill>
                <a:schemeClr val="tx1"/>
              </a:solidFill>
              <a:miter lim="800000"/>
            </a:ln>
          </p:spPr>
          <p:txBody>
            <a:bodyPr/>
            <a:lstStyle/>
            <a:p>
              <a:endParaRPr lang="zh-CN" altLang="en-US"/>
            </a:p>
          </p:txBody>
        </p:sp>
        <p:sp>
          <p:nvSpPr>
            <p:cNvPr id="20558" name="Freeform 63"/>
            <p:cNvSpPr/>
            <p:nvPr/>
          </p:nvSpPr>
          <p:spPr bwMode="auto">
            <a:xfrm>
              <a:off x="4821" y="1287"/>
              <a:ext cx="21" cy="21"/>
            </a:xfrm>
            <a:custGeom>
              <a:avLst/>
              <a:gdLst>
                <a:gd name="T0" fmla="*/ 21 w 21"/>
                <a:gd name="T1" fmla="*/ 5 h 21"/>
                <a:gd name="T2" fmla="*/ 21 w 21"/>
                <a:gd name="T3" fmla="*/ 5 h 21"/>
                <a:gd name="T4" fmla="*/ 16 w 21"/>
                <a:gd name="T5" fmla="*/ 0 h 21"/>
                <a:gd name="T6" fmla="*/ 0 w 21"/>
                <a:gd name="T7" fmla="*/ 0 h 21"/>
                <a:gd name="T8" fmla="*/ 6 w 21"/>
                <a:gd name="T9" fmla="*/ 16 h 21"/>
                <a:gd name="T10" fmla="*/ 21 w 21"/>
                <a:gd name="T11" fmla="*/ 21 h 21"/>
                <a:gd name="T12" fmla="*/ 21 w 21"/>
                <a:gd name="T13" fmla="*/ 5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5"/>
                  </a:moveTo>
                  <a:lnTo>
                    <a:pt x="21" y="5"/>
                  </a:lnTo>
                  <a:lnTo>
                    <a:pt x="16" y="0"/>
                  </a:lnTo>
                  <a:lnTo>
                    <a:pt x="0" y="0"/>
                  </a:lnTo>
                  <a:lnTo>
                    <a:pt x="6" y="16"/>
                  </a:lnTo>
                  <a:lnTo>
                    <a:pt x="21" y="21"/>
                  </a:lnTo>
                  <a:lnTo>
                    <a:pt x="21" y="5"/>
                  </a:lnTo>
                  <a:close/>
                </a:path>
              </a:pathLst>
            </a:custGeom>
            <a:solidFill>
              <a:schemeClr val="folHlink"/>
            </a:solidFill>
            <a:ln w="9525">
              <a:solidFill>
                <a:srgbClr val="656565"/>
              </a:solidFill>
              <a:round/>
            </a:ln>
          </p:spPr>
          <p:txBody>
            <a:bodyPr/>
            <a:lstStyle/>
            <a:p>
              <a:endParaRPr lang="zh-CN" altLang="en-US"/>
            </a:p>
          </p:txBody>
        </p:sp>
        <p:sp>
          <p:nvSpPr>
            <p:cNvPr id="20559" name="Freeform 64"/>
            <p:cNvSpPr>
              <a:spLocks noEditPoints="1"/>
            </p:cNvSpPr>
            <p:nvPr/>
          </p:nvSpPr>
          <p:spPr bwMode="auto">
            <a:xfrm>
              <a:off x="4821" y="1235"/>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60" name="Freeform 65"/>
            <p:cNvSpPr>
              <a:spLocks noEditPoints="1"/>
            </p:cNvSpPr>
            <p:nvPr/>
          </p:nvSpPr>
          <p:spPr bwMode="auto">
            <a:xfrm>
              <a:off x="4821" y="1220"/>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61" name="Freeform 66"/>
            <p:cNvSpPr>
              <a:spLocks noEditPoints="1"/>
            </p:cNvSpPr>
            <p:nvPr/>
          </p:nvSpPr>
          <p:spPr bwMode="auto">
            <a:xfrm>
              <a:off x="4842" y="1220"/>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62" name="Freeform 67"/>
            <p:cNvSpPr>
              <a:spLocks noEditPoints="1"/>
            </p:cNvSpPr>
            <p:nvPr/>
          </p:nvSpPr>
          <p:spPr bwMode="auto">
            <a:xfrm>
              <a:off x="4858" y="1220"/>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20563" name="Freeform 68"/>
            <p:cNvSpPr>
              <a:spLocks noEditPoints="1"/>
            </p:cNvSpPr>
            <p:nvPr/>
          </p:nvSpPr>
          <p:spPr bwMode="auto">
            <a:xfrm>
              <a:off x="4863" y="1235"/>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20564" name="Freeform 69"/>
            <p:cNvSpPr>
              <a:spLocks noEditPoints="1"/>
            </p:cNvSpPr>
            <p:nvPr/>
          </p:nvSpPr>
          <p:spPr bwMode="auto">
            <a:xfrm>
              <a:off x="4858" y="1287"/>
              <a:ext cx="21" cy="21"/>
            </a:xfrm>
            <a:custGeom>
              <a:avLst/>
              <a:gdLst>
                <a:gd name="T0" fmla="*/ 5 w 21"/>
                <a:gd name="T1" fmla="*/ 0 h 21"/>
                <a:gd name="T2" fmla="*/ 5 w 21"/>
                <a:gd name="T3" fmla="*/ 5 h 21"/>
                <a:gd name="T4" fmla="*/ 0 w 21"/>
                <a:gd name="T5" fmla="*/ 5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5"/>
                  </a:lnTo>
                  <a:lnTo>
                    <a:pt x="0" y="5"/>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65" name="Freeform 70"/>
            <p:cNvSpPr>
              <a:spLocks noEditPoints="1"/>
            </p:cNvSpPr>
            <p:nvPr/>
          </p:nvSpPr>
          <p:spPr bwMode="auto">
            <a:xfrm>
              <a:off x="4842" y="1292"/>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6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6"/>
                  </a:lnTo>
                  <a:lnTo>
                    <a:pt x="16" y="16"/>
                  </a:lnTo>
                  <a:close/>
                </a:path>
              </a:pathLst>
            </a:custGeom>
            <a:solidFill>
              <a:schemeClr val="folHlink"/>
            </a:solidFill>
            <a:ln w="9525">
              <a:solidFill>
                <a:srgbClr val="656565"/>
              </a:solidFill>
              <a:round/>
            </a:ln>
          </p:spPr>
          <p:txBody>
            <a:bodyPr/>
            <a:lstStyle/>
            <a:p>
              <a:endParaRPr lang="zh-CN" altLang="en-US"/>
            </a:p>
          </p:txBody>
        </p:sp>
        <p:sp>
          <p:nvSpPr>
            <p:cNvPr id="20566" name="Rectangle 71"/>
            <p:cNvSpPr>
              <a:spLocks noChangeArrowheads="1"/>
            </p:cNvSpPr>
            <p:nvPr/>
          </p:nvSpPr>
          <p:spPr bwMode="auto">
            <a:xfrm>
              <a:off x="4842" y="1157"/>
              <a:ext cx="16" cy="78"/>
            </a:xfrm>
            <a:prstGeom prst="rect">
              <a:avLst/>
            </a:prstGeom>
            <a:solidFill>
              <a:schemeClr val="tx2"/>
            </a:solidFill>
            <a:ln w="9525">
              <a:solidFill>
                <a:schemeClr val="tx1"/>
              </a:solidFill>
              <a:miter lim="800000"/>
            </a:ln>
          </p:spPr>
          <p:txBody>
            <a:bodyPr/>
            <a:lstStyle/>
            <a:p>
              <a:endParaRPr lang="zh-CN" altLang="en-US"/>
            </a:p>
          </p:txBody>
        </p:sp>
        <p:sp>
          <p:nvSpPr>
            <p:cNvPr id="20567" name="Freeform 72"/>
            <p:cNvSpPr/>
            <p:nvPr/>
          </p:nvSpPr>
          <p:spPr bwMode="auto">
            <a:xfrm>
              <a:off x="4821" y="1391"/>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20568" name="Freeform 73"/>
            <p:cNvSpPr>
              <a:spLocks noEditPoints="1"/>
            </p:cNvSpPr>
            <p:nvPr/>
          </p:nvSpPr>
          <p:spPr bwMode="auto">
            <a:xfrm>
              <a:off x="4821" y="1339"/>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20569" name="Freeform 74"/>
            <p:cNvSpPr>
              <a:spLocks noEditPoints="1"/>
            </p:cNvSpPr>
            <p:nvPr/>
          </p:nvSpPr>
          <p:spPr bwMode="auto">
            <a:xfrm>
              <a:off x="4821" y="1318"/>
              <a:ext cx="21" cy="21"/>
            </a:xfrm>
            <a:custGeom>
              <a:avLst/>
              <a:gdLst>
                <a:gd name="T0" fmla="*/ 16 w 21"/>
                <a:gd name="T1" fmla="*/ 21 h 21"/>
                <a:gd name="T2" fmla="*/ 21 w 21"/>
                <a:gd name="T3" fmla="*/ 21 h 21"/>
                <a:gd name="T4" fmla="*/ 21 w 21"/>
                <a:gd name="T5" fmla="*/ 16 h 21"/>
                <a:gd name="T6" fmla="*/ 21 w 21"/>
                <a:gd name="T7" fmla="*/ 0 h 21"/>
                <a:gd name="T8" fmla="*/ 6 w 21"/>
                <a:gd name="T9" fmla="*/ 6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6"/>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70" name="Freeform 75"/>
            <p:cNvSpPr>
              <a:spLocks noEditPoints="1"/>
            </p:cNvSpPr>
            <p:nvPr/>
          </p:nvSpPr>
          <p:spPr bwMode="auto">
            <a:xfrm>
              <a:off x="4842" y="1318"/>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71" name="Freeform 76"/>
            <p:cNvSpPr>
              <a:spLocks noEditPoints="1"/>
            </p:cNvSpPr>
            <p:nvPr/>
          </p:nvSpPr>
          <p:spPr bwMode="auto">
            <a:xfrm>
              <a:off x="4858" y="1318"/>
              <a:ext cx="21" cy="21"/>
            </a:xfrm>
            <a:custGeom>
              <a:avLst/>
              <a:gdLst>
                <a:gd name="T0" fmla="*/ 0 w 21"/>
                <a:gd name="T1" fmla="*/ 16 h 21"/>
                <a:gd name="T2" fmla="*/ 5 w 21"/>
                <a:gd name="T3" fmla="*/ 21 h 21"/>
                <a:gd name="T4" fmla="*/ 5 w 21"/>
                <a:gd name="T5" fmla="*/ 21 h 21"/>
                <a:gd name="T6" fmla="*/ 21 w 21"/>
                <a:gd name="T7" fmla="*/ 21 h 21"/>
                <a:gd name="T8" fmla="*/ 16 w 21"/>
                <a:gd name="T9" fmla="*/ 6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6"/>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20572" name="Freeform 77"/>
            <p:cNvSpPr>
              <a:spLocks noEditPoints="1"/>
            </p:cNvSpPr>
            <p:nvPr/>
          </p:nvSpPr>
          <p:spPr bwMode="auto">
            <a:xfrm>
              <a:off x="4863" y="1339"/>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1"/>
              </a:solidFill>
              <a:round/>
            </a:ln>
          </p:spPr>
          <p:txBody>
            <a:bodyPr/>
            <a:lstStyle/>
            <a:p>
              <a:endParaRPr lang="zh-CN" altLang="en-US"/>
            </a:p>
          </p:txBody>
        </p:sp>
        <p:sp>
          <p:nvSpPr>
            <p:cNvPr id="20573" name="Freeform 78"/>
            <p:cNvSpPr>
              <a:spLocks noEditPoints="1"/>
            </p:cNvSpPr>
            <p:nvPr/>
          </p:nvSpPr>
          <p:spPr bwMode="auto">
            <a:xfrm>
              <a:off x="4858" y="1391"/>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20574" name="Freeform 79"/>
            <p:cNvSpPr>
              <a:spLocks noEditPoints="1"/>
            </p:cNvSpPr>
            <p:nvPr/>
          </p:nvSpPr>
          <p:spPr bwMode="auto">
            <a:xfrm>
              <a:off x="4842" y="1391"/>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folHlink"/>
            </a:solidFill>
            <a:ln w="9525">
              <a:solidFill>
                <a:srgbClr val="656565"/>
              </a:solidFill>
              <a:round/>
            </a:ln>
          </p:spPr>
          <p:txBody>
            <a:bodyPr/>
            <a:lstStyle/>
            <a:p>
              <a:endParaRPr lang="zh-CN" altLang="en-US"/>
            </a:p>
          </p:txBody>
        </p:sp>
        <p:sp>
          <p:nvSpPr>
            <p:cNvPr id="20575" name="Rectangle 80"/>
            <p:cNvSpPr>
              <a:spLocks noChangeArrowheads="1"/>
            </p:cNvSpPr>
            <p:nvPr/>
          </p:nvSpPr>
          <p:spPr bwMode="auto">
            <a:xfrm>
              <a:off x="4842" y="1266"/>
              <a:ext cx="16" cy="84"/>
            </a:xfrm>
            <a:prstGeom prst="rect">
              <a:avLst/>
            </a:prstGeom>
            <a:solidFill>
              <a:schemeClr val="tx2"/>
            </a:solidFill>
            <a:ln w="9525">
              <a:solidFill>
                <a:schemeClr val="tx1"/>
              </a:solidFill>
              <a:miter lim="800000"/>
            </a:ln>
          </p:spPr>
          <p:txBody>
            <a:bodyPr/>
            <a:lstStyle/>
            <a:p>
              <a:endParaRPr lang="zh-CN" altLang="en-US"/>
            </a:p>
          </p:txBody>
        </p:sp>
        <p:sp>
          <p:nvSpPr>
            <p:cNvPr id="20576" name="Freeform 81"/>
            <p:cNvSpPr/>
            <p:nvPr/>
          </p:nvSpPr>
          <p:spPr bwMode="auto">
            <a:xfrm>
              <a:off x="4019" y="537"/>
              <a:ext cx="15" cy="21"/>
            </a:xfrm>
            <a:custGeom>
              <a:avLst/>
              <a:gdLst>
                <a:gd name="T0" fmla="*/ 0 w 15"/>
                <a:gd name="T1" fmla="*/ 0 h 21"/>
                <a:gd name="T2" fmla="*/ 0 w 15"/>
                <a:gd name="T3" fmla="*/ 6 h 21"/>
                <a:gd name="T4" fmla="*/ 0 w 15"/>
                <a:gd name="T5" fmla="*/ 6 h 21"/>
                <a:gd name="T6" fmla="*/ 0 w 15"/>
                <a:gd name="T7" fmla="*/ 21 h 21"/>
                <a:gd name="T8" fmla="*/ 10 w 15"/>
                <a:gd name="T9" fmla="*/ 16 h 21"/>
                <a:gd name="T10" fmla="*/ 15 w 15"/>
                <a:gd name="T11" fmla="*/ 0 h 21"/>
                <a:gd name="T12" fmla="*/ 0 w 15"/>
                <a:gd name="T13" fmla="*/ 0 h 21"/>
                <a:gd name="T14" fmla="*/ 0 60000 65536"/>
                <a:gd name="T15" fmla="*/ 0 60000 65536"/>
                <a:gd name="T16" fmla="*/ 0 60000 65536"/>
                <a:gd name="T17" fmla="*/ 0 60000 65536"/>
                <a:gd name="T18" fmla="*/ 0 60000 65536"/>
                <a:gd name="T19" fmla="*/ 0 60000 65536"/>
                <a:gd name="T20" fmla="*/ 0 60000 65536"/>
                <a:gd name="T21" fmla="*/ 0 w 15"/>
                <a:gd name="T22" fmla="*/ 0 h 21"/>
                <a:gd name="T23" fmla="*/ 15 w 15"/>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1">
                  <a:moveTo>
                    <a:pt x="0" y="0"/>
                  </a:moveTo>
                  <a:lnTo>
                    <a:pt x="0" y="6"/>
                  </a:lnTo>
                  <a:lnTo>
                    <a:pt x="0" y="21"/>
                  </a:lnTo>
                  <a:lnTo>
                    <a:pt x="10" y="16"/>
                  </a:lnTo>
                  <a:lnTo>
                    <a:pt x="15" y="0"/>
                  </a:lnTo>
                  <a:lnTo>
                    <a:pt x="0" y="0"/>
                  </a:lnTo>
                  <a:close/>
                </a:path>
              </a:pathLst>
            </a:custGeom>
            <a:solidFill>
              <a:schemeClr val="folHlink"/>
            </a:solidFill>
            <a:ln w="9525">
              <a:solidFill>
                <a:srgbClr val="656565"/>
              </a:solidFill>
              <a:round/>
            </a:ln>
          </p:spPr>
          <p:txBody>
            <a:bodyPr/>
            <a:lstStyle/>
            <a:p>
              <a:endParaRPr lang="zh-CN" altLang="en-US"/>
            </a:p>
          </p:txBody>
        </p:sp>
        <p:sp>
          <p:nvSpPr>
            <p:cNvPr id="20577" name="Freeform 82"/>
            <p:cNvSpPr>
              <a:spLocks noEditPoints="1"/>
            </p:cNvSpPr>
            <p:nvPr/>
          </p:nvSpPr>
          <p:spPr bwMode="auto">
            <a:xfrm>
              <a:off x="3961" y="543"/>
              <a:ext cx="58" cy="15"/>
            </a:xfrm>
            <a:custGeom>
              <a:avLst/>
              <a:gdLst>
                <a:gd name="T0" fmla="*/ 58 w 58"/>
                <a:gd name="T1" fmla="*/ 0 h 15"/>
                <a:gd name="T2" fmla="*/ 0 w 58"/>
                <a:gd name="T3" fmla="*/ 0 h 15"/>
                <a:gd name="T4" fmla="*/ 0 w 58"/>
                <a:gd name="T5" fmla="*/ 15 h 15"/>
                <a:gd name="T6" fmla="*/ 58 w 58"/>
                <a:gd name="T7" fmla="*/ 15 h 15"/>
                <a:gd name="T8" fmla="*/ 58 w 58"/>
                <a:gd name="T9" fmla="*/ 0 h 15"/>
                <a:gd name="T10" fmla="*/ 58 w 58"/>
                <a:gd name="T11" fmla="*/ 15 h 15"/>
                <a:gd name="T12" fmla="*/ 58 w 58"/>
                <a:gd name="T13" fmla="*/ 15 h 15"/>
                <a:gd name="T14" fmla="*/ 58 w 58"/>
                <a:gd name="T15" fmla="*/ 5 h 15"/>
                <a:gd name="T16" fmla="*/ 58 w 58"/>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5"/>
                <a:gd name="T29" fmla="*/ 58 w 58"/>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5">
                  <a:moveTo>
                    <a:pt x="58" y="0"/>
                  </a:moveTo>
                  <a:lnTo>
                    <a:pt x="0" y="0"/>
                  </a:lnTo>
                  <a:lnTo>
                    <a:pt x="0" y="15"/>
                  </a:lnTo>
                  <a:lnTo>
                    <a:pt x="58" y="15"/>
                  </a:lnTo>
                  <a:lnTo>
                    <a:pt x="58" y="0"/>
                  </a:lnTo>
                  <a:close/>
                  <a:moveTo>
                    <a:pt x="58" y="15"/>
                  </a:moveTo>
                  <a:lnTo>
                    <a:pt x="58" y="15"/>
                  </a:lnTo>
                  <a:lnTo>
                    <a:pt x="58" y="5"/>
                  </a:lnTo>
                  <a:lnTo>
                    <a:pt x="58" y="15"/>
                  </a:lnTo>
                  <a:close/>
                </a:path>
              </a:pathLst>
            </a:custGeom>
            <a:solidFill>
              <a:schemeClr val="folHlink"/>
            </a:solidFill>
            <a:ln w="9525">
              <a:solidFill>
                <a:srgbClr val="656565"/>
              </a:solidFill>
              <a:round/>
            </a:ln>
          </p:spPr>
          <p:txBody>
            <a:bodyPr/>
            <a:lstStyle/>
            <a:p>
              <a:endParaRPr lang="zh-CN" altLang="en-US"/>
            </a:p>
          </p:txBody>
        </p:sp>
        <p:sp>
          <p:nvSpPr>
            <p:cNvPr id="20578" name="Freeform 83"/>
            <p:cNvSpPr>
              <a:spLocks noEditPoints="1"/>
            </p:cNvSpPr>
            <p:nvPr/>
          </p:nvSpPr>
          <p:spPr bwMode="auto">
            <a:xfrm>
              <a:off x="3946" y="537"/>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folHlink"/>
            </a:solidFill>
            <a:ln w="9525">
              <a:solidFill>
                <a:srgbClr val="656565"/>
              </a:solidFill>
              <a:round/>
            </a:ln>
          </p:spPr>
          <p:txBody>
            <a:bodyPr/>
            <a:lstStyle/>
            <a:p>
              <a:endParaRPr lang="zh-CN" altLang="en-US"/>
            </a:p>
          </p:txBody>
        </p:sp>
        <p:sp>
          <p:nvSpPr>
            <p:cNvPr id="20579" name="Freeform 84"/>
            <p:cNvSpPr>
              <a:spLocks noEditPoints="1"/>
            </p:cNvSpPr>
            <p:nvPr/>
          </p:nvSpPr>
          <p:spPr bwMode="auto">
            <a:xfrm>
              <a:off x="3946"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80" name="Freeform 85"/>
            <p:cNvSpPr>
              <a:spLocks noEditPoints="1"/>
            </p:cNvSpPr>
            <p:nvPr/>
          </p:nvSpPr>
          <p:spPr bwMode="auto">
            <a:xfrm>
              <a:off x="3946" y="501"/>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81" name="Freeform 86"/>
            <p:cNvSpPr>
              <a:spLocks noEditPoints="1"/>
            </p:cNvSpPr>
            <p:nvPr/>
          </p:nvSpPr>
          <p:spPr bwMode="auto">
            <a:xfrm>
              <a:off x="3961" y="501"/>
              <a:ext cx="58" cy="16"/>
            </a:xfrm>
            <a:custGeom>
              <a:avLst/>
              <a:gdLst>
                <a:gd name="T0" fmla="*/ 0 w 58"/>
                <a:gd name="T1" fmla="*/ 16 h 16"/>
                <a:gd name="T2" fmla="*/ 58 w 58"/>
                <a:gd name="T3" fmla="*/ 16 h 16"/>
                <a:gd name="T4" fmla="*/ 58 w 58"/>
                <a:gd name="T5" fmla="*/ 0 h 16"/>
                <a:gd name="T6" fmla="*/ 0 w 58"/>
                <a:gd name="T7" fmla="*/ 0 h 16"/>
                <a:gd name="T8" fmla="*/ 0 w 58"/>
                <a:gd name="T9" fmla="*/ 16 h 16"/>
                <a:gd name="T10" fmla="*/ 0 w 58"/>
                <a:gd name="T11" fmla="*/ 0 h 16"/>
                <a:gd name="T12" fmla="*/ 0 w 58"/>
                <a:gd name="T13" fmla="*/ 0 h 16"/>
                <a:gd name="T14" fmla="*/ 0 w 58"/>
                <a:gd name="T15" fmla="*/ 10 h 16"/>
                <a:gd name="T16" fmla="*/ 0 w 58"/>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6"/>
                <a:gd name="T29" fmla="*/ 58 w 5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6">
                  <a:moveTo>
                    <a:pt x="0" y="16"/>
                  </a:moveTo>
                  <a:lnTo>
                    <a:pt x="58" y="16"/>
                  </a:lnTo>
                  <a:lnTo>
                    <a:pt x="58" y="0"/>
                  </a:lnTo>
                  <a:lnTo>
                    <a:pt x="0" y="0"/>
                  </a:lnTo>
                  <a:lnTo>
                    <a:pt x="0" y="16"/>
                  </a:lnTo>
                  <a:close/>
                  <a:moveTo>
                    <a:pt x="0" y="0"/>
                  </a:moveTo>
                  <a:lnTo>
                    <a:pt x="0" y="0"/>
                  </a:lnTo>
                  <a:lnTo>
                    <a:pt x="0" y="10"/>
                  </a:lnTo>
                  <a:lnTo>
                    <a:pt x="0" y="0"/>
                  </a:lnTo>
                  <a:close/>
                </a:path>
              </a:pathLst>
            </a:custGeom>
            <a:solidFill>
              <a:schemeClr val="tx2"/>
            </a:solidFill>
            <a:ln w="9525">
              <a:solidFill>
                <a:schemeClr val="tx1"/>
              </a:solidFill>
              <a:round/>
            </a:ln>
          </p:spPr>
          <p:txBody>
            <a:bodyPr/>
            <a:lstStyle/>
            <a:p>
              <a:endParaRPr lang="zh-CN" altLang="en-US"/>
            </a:p>
          </p:txBody>
        </p:sp>
        <p:sp>
          <p:nvSpPr>
            <p:cNvPr id="20582" name="Freeform 87"/>
            <p:cNvSpPr>
              <a:spLocks noEditPoints="1"/>
            </p:cNvSpPr>
            <p:nvPr/>
          </p:nvSpPr>
          <p:spPr bwMode="auto">
            <a:xfrm>
              <a:off x="4019" y="501"/>
              <a:ext cx="15" cy="21"/>
            </a:xfrm>
            <a:custGeom>
              <a:avLst/>
              <a:gdLst>
                <a:gd name="T0" fmla="*/ 0 w 15"/>
                <a:gd name="T1" fmla="*/ 16 h 21"/>
                <a:gd name="T2" fmla="*/ 0 w 15"/>
                <a:gd name="T3" fmla="*/ 16 h 21"/>
                <a:gd name="T4" fmla="*/ 0 w 15"/>
                <a:gd name="T5" fmla="*/ 21 h 21"/>
                <a:gd name="T6" fmla="*/ 15 w 15"/>
                <a:gd name="T7" fmla="*/ 21 h 21"/>
                <a:gd name="T8" fmla="*/ 10 w 15"/>
                <a:gd name="T9" fmla="*/ 5 h 21"/>
                <a:gd name="T10" fmla="*/ 0 w 15"/>
                <a:gd name="T11" fmla="*/ 0 h 21"/>
                <a:gd name="T12" fmla="*/ 0 w 15"/>
                <a:gd name="T13" fmla="*/ 16 h 21"/>
                <a:gd name="T14" fmla="*/ 0 w 15"/>
                <a:gd name="T15" fmla="*/ 0 h 21"/>
                <a:gd name="T16" fmla="*/ 0 w 15"/>
                <a:gd name="T17" fmla="*/ 0 h 21"/>
                <a:gd name="T18" fmla="*/ 0 w 15"/>
                <a:gd name="T19" fmla="*/ 10 h 21"/>
                <a:gd name="T20" fmla="*/ 0 w 15"/>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0" y="16"/>
                  </a:moveTo>
                  <a:lnTo>
                    <a:pt x="0" y="16"/>
                  </a:lnTo>
                  <a:lnTo>
                    <a:pt x="0" y="21"/>
                  </a:lnTo>
                  <a:lnTo>
                    <a:pt x="15" y="21"/>
                  </a:lnTo>
                  <a:lnTo>
                    <a:pt x="10"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583" name="Freeform 88"/>
            <p:cNvSpPr>
              <a:spLocks noEditPoints="1"/>
            </p:cNvSpPr>
            <p:nvPr/>
          </p:nvSpPr>
          <p:spPr bwMode="auto">
            <a:xfrm>
              <a:off x="4019"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20584" name="Freeform 89"/>
            <p:cNvSpPr/>
            <p:nvPr/>
          </p:nvSpPr>
          <p:spPr bwMode="auto">
            <a:xfrm>
              <a:off x="4128" y="537"/>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20585" name="Freeform 90"/>
            <p:cNvSpPr>
              <a:spLocks noEditPoints="1"/>
            </p:cNvSpPr>
            <p:nvPr/>
          </p:nvSpPr>
          <p:spPr bwMode="auto">
            <a:xfrm>
              <a:off x="4076"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20586" name="Freeform 91"/>
            <p:cNvSpPr>
              <a:spLocks noEditPoints="1"/>
            </p:cNvSpPr>
            <p:nvPr/>
          </p:nvSpPr>
          <p:spPr bwMode="auto">
            <a:xfrm>
              <a:off x="4055" y="537"/>
              <a:ext cx="21" cy="21"/>
            </a:xfrm>
            <a:custGeom>
              <a:avLst/>
              <a:gdLst>
                <a:gd name="T0" fmla="*/ 21 w 21"/>
                <a:gd name="T1" fmla="*/ 6 h 21"/>
                <a:gd name="T2" fmla="*/ 21 w 21"/>
                <a:gd name="T3" fmla="*/ 6 h 21"/>
                <a:gd name="T4" fmla="*/ 16 w 21"/>
                <a:gd name="T5" fmla="*/ 0 h 21"/>
                <a:gd name="T6" fmla="*/ 0 w 21"/>
                <a:gd name="T7" fmla="*/ 0 h 21"/>
                <a:gd name="T8" fmla="*/ 5 w 21"/>
                <a:gd name="T9" fmla="*/ 16 h 21"/>
                <a:gd name="T10" fmla="*/ 21 w 21"/>
                <a:gd name="T11" fmla="*/ 21 h 21"/>
                <a:gd name="T12" fmla="*/ 21 w 21"/>
                <a:gd name="T13" fmla="*/ 6 h 21"/>
                <a:gd name="T14" fmla="*/ 21 w 21"/>
                <a:gd name="T15" fmla="*/ 21 h 21"/>
                <a:gd name="T16" fmla="*/ 21 w 21"/>
                <a:gd name="T17" fmla="*/ 21 h 21"/>
                <a:gd name="T18" fmla="*/ 21 w 21"/>
                <a:gd name="T19" fmla="*/ 21 h 21"/>
                <a:gd name="T20" fmla="*/ 21 w 21"/>
                <a:gd name="T21" fmla="*/ 11 h 21"/>
                <a:gd name="T22" fmla="*/ 21 w 21"/>
                <a:gd name="T23" fmla="*/ 2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1"/>
                <a:gd name="T38" fmla="*/ 21 w 21"/>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1">
                  <a:moveTo>
                    <a:pt x="21" y="6"/>
                  </a:moveTo>
                  <a:lnTo>
                    <a:pt x="21" y="6"/>
                  </a:lnTo>
                  <a:lnTo>
                    <a:pt x="16" y="0"/>
                  </a:lnTo>
                  <a:lnTo>
                    <a:pt x="0" y="0"/>
                  </a:lnTo>
                  <a:lnTo>
                    <a:pt x="5"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20587" name="Freeform 92"/>
            <p:cNvSpPr>
              <a:spLocks noEditPoints="1"/>
            </p:cNvSpPr>
            <p:nvPr/>
          </p:nvSpPr>
          <p:spPr bwMode="auto">
            <a:xfrm>
              <a:off x="4055"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88" name="Freeform 93"/>
            <p:cNvSpPr>
              <a:spLocks noEditPoints="1"/>
            </p:cNvSpPr>
            <p:nvPr/>
          </p:nvSpPr>
          <p:spPr bwMode="auto">
            <a:xfrm>
              <a:off x="4055" y="501"/>
              <a:ext cx="21" cy="21"/>
            </a:xfrm>
            <a:custGeom>
              <a:avLst/>
              <a:gdLst>
                <a:gd name="T0" fmla="*/ 16 w 21"/>
                <a:gd name="T1" fmla="*/ 21 h 21"/>
                <a:gd name="T2" fmla="*/ 21 w 21"/>
                <a:gd name="T3" fmla="*/ 16 h 21"/>
                <a:gd name="T4" fmla="*/ 21 w 21"/>
                <a:gd name="T5" fmla="*/ 16 h 21"/>
                <a:gd name="T6" fmla="*/ 21 w 21"/>
                <a:gd name="T7" fmla="*/ 0 h 21"/>
                <a:gd name="T8" fmla="*/ 5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5"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89" name="Freeform 94"/>
            <p:cNvSpPr>
              <a:spLocks noEditPoints="1"/>
            </p:cNvSpPr>
            <p:nvPr/>
          </p:nvSpPr>
          <p:spPr bwMode="auto">
            <a:xfrm>
              <a:off x="4076"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16 h 16"/>
                <a:gd name="T12" fmla="*/ 0 w 52"/>
                <a:gd name="T13" fmla="*/ 16 h 16"/>
                <a:gd name="T14" fmla="*/ 0 w 52"/>
                <a:gd name="T15" fmla="*/ 16 h 16"/>
                <a:gd name="T16" fmla="*/ 0 w 52"/>
                <a:gd name="T17" fmla="*/ 10 h 16"/>
                <a:gd name="T18" fmla="*/ 0 w 52"/>
                <a:gd name="T19" fmla="*/ 1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
                <a:gd name="T32" fmla="*/ 52 w 5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
                  <a:moveTo>
                    <a:pt x="0" y="16"/>
                  </a:moveTo>
                  <a:lnTo>
                    <a:pt x="52" y="16"/>
                  </a:lnTo>
                  <a:lnTo>
                    <a:pt x="52" y="0"/>
                  </a:lnTo>
                  <a:lnTo>
                    <a:pt x="0" y="0"/>
                  </a:lnTo>
                  <a:lnTo>
                    <a:pt x="0" y="16"/>
                  </a:lnTo>
                  <a:close/>
                  <a:moveTo>
                    <a:pt x="0" y="16"/>
                  </a:moveTo>
                  <a:lnTo>
                    <a:pt x="0" y="16"/>
                  </a:lnTo>
                  <a:lnTo>
                    <a:pt x="0" y="10"/>
                  </a:lnTo>
                  <a:lnTo>
                    <a:pt x="0" y="16"/>
                  </a:lnTo>
                  <a:close/>
                </a:path>
              </a:pathLst>
            </a:custGeom>
            <a:solidFill>
              <a:schemeClr val="folHlink"/>
            </a:solidFill>
            <a:ln w="9525">
              <a:solidFill>
                <a:srgbClr val="656565"/>
              </a:solidFill>
              <a:round/>
            </a:ln>
          </p:spPr>
          <p:txBody>
            <a:bodyPr/>
            <a:lstStyle/>
            <a:p>
              <a:endParaRPr lang="zh-CN" altLang="en-US"/>
            </a:p>
          </p:txBody>
        </p:sp>
        <p:sp>
          <p:nvSpPr>
            <p:cNvPr id="20590" name="Freeform 95"/>
            <p:cNvSpPr>
              <a:spLocks noEditPoints="1"/>
            </p:cNvSpPr>
            <p:nvPr/>
          </p:nvSpPr>
          <p:spPr bwMode="auto">
            <a:xfrm>
              <a:off x="4128" y="50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591" name="Freeform 96"/>
            <p:cNvSpPr>
              <a:spLocks noEditPoints="1"/>
            </p:cNvSpPr>
            <p:nvPr/>
          </p:nvSpPr>
          <p:spPr bwMode="auto">
            <a:xfrm>
              <a:off x="4133"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6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6" y="0"/>
                  </a:lnTo>
                  <a:lnTo>
                    <a:pt x="16" y="0"/>
                  </a:lnTo>
                  <a:close/>
                </a:path>
              </a:pathLst>
            </a:custGeom>
            <a:solidFill>
              <a:schemeClr val="folHlink"/>
            </a:solidFill>
            <a:ln w="9525">
              <a:solidFill>
                <a:srgbClr val="656565"/>
              </a:solidFill>
              <a:round/>
            </a:ln>
          </p:spPr>
          <p:txBody>
            <a:bodyPr/>
            <a:lstStyle/>
            <a:p>
              <a:endParaRPr lang="zh-CN" altLang="en-US"/>
            </a:p>
          </p:txBody>
        </p:sp>
        <p:sp>
          <p:nvSpPr>
            <p:cNvPr id="20592" name="Rectangle 97"/>
            <p:cNvSpPr>
              <a:spLocks noChangeArrowheads="1"/>
            </p:cNvSpPr>
            <p:nvPr/>
          </p:nvSpPr>
          <p:spPr bwMode="auto">
            <a:xfrm>
              <a:off x="4008"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593" name="Freeform 98"/>
            <p:cNvSpPr/>
            <p:nvPr/>
          </p:nvSpPr>
          <p:spPr bwMode="auto">
            <a:xfrm>
              <a:off x="4238" y="537"/>
              <a:ext cx="20" cy="21"/>
            </a:xfrm>
            <a:custGeom>
              <a:avLst/>
              <a:gdLst>
                <a:gd name="T0" fmla="*/ 5 w 20"/>
                <a:gd name="T1" fmla="*/ 0 h 21"/>
                <a:gd name="T2" fmla="*/ 5 w 20"/>
                <a:gd name="T3" fmla="*/ 6 h 21"/>
                <a:gd name="T4" fmla="*/ 0 w 20"/>
                <a:gd name="T5" fmla="*/ 6 h 21"/>
                <a:gd name="T6" fmla="*/ 0 w 20"/>
                <a:gd name="T7" fmla="*/ 21 h 21"/>
                <a:gd name="T8" fmla="*/ 15 w 20"/>
                <a:gd name="T9" fmla="*/ 16 h 21"/>
                <a:gd name="T10" fmla="*/ 20 w 20"/>
                <a:gd name="T11" fmla="*/ 0 h 21"/>
                <a:gd name="T12" fmla="*/ 5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5" y="0"/>
                  </a:moveTo>
                  <a:lnTo>
                    <a:pt x="5" y="6"/>
                  </a:lnTo>
                  <a:lnTo>
                    <a:pt x="0" y="6"/>
                  </a:lnTo>
                  <a:lnTo>
                    <a:pt x="0" y="21"/>
                  </a:lnTo>
                  <a:lnTo>
                    <a:pt x="15" y="16"/>
                  </a:lnTo>
                  <a:lnTo>
                    <a:pt x="20" y="0"/>
                  </a:lnTo>
                  <a:lnTo>
                    <a:pt x="5" y="0"/>
                  </a:lnTo>
                  <a:close/>
                </a:path>
              </a:pathLst>
            </a:custGeom>
            <a:solidFill>
              <a:schemeClr val="folHlink"/>
            </a:solidFill>
            <a:ln w="9525">
              <a:solidFill>
                <a:srgbClr val="656565"/>
              </a:solidFill>
              <a:round/>
            </a:ln>
          </p:spPr>
          <p:txBody>
            <a:bodyPr/>
            <a:lstStyle/>
            <a:p>
              <a:endParaRPr lang="zh-CN" altLang="en-US"/>
            </a:p>
          </p:txBody>
        </p:sp>
        <p:sp>
          <p:nvSpPr>
            <p:cNvPr id="20594" name="Freeform 99"/>
            <p:cNvSpPr>
              <a:spLocks noEditPoints="1"/>
            </p:cNvSpPr>
            <p:nvPr/>
          </p:nvSpPr>
          <p:spPr bwMode="auto">
            <a:xfrm>
              <a:off x="4185" y="543"/>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folHlink"/>
            </a:solidFill>
            <a:ln w="9525">
              <a:solidFill>
                <a:srgbClr val="656565"/>
              </a:solidFill>
              <a:round/>
            </a:ln>
          </p:spPr>
          <p:txBody>
            <a:bodyPr/>
            <a:lstStyle/>
            <a:p>
              <a:endParaRPr lang="zh-CN" altLang="en-US"/>
            </a:p>
          </p:txBody>
        </p:sp>
        <p:sp>
          <p:nvSpPr>
            <p:cNvPr id="20595" name="Freeform 100"/>
            <p:cNvSpPr>
              <a:spLocks noEditPoints="1"/>
            </p:cNvSpPr>
            <p:nvPr/>
          </p:nvSpPr>
          <p:spPr bwMode="auto">
            <a:xfrm>
              <a:off x="4170" y="537"/>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folHlink"/>
            </a:solidFill>
            <a:ln w="9525">
              <a:solidFill>
                <a:srgbClr val="656565"/>
              </a:solidFill>
              <a:round/>
            </a:ln>
          </p:spPr>
          <p:txBody>
            <a:bodyPr/>
            <a:lstStyle/>
            <a:p>
              <a:endParaRPr lang="zh-CN" altLang="en-US"/>
            </a:p>
          </p:txBody>
        </p:sp>
        <p:sp>
          <p:nvSpPr>
            <p:cNvPr id="20596" name="Freeform 101"/>
            <p:cNvSpPr>
              <a:spLocks noEditPoints="1"/>
            </p:cNvSpPr>
            <p:nvPr/>
          </p:nvSpPr>
          <p:spPr bwMode="auto">
            <a:xfrm>
              <a:off x="4170"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20597" name="Freeform 102"/>
            <p:cNvSpPr>
              <a:spLocks noEditPoints="1"/>
            </p:cNvSpPr>
            <p:nvPr/>
          </p:nvSpPr>
          <p:spPr bwMode="auto">
            <a:xfrm>
              <a:off x="4170" y="501"/>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20598" name="Freeform 103"/>
            <p:cNvSpPr>
              <a:spLocks noEditPoints="1"/>
            </p:cNvSpPr>
            <p:nvPr/>
          </p:nvSpPr>
          <p:spPr bwMode="auto">
            <a:xfrm>
              <a:off x="4185" y="501"/>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599" name="Freeform 104"/>
            <p:cNvSpPr>
              <a:spLocks noEditPoints="1"/>
            </p:cNvSpPr>
            <p:nvPr/>
          </p:nvSpPr>
          <p:spPr bwMode="auto">
            <a:xfrm>
              <a:off x="4238" y="501"/>
              <a:ext cx="20" cy="21"/>
            </a:xfrm>
            <a:custGeom>
              <a:avLst/>
              <a:gdLst>
                <a:gd name="T0" fmla="*/ 0 w 20"/>
                <a:gd name="T1" fmla="*/ 16 h 21"/>
                <a:gd name="T2" fmla="*/ 5 w 20"/>
                <a:gd name="T3" fmla="*/ 16 h 21"/>
                <a:gd name="T4" fmla="*/ 5 w 20"/>
                <a:gd name="T5" fmla="*/ 21 h 21"/>
                <a:gd name="T6" fmla="*/ 20 w 20"/>
                <a:gd name="T7" fmla="*/ 21 h 21"/>
                <a:gd name="T8" fmla="*/ 15 w 20"/>
                <a:gd name="T9" fmla="*/ 5 h 21"/>
                <a:gd name="T10" fmla="*/ 0 w 20"/>
                <a:gd name="T11" fmla="*/ 0 h 21"/>
                <a:gd name="T12" fmla="*/ 0 w 20"/>
                <a:gd name="T13" fmla="*/ 16 h 21"/>
                <a:gd name="T14" fmla="*/ 0 w 20"/>
                <a:gd name="T15" fmla="*/ 0 h 21"/>
                <a:gd name="T16" fmla="*/ 0 w 20"/>
                <a:gd name="T17" fmla="*/ 0 h 21"/>
                <a:gd name="T18" fmla="*/ 0 w 20"/>
                <a:gd name="T19" fmla="*/ 10 h 21"/>
                <a:gd name="T20" fmla="*/ 0 w 20"/>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0" y="16"/>
                  </a:moveTo>
                  <a:lnTo>
                    <a:pt x="5" y="16"/>
                  </a:lnTo>
                  <a:lnTo>
                    <a:pt x="5" y="21"/>
                  </a:lnTo>
                  <a:lnTo>
                    <a:pt x="20" y="21"/>
                  </a:lnTo>
                  <a:lnTo>
                    <a:pt x="15" y="5"/>
                  </a:lnTo>
                  <a:lnTo>
                    <a:pt x="0" y="0"/>
                  </a:lnTo>
                  <a:lnTo>
                    <a:pt x="0" y="16"/>
                  </a:lnTo>
                  <a:close/>
                  <a:moveTo>
                    <a:pt x="0" y="0"/>
                  </a:moveTo>
                  <a:lnTo>
                    <a:pt x="0" y="0"/>
                  </a:lnTo>
                  <a:lnTo>
                    <a:pt x="0" y="10"/>
                  </a:lnTo>
                  <a:lnTo>
                    <a:pt x="0" y="0"/>
                  </a:lnTo>
                  <a:close/>
                </a:path>
              </a:pathLst>
            </a:custGeom>
            <a:solidFill>
              <a:schemeClr val="folHlink"/>
            </a:solidFill>
            <a:ln w="9525">
              <a:solidFill>
                <a:schemeClr val="tx1"/>
              </a:solidFill>
              <a:round/>
            </a:ln>
          </p:spPr>
          <p:txBody>
            <a:bodyPr/>
            <a:lstStyle/>
            <a:p>
              <a:endParaRPr lang="zh-CN" altLang="en-US"/>
            </a:p>
          </p:txBody>
        </p:sp>
        <p:sp>
          <p:nvSpPr>
            <p:cNvPr id="20600" name="Freeform 105"/>
            <p:cNvSpPr>
              <a:spLocks noEditPoints="1"/>
            </p:cNvSpPr>
            <p:nvPr/>
          </p:nvSpPr>
          <p:spPr bwMode="auto">
            <a:xfrm>
              <a:off x="4243"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20601" name="Rectangle 106"/>
            <p:cNvSpPr>
              <a:spLocks noChangeArrowheads="1"/>
            </p:cNvSpPr>
            <p:nvPr/>
          </p:nvSpPr>
          <p:spPr bwMode="auto">
            <a:xfrm>
              <a:off x="4118"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602" name="Freeform 107"/>
            <p:cNvSpPr/>
            <p:nvPr/>
          </p:nvSpPr>
          <p:spPr bwMode="auto">
            <a:xfrm>
              <a:off x="4352" y="537"/>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folHlink"/>
            </a:solidFill>
            <a:ln w="9525">
              <a:solidFill>
                <a:srgbClr val="656565"/>
              </a:solidFill>
              <a:round/>
            </a:ln>
          </p:spPr>
          <p:txBody>
            <a:bodyPr/>
            <a:lstStyle/>
            <a:p>
              <a:endParaRPr lang="zh-CN" altLang="en-US"/>
            </a:p>
          </p:txBody>
        </p:sp>
        <p:sp>
          <p:nvSpPr>
            <p:cNvPr id="20603" name="Freeform 108"/>
            <p:cNvSpPr>
              <a:spLocks noEditPoints="1"/>
            </p:cNvSpPr>
            <p:nvPr/>
          </p:nvSpPr>
          <p:spPr bwMode="auto">
            <a:xfrm>
              <a:off x="4300"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20604" name="Freeform 109"/>
            <p:cNvSpPr>
              <a:spLocks noEditPoints="1"/>
            </p:cNvSpPr>
            <p:nvPr/>
          </p:nvSpPr>
          <p:spPr bwMode="auto">
            <a:xfrm>
              <a:off x="4279" y="537"/>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20605" name="Freeform 110"/>
            <p:cNvSpPr>
              <a:spLocks noEditPoints="1"/>
            </p:cNvSpPr>
            <p:nvPr/>
          </p:nvSpPr>
          <p:spPr bwMode="auto">
            <a:xfrm>
              <a:off x="4279"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606" name="Freeform 111"/>
            <p:cNvSpPr>
              <a:spLocks noEditPoints="1"/>
            </p:cNvSpPr>
            <p:nvPr/>
          </p:nvSpPr>
          <p:spPr bwMode="auto">
            <a:xfrm>
              <a:off x="4279" y="50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607" name="Freeform 112"/>
            <p:cNvSpPr>
              <a:spLocks noEditPoints="1"/>
            </p:cNvSpPr>
            <p:nvPr/>
          </p:nvSpPr>
          <p:spPr bwMode="auto">
            <a:xfrm>
              <a:off x="4300"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08" name="Freeform 113"/>
            <p:cNvSpPr>
              <a:spLocks noEditPoints="1"/>
            </p:cNvSpPr>
            <p:nvPr/>
          </p:nvSpPr>
          <p:spPr bwMode="auto">
            <a:xfrm>
              <a:off x="4352" y="501"/>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09" name="Freeform 114"/>
            <p:cNvSpPr>
              <a:spLocks noEditPoints="1"/>
            </p:cNvSpPr>
            <p:nvPr/>
          </p:nvSpPr>
          <p:spPr bwMode="auto">
            <a:xfrm>
              <a:off x="4358"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folHlink"/>
            </a:solidFill>
            <a:ln w="9525">
              <a:solidFill>
                <a:srgbClr val="656565"/>
              </a:solidFill>
              <a:round/>
            </a:ln>
          </p:spPr>
          <p:txBody>
            <a:bodyPr/>
            <a:lstStyle/>
            <a:p>
              <a:endParaRPr lang="zh-CN" altLang="en-US"/>
            </a:p>
          </p:txBody>
        </p:sp>
        <p:sp>
          <p:nvSpPr>
            <p:cNvPr id="20610" name="Rectangle 115"/>
            <p:cNvSpPr>
              <a:spLocks noChangeArrowheads="1"/>
            </p:cNvSpPr>
            <p:nvPr/>
          </p:nvSpPr>
          <p:spPr bwMode="auto">
            <a:xfrm>
              <a:off x="4232" y="522"/>
              <a:ext cx="79" cy="15"/>
            </a:xfrm>
            <a:prstGeom prst="rect">
              <a:avLst/>
            </a:prstGeom>
            <a:solidFill>
              <a:schemeClr val="tx2"/>
            </a:solidFill>
            <a:ln w="9525">
              <a:solidFill>
                <a:schemeClr val="tx1"/>
              </a:solidFill>
              <a:miter lim="800000"/>
            </a:ln>
          </p:spPr>
          <p:txBody>
            <a:bodyPr/>
            <a:lstStyle/>
            <a:p>
              <a:endParaRPr lang="zh-CN" altLang="en-US"/>
            </a:p>
          </p:txBody>
        </p:sp>
        <p:sp>
          <p:nvSpPr>
            <p:cNvPr id="20611" name="Freeform 116"/>
            <p:cNvSpPr/>
            <p:nvPr/>
          </p:nvSpPr>
          <p:spPr bwMode="auto">
            <a:xfrm>
              <a:off x="4462" y="537"/>
              <a:ext cx="21" cy="21"/>
            </a:xfrm>
            <a:custGeom>
              <a:avLst/>
              <a:gdLst>
                <a:gd name="T0" fmla="*/ 5 w 21"/>
                <a:gd name="T1" fmla="*/ 0 h 21"/>
                <a:gd name="T2" fmla="*/ 5 w 21"/>
                <a:gd name="T3" fmla="*/ 6 h 21"/>
                <a:gd name="T4" fmla="*/ 0 w 21"/>
                <a:gd name="T5" fmla="*/ 6 h 21"/>
                <a:gd name="T6" fmla="*/ 0 w 21"/>
                <a:gd name="T7" fmla="*/ 21 h 21"/>
                <a:gd name="T8" fmla="*/ 15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5"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20612" name="Freeform 117"/>
            <p:cNvSpPr>
              <a:spLocks noEditPoints="1"/>
            </p:cNvSpPr>
            <p:nvPr/>
          </p:nvSpPr>
          <p:spPr bwMode="auto">
            <a:xfrm>
              <a:off x="4410"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20613" name="Freeform 118"/>
            <p:cNvSpPr>
              <a:spLocks noEditPoints="1"/>
            </p:cNvSpPr>
            <p:nvPr/>
          </p:nvSpPr>
          <p:spPr bwMode="auto">
            <a:xfrm>
              <a:off x="4394" y="537"/>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folHlink"/>
            </a:solidFill>
            <a:ln w="9525">
              <a:solidFill>
                <a:srgbClr val="656565"/>
              </a:solidFill>
              <a:round/>
            </a:ln>
          </p:spPr>
          <p:txBody>
            <a:bodyPr/>
            <a:lstStyle/>
            <a:p>
              <a:endParaRPr lang="zh-CN" altLang="en-US"/>
            </a:p>
          </p:txBody>
        </p:sp>
        <p:sp>
          <p:nvSpPr>
            <p:cNvPr id="20614" name="Freeform 119"/>
            <p:cNvSpPr>
              <a:spLocks noEditPoints="1"/>
            </p:cNvSpPr>
            <p:nvPr/>
          </p:nvSpPr>
          <p:spPr bwMode="auto">
            <a:xfrm>
              <a:off x="4394"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20615" name="Freeform 120"/>
            <p:cNvSpPr>
              <a:spLocks noEditPoints="1"/>
            </p:cNvSpPr>
            <p:nvPr/>
          </p:nvSpPr>
          <p:spPr bwMode="auto">
            <a:xfrm>
              <a:off x="4394" y="501"/>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20616" name="Freeform 121"/>
            <p:cNvSpPr>
              <a:spLocks noEditPoints="1"/>
            </p:cNvSpPr>
            <p:nvPr/>
          </p:nvSpPr>
          <p:spPr bwMode="auto">
            <a:xfrm>
              <a:off x="4410"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17" name="Freeform 122"/>
            <p:cNvSpPr>
              <a:spLocks noEditPoints="1"/>
            </p:cNvSpPr>
            <p:nvPr/>
          </p:nvSpPr>
          <p:spPr bwMode="auto">
            <a:xfrm>
              <a:off x="4462" y="501"/>
              <a:ext cx="21" cy="21"/>
            </a:xfrm>
            <a:custGeom>
              <a:avLst/>
              <a:gdLst>
                <a:gd name="T0" fmla="*/ 0 w 21"/>
                <a:gd name="T1" fmla="*/ 16 h 21"/>
                <a:gd name="T2" fmla="*/ 5 w 21"/>
                <a:gd name="T3" fmla="*/ 16 h 21"/>
                <a:gd name="T4" fmla="*/ 5 w 21"/>
                <a:gd name="T5" fmla="*/ 21 h 21"/>
                <a:gd name="T6" fmla="*/ 21 w 21"/>
                <a:gd name="T7" fmla="*/ 21 h 21"/>
                <a:gd name="T8" fmla="*/ 15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5"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18" name="Freeform 123"/>
            <p:cNvSpPr>
              <a:spLocks noEditPoints="1"/>
            </p:cNvSpPr>
            <p:nvPr/>
          </p:nvSpPr>
          <p:spPr bwMode="auto">
            <a:xfrm>
              <a:off x="4467"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0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0" y="0"/>
                  </a:lnTo>
                  <a:lnTo>
                    <a:pt x="16" y="0"/>
                  </a:lnTo>
                  <a:close/>
                </a:path>
              </a:pathLst>
            </a:custGeom>
            <a:solidFill>
              <a:schemeClr val="folHlink"/>
            </a:solidFill>
            <a:ln w="9525">
              <a:solidFill>
                <a:srgbClr val="656565"/>
              </a:solidFill>
              <a:round/>
            </a:ln>
          </p:spPr>
          <p:txBody>
            <a:bodyPr/>
            <a:lstStyle/>
            <a:p>
              <a:endParaRPr lang="zh-CN" altLang="en-US"/>
            </a:p>
          </p:txBody>
        </p:sp>
        <p:sp>
          <p:nvSpPr>
            <p:cNvPr id="20619" name="Rectangle 124"/>
            <p:cNvSpPr>
              <a:spLocks noChangeArrowheads="1"/>
            </p:cNvSpPr>
            <p:nvPr/>
          </p:nvSpPr>
          <p:spPr bwMode="auto">
            <a:xfrm>
              <a:off x="4342"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620" name="Freeform 125"/>
            <p:cNvSpPr/>
            <p:nvPr/>
          </p:nvSpPr>
          <p:spPr bwMode="auto">
            <a:xfrm>
              <a:off x="4576" y="537"/>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folHlink"/>
            </a:solidFill>
            <a:ln w="9525">
              <a:solidFill>
                <a:srgbClr val="656565"/>
              </a:solidFill>
              <a:round/>
            </a:ln>
          </p:spPr>
          <p:txBody>
            <a:bodyPr/>
            <a:lstStyle/>
            <a:p>
              <a:endParaRPr lang="zh-CN" altLang="en-US"/>
            </a:p>
          </p:txBody>
        </p:sp>
        <p:sp>
          <p:nvSpPr>
            <p:cNvPr id="20621" name="Freeform 126"/>
            <p:cNvSpPr>
              <a:spLocks noEditPoints="1"/>
            </p:cNvSpPr>
            <p:nvPr/>
          </p:nvSpPr>
          <p:spPr bwMode="auto">
            <a:xfrm>
              <a:off x="4524"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20622" name="Freeform 127"/>
            <p:cNvSpPr>
              <a:spLocks noEditPoints="1"/>
            </p:cNvSpPr>
            <p:nvPr/>
          </p:nvSpPr>
          <p:spPr bwMode="auto">
            <a:xfrm>
              <a:off x="4503" y="537"/>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20623" name="Freeform 128"/>
            <p:cNvSpPr>
              <a:spLocks noEditPoints="1"/>
            </p:cNvSpPr>
            <p:nvPr/>
          </p:nvSpPr>
          <p:spPr bwMode="auto">
            <a:xfrm>
              <a:off x="4503"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20624" name="Freeform 129"/>
            <p:cNvSpPr>
              <a:spLocks noEditPoints="1"/>
            </p:cNvSpPr>
            <p:nvPr/>
          </p:nvSpPr>
          <p:spPr bwMode="auto">
            <a:xfrm>
              <a:off x="4503" y="50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20625" name="Freeform 130"/>
            <p:cNvSpPr>
              <a:spLocks noEditPoints="1"/>
            </p:cNvSpPr>
            <p:nvPr/>
          </p:nvSpPr>
          <p:spPr bwMode="auto">
            <a:xfrm>
              <a:off x="4524"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26" name="Freeform 131"/>
            <p:cNvSpPr>
              <a:spLocks noEditPoints="1"/>
            </p:cNvSpPr>
            <p:nvPr/>
          </p:nvSpPr>
          <p:spPr bwMode="auto">
            <a:xfrm>
              <a:off x="4576" y="501"/>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27" name="Freeform 132"/>
            <p:cNvSpPr>
              <a:spLocks noEditPoints="1"/>
            </p:cNvSpPr>
            <p:nvPr/>
          </p:nvSpPr>
          <p:spPr bwMode="auto">
            <a:xfrm>
              <a:off x="4582"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folHlink"/>
            </a:solidFill>
            <a:ln w="9525">
              <a:solidFill>
                <a:srgbClr val="656565"/>
              </a:solidFill>
              <a:round/>
            </a:ln>
          </p:spPr>
          <p:txBody>
            <a:bodyPr/>
            <a:lstStyle/>
            <a:p>
              <a:endParaRPr lang="zh-CN" altLang="en-US"/>
            </a:p>
          </p:txBody>
        </p:sp>
        <p:sp>
          <p:nvSpPr>
            <p:cNvPr id="20628" name="Rectangle 133"/>
            <p:cNvSpPr>
              <a:spLocks noChangeArrowheads="1"/>
            </p:cNvSpPr>
            <p:nvPr/>
          </p:nvSpPr>
          <p:spPr bwMode="auto">
            <a:xfrm>
              <a:off x="4457"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629" name="Freeform 134"/>
            <p:cNvSpPr/>
            <p:nvPr/>
          </p:nvSpPr>
          <p:spPr bwMode="auto">
            <a:xfrm>
              <a:off x="4686" y="537"/>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20630" name="Freeform 135"/>
            <p:cNvSpPr>
              <a:spLocks noEditPoints="1"/>
            </p:cNvSpPr>
            <p:nvPr/>
          </p:nvSpPr>
          <p:spPr bwMode="auto">
            <a:xfrm>
              <a:off x="4634"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20631" name="Freeform 136"/>
            <p:cNvSpPr>
              <a:spLocks noEditPoints="1"/>
            </p:cNvSpPr>
            <p:nvPr/>
          </p:nvSpPr>
          <p:spPr bwMode="auto">
            <a:xfrm>
              <a:off x="4618" y="537"/>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folHlink"/>
            </a:solidFill>
            <a:ln w="9525">
              <a:solidFill>
                <a:srgbClr val="656565"/>
              </a:solidFill>
              <a:round/>
            </a:ln>
          </p:spPr>
          <p:txBody>
            <a:bodyPr/>
            <a:lstStyle/>
            <a:p>
              <a:endParaRPr lang="zh-CN" altLang="en-US"/>
            </a:p>
          </p:txBody>
        </p:sp>
        <p:sp>
          <p:nvSpPr>
            <p:cNvPr id="20632" name="Freeform 137"/>
            <p:cNvSpPr>
              <a:spLocks noEditPoints="1"/>
            </p:cNvSpPr>
            <p:nvPr/>
          </p:nvSpPr>
          <p:spPr bwMode="auto">
            <a:xfrm>
              <a:off x="4618"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20633" name="Freeform 138"/>
            <p:cNvSpPr>
              <a:spLocks noEditPoints="1"/>
            </p:cNvSpPr>
            <p:nvPr/>
          </p:nvSpPr>
          <p:spPr bwMode="auto">
            <a:xfrm>
              <a:off x="4618" y="501"/>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20634" name="Freeform 139"/>
            <p:cNvSpPr>
              <a:spLocks noEditPoints="1"/>
            </p:cNvSpPr>
            <p:nvPr/>
          </p:nvSpPr>
          <p:spPr bwMode="auto">
            <a:xfrm>
              <a:off x="4634"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35" name="Freeform 140"/>
            <p:cNvSpPr>
              <a:spLocks noEditPoints="1"/>
            </p:cNvSpPr>
            <p:nvPr/>
          </p:nvSpPr>
          <p:spPr bwMode="auto">
            <a:xfrm>
              <a:off x="4686" y="50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36" name="Freeform 141"/>
            <p:cNvSpPr>
              <a:spLocks noEditPoints="1"/>
            </p:cNvSpPr>
            <p:nvPr/>
          </p:nvSpPr>
          <p:spPr bwMode="auto">
            <a:xfrm>
              <a:off x="4691"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1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1" y="0"/>
                  </a:lnTo>
                  <a:lnTo>
                    <a:pt x="16" y="0"/>
                  </a:lnTo>
                  <a:close/>
                </a:path>
              </a:pathLst>
            </a:custGeom>
            <a:solidFill>
              <a:schemeClr val="folHlink"/>
            </a:solidFill>
            <a:ln w="9525">
              <a:solidFill>
                <a:srgbClr val="656565"/>
              </a:solidFill>
              <a:round/>
            </a:ln>
          </p:spPr>
          <p:txBody>
            <a:bodyPr/>
            <a:lstStyle/>
            <a:p>
              <a:endParaRPr lang="zh-CN" altLang="en-US"/>
            </a:p>
          </p:txBody>
        </p:sp>
        <p:sp>
          <p:nvSpPr>
            <p:cNvPr id="20637" name="Rectangle 142"/>
            <p:cNvSpPr>
              <a:spLocks noChangeArrowheads="1"/>
            </p:cNvSpPr>
            <p:nvPr/>
          </p:nvSpPr>
          <p:spPr bwMode="auto">
            <a:xfrm>
              <a:off x="4566"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638" name="Freeform 143"/>
            <p:cNvSpPr/>
            <p:nvPr/>
          </p:nvSpPr>
          <p:spPr bwMode="auto">
            <a:xfrm>
              <a:off x="4801" y="537"/>
              <a:ext cx="20" cy="21"/>
            </a:xfrm>
            <a:custGeom>
              <a:avLst/>
              <a:gdLst>
                <a:gd name="T0" fmla="*/ 0 w 20"/>
                <a:gd name="T1" fmla="*/ 0 h 21"/>
                <a:gd name="T2" fmla="*/ 0 w 20"/>
                <a:gd name="T3" fmla="*/ 6 h 21"/>
                <a:gd name="T4" fmla="*/ 0 w 20"/>
                <a:gd name="T5" fmla="*/ 6 h 21"/>
                <a:gd name="T6" fmla="*/ 0 w 20"/>
                <a:gd name="T7" fmla="*/ 21 h 21"/>
                <a:gd name="T8" fmla="*/ 15 w 20"/>
                <a:gd name="T9" fmla="*/ 16 h 21"/>
                <a:gd name="T10" fmla="*/ 20 w 20"/>
                <a:gd name="T11" fmla="*/ 0 h 21"/>
                <a:gd name="T12" fmla="*/ 0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0" y="0"/>
                  </a:moveTo>
                  <a:lnTo>
                    <a:pt x="0" y="6"/>
                  </a:lnTo>
                  <a:lnTo>
                    <a:pt x="0" y="21"/>
                  </a:lnTo>
                  <a:lnTo>
                    <a:pt x="15" y="16"/>
                  </a:lnTo>
                  <a:lnTo>
                    <a:pt x="20" y="0"/>
                  </a:lnTo>
                  <a:lnTo>
                    <a:pt x="0" y="0"/>
                  </a:lnTo>
                  <a:close/>
                </a:path>
              </a:pathLst>
            </a:custGeom>
            <a:solidFill>
              <a:schemeClr val="folHlink"/>
            </a:solidFill>
            <a:ln w="9525">
              <a:solidFill>
                <a:srgbClr val="656565"/>
              </a:solidFill>
              <a:round/>
            </a:ln>
          </p:spPr>
          <p:txBody>
            <a:bodyPr/>
            <a:lstStyle/>
            <a:p>
              <a:endParaRPr lang="zh-CN" altLang="en-US"/>
            </a:p>
          </p:txBody>
        </p:sp>
        <p:sp>
          <p:nvSpPr>
            <p:cNvPr id="20639" name="Freeform 144"/>
            <p:cNvSpPr>
              <a:spLocks noEditPoints="1"/>
            </p:cNvSpPr>
            <p:nvPr/>
          </p:nvSpPr>
          <p:spPr bwMode="auto">
            <a:xfrm>
              <a:off x="4748" y="543"/>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folHlink"/>
            </a:solidFill>
            <a:ln w="9525">
              <a:solidFill>
                <a:srgbClr val="656565"/>
              </a:solidFill>
              <a:round/>
            </a:ln>
          </p:spPr>
          <p:txBody>
            <a:bodyPr/>
            <a:lstStyle/>
            <a:p>
              <a:endParaRPr lang="zh-CN" altLang="en-US"/>
            </a:p>
          </p:txBody>
        </p:sp>
        <p:sp>
          <p:nvSpPr>
            <p:cNvPr id="20640" name="Freeform 145"/>
            <p:cNvSpPr>
              <a:spLocks noEditPoints="1"/>
            </p:cNvSpPr>
            <p:nvPr/>
          </p:nvSpPr>
          <p:spPr bwMode="auto">
            <a:xfrm>
              <a:off x="4728" y="537"/>
              <a:ext cx="20" cy="21"/>
            </a:xfrm>
            <a:custGeom>
              <a:avLst/>
              <a:gdLst>
                <a:gd name="T0" fmla="*/ 20 w 20"/>
                <a:gd name="T1" fmla="*/ 6 h 21"/>
                <a:gd name="T2" fmla="*/ 20 w 20"/>
                <a:gd name="T3" fmla="*/ 6 h 21"/>
                <a:gd name="T4" fmla="*/ 15 w 20"/>
                <a:gd name="T5" fmla="*/ 0 h 21"/>
                <a:gd name="T6" fmla="*/ 0 w 20"/>
                <a:gd name="T7" fmla="*/ 0 h 21"/>
                <a:gd name="T8" fmla="*/ 5 w 20"/>
                <a:gd name="T9" fmla="*/ 16 h 21"/>
                <a:gd name="T10" fmla="*/ 20 w 20"/>
                <a:gd name="T11" fmla="*/ 21 h 21"/>
                <a:gd name="T12" fmla="*/ 20 w 20"/>
                <a:gd name="T13" fmla="*/ 6 h 21"/>
                <a:gd name="T14" fmla="*/ 20 w 20"/>
                <a:gd name="T15" fmla="*/ 21 h 21"/>
                <a:gd name="T16" fmla="*/ 20 w 20"/>
                <a:gd name="T17" fmla="*/ 21 h 21"/>
                <a:gd name="T18" fmla="*/ 20 w 20"/>
                <a:gd name="T19" fmla="*/ 11 h 21"/>
                <a:gd name="T20" fmla="*/ 2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20" y="6"/>
                  </a:moveTo>
                  <a:lnTo>
                    <a:pt x="20" y="6"/>
                  </a:lnTo>
                  <a:lnTo>
                    <a:pt x="15" y="0"/>
                  </a:lnTo>
                  <a:lnTo>
                    <a:pt x="0" y="0"/>
                  </a:lnTo>
                  <a:lnTo>
                    <a:pt x="5" y="16"/>
                  </a:lnTo>
                  <a:lnTo>
                    <a:pt x="20" y="21"/>
                  </a:lnTo>
                  <a:lnTo>
                    <a:pt x="20" y="6"/>
                  </a:lnTo>
                  <a:close/>
                  <a:moveTo>
                    <a:pt x="20" y="21"/>
                  </a:moveTo>
                  <a:lnTo>
                    <a:pt x="20" y="21"/>
                  </a:lnTo>
                  <a:lnTo>
                    <a:pt x="20" y="11"/>
                  </a:lnTo>
                  <a:lnTo>
                    <a:pt x="20" y="21"/>
                  </a:lnTo>
                  <a:close/>
                </a:path>
              </a:pathLst>
            </a:custGeom>
            <a:solidFill>
              <a:schemeClr val="folHlink"/>
            </a:solidFill>
            <a:ln w="9525">
              <a:solidFill>
                <a:srgbClr val="656565"/>
              </a:solidFill>
              <a:round/>
            </a:ln>
          </p:spPr>
          <p:txBody>
            <a:bodyPr/>
            <a:lstStyle/>
            <a:p>
              <a:endParaRPr lang="zh-CN" altLang="en-US"/>
            </a:p>
          </p:txBody>
        </p:sp>
        <p:sp>
          <p:nvSpPr>
            <p:cNvPr id="20641" name="Freeform 146"/>
            <p:cNvSpPr>
              <a:spLocks noEditPoints="1"/>
            </p:cNvSpPr>
            <p:nvPr/>
          </p:nvSpPr>
          <p:spPr bwMode="auto">
            <a:xfrm>
              <a:off x="4728"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10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10" y="15"/>
                  </a:lnTo>
                  <a:lnTo>
                    <a:pt x="0" y="15"/>
                  </a:lnTo>
                  <a:close/>
                </a:path>
              </a:pathLst>
            </a:custGeom>
            <a:solidFill>
              <a:schemeClr val="folHlink"/>
            </a:solidFill>
            <a:ln w="9525">
              <a:solidFill>
                <a:srgbClr val="656565"/>
              </a:solidFill>
              <a:round/>
            </a:ln>
          </p:spPr>
          <p:txBody>
            <a:bodyPr/>
            <a:lstStyle/>
            <a:p>
              <a:endParaRPr lang="zh-CN" altLang="en-US"/>
            </a:p>
          </p:txBody>
        </p:sp>
        <p:sp>
          <p:nvSpPr>
            <p:cNvPr id="20642" name="Freeform 147"/>
            <p:cNvSpPr>
              <a:spLocks noEditPoints="1"/>
            </p:cNvSpPr>
            <p:nvPr/>
          </p:nvSpPr>
          <p:spPr bwMode="auto">
            <a:xfrm>
              <a:off x="4728" y="501"/>
              <a:ext cx="20" cy="21"/>
            </a:xfrm>
            <a:custGeom>
              <a:avLst/>
              <a:gdLst>
                <a:gd name="T0" fmla="*/ 15 w 20"/>
                <a:gd name="T1" fmla="*/ 21 h 21"/>
                <a:gd name="T2" fmla="*/ 20 w 20"/>
                <a:gd name="T3" fmla="*/ 16 h 21"/>
                <a:gd name="T4" fmla="*/ 20 w 20"/>
                <a:gd name="T5" fmla="*/ 16 h 21"/>
                <a:gd name="T6" fmla="*/ 20 w 20"/>
                <a:gd name="T7" fmla="*/ 0 h 21"/>
                <a:gd name="T8" fmla="*/ 5 w 20"/>
                <a:gd name="T9" fmla="*/ 5 h 21"/>
                <a:gd name="T10" fmla="*/ 0 w 20"/>
                <a:gd name="T11" fmla="*/ 21 h 21"/>
                <a:gd name="T12" fmla="*/ 15 w 20"/>
                <a:gd name="T13" fmla="*/ 21 h 21"/>
                <a:gd name="T14" fmla="*/ 0 w 20"/>
                <a:gd name="T15" fmla="*/ 21 h 21"/>
                <a:gd name="T16" fmla="*/ 0 w 20"/>
                <a:gd name="T17" fmla="*/ 21 h 21"/>
                <a:gd name="T18" fmla="*/ 10 w 20"/>
                <a:gd name="T19" fmla="*/ 21 h 21"/>
                <a:gd name="T20" fmla="*/ 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15" y="21"/>
                  </a:moveTo>
                  <a:lnTo>
                    <a:pt x="20" y="16"/>
                  </a:lnTo>
                  <a:lnTo>
                    <a:pt x="20" y="0"/>
                  </a:lnTo>
                  <a:lnTo>
                    <a:pt x="5" y="5"/>
                  </a:lnTo>
                  <a:lnTo>
                    <a:pt x="0" y="21"/>
                  </a:lnTo>
                  <a:lnTo>
                    <a:pt x="15" y="21"/>
                  </a:lnTo>
                  <a:close/>
                  <a:moveTo>
                    <a:pt x="0" y="21"/>
                  </a:moveTo>
                  <a:lnTo>
                    <a:pt x="0" y="21"/>
                  </a:lnTo>
                  <a:lnTo>
                    <a:pt x="10" y="21"/>
                  </a:lnTo>
                  <a:lnTo>
                    <a:pt x="0" y="21"/>
                  </a:lnTo>
                  <a:close/>
                </a:path>
              </a:pathLst>
            </a:custGeom>
            <a:solidFill>
              <a:schemeClr val="folHlink"/>
            </a:solidFill>
            <a:ln w="9525">
              <a:solidFill>
                <a:srgbClr val="656565"/>
              </a:solidFill>
              <a:round/>
            </a:ln>
          </p:spPr>
          <p:txBody>
            <a:bodyPr/>
            <a:lstStyle/>
            <a:p>
              <a:endParaRPr lang="zh-CN" altLang="en-US"/>
            </a:p>
          </p:txBody>
        </p:sp>
        <p:sp>
          <p:nvSpPr>
            <p:cNvPr id="20643" name="Freeform 148"/>
            <p:cNvSpPr>
              <a:spLocks noEditPoints="1"/>
            </p:cNvSpPr>
            <p:nvPr/>
          </p:nvSpPr>
          <p:spPr bwMode="auto">
            <a:xfrm>
              <a:off x="4748" y="501"/>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44" name="Freeform 149"/>
            <p:cNvSpPr>
              <a:spLocks noEditPoints="1"/>
            </p:cNvSpPr>
            <p:nvPr/>
          </p:nvSpPr>
          <p:spPr bwMode="auto">
            <a:xfrm>
              <a:off x="4801" y="501"/>
              <a:ext cx="15" cy="21"/>
            </a:xfrm>
            <a:custGeom>
              <a:avLst/>
              <a:gdLst>
                <a:gd name="T0" fmla="*/ 0 w 15"/>
                <a:gd name="T1" fmla="*/ 16 h 21"/>
                <a:gd name="T2" fmla="*/ 0 w 15"/>
                <a:gd name="T3" fmla="*/ 16 h 21"/>
                <a:gd name="T4" fmla="*/ 5 w 15"/>
                <a:gd name="T5" fmla="*/ 21 h 21"/>
                <a:gd name="T6" fmla="*/ 15 w 15"/>
                <a:gd name="T7" fmla="*/ 21 h 21"/>
                <a:gd name="T8" fmla="*/ 15 w 15"/>
                <a:gd name="T9" fmla="*/ 16 h 21"/>
                <a:gd name="T10" fmla="*/ 15 w 15"/>
                <a:gd name="T11" fmla="*/ 5 h 21"/>
                <a:gd name="T12" fmla="*/ 0 w 15"/>
                <a:gd name="T13" fmla="*/ 0 h 21"/>
                <a:gd name="T14" fmla="*/ 0 w 15"/>
                <a:gd name="T15" fmla="*/ 16 h 21"/>
                <a:gd name="T16" fmla="*/ 0 w 15"/>
                <a:gd name="T17" fmla="*/ 0 h 21"/>
                <a:gd name="T18" fmla="*/ 0 w 15"/>
                <a:gd name="T19" fmla="*/ 0 h 21"/>
                <a:gd name="T20" fmla="*/ 0 w 15"/>
                <a:gd name="T21" fmla="*/ 10 h 21"/>
                <a:gd name="T22" fmla="*/ 0 w 15"/>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1"/>
                <a:gd name="T38" fmla="*/ 15 w 15"/>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1">
                  <a:moveTo>
                    <a:pt x="0" y="16"/>
                  </a:moveTo>
                  <a:lnTo>
                    <a:pt x="0" y="16"/>
                  </a:lnTo>
                  <a:lnTo>
                    <a:pt x="5" y="21"/>
                  </a:lnTo>
                  <a:lnTo>
                    <a:pt x="15" y="21"/>
                  </a:lnTo>
                  <a:lnTo>
                    <a:pt x="15" y="16"/>
                  </a:lnTo>
                  <a:lnTo>
                    <a:pt x="15"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20645" name="Freeform 150"/>
            <p:cNvSpPr>
              <a:spLocks noEditPoints="1"/>
            </p:cNvSpPr>
            <p:nvPr/>
          </p:nvSpPr>
          <p:spPr bwMode="auto">
            <a:xfrm>
              <a:off x="4801"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20646" name="Rectangle 151"/>
            <p:cNvSpPr>
              <a:spLocks noChangeArrowheads="1"/>
            </p:cNvSpPr>
            <p:nvPr/>
          </p:nvSpPr>
          <p:spPr bwMode="auto">
            <a:xfrm>
              <a:off x="4681" y="522"/>
              <a:ext cx="78" cy="15"/>
            </a:xfrm>
            <a:prstGeom prst="rect">
              <a:avLst/>
            </a:prstGeom>
            <a:solidFill>
              <a:schemeClr val="tx2"/>
            </a:solidFill>
            <a:ln w="9525">
              <a:solidFill>
                <a:schemeClr val="tx1"/>
              </a:solidFill>
              <a:miter lim="800000"/>
            </a:ln>
          </p:spPr>
          <p:txBody>
            <a:bodyPr/>
            <a:lstStyle/>
            <a:p>
              <a:endParaRPr lang="zh-CN" altLang="en-US"/>
            </a:p>
          </p:txBody>
        </p:sp>
        <p:sp>
          <p:nvSpPr>
            <p:cNvPr id="20647" name="Freeform 152"/>
            <p:cNvSpPr/>
            <p:nvPr/>
          </p:nvSpPr>
          <p:spPr bwMode="auto">
            <a:xfrm>
              <a:off x="4795" y="522"/>
              <a:ext cx="58" cy="47"/>
            </a:xfrm>
            <a:custGeom>
              <a:avLst/>
              <a:gdLst>
                <a:gd name="T0" fmla="*/ 0 w 58"/>
                <a:gd name="T1" fmla="*/ 15 h 47"/>
                <a:gd name="T2" fmla="*/ 6 w 58"/>
                <a:gd name="T3" fmla="*/ 15 h 47"/>
                <a:gd name="T4" fmla="*/ 21 w 58"/>
                <a:gd name="T5" fmla="*/ 21 h 47"/>
                <a:gd name="T6" fmla="*/ 37 w 58"/>
                <a:gd name="T7" fmla="*/ 31 h 47"/>
                <a:gd name="T8" fmla="*/ 42 w 58"/>
                <a:gd name="T9" fmla="*/ 47 h 47"/>
                <a:gd name="T10" fmla="*/ 58 w 58"/>
                <a:gd name="T11" fmla="*/ 47 h 47"/>
                <a:gd name="T12" fmla="*/ 58 w 58"/>
                <a:gd name="T13" fmla="*/ 31 h 47"/>
                <a:gd name="T14" fmla="*/ 47 w 58"/>
                <a:gd name="T15" fmla="*/ 15 h 47"/>
                <a:gd name="T16" fmla="*/ 32 w 58"/>
                <a:gd name="T17" fmla="*/ 5 h 47"/>
                <a:gd name="T18" fmla="*/ 11 w 58"/>
                <a:gd name="T19" fmla="*/ 0 h 47"/>
                <a:gd name="T20" fmla="*/ 6 w 58"/>
                <a:gd name="T21" fmla="*/ 0 h 47"/>
                <a:gd name="T22" fmla="*/ 0 w 58"/>
                <a:gd name="T23" fmla="*/ 0 h 47"/>
                <a:gd name="T24" fmla="*/ 0 w 58"/>
                <a:gd name="T25" fmla="*/ 15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47"/>
                <a:gd name="T41" fmla="*/ 58 w 58"/>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47">
                  <a:moveTo>
                    <a:pt x="0" y="15"/>
                  </a:moveTo>
                  <a:lnTo>
                    <a:pt x="6" y="15"/>
                  </a:lnTo>
                  <a:lnTo>
                    <a:pt x="21" y="21"/>
                  </a:lnTo>
                  <a:lnTo>
                    <a:pt x="37" y="31"/>
                  </a:lnTo>
                  <a:lnTo>
                    <a:pt x="42" y="47"/>
                  </a:lnTo>
                  <a:lnTo>
                    <a:pt x="58" y="47"/>
                  </a:lnTo>
                  <a:lnTo>
                    <a:pt x="58" y="31"/>
                  </a:lnTo>
                  <a:lnTo>
                    <a:pt x="47" y="15"/>
                  </a:lnTo>
                  <a:lnTo>
                    <a:pt x="32" y="5"/>
                  </a:lnTo>
                  <a:lnTo>
                    <a:pt x="11" y="0"/>
                  </a:lnTo>
                  <a:lnTo>
                    <a:pt x="6" y="0"/>
                  </a:lnTo>
                  <a:lnTo>
                    <a:pt x="0" y="0"/>
                  </a:lnTo>
                  <a:lnTo>
                    <a:pt x="0" y="15"/>
                  </a:lnTo>
                  <a:close/>
                </a:path>
              </a:pathLst>
            </a:custGeom>
            <a:solidFill>
              <a:schemeClr val="tx2"/>
            </a:solidFill>
            <a:ln w="9525">
              <a:solidFill>
                <a:schemeClr val="tx1"/>
              </a:solidFill>
              <a:round/>
            </a:ln>
          </p:spPr>
          <p:txBody>
            <a:bodyPr/>
            <a:lstStyle/>
            <a:p>
              <a:endParaRPr lang="zh-CN" altLang="en-US"/>
            </a:p>
          </p:txBody>
        </p:sp>
      </p:grpSp>
      <p:grpSp>
        <p:nvGrpSpPr>
          <p:cNvPr id="3" name="Group 153"/>
          <p:cNvGrpSpPr/>
          <p:nvPr/>
        </p:nvGrpSpPr>
        <p:grpSpPr bwMode="auto">
          <a:xfrm>
            <a:off x="7632700" y="2033588"/>
            <a:ext cx="809625" cy="1397000"/>
            <a:chOff x="4825" y="516"/>
            <a:chExt cx="510" cy="880"/>
          </a:xfrm>
        </p:grpSpPr>
        <p:sp>
          <p:nvSpPr>
            <p:cNvPr id="20498" name="Line 154"/>
            <p:cNvSpPr>
              <a:spLocks noChangeShapeType="1"/>
            </p:cNvSpPr>
            <p:nvPr/>
          </p:nvSpPr>
          <p:spPr bwMode="auto">
            <a:xfrm>
              <a:off x="4853" y="1396"/>
              <a:ext cx="227" cy="0"/>
            </a:xfrm>
            <a:prstGeom prst="line">
              <a:avLst/>
            </a:prstGeom>
            <a:noFill/>
            <a:ln w="9525">
              <a:solidFill>
                <a:srgbClr val="FF0000"/>
              </a:solidFill>
              <a:round/>
            </a:ln>
          </p:spPr>
          <p:txBody>
            <a:bodyPr wrap="none" anchor="ctr"/>
            <a:lstStyle/>
            <a:p>
              <a:endParaRPr lang="zh-CN" altLang="en-US"/>
            </a:p>
          </p:txBody>
        </p:sp>
        <p:sp>
          <p:nvSpPr>
            <p:cNvPr id="20499" name="Line 155"/>
            <p:cNvSpPr>
              <a:spLocks noChangeShapeType="1"/>
            </p:cNvSpPr>
            <p:nvPr/>
          </p:nvSpPr>
          <p:spPr bwMode="auto">
            <a:xfrm flipV="1">
              <a:off x="4825" y="516"/>
              <a:ext cx="238" cy="1"/>
            </a:xfrm>
            <a:prstGeom prst="line">
              <a:avLst/>
            </a:prstGeom>
            <a:noFill/>
            <a:ln w="9525">
              <a:solidFill>
                <a:srgbClr val="FF0000"/>
              </a:solidFill>
              <a:round/>
            </a:ln>
          </p:spPr>
          <p:txBody>
            <a:bodyPr wrap="none" anchor="ctr"/>
            <a:lstStyle/>
            <a:p>
              <a:endParaRPr lang="zh-CN" altLang="en-US"/>
            </a:p>
          </p:txBody>
        </p:sp>
        <p:sp>
          <p:nvSpPr>
            <p:cNvPr id="20500" name="Line 156"/>
            <p:cNvSpPr>
              <a:spLocks noChangeShapeType="1"/>
            </p:cNvSpPr>
            <p:nvPr/>
          </p:nvSpPr>
          <p:spPr bwMode="auto">
            <a:xfrm>
              <a:off x="4995" y="517"/>
              <a:ext cx="0" cy="879"/>
            </a:xfrm>
            <a:prstGeom prst="line">
              <a:avLst/>
            </a:prstGeom>
            <a:noFill/>
            <a:ln w="9525">
              <a:solidFill>
                <a:srgbClr val="FF0000"/>
              </a:solidFill>
              <a:round/>
              <a:headEnd type="triangle" w="med" len="med"/>
              <a:tailEnd type="triangle" w="med" len="med"/>
            </a:ln>
          </p:spPr>
          <p:txBody>
            <a:bodyPr wrap="none" anchor="ctr"/>
            <a:lstStyle/>
            <a:p>
              <a:endParaRPr lang="zh-CN" altLang="en-US"/>
            </a:p>
          </p:txBody>
        </p:sp>
        <p:sp>
          <p:nvSpPr>
            <p:cNvPr id="20501" name="Text Box 157"/>
            <p:cNvSpPr txBox="1">
              <a:spLocks noChangeArrowheads="1"/>
            </p:cNvSpPr>
            <p:nvPr/>
          </p:nvSpPr>
          <p:spPr bwMode="auto">
            <a:xfrm>
              <a:off x="4967" y="829"/>
              <a:ext cx="368" cy="250"/>
            </a:xfrm>
            <a:prstGeom prst="rect">
              <a:avLst/>
            </a:prstGeom>
            <a:noFill/>
            <a:ln w="9525" algn="ctr">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l</a:t>
              </a:r>
              <a:r>
                <a:rPr lang="en-US" altLang="zh-CN" sz="2000" b="1" i="0">
                  <a:solidFill>
                    <a:srgbClr val="FF0000"/>
                  </a:solidFill>
                  <a:latin typeface="Times New Roman" panose="02020603050405020304" pitchFamily="18" charset="0"/>
                </a:rPr>
                <a:t>/2</a:t>
              </a:r>
              <a:endParaRPr lang="en-US" altLang="zh-CN" sz="2000" b="1" i="0">
                <a:solidFill>
                  <a:srgbClr val="FF0000"/>
                </a:solidFill>
                <a:latin typeface="Times New Roman" panose="02020603050405020304" pitchFamily="18" charset="0"/>
              </a:endParaRPr>
            </a:p>
          </p:txBody>
        </p:sp>
      </p:grpSp>
      <p:sp>
        <p:nvSpPr>
          <p:cNvPr id="84126" name="Rectangle 158"/>
          <p:cNvSpPr>
            <a:spLocks noChangeArrowheads="1"/>
          </p:cNvSpPr>
          <p:nvPr/>
        </p:nvSpPr>
        <p:spPr bwMode="auto">
          <a:xfrm>
            <a:off x="1106488" y="2168525"/>
            <a:ext cx="2339975" cy="457200"/>
          </a:xfrm>
          <a:prstGeom prst="rect">
            <a:avLst/>
          </a:prstGeom>
          <a:noFill/>
          <a:ln w="9525">
            <a:noFill/>
            <a:miter lim="800000"/>
          </a:ln>
        </p:spPr>
        <p:txBody>
          <a:bodyPr>
            <a:spAutoFit/>
          </a:bodyPr>
          <a:lstStyle/>
          <a:p>
            <a:pPr algn="l"/>
            <a:r>
              <a:rPr lang="zh-CN" altLang="en-US" b="1" i="0">
                <a:latin typeface="Times New Roman" panose="02020603050405020304" pitchFamily="18" charset="0"/>
              </a:rPr>
              <a:t>重力作的元功</a:t>
            </a:r>
            <a:endParaRPr lang="zh-CN" altLang="en-US" b="1" i="0">
              <a:latin typeface="Times New Roman" panose="02020603050405020304" pitchFamily="18" charset="0"/>
            </a:endParaRPr>
          </a:p>
        </p:txBody>
      </p:sp>
      <p:grpSp>
        <p:nvGrpSpPr>
          <p:cNvPr id="4" name="Group 159"/>
          <p:cNvGrpSpPr/>
          <p:nvPr/>
        </p:nvGrpSpPr>
        <p:grpSpPr bwMode="auto">
          <a:xfrm>
            <a:off x="8324850" y="1771650"/>
            <a:ext cx="612775" cy="2827338"/>
            <a:chOff x="5244" y="351"/>
            <a:chExt cx="386" cy="1781"/>
          </a:xfrm>
        </p:grpSpPr>
        <p:sp>
          <p:nvSpPr>
            <p:cNvPr id="20495" name="Line 160"/>
            <p:cNvSpPr>
              <a:spLocks noChangeShapeType="1"/>
            </p:cNvSpPr>
            <p:nvPr/>
          </p:nvSpPr>
          <p:spPr bwMode="auto">
            <a:xfrm>
              <a:off x="5290" y="516"/>
              <a:ext cx="0" cy="1587"/>
            </a:xfrm>
            <a:prstGeom prst="line">
              <a:avLst/>
            </a:prstGeom>
            <a:noFill/>
            <a:ln w="19050">
              <a:solidFill>
                <a:srgbClr val="3333CC"/>
              </a:solidFill>
              <a:round/>
              <a:headEnd type="oval" w="med" len="med"/>
              <a:tailEnd type="triangle" w="med" len="med"/>
            </a:ln>
          </p:spPr>
          <p:txBody>
            <a:bodyPr wrap="none" anchor="ctr"/>
            <a:lstStyle/>
            <a:p>
              <a:endParaRPr lang="zh-CN" altLang="en-US"/>
            </a:p>
          </p:txBody>
        </p:sp>
        <p:sp>
          <p:nvSpPr>
            <p:cNvPr id="20496" name="Text Box 161"/>
            <p:cNvSpPr txBox="1">
              <a:spLocks noChangeArrowheads="1"/>
            </p:cNvSpPr>
            <p:nvPr/>
          </p:nvSpPr>
          <p:spPr bwMode="auto">
            <a:xfrm>
              <a:off x="5318" y="1882"/>
              <a:ext cx="312" cy="250"/>
            </a:xfrm>
            <a:prstGeom prst="rect">
              <a:avLst/>
            </a:prstGeom>
            <a:noFill/>
            <a:ln w="9525" algn="ctr">
              <a:noFill/>
              <a:miter lim="800000"/>
            </a:ln>
          </p:spPr>
          <p:txBody>
            <a:bodyPr>
              <a:spAutoFit/>
            </a:bodyPr>
            <a:lstStyle/>
            <a:p>
              <a:pPr algn="l">
                <a:spcBef>
                  <a:spcPct val="50000"/>
                </a:spcBef>
              </a:pPr>
              <a:r>
                <a:rPr lang="en-US" altLang="zh-CN" sz="2000" b="1">
                  <a:solidFill>
                    <a:srgbClr val="3333CC"/>
                  </a:solidFill>
                  <a:latin typeface="Times New Roman" panose="02020603050405020304" pitchFamily="18" charset="0"/>
                </a:rPr>
                <a:t>y</a:t>
              </a:r>
              <a:endParaRPr lang="en-US" altLang="zh-CN" sz="2000" b="1">
                <a:solidFill>
                  <a:srgbClr val="3333CC"/>
                </a:solidFill>
                <a:latin typeface="Times New Roman" panose="02020603050405020304" pitchFamily="18" charset="0"/>
              </a:endParaRPr>
            </a:p>
          </p:txBody>
        </p:sp>
        <p:sp>
          <p:nvSpPr>
            <p:cNvPr id="20497" name="Text Box 162"/>
            <p:cNvSpPr txBox="1">
              <a:spLocks noChangeArrowheads="1"/>
            </p:cNvSpPr>
            <p:nvPr/>
          </p:nvSpPr>
          <p:spPr bwMode="auto">
            <a:xfrm>
              <a:off x="5244" y="351"/>
              <a:ext cx="301" cy="250"/>
            </a:xfrm>
            <a:prstGeom prst="rect">
              <a:avLst/>
            </a:prstGeom>
            <a:noFill/>
            <a:ln w="9525" algn="ctr">
              <a:noFill/>
              <a:miter lim="800000"/>
            </a:ln>
          </p:spPr>
          <p:txBody>
            <a:bodyPr>
              <a:spAutoFit/>
            </a:bodyPr>
            <a:lstStyle/>
            <a:p>
              <a:pPr>
                <a:spcBef>
                  <a:spcPct val="50000"/>
                </a:spcBef>
              </a:pPr>
              <a:r>
                <a:rPr lang="en-US" altLang="zh-CN" sz="2000" b="1">
                  <a:solidFill>
                    <a:srgbClr val="3333CC"/>
                  </a:solidFill>
                  <a:latin typeface="Times New Roman" panose="02020603050405020304" pitchFamily="18" charset="0"/>
                </a:rPr>
                <a:t>O</a:t>
              </a:r>
              <a:endParaRPr lang="en-US" altLang="zh-CN" sz="2000" b="1">
                <a:solidFill>
                  <a:srgbClr val="3333CC"/>
                </a:solidFill>
                <a:latin typeface="Times New Roman" panose="02020603050405020304" pitchFamily="18" charset="0"/>
              </a:endParaRPr>
            </a:p>
          </p:txBody>
        </p:sp>
      </p:grpSp>
      <p:graphicFrame>
        <p:nvGraphicFramePr>
          <p:cNvPr id="84131" name="Object 163"/>
          <p:cNvGraphicFramePr>
            <a:graphicFrameLocks noChangeAspect="1"/>
          </p:cNvGraphicFramePr>
          <p:nvPr/>
        </p:nvGraphicFramePr>
        <p:xfrm>
          <a:off x="1962150" y="2889250"/>
          <a:ext cx="2070100" cy="960438"/>
        </p:xfrm>
        <a:graphic>
          <a:graphicData uri="http://schemas.openxmlformats.org/presentationml/2006/ole">
            <mc:AlternateContent xmlns:mc="http://schemas.openxmlformats.org/markup-compatibility/2006">
              <mc:Choice xmlns:v="urn:schemas-microsoft-com:vml" Requires="v">
                <p:oleObj spid="_x0000_s20481" name="公式" r:id="rId1" imgW="21031200" imgH="9753600" progId="Equation.3">
                  <p:embed/>
                </p:oleObj>
              </mc:Choice>
              <mc:Fallback>
                <p:oleObj name="公式" r:id="rId1" imgW="21031200" imgH="9753600" progId="Equation.3">
                  <p:embed/>
                  <p:pic>
                    <p:nvPicPr>
                      <p:cNvPr id="0" name="Object 163"/>
                      <p:cNvPicPr>
                        <a:picLocks noChangeAspect="1"/>
                      </p:cNvPicPr>
                      <p:nvPr/>
                    </p:nvPicPr>
                    <p:blipFill>
                      <a:blip r:embed="rId2"/>
                      <a:stretch>
                        <a:fillRect/>
                      </a:stretch>
                    </p:blipFill>
                    <p:spPr>
                      <a:xfrm>
                        <a:off x="1962150" y="2889250"/>
                        <a:ext cx="2070100" cy="960438"/>
                      </a:xfrm>
                      <a:prstGeom prst="rect">
                        <a:avLst/>
                      </a:prstGeom>
                      <a:noFill/>
                      <a:ln w="9525">
                        <a:noFill/>
                      </a:ln>
                    </p:spPr>
                  </p:pic>
                </p:oleObj>
              </mc:Fallback>
            </mc:AlternateContent>
          </a:graphicData>
        </a:graphic>
      </p:graphicFrame>
      <p:sp>
        <p:nvSpPr>
          <p:cNvPr id="84132" name="Rectangle 164"/>
          <p:cNvSpPr>
            <a:spLocks noChangeArrowheads="1"/>
          </p:cNvSpPr>
          <p:nvPr/>
        </p:nvSpPr>
        <p:spPr bwMode="auto">
          <a:xfrm>
            <a:off x="927100" y="4103688"/>
            <a:ext cx="5130800" cy="457200"/>
          </a:xfrm>
          <a:prstGeom prst="rect">
            <a:avLst/>
          </a:prstGeom>
          <a:noFill/>
          <a:ln w="9525">
            <a:noFill/>
            <a:miter lim="800000"/>
          </a:ln>
        </p:spPr>
        <p:txBody>
          <a:bodyPr>
            <a:spAutoFit/>
          </a:bodyPr>
          <a:lstStyle/>
          <a:p>
            <a:pPr algn="l"/>
            <a:r>
              <a:rPr lang="zh-CN" altLang="en-US" b="1" i="0">
                <a:latin typeface="Times New Roman" panose="02020603050405020304" pitchFamily="18" charset="0"/>
              </a:rPr>
              <a:t>则铁链滑离桌面时，重力作的功</a:t>
            </a:r>
            <a:endParaRPr lang="zh-CN" altLang="en-US" b="1" i="0">
              <a:latin typeface="Times New Roman" panose="02020603050405020304" pitchFamily="18" charset="0"/>
            </a:endParaRPr>
          </a:p>
        </p:txBody>
      </p:sp>
      <p:graphicFrame>
        <p:nvGraphicFramePr>
          <p:cNvPr id="84133" name="Object 165"/>
          <p:cNvGraphicFramePr>
            <a:graphicFrameLocks noChangeAspect="1"/>
          </p:cNvGraphicFramePr>
          <p:nvPr/>
        </p:nvGraphicFramePr>
        <p:xfrm>
          <a:off x="1376363" y="5049838"/>
          <a:ext cx="3224212" cy="944562"/>
        </p:xfrm>
        <a:graphic>
          <a:graphicData uri="http://schemas.openxmlformats.org/presentationml/2006/ole">
            <mc:AlternateContent xmlns:mc="http://schemas.openxmlformats.org/markup-compatibility/2006">
              <mc:Choice xmlns:v="urn:schemas-microsoft-com:vml" Requires="v">
                <p:oleObj spid="_x0000_s20483" name="公式" r:id="rId3" imgW="33223200" imgH="10363200" progId="Equation.3">
                  <p:embed/>
                </p:oleObj>
              </mc:Choice>
              <mc:Fallback>
                <p:oleObj name="公式" r:id="rId3" imgW="33223200" imgH="10363200" progId="Equation.3">
                  <p:embed/>
                  <p:pic>
                    <p:nvPicPr>
                      <p:cNvPr id="0" name="Object 165"/>
                      <p:cNvPicPr>
                        <a:picLocks noChangeAspect="1"/>
                      </p:cNvPicPr>
                      <p:nvPr/>
                    </p:nvPicPr>
                    <p:blipFill>
                      <a:blip r:embed="rId4"/>
                      <a:stretch>
                        <a:fillRect/>
                      </a:stretch>
                    </p:blipFill>
                    <p:spPr>
                      <a:xfrm>
                        <a:off x="1376363" y="5049838"/>
                        <a:ext cx="3224212" cy="944562"/>
                      </a:xfrm>
                      <a:prstGeom prst="rect">
                        <a:avLst/>
                      </a:prstGeom>
                      <a:noFill/>
                      <a:ln w="9525">
                        <a:noFill/>
                      </a:ln>
                    </p:spPr>
                  </p:pic>
                </p:oleObj>
              </mc:Fallback>
            </mc:AlternateContent>
          </a:graphicData>
        </a:graphic>
      </p:graphicFrame>
      <p:graphicFrame>
        <p:nvGraphicFramePr>
          <p:cNvPr id="84134" name="Object 166"/>
          <p:cNvGraphicFramePr>
            <a:graphicFrameLocks noChangeAspect="1"/>
          </p:cNvGraphicFramePr>
          <p:nvPr/>
        </p:nvGraphicFramePr>
        <p:xfrm>
          <a:off x="4630738" y="5094288"/>
          <a:ext cx="1290637" cy="860425"/>
        </p:xfrm>
        <a:graphic>
          <a:graphicData uri="http://schemas.openxmlformats.org/presentationml/2006/ole">
            <mc:AlternateContent xmlns:mc="http://schemas.openxmlformats.org/markup-compatibility/2006">
              <mc:Choice xmlns:v="urn:schemas-microsoft-com:vml" Requires="v">
                <p:oleObj spid="_x0000_s20484" name="公式" r:id="rId5" imgW="13106400" imgH="9753600" progId="Equation.3">
                  <p:embed/>
                </p:oleObj>
              </mc:Choice>
              <mc:Fallback>
                <p:oleObj name="公式" r:id="rId5" imgW="13106400" imgH="9753600" progId="Equation.3">
                  <p:embed/>
                  <p:pic>
                    <p:nvPicPr>
                      <p:cNvPr id="0" name="Object 166"/>
                      <p:cNvPicPr>
                        <a:picLocks noChangeAspect="1"/>
                      </p:cNvPicPr>
                      <p:nvPr/>
                    </p:nvPicPr>
                    <p:blipFill>
                      <a:blip r:embed="rId6"/>
                      <a:stretch>
                        <a:fillRect/>
                      </a:stretch>
                    </p:blipFill>
                    <p:spPr>
                      <a:xfrm>
                        <a:off x="4630738" y="5094288"/>
                        <a:ext cx="1290637" cy="860425"/>
                      </a:xfrm>
                      <a:prstGeom prst="rect">
                        <a:avLst/>
                      </a:prstGeom>
                      <a:noFill/>
                      <a:ln w="9525">
                        <a:noFill/>
                      </a:ln>
                    </p:spPr>
                  </p:pic>
                </p:oleObj>
              </mc:Fallback>
            </mc:AlternateContent>
          </a:graphicData>
        </a:graphic>
      </p:graphicFrame>
      <p:sp>
        <p:nvSpPr>
          <p:cNvPr id="84135" name="Text Box 167"/>
          <p:cNvSpPr txBox="1">
            <a:spLocks noChangeArrowheads="1"/>
          </p:cNvSpPr>
          <p:nvPr/>
        </p:nvSpPr>
        <p:spPr bwMode="auto">
          <a:xfrm>
            <a:off x="206375" y="1493838"/>
            <a:ext cx="8461375" cy="512762"/>
          </a:xfrm>
          <a:prstGeom prst="rect">
            <a:avLst/>
          </a:prstGeom>
          <a:noFill/>
          <a:ln w="9525">
            <a:noFill/>
            <a:miter lim="800000"/>
          </a:ln>
        </p:spPr>
        <p:txBody>
          <a:bodyPr>
            <a:spAutoFit/>
          </a:bodyPr>
          <a:lstStyle/>
          <a:p>
            <a:pPr marL="450850" indent="-450850" algn="l">
              <a:lnSpc>
                <a:spcPct val="115000"/>
              </a:lnSpc>
            </a:pPr>
            <a:r>
              <a:rPr lang="zh-CN" altLang="en-US" b="1" i="0">
                <a:solidFill>
                  <a:srgbClr val="FF0000"/>
                </a:solidFill>
                <a:latin typeface="Times New Roman" panose="02020603050405020304" pitchFamily="18" charset="0"/>
                <a:cs typeface="Times New Roman" panose="02020603050405020304" pitchFamily="18" charset="0"/>
              </a:rPr>
              <a:t>求  </a:t>
            </a:r>
            <a:r>
              <a:rPr lang="zh-CN" altLang="en-US" b="1" i="0">
                <a:latin typeface="Times New Roman" panose="02020603050405020304" pitchFamily="18" charset="0"/>
                <a:cs typeface="Times New Roman" panose="02020603050405020304" pitchFamily="18" charset="0"/>
              </a:rPr>
              <a:t>铁链滑离桌面时重力所作的功。</a:t>
            </a:r>
            <a:endParaRPr lang="zh-CN" altLang="en-US" b="1" i="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3973"/>
                                        </p:tgtEl>
                                        <p:attrNameLst>
                                          <p:attrName>style.visibility</p:attrName>
                                        </p:attrNameLst>
                                      </p:cBhvr>
                                      <p:to>
                                        <p:strVal val="visible"/>
                                      </p:to>
                                    </p:set>
                                    <p:animEffect transition="in" filter="wipe(left)">
                                      <p:cBhvr>
                                        <p:cTn id="7" dur="1000"/>
                                        <p:tgtEl>
                                          <p:spTgt spid="839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righ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4135"/>
                                        </p:tgtEl>
                                        <p:attrNameLst>
                                          <p:attrName>style.visibility</p:attrName>
                                        </p:attrNameLst>
                                      </p:cBhvr>
                                      <p:to>
                                        <p:strVal val="visible"/>
                                      </p:to>
                                    </p:set>
                                    <p:animEffect transition="in" filter="wipe(left)">
                                      <p:cBhvr>
                                        <p:cTn id="22" dur="1000"/>
                                        <p:tgtEl>
                                          <p:spTgt spid="841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3972"/>
                                        </p:tgtEl>
                                        <p:attrNameLst>
                                          <p:attrName>style.visibility</p:attrName>
                                        </p:attrNameLst>
                                      </p:cBhvr>
                                      <p:to>
                                        <p:strVal val="visible"/>
                                      </p:to>
                                    </p:set>
                                    <p:animEffect transition="in" filter="wipe(left)">
                                      <p:cBhvr>
                                        <p:cTn id="27" dur="1000"/>
                                        <p:tgtEl>
                                          <p:spTgt spid="8397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up)">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4126"/>
                                        </p:tgtEl>
                                        <p:attrNameLst>
                                          <p:attrName>style.visibility</p:attrName>
                                        </p:attrNameLst>
                                      </p:cBhvr>
                                      <p:to>
                                        <p:strVal val="visible"/>
                                      </p:to>
                                    </p:set>
                                    <p:animEffect transition="in" filter="wipe(left)">
                                      <p:cBhvr>
                                        <p:cTn id="37" dur="500"/>
                                        <p:tgtEl>
                                          <p:spTgt spid="841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4131"/>
                                        </p:tgtEl>
                                        <p:attrNameLst>
                                          <p:attrName>style.visibility</p:attrName>
                                        </p:attrNameLst>
                                      </p:cBhvr>
                                      <p:to>
                                        <p:strVal val="visible"/>
                                      </p:to>
                                    </p:set>
                                    <p:animEffect transition="in" filter="wipe(left)">
                                      <p:cBhvr>
                                        <p:cTn id="42" dur="1000"/>
                                        <p:tgtEl>
                                          <p:spTgt spid="841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4132"/>
                                        </p:tgtEl>
                                        <p:attrNameLst>
                                          <p:attrName>style.visibility</p:attrName>
                                        </p:attrNameLst>
                                      </p:cBhvr>
                                      <p:to>
                                        <p:strVal val="visible"/>
                                      </p:to>
                                    </p:set>
                                    <p:animEffect transition="in" filter="wipe(left)">
                                      <p:cBhvr>
                                        <p:cTn id="47" dur="500"/>
                                        <p:tgtEl>
                                          <p:spTgt spid="8413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4133"/>
                                        </p:tgtEl>
                                        <p:attrNameLst>
                                          <p:attrName>style.visibility</p:attrName>
                                        </p:attrNameLst>
                                      </p:cBhvr>
                                      <p:to>
                                        <p:strVal val="visible"/>
                                      </p:to>
                                    </p:set>
                                    <p:animEffect transition="in" filter="wipe(left)">
                                      <p:cBhvr>
                                        <p:cTn id="52" dur="1000"/>
                                        <p:tgtEl>
                                          <p:spTgt spid="8413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84134"/>
                                        </p:tgtEl>
                                        <p:attrNameLst>
                                          <p:attrName>style.visibility</p:attrName>
                                        </p:attrNameLst>
                                      </p:cBhvr>
                                      <p:to>
                                        <p:strVal val="visible"/>
                                      </p:to>
                                    </p:set>
                                    <p:animEffect transition="in" filter="wipe(left)">
                                      <p:cBhvr>
                                        <p:cTn id="57" dur="1000"/>
                                        <p:tgtEl>
                                          <p:spTgt spid="84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2" grpId="0"/>
      <p:bldP spid="83973" grpId="0"/>
      <p:bldP spid="84126" grpId="0" autoUpdateAnimBg="0"/>
      <p:bldP spid="84132" grpId="0" autoUpdateAnimBg="0"/>
      <p:bldP spid="841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Text Box 4"/>
          <p:cNvSpPr txBox="1">
            <a:spLocks noChangeArrowheads="1"/>
          </p:cNvSpPr>
          <p:nvPr/>
        </p:nvSpPr>
        <p:spPr bwMode="auto">
          <a:xfrm>
            <a:off x="161925" y="541338"/>
            <a:ext cx="4587875" cy="457200"/>
          </a:xfrm>
          <a:prstGeom prst="rect">
            <a:avLst/>
          </a:prstGeom>
          <a:noFill/>
          <a:ln w="9525" algn="ctr">
            <a:noFill/>
            <a:miter lim="800000"/>
          </a:ln>
        </p:spPr>
        <p:txBody>
          <a:bodyPr>
            <a:spAutoFit/>
          </a:bodyPr>
          <a:lstStyle/>
          <a:p>
            <a:pPr algn="l"/>
            <a:r>
              <a:rPr lang="en-US" altLang="zh-CN" b="1" i="0">
                <a:solidFill>
                  <a:srgbClr val="FF6600"/>
                </a:solidFill>
                <a:latin typeface="Times New Roman" panose="02020603050405020304" pitchFamily="18" charset="0"/>
              </a:rPr>
              <a:t>(2)  </a:t>
            </a:r>
            <a:r>
              <a:rPr lang="zh-CN" altLang="en-US" b="1" i="0">
                <a:solidFill>
                  <a:srgbClr val="FF6600"/>
                </a:solidFill>
                <a:latin typeface="Times New Roman" panose="02020603050405020304" pitchFamily="18" charset="0"/>
              </a:rPr>
              <a:t>万有引力的功 </a:t>
            </a:r>
            <a:endParaRPr lang="zh-CN" altLang="en-US" b="1" i="0">
              <a:solidFill>
                <a:srgbClr val="FF6600"/>
              </a:solidFill>
              <a:latin typeface="Times New Roman" panose="02020603050405020304" pitchFamily="18" charset="0"/>
            </a:endParaRPr>
          </a:p>
        </p:txBody>
      </p:sp>
      <p:graphicFrame>
        <p:nvGraphicFramePr>
          <p:cNvPr id="85034" name="Object 42"/>
          <p:cNvGraphicFramePr>
            <a:graphicFrameLocks noChangeAspect="1"/>
          </p:cNvGraphicFramePr>
          <p:nvPr/>
        </p:nvGraphicFramePr>
        <p:xfrm>
          <a:off x="7280275" y="2754313"/>
          <a:ext cx="261938" cy="303212"/>
        </p:xfrm>
        <a:graphic>
          <a:graphicData uri="http://schemas.openxmlformats.org/presentationml/2006/ole">
            <mc:AlternateContent xmlns:mc="http://schemas.openxmlformats.org/markup-compatibility/2006">
              <mc:Choice xmlns:v="urn:schemas-microsoft-com:vml" Requires="v">
                <p:oleObj spid="_x0000_s21505" name="公式" r:id="rId1" imgW="3962400" imgH="4572000" progId="Equation.3">
                  <p:embed/>
                </p:oleObj>
              </mc:Choice>
              <mc:Fallback>
                <p:oleObj name="公式" r:id="rId1" imgW="3962400" imgH="4572000" progId="Equation.3">
                  <p:embed/>
                  <p:pic>
                    <p:nvPicPr>
                      <p:cNvPr id="0" name="Object 42"/>
                      <p:cNvPicPr>
                        <a:picLocks noChangeAspect="1"/>
                      </p:cNvPicPr>
                      <p:nvPr/>
                    </p:nvPicPr>
                    <p:blipFill>
                      <a:blip r:embed="rId2"/>
                      <a:stretch>
                        <a:fillRect/>
                      </a:stretch>
                    </p:blipFill>
                    <p:spPr>
                      <a:xfrm>
                        <a:off x="7280275" y="2754313"/>
                        <a:ext cx="261938" cy="303212"/>
                      </a:xfrm>
                      <a:prstGeom prst="rect">
                        <a:avLst/>
                      </a:prstGeom>
                      <a:noFill/>
                      <a:ln w="9525">
                        <a:noFill/>
                      </a:ln>
                    </p:spPr>
                  </p:pic>
                </p:oleObj>
              </mc:Fallback>
            </mc:AlternateContent>
          </a:graphicData>
        </a:graphic>
      </p:graphicFrame>
      <p:sp>
        <p:nvSpPr>
          <p:cNvPr id="85035" name="Freeform 43"/>
          <p:cNvSpPr/>
          <p:nvPr/>
        </p:nvSpPr>
        <p:spPr bwMode="auto">
          <a:xfrm>
            <a:off x="6178550" y="1644650"/>
            <a:ext cx="2006600" cy="2057400"/>
          </a:xfrm>
          <a:custGeom>
            <a:avLst/>
            <a:gdLst>
              <a:gd name="T0" fmla="*/ 2147483647 w 1264"/>
              <a:gd name="T1" fmla="*/ 2147483647 h 1296"/>
              <a:gd name="T2" fmla="*/ 2147483647 w 1264"/>
              <a:gd name="T3" fmla="*/ 2147483647 h 1296"/>
              <a:gd name="T4" fmla="*/ 2147483647 w 1264"/>
              <a:gd name="T5" fmla="*/ 2147483647 h 1296"/>
              <a:gd name="T6" fmla="*/ 2147483647 w 1264"/>
              <a:gd name="T7" fmla="*/ 2147483647 h 1296"/>
              <a:gd name="T8" fmla="*/ 2147483647 w 1264"/>
              <a:gd name="T9" fmla="*/ 2147483647 h 1296"/>
              <a:gd name="T10" fmla="*/ 2147483647 w 1264"/>
              <a:gd name="T11" fmla="*/ 2147483647 h 1296"/>
              <a:gd name="T12" fmla="*/ 2147483647 w 1264"/>
              <a:gd name="T13" fmla="*/ 2147483647 h 1296"/>
              <a:gd name="T14" fmla="*/ 2147483647 w 1264"/>
              <a:gd name="T15" fmla="*/ 2147483647 h 1296"/>
              <a:gd name="T16" fmla="*/ 0 w 1264"/>
              <a:gd name="T17" fmla="*/ 0 h 1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4"/>
              <a:gd name="T28" fmla="*/ 0 h 1296"/>
              <a:gd name="T29" fmla="*/ 1264 w 1264"/>
              <a:gd name="T30" fmla="*/ 1296 h 1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4" h="1296">
                <a:moveTo>
                  <a:pt x="1248" y="1296"/>
                </a:moveTo>
                <a:cubicBezTo>
                  <a:pt x="1216" y="1228"/>
                  <a:pt x="1184" y="1160"/>
                  <a:pt x="1152" y="1104"/>
                </a:cubicBezTo>
                <a:cubicBezTo>
                  <a:pt x="1120" y="1048"/>
                  <a:pt x="1072" y="1008"/>
                  <a:pt x="1056" y="960"/>
                </a:cubicBezTo>
                <a:cubicBezTo>
                  <a:pt x="1040" y="912"/>
                  <a:pt x="1024" y="880"/>
                  <a:pt x="1056" y="816"/>
                </a:cubicBezTo>
                <a:cubicBezTo>
                  <a:pt x="1088" y="752"/>
                  <a:pt x="1232" y="656"/>
                  <a:pt x="1248" y="576"/>
                </a:cubicBezTo>
                <a:cubicBezTo>
                  <a:pt x="1264" y="496"/>
                  <a:pt x="1232" y="400"/>
                  <a:pt x="1152" y="336"/>
                </a:cubicBezTo>
                <a:cubicBezTo>
                  <a:pt x="1072" y="272"/>
                  <a:pt x="920" y="224"/>
                  <a:pt x="768" y="192"/>
                </a:cubicBezTo>
                <a:cubicBezTo>
                  <a:pt x="616" y="160"/>
                  <a:pt x="368" y="176"/>
                  <a:pt x="240" y="144"/>
                </a:cubicBezTo>
                <a:cubicBezTo>
                  <a:pt x="112" y="112"/>
                  <a:pt x="56" y="56"/>
                  <a:pt x="0" y="0"/>
                </a:cubicBezTo>
              </a:path>
            </a:pathLst>
          </a:custGeom>
          <a:noFill/>
          <a:ln w="38100">
            <a:solidFill>
              <a:srgbClr val="FF6600"/>
            </a:solidFill>
            <a:round/>
          </a:ln>
        </p:spPr>
        <p:txBody>
          <a:bodyPr wrap="none" anchor="ctr"/>
          <a:lstStyle/>
          <a:p>
            <a:endParaRPr lang="zh-CN" altLang="en-US"/>
          </a:p>
        </p:txBody>
      </p:sp>
      <p:sp>
        <p:nvSpPr>
          <p:cNvPr id="85036" name="Text Box 44"/>
          <p:cNvSpPr txBox="1">
            <a:spLocks noChangeArrowheads="1"/>
          </p:cNvSpPr>
          <p:nvPr/>
        </p:nvSpPr>
        <p:spPr bwMode="auto">
          <a:xfrm>
            <a:off x="2667000" y="1258888"/>
            <a:ext cx="1870075" cy="457200"/>
          </a:xfrm>
          <a:prstGeom prst="rect">
            <a:avLst/>
          </a:prstGeom>
          <a:noFill/>
          <a:ln w="9525">
            <a:noFill/>
            <a:miter lim="800000"/>
          </a:ln>
        </p:spPr>
        <p:txBody>
          <a:bodyPr wrap="none">
            <a:spAutoFit/>
          </a:bodyPr>
          <a:lstStyle/>
          <a:p>
            <a:pPr algn="l"/>
            <a:r>
              <a:rPr lang="zh-CN" altLang="en-US" b="1" i="0">
                <a:solidFill>
                  <a:schemeClr val="bg1"/>
                </a:solidFill>
                <a:latin typeface="Times New Roman" panose="02020603050405020304" pitchFamily="18" charset="0"/>
              </a:rPr>
              <a:t>上的元功为 </a:t>
            </a:r>
            <a:endParaRPr lang="zh-CN" altLang="en-US" b="1" i="0">
              <a:solidFill>
                <a:schemeClr val="bg1"/>
              </a:solidFill>
              <a:latin typeface="Times New Roman" panose="02020603050405020304" pitchFamily="18" charset="0"/>
            </a:endParaRPr>
          </a:p>
        </p:txBody>
      </p:sp>
      <p:graphicFrame>
        <p:nvGraphicFramePr>
          <p:cNvPr id="85037" name="Object 45"/>
          <p:cNvGraphicFramePr>
            <a:graphicFrameLocks noChangeAspect="1"/>
          </p:cNvGraphicFramePr>
          <p:nvPr/>
        </p:nvGraphicFramePr>
        <p:xfrm>
          <a:off x="1285875" y="2066925"/>
          <a:ext cx="1857375" cy="434975"/>
        </p:xfrm>
        <a:graphic>
          <a:graphicData uri="http://schemas.openxmlformats.org/presentationml/2006/ole">
            <mc:AlternateContent xmlns:mc="http://schemas.openxmlformats.org/markup-compatibility/2006">
              <mc:Choice xmlns:v="urn:schemas-microsoft-com:vml" Requires="v">
                <p:oleObj spid="_x0000_s21507" name="公式" r:id="rId3" imgW="24688800" imgH="5791200" progId="Equation.3">
                  <p:embed/>
                </p:oleObj>
              </mc:Choice>
              <mc:Fallback>
                <p:oleObj name="公式" r:id="rId3" imgW="24688800" imgH="5791200" progId="Equation.3">
                  <p:embed/>
                  <p:pic>
                    <p:nvPicPr>
                      <p:cNvPr id="0" name="Object 45"/>
                      <p:cNvPicPr>
                        <a:picLocks noChangeAspect="1"/>
                      </p:cNvPicPr>
                      <p:nvPr/>
                    </p:nvPicPr>
                    <p:blipFill>
                      <a:blip r:embed="rId4"/>
                      <a:stretch>
                        <a:fillRect/>
                      </a:stretch>
                    </p:blipFill>
                    <p:spPr>
                      <a:xfrm>
                        <a:off x="1285875" y="2066925"/>
                        <a:ext cx="1857375" cy="434975"/>
                      </a:xfrm>
                      <a:prstGeom prst="rect">
                        <a:avLst/>
                      </a:prstGeom>
                      <a:noFill/>
                      <a:ln w="9525">
                        <a:noFill/>
                      </a:ln>
                    </p:spPr>
                  </p:pic>
                </p:oleObj>
              </mc:Fallback>
            </mc:AlternateContent>
          </a:graphicData>
        </a:graphic>
      </p:graphicFrame>
      <p:graphicFrame>
        <p:nvGraphicFramePr>
          <p:cNvPr id="85038" name="Object 46"/>
          <p:cNvGraphicFramePr>
            <a:graphicFrameLocks noChangeAspect="1"/>
          </p:cNvGraphicFramePr>
          <p:nvPr/>
        </p:nvGraphicFramePr>
        <p:xfrm>
          <a:off x="1422400" y="2814638"/>
          <a:ext cx="2178050" cy="434975"/>
        </p:xfrm>
        <a:graphic>
          <a:graphicData uri="http://schemas.openxmlformats.org/presentationml/2006/ole">
            <mc:AlternateContent xmlns:mc="http://schemas.openxmlformats.org/markup-compatibility/2006">
              <mc:Choice xmlns:v="urn:schemas-microsoft-com:vml" Requires="v">
                <p:oleObj spid="_x0000_s21508" name="公式" r:id="rId5" imgW="28956000" imgH="5791200" progId="Equation.3">
                  <p:embed/>
                </p:oleObj>
              </mc:Choice>
              <mc:Fallback>
                <p:oleObj name="公式" r:id="rId5" imgW="28956000" imgH="5791200" progId="Equation.3">
                  <p:embed/>
                  <p:pic>
                    <p:nvPicPr>
                      <p:cNvPr id="0" name="Object 46"/>
                      <p:cNvPicPr>
                        <a:picLocks noChangeAspect="1"/>
                      </p:cNvPicPr>
                      <p:nvPr/>
                    </p:nvPicPr>
                    <p:blipFill>
                      <a:blip r:embed="rId6"/>
                      <a:stretch>
                        <a:fillRect/>
                      </a:stretch>
                    </p:blipFill>
                    <p:spPr>
                      <a:xfrm>
                        <a:off x="1422400" y="2814638"/>
                        <a:ext cx="2178050" cy="434975"/>
                      </a:xfrm>
                      <a:prstGeom prst="rect">
                        <a:avLst/>
                      </a:prstGeom>
                      <a:noFill/>
                      <a:ln w="9525">
                        <a:noFill/>
                      </a:ln>
                    </p:spPr>
                  </p:pic>
                </p:oleObj>
              </mc:Fallback>
            </mc:AlternateContent>
          </a:graphicData>
        </a:graphic>
      </p:graphicFrame>
      <p:graphicFrame>
        <p:nvGraphicFramePr>
          <p:cNvPr id="85039" name="Object 47"/>
          <p:cNvGraphicFramePr>
            <a:graphicFrameLocks noChangeAspect="1"/>
          </p:cNvGraphicFramePr>
          <p:nvPr/>
        </p:nvGraphicFramePr>
        <p:xfrm>
          <a:off x="2159000" y="3643313"/>
          <a:ext cx="1917700" cy="730250"/>
        </p:xfrm>
        <a:graphic>
          <a:graphicData uri="http://schemas.openxmlformats.org/presentationml/2006/ole">
            <mc:AlternateContent xmlns:mc="http://schemas.openxmlformats.org/markup-compatibility/2006">
              <mc:Choice xmlns:v="urn:schemas-microsoft-com:vml" Requires="v">
                <p:oleObj spid="_x0000_s21509" name="公式" r:id="rId7" imgW="25603200" imgH="9753600" progId="Equation.3">
                  <p:embed/>
                </p:oleObj>
              </mc:Choice>
              <mc:Fallback>
                <p:oleObj name="公式" r:id="rId7" imgW="25603200" imgH="9753600" progId="Equation.3">
                  <p:embed/>
                  <p:pic>
                    <p:nvPicPr>
                      <p:cNvPr id="0" name="Object 47"/>
                      <p:cNvPicPr>
                        <a:picLocks noChangeAspect="1"/>
                      </p:cNvPicPr>
                      <p:nvPr/>
                    </p:nvPicPr>
                    <p:blipFill>
                      <a:blip r:embed="rId8"/>
                      <a:stretch>
                        <a:fillRect/>
                      </a:stretch>
                    </p:blipFill>
                    <p:spPr>
                      <a:xfrm>
                        <a:off x="2159000" y="3643313"/>
                        <a:ext cx="1917700" cy="730250"/>
                      </a:xfrm>
                      <a:prstGeom prst="rect">
                        <a:avLst/>
                      </a:prstGeom>
                      <a:noFill/>
                      <a:ln w="9525">
                        <a:noFill/>
                      </a:ln>
                    </p:spPr>
                  </p:pic>
                </p:oleObj>
              </mc:Fallback>
            </mc:AlternateContent>
          </a:graphicData>
        </a:graphic>
      </p:graphicFrame>
      <p:sp>
        <p:nvSpPr>
          <p:cNvPr id="85040" name="Text Box 48"/>
          <p:cNvSpPr txBox="1">
            <a:spLocks noChangeArrowheads="1"/>
          </p:cNvSpPr>
          <p:nvPr/>
        </p:nvSpPr>
        <p:spPr bwMode="auto">
          <a:xfrm>
            <a:off x="779463" y="4611688"/>
            <a:ext cx="5943600"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万有引力</a:t>
            </a:r>
            <a:r>
              <a:rPr lang="en-US" altLang="zh-CN" b="1">
                <a:solidFill>
                  <a:srgbClr val="FF6600"/>
                </a:solidFill>
                <a:latin typeface="Times New Roman" panose="02020603050405020304" pitchFamily="18" charset="0"/>
              </a:rPr>
              <a:t>F </a:t>
            </a:r>
            <a:r>
              <a:rPr lang="zh-CN" altLang="en-US" b="1" i="0">
                <a:solidFill>
                  <a:schemeClr val="bg1"/>
                </a:solidFill>
                <a:latin typeface="Times New Roman" panose="02020603050405020304" pitchFamily="18" charset="0"/>
              </a:rPr>
              <a:t>在全部路程中的功为 </a:t>
            </a:r>
            <a:endParaRPr lang="zh-CN" altLang="en-US" b="1" i="0">
              <a:solidFill>
                <a:schemeClr val="bg1"/>
              </a:solidFill>
              <a:latin typeface="Times New Roman" panose="02020603050405020304" pitchFamily="18" charset="0"/>
            </a:endParaRPr>
          </a:p>
        </p:txBody>
      </p:sp>
      <p:graphicFrame>
        <p:nvGraphicFramePr>
          <p:cNvPr id="85041" name="Object 49"/>
          <p:cNvGraphicFramePr>
            <a:graphicFrameLocks noChangeAspect="1"/>
          </p:cNvGraphicFramePr>
          <p:nvPr/>
        </p:nvGraphicFramePr>
        <p:xfrm>
          <a:off x="1466850" y="5287963"/>
          <a:ext cx="2439988" cy="730250"/>
        </p:xfrm>
        <a:graphic>
          <a:graphicData uri="http://schemas.openxmlformats.org/presentationml/2006/ole">
            <mc:AlternateContent xmlns:mc="http://schemas.openxmlformats.org/markup-compatibility/2006">
              <mc:Choice xmlns:v="urn:schemas-microsoft-com:vml" Requires="v">
                <p:oleObj spid="_x0000_s21510" name="公式" r:id="rId9" imgW="32613600" imgH="9753600" progId="Equation.3">
                  <p:embed/>
                </p:oleObj>
              </mc:Choice>
              <mc:Fallback>
                <p:oleObj name="公式" r:id="rId9" imgW="32613600" imgH="9753600" progId="Equation.3">
                  <p:embed/>
                  <p:pic>
                    <p:nvPicPr>
                      <p:cNvPr id="0" name="Object 49"/>
                      <p:cNvPicPr>
                        <a:picLocks noChangeAspect="1"/>
                      </p:cNvPicPr>
                      <p:nvPr/>
                    </p:nvPicPr>
                    <p:blipFill>
                      <a:blip r:embed="rId10"/>
                      <a:stretch>
                        <a:fillRect/>
                      </a:stretch>
                    </p:blipFill>
                    <p:spPr>
                      <a:xfrm>
                        <a:off x="1466850" y="5287963"/>
                        <a:ext cx="2439988" cy="730250"/>
                      </a:xfrm>
                      <a:prstGeom prst="rect">
                        <a:avLst/>
                      </a:prstGeom>
                      <a:noFill/>
                      <a:ln w="9525">
                        <a:noFill/>
                      </a:ln>
                    </p:spPr>
                  </p:pic>
                </p:oleObj>
              </mc:Fallback>
            </mc:AlternateContent>
          </a:graphicData>
        </a:graphic>
      </p:graphicFrame>
      <p:graphicFrame>
        <p:nvGraphicFramePr>
          <p:cNvPr id="85042" name="Object 50"/>
          <p:cNvGraphicFramePr>
            <a:graphicFrameLocks noChangeAspect="1"/>
          </p:cNvGraphicFramePr>
          <p:nvPr/>
        </p:nvGraphicFramePr>
        <p:xfrm>
          <a:off x="3989388" y="5286375"/>
          <a:ext cx="1914525" cy="798513"/>
        </p:xfrm>
        <a:graphic>
          <a:graphicData uri="http://schemas.openxmlformats.org/presentationml/2006/ole">
            <mc:AlternateContent xmlns:mc="http://schemas.openxmlformats.org/markup-compatibility/2006">
              <mc:Choice xmlns:v="urn:schemas-microsoft-com:vml" Requires="v">
                <p:oleObj spid="_x0000_s21511" name="公式" r:id="rId11" imgW="25603200" imgH="10668000" progId="Equation.3">
                  <p:embed/>
                </p:oleObj>
              </mc:Choice>
              <mc:Fallback>
                <p:oleObj name="公式" r:id="rId11" imgW="25603200" imgH="10668000" progId="Equation.3">
                  <p:embed/>
                  <p:pic>
                    <p:nvPicPr>
                      <p:cNvPr id="0" name="Object 50"/>
                      <p:cNvPicPr>
                        <a:picLocks noChangeAspect="1"/>
                      </p:cNvPicPr>
                      <p:nvPr/>
                    </p:nvPicPr>
                    <p:blipFill>
                      <a:blip r:embed="rId12"/>
                      <a:stretch>
                        <a:fillRect/>
                      </a:stretch>
                    </p:blipFill>
                    <p:spPr>
                      <a:xfrm>
                        <a:off x="3989388" y="5286375"/>
                        <a:ext cx="1914525" cy="798513"/>
                      </a:xfrm>
                      <a:prstGeom prst="rect">
                        <a:avLst/>
                      </a:prstGeom>
                      <a:noFill/>
                      <a:ln w="9525">
                        <a:noFill/>
                      </a:ln>
                    </p:spPr>
                  </p:pic>
                </p:oleObj>
              </mc:Fallback>
            </mc:AlternateContent>
          </a:graphicData>
        </a:graphic>
      </p:graphicFrame>
      <p:sp>
        <p:nvSpPr>
          <p:cNvPr id="85043" name="Text Box 51"/>
          <p:cNvSpPr txBox="1">
            <a:spLocks noChangeArrowheads="1"/>
          </p:cNvSpPr>
          <p:nvPr/>
        </p:nvSpPr>
        <p:spPr bwMode="auto">
          <a:xfrm>
            <a:off x="6011863" y="3159125"/>
            <a:ext cx="455612" cy="457200"/>
          </a:xfrm>
          <a:prstGeom prst="rect">
            <a:avLst/>
          </a:prstGeom>
          <a:noFill/>
          <a:ln w="9525">
            <a:noFill/>
            <a:miter lim="800000"/>
          </a:ln>
        </p:spPr>
        <p:txBody>
          <a:bodyPr wrap="none">
            <a:spAutoFit/>
          </a:bodyPr>
          <a:lstStyle/>
          <a:p>
            <a:pPr algn="l"/>
            <a:r>
              <a:rPr lang="en-US" altLang="zh-CN" b="1">
                <a:latin typeface="Times New Roman" panose="02020603050405020304" pitchFamily="18" charset="0"/>
              </a:rPr>
              <a:t>M</a:t>
            </a:r>
            <a:endParaRPr lang="en-US" altLang="zh-CN" b="1">
              <a:latin typeface="Times New Roman" panose="02020603050405020304" pitchFamily="18" charset="0"/>
            </a:endParaRPr>
          </a:p>
        </p:txBody>
      </p:sp>
      <p:sp>
        <p:nvSpPr>
          <p:cNvPr id="85044" name="Text Box 52"/>
          <p:cNvSpPr txBox="1">
            <a:spLocks noChangeArrowheads="1"/>
          </p:cNvSpPr>
          <p:nvPr/>
        </p:nvSpPr>
        <p:spPr bwMode="auto">
          <a:xfrm>
            <a:off x="7993063" y="3148013"/>
            <a:ext cx="549275" cy="396875"/>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a</a:t>
            </a:r>
            <a:endParaRPr lang="en-US" altLang="zh-CN" sz="2000" b="1">
              <a:solidFill>
                <a:srgbClr val="008000"/>
              </a:solidFill>
              <a:latin typeface="Times New Roman" panose="02020603050405020304" pitchFamily="18" charset="0"/>
            </a:endParaRPr>
          </a:p>
        </p:txBody>
      </p:sp>
      <p:sp>
        <p:nvSpPr>
          <p:cNvPr id="85045" name="Text Box 53"/>
          <p:cNvSpPr txBox="1">
            <a:spLocks noChangeArrowheads="1"/>
          </p:cNvSpPr>
          <p:nvPr/>
        </p:nvSpPr>
        <p:spPr bwMode="auto">
          <a:xfrm>
            <a:off x="6719888" y="1501775"/>
            <a:ext cx="687387" cy="396875"/>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b</a:t>
            </a:r>
            <a:endParaRPr lang="en-US" altLang="zh-CN" sz="2000" b="1">
              <a:solidFill>
                <a:srgbClr val="008000"/>
              </a:solidFill>
              <a:latin typeface="Times New Roman" panose="02020603050405020304" pitchFamily="18" charset="0"/>
            </a:endParaRPr>
          </a:p>
        </p:txBody>
      </p:sp>
      <p:sp>
        <p:nvSpPr>
          <p:cNvPr id="85046" name="Oval 54"/>
          <p:cNvSpPr>
            <a:spLocks noChangeAspect="1" noChangeArrowheads="1"/>
          </p:cNvSpPr>
          <p:nvPr/>
        </p:nvSpPr>
        <p:spPr bwMode="auto">
          <a:xfrm>
            <a:off x="7947025" y="3338513"/>
            <a:ext cx="115888" cy="115887"/>
          </a:xfrm>
          <a:prstGeom prst="ellipse">
            <a:avLst/>
          </a:prstGeom>
          <a:solidFill>
            <a:srgbClr val="008000"/>
          </a:solidFill>
          <a:ln w="9525">
            <a:solidFill>
              <a:srgbClr val="00CC00"/>
            </a:solidFill>
            <a:round/>
          </a:ln>
        </p:spPr>
        <p:txBody>
          <a:bodyPr wrap="none" anchor="ctr"/>
          <a:lstStyle/>
          <a:p>
            <a:endParaRPr lang="zh-CN" altLang="en-US"/>
          </a:p>
        </p:txBody>
      </p:sp>
      <p:grpSp>
        <p:nvGrpSpPr>
          <p:cNvPr id="2" name="Group 55"/>
          <p:cNvGrpSpPr/>
          <p:nvPr/>
        </p:nvGrpSpPr>
        <p:grpSpPr bwMode="auto">
          <a:xfrm>
            <a:off x="6642100" y="3397250"/>
            <a:ext cx="1358900" cy="493713"/>
            <a:chOff x="4041" y="1968"/>
            <a:chExt cx="816" cy="311"/>
          </a:xfrm>
        </p:grpSpPr>
        <p:sp>
          <p:nvSpPr>
            <p:cNvPr id="21548" name="Line 56"/>
            <p:cNvSpPr>
              <a:spLocks noChangeShapeType="1"/>
            </p:cNvSpPr>
            <p:nvPr/>
          </p:nvSpPr>
          <p:spPr bwMode="auto">
            <a:xfrm>
              <a:off x="4041" y="1968"/>
              <a:ext cx="816" cy="0"/>
            </a:xfrm>
            <a:prstGeom prst="line">
              <a:avLst/>
            </a:prstGeom>
            <a:noFill/>
            <a:ln w="28575">
              <a:solidFill>
                <a:schemeClr val="accent2"/>
              </a:solidFill>
              <a:round/>
              <a:tailEnd type="triangle" w="med" len="lg"/>
            </a:ln>
          </p:spPr>
          <p:txBody>
            <a:bodyPr/>
            <a:lstStyle/>
            <a:p>
              <a:endParaRPr lang="zh-CN" altLang="en-US"/>
            </a:p>
          </p:txBody>
        </p:sp>
        <p:graphicFrame>
          <p:nvGraphicFramePr>
            <p:cNvPr id="21522" name="Object 57"/>
            <p:cNvGraphicFramePr/>
            <p:nvPr/>
          </p:nvGraphicFramePr>
          <p:xfrm>
            <a:off x="4368" y="2016"/>
            <a:ext cx="136" cy="263"/>
          </p:xfrm>
          <a:graphic>
            <a:graphicData uri="http://schemas.openxmlformats.org/presentationml/2006/ole">
              <mc:AlternateContent xmlns:mc="http://schemas.openxmlformats.org/markup-compatibility/2006">
                <mc:Choice xmlns:v="urn:schemas-microsoft-com:vml" Requires="v">
                  <p:oleObj spid="_x0000_s21522" name="Equation" r:id="rId13" imgW="5181600" imgH="10058400" progId="Equation.3">
                    <p:embed/>
                  </p:oleObj>
                </mc:Choice>
                <mc:Fallback>
                  <p:oleObj name="Equation" r:id="rId13" imgW="5181600" imgH="10058400" progId="Equation.3">
                    <p:embed/>
                    <p:pic>
                      <p:nvPicPr>
                        <p:cNvPr id="0" name="Object 57"/>
                        <p:cNvPicPr/>
                        <p:nvPr/>
                      </p:nvPicPr>
                      <p:blipFill>
                        <a:blip r:embed="rId14"/>
                        <a:stretch>
                          <a:fillRect/>
                        </a:stretch>
                      </p:blipFill>
                      <p:spPr>
                        <a:xfrm>
                          <a:off x="4368" y="2016"/>
                          <a:ext cx="136" cy="263"/>
                        </a:xfrm>
                        <a:prstGeom prst="rect">
                          <a:avLst/>
                        </a:prstGeom>
                        <a:noFill/>
                        <a:ln w="9525">
                          <a:noFill/>
                        </a:ln>
                      </p:spPr>
                    </p:pic>
                  </p:oleObj>
                </mc:Fallback>
              </mc:AlternateContent>
            </a:graphicData>
          </a:graphic>
        </p:graphicFrame>
      </p:grpSp>
      <p:grpSp>
        <p:nvGrpSpPr>
          <p:cNvPr id="3" name="Group 58"/>
          <p:cNvGrpSpPr/>
          <p:nvPr/>
        </p:nvGrpSpPr>
        <p:grpSpPr bwMode="auto">
          <a:xfrm>
            <a:off x="6310313" y="1873250"/>
            <a:ext cx="533400" cy="1389063"/>
            <a:chOff x="3792" y="1008"/>
            <a:chExt cx="336" cy="875"/>
          </a:xfrm>
        </p:grpSpPr>
        <p:sp>
          <p:nvSpPr>
            <p:cNvPr id="21547" name="Line 59"/>
            <p:cNvSpPr>
              <a:spLocks noChangeShapeType="1"/>
            </p:cNvSpPr>
            <p:nvPr/>
          </p:nvSpPr>
          <p:spPr bwMode="auto">
            <a:xfrm flipV="1">
              <a:off x="3945" y="1008"/>
              <a:ext cx="183" cy="875"/>
            </a:xfrm>
            <a:prstGeom prst="line">
              <a:avLst/>
            </a:prstGeom>
            <a:noFill/>
            <a:ln w="28575">
              <a:solidFill>
                <a:schemeClr val="accent2"/>
              </a:solidFill>
              <a:round/>
              <a:tailEnd type="triangle" w="med" len="lg"/>
            </a:ln>
          </p:spPr>
          <p:txBody>
            <a:bodyPr/>
            <a:lstStyle/>
            <a:p>
              <a:endParaRPr lang="zh-CN" altLang="en-US"/>
            </a:p>
          </p:txBody>
        </p:sp>
        <p:graphicFrame>
          <p:nvGraphicFramePr>
            <p:cNvPr id="21521" name="Object 60"/>
            <p:cNvGraphicFramePr/>
            <p:nvPr/>
          </p:nvGraphicFramePr>
          <p:xfrm>
            <a:off x="3792" y="1344"/>
            <a:ext cx="161" cy="263"/>
          </p:xfrm>
          <a:graphic>
            <a:graphicData uri="http://schemas.openxmlformats.org/presentationml/2006/ole">
              <mc:AlternateContent xmlns:mc="http://schemas.openxmlformats.org/markup-compatibility/2006">
                <mc:Choice xmlns:v="urn:schemas-microsoft-com:vml" Requires="v">
                  <p:oleObj spid="_x0000_s21521" name="Equation" r:id="rId15" imgW="6096000" imgH="10058400" progId="Equation.3">
                    <p:embed/>
                  </p:oleObj>
                </mc:Choice>
                <mc:Fallback>
                  <p:oleObj name="Equation" r:id="rId15" imgW="6096000" imgH="10058400" progId="Equation.3">
                    <p:embed/>
                    <p:pic>
                      <p:nvPicPr>
                        <p:cNvPr id="0" name="Object 60"/>
                        <p:cNvPicPr/>
                        <p:nvPr/>
                      </p:nvPicPr>
                      <p:blipFill>
                        <a:blip r:embed="rId16"/>
                        <a:stretch>
                          <a:fillRect/>
                        </a:stretch>
                      </p:blipFill>
                      <p:spPr>
                        <a:xfrm>
                          <a:off x="3792" y="1344"/>
                          <a:ext cx="161" cy="263"/>
                        </a:xfrm>
                        <a:prstGeom prst="rect">
                          <a:avLst/>
                        </a:prstGeom>
                        <a:noFill/>
                        <a:ln w="9525">
                          <a:noFill/>
                        </a:ln>
                      </p:spPr>
                    </p:pic>
                  </p:oleObj>
                </mc:Fallback>
              </mc:AlternateContent>
            </a:graphicData>
          </a:graphic>
        </p:graphicFrame>
      </p:grpSp>
      <p:sp>
        <p:nvSpPr>
          <p:cNvPr id="85053" name="Line 61"/>
          <p:cNvSpPr>
            <a:spLocks noChangeShapeType="1"/>
          </p:cNvSpPr>
          <p:nvPr/>
        </p:nvSpPr>
        <p:spPr bwMode="auto">
          <a:xfrm flipV="1">
            <a:off x="6686550" y="2940050"/>
            <a:ext cx="1162050" cy="398463"/>
          </a:xfrm>
          <a:prstGeom prst="line">
            <a:avLst/>
          </a:prstGeom>
          <a:noFill/>
          <a:ln w="38100">
            <a:solidFill>
              <a:srgbClr val="0000FF"/>
            </a:solidFill>
            <a:round/>
            <a:tailEnd type="triangle" w="med" len="med"/>
          </a:ln>
        </p:spPr>
        <p:txBody>
          <a:bodyPr/>
          <a:lstStyle/>
          <a:p>
            <a:endParaRPr lang="zh-CN" altLang="en-US"/>
          </a:p>
        </p:txBody>
      </p:sp>
      <p:sp>
        <p:nvSpPr>
          <p:cNvPr id="85054" name="Line 62"/>
          <p:cNvSpPr>
            <a:spLocks noChangeShapeType="1"/>
          </p:cNvSpPr>
          <p:nvPr/>
        </p:nvSpPr>
        <p:spPr bwMode="auto">
          <a:xfrm flipV="1">
            <a:off x="6629400" y="2178050"/>
            <a:ext cx="1371600" cy="1143000"/>
          </a:xfrm>
          <a:prstGeom prst="line">
            <a:avLst/>
          </a:prstGeom>
          <a:noFill/>
          <a:ln w="38100">
            <a:solidFill>
              <a:srgbClr val="0000FF"/>
            </a:solidFill>
            <a:round/>
            <a:tailEnd type="triangle" w="med" len="med"/>
          </a:ln>
        </p:spPr>
        <p:txBody>
          <a:bodyPr/>
          <a:lstStyle/>
          <a:p>
            <a:endParaRPr lang="zh-CN" altLang="en-US"/>
          </a:p>
        </p:txBody>
      </p:sp>
      <p:sp>
        <p:nvSpPr>
          <p:cNvPr id="85055" name="Line 63"/>
          <p:cNvSpPr>
            <a:spLocks noChangeShapeType="1"/>
          </p:cNvSpPr>
          <p:nvPr/>
        </p:nvSpPr>
        <p:spPr bwMode="auto">
          <a:xfrm flipV="1">
            <a:off x="7848600" y="2178050"/>
            <a:ext cx="152400" cy="762000"/>
          </a:xfrm>
          <a:prstGeom prst="line">
            <a:avLst/>
          </a:prstGeom>
          <a:noFill/>
          <a:ln w="28575">
            <a:solidFill>
              <a:srgbClr val="9933FF"/>
            </a:solidFill>
            <a:round/>
            <a:tailEnd type="triangle" w="med" len="lg"/>
          </a:ln>
        </p:spPr>
        <p:txBody>
          <a:bodyPr/>
          <a:lstStyle/>
          <a:p>
            <a:endParaRPr lang="zh-CN" altLang="en-US"/>
          </a:p>
        </p:txBody>
      </p:sp>
      <p:sp>
        <p:nvSpPr>
          <p:cNvPr id="85056" name="Line 64"/>
          <p:cNvSpPr>
            <a:spLocks noChangeShapeType="1"/>
          </p:cNvSpPr>
          <p:nvPr/>
        </p:nvSpPr>
        <p:spPr bwMode="auto">
          <a:xfrm flipH="1">
            <a:off x="7362825" y="2944813"/>
            <a:ext cx="460375" cy="169862"/>
          </a:xfrm>
          <a:prstGeom prst="line">
            <a:avLst/>
          </a:prstGeom>
          <a:noFill/>
          <a:ln w="38100">
            <a:solidFill>
              <a:srgbClr val="FF0000"/>
            </a:solidFill>
            <a:round/>
            <a:tailEnd type="triangle" w="med" len="med"/>
          </a:ln>
        </p:spPr>
        <p:txBody>
          <a:bodyPr/>
          <a:lstStyle/>
          <a:p>
            <a:endParaRPr lang="zh-CN" altLang="en-US"/>
          </a:p>
        </p:txBody>
      </p:sp>
      <p:sp>
        <p:nvSpPr>
          <p:cNvPr id="85057" name="Line 65"/>
          <p:cNvSpPr>
            <a:spLocks noChangeShapeType="1"/>
          </p:cNvSpPr>
          <p:nvPr/>
        </p:nvSpPr>
        <p:spPr bwMode="auto">
          <a:xfrm flipV="1">
            <a:off x="7848600" y="2720975"/>
            <a:ext cx="461963" cy="209550"/>
          </a:xfrm>
          <a:prstGeom prst="line">
            <a:avLst/>
          </a:prstGeom>
          <a:noFill/>
          <a:ln w="28575">
            <a:solidFill>
              <a:srgbClr val="FF0066"/>
            </a:solidFill>
            <a:prstDash val="dash"/>
            <a:round/>
          </a:ln>
        </p:spPr>
        <p:txBody>
          <a:bodyPr/>
          <a:lstStyle/>
          <a:p>
            <a:endParaRPr lang="zh-CN" altLang="en-US"/>
          </a:p>
        </p:txBody>
      </p:sp>
      <p:sp>
        <p:nvSpPr>
          <p:cNvPr id="85058" name="Line 66"/>
          <p:cNvSpPr>
            <a:spLocks noChangeShapeType="1"/>
          </p:cNvSpPr>
          <p:nvPr/>
        </p:nvSpPr>
        <p:spPr bwMode="auto">
          <a:xfrm>
            <a:off x="8001000" y="2178050"/>
            <a:ext cx="285750" cy="538163"/>
          </a:xfrm>
          <a:prstGeom prst="line">
            <a:avLst/>
          </a:prstGeom>
          <a:noFill/>
          <a:ln w="28575">
            <a:solidFill>
              <a:schemeClr val="bg1"/>
            </a:solidFill>
            <a:prstDash val="dash"/>
            <a:round/>
          </a:ln>
        </p:spPr>
        <p:txBody>
          <a:bodyPr/>
          <a:lstStyle/>
          <a:p>
            <a:endParaRPr lang="zh-CN" altLang="en-US"/>
          </a:p>
        </p:txBody>
      </p:sp>
      <p:sp>
        <p:nvSpPr>
          <p:cNvPr id="85059" name="Text Box 67"/>
          <p:cNvSpPr txBox="1">
            <a:spLocks noChangeArrowheads="1"/>
          </p:cNvSpPr>
          <p:nvPr/>
        </p:nvSpPr>
        <p:spPr bwMode="auto">
          <a:xfrm>
            <a:off x="7467600" y="2911475"/>
            <a:ext cx="660400" cy="427038"/>
          </a:xfrm>
          <a:prstGeom prst="rect">
            <a:avLst/>
          </a:prstGeom>
          <a:noFill/>
          <a:ln w="9525">
            <a:noFill/>
            <a:miter lim="800000"/>
          </a:ln>
        </p:spPr>
        <p:txBody>
          <a:bodyPr>
            <a:spAutoFit/>
          </a:bodyPr>
          <a:lstStyle/>
          <a:p>
            <a:pPr algn="l"/>
            <a:r>
              <a:rPr lang="en-US" altLang="zh-CN" sz="2200" b="1">
                <a:solidFill>
                  <a:schemeClr val="bg1"/>
                </a:solidFill>
                <a:latin typeface="Times New Roman" panose="02020603050405020304" pitchFamily="18" charset="0"/>
              </a:rPr>
              <a:t>m</a:t>
            </a:r>
            <a:endParaRPr lang="en-US" altLang="zh-CN" sz="2200" b="1">
              <a:solidFill>
                <a:schemeClr val="bg1"/>
              </a:solidFill>
              <a:latin typeface="Times New Roman" panose="02020603050405020304" pitchFamily="18" charset="0"/>
            </a:endParaRPr>
          </a:p>
        </p:txBody>
      </p:sp>
      <p:graphicFrame>
        <p:nvGraphicFramePr>
          <p:cNvPr id="85060" name="Object 68"/>
          <p:cNvGraphicFramePr>
            <a:graphicFrameLocks noChangeAspect="1"/>
          </p:cNvGraphicFramePr>
          <p:nvPr/>
        </p:nvGraphicFramePr>
        <p:xfrm>
          <a:off x="7586663" y="2393950"/>
          <a:ext cx="341312" cy="298450"/>
        </p:xfrm>
        <a:graphic>
          <a:graphicData uri="http://schemas.openxmlformats.org/presentationml/2006/ole">
            <mc:AlternateContent xmlns:mc="http://schemas.openxmlformats.org/markup-compatibility/2006">
              <mc:Choice xmlns:v="urn:schemas-microsoft-com:vml" Requires="v">
                <p:oleObj spid="_x0000_s21512" name="公式" r:id="rId17" imgW="4876800" imgH="4267200" progId="Equation.3">
                  <p:embed/>
                </p:oleObj>
              </mc:Choice>
              <mc:Fallback>
                <p:oleObj name="公式" r:id="rId17" imgW="4876800" imgH="4267200" progId="Equation.3">
                  <p:embed/>
                  <p:pic>
                    <p:nvPicPr>
                      <p:cNvPr id="0" name="Object 68"/>
                      <p:cNvPicPr>
                        <a:picLocks noChangeAspect="1"/>
                      </p:cNvPicPr>
                      <p:nvPr/>
                    </p:nvPicPr>
                    <p:blipFill>
                      <a:blip r:embed="rId18"/>
                      <a:stretch>
                        <a:fillRect/>
                      </a:stretch>
                    </p:blipFill>
                    <p:spPr>
                      <a:xfrm>
                        <a:off x="7586663" y="2393950"/>
                        <a:ext cx="341312" cy="298450"/>
                      </a:xfrm>
                      <a:prstGeom prst="rect">
                        <a:avLst/>
                      </a:prstGeom>
                      <a:noFill/>
                      <a:ln w="9525">
                        <a:noFill/>
                      </a:ln>
                    </p:spPr>
                  </p:pic>
                </p:oleObj>
              </mc:Fallback>
            </mc:AlternateContent>
          </a:graphicData>
        </a:graphic>
      </p:graphicFrame>
      <p:graphicFrame>
        <p:nvGraphicFramePr>
          <p:cNvPr id="85061" name="Object 69"/>
          <p:cNvGraphicFramePr/>
          <p:nvPr/>
        </p:nvGraphicFramePr>
        <p:xfrm>
          <a:off x="7529513" y="2632075"/>
          <a:ext cx="238125" cy="301625"/>
        </p:xfrm>
        <a:graphic>
          <a:graphicData uri="http://schemas.openxmlformats.org/presentationml/2006/ole">
            <mc:AlternateContent xmlns:mc="http://schemas.openxmlformats.org/markup-compatibility/2006">
              <mc:Choice xmlns:v="urn:schemas-microsoft-com:vml" Requires="v">
                <p:oleObj spid="_x0000_s21513" name="公式" r:id="rId19" imgW="3352800" imgH="4267200" progId="Equation.3">
                  <p:embed/>
                </p:oleObj>
              </mc:Choice>
              <mc:Fallback>
                <p:oleObj name="公式" r:id="rId19" imgW="3352800" imgH="4267200" progId="Equation.3">
                  <p:embed/>
                  <p:pic>
                    <p:nvPicPr>
                      <p:cNvPr id="0" name="Object 69"/>
                      <p:cNvPicPr/>
                      <p:nvPr/>
                    </p:nvPicPr>
                    <p:blipFill>
                      <a:blip r:embed="rId20"/>
                      <a:stretch>
                        <a:fillRect/>
                      </a:stretch>
                    </p:blipFill>
                    <p:spPr>
                      <a:xfrm>
                        <a:off x="7529513" y="2632075"/>
                        <a:ext cx="238125" cy="301625"/>
                      </a:xfrm>
                      <a:prstGeom prst="rect">
                        <a:avLst/>
                      </a:prstGeom>
                      <a:noFill/>
                      <a:ln w="9525">
                        <a:noFill/>
                      </a:ln>
                    </p:spPr>
                  </p:pic>
                </p:oleObj>
              </mc:Fallback>
            </mc:AlternateContent>
          </a:graphicData>
        </a:graphic>
      </p:graphicFrame>
      <p:sp>
        <p:nvSpPr>
          <p:cNvPr id="85062" name="Rectangle 70"/>
          <p:cNvSpPr>
            <a:spLocks noChangeArrowheads="1"/>
          </p:cNvSpPr>
          <p:nvPr/>
        </p:nvSpPr>
        <p:spPr bwMode="auto">
          <a:xfrm>
            <a:off x="1123950" y="1262063"/>
            <a:ext cx="1409700" cy="457200"/>
          </a:xfrm>
          <a:prstGeom prst="rect">
            <a:avLst/>
          </a:prstGeom>
          <a:noFill/>
          <a:ln w="9525">
            <a:noFill/>
            <a:miter lim="800000"/>
          </a:ln>
        </p:spPr>
        <p:txBody>
          <a:bodyPr wrap="none">
            <a:spAutoFit/>
          </a:bodyPr>
          <a:lstStyle/>
          <a:p>
            <a:r>
              <a:rPr lang="zh-CN" altLang="en-US" b="1" i="0">
                <a:solidFill>
                  <a:schemeClr val="bg1"/>
                </a:solidFill>
                <a:latin typeface="Times New Roman" panose="02020603050405020304" pitchFamily="18" charset="0"/>
              </a:rPr>
              <a:t>在位移元</a:t>
            </a:r>
            <a:endParaRPr lang="zh-CN" altLang="en-US" b="1" i="0">
              <a:solidFill>
                <a:schemeClr val="bg1"/>
              </a:solidFill>
              <a:latin typeface="Times New Roman" panose="02020603050405020304" pitchFamily="18" charset="0"/>
            </a:endParaRPr>
          </a:p>
        </p:txBody>
      </p:sp>
      <p:graphicFrame>
        <p:nvGraphicFramePr>
          <p:cNvPr id="85063" name="Object 71"/>
          <p:cNvGraphicFramePr>
            <a:graphicFrameLocks noChangeAspect="1"/>
          </p:cNvGraphicFramePr>
          <p:nvPr/>
        </p:nvGraphicFramePr>
        <p:xfrm>
          <a:off x="881063" y="1311275"/>
          <a:ext cx="295275" cy="341313"/>
        </p:xfrm>
        <a:graphic>
          <a:graphicData uri="http://schemas.openxmlformats.org/presentationml/2006/ole">
            <mc:AlternateContent xmlns:mc="http://schemas.openxmlformats.org/markup-compatibility/2006">
              <mc:Choice xmlns:v="urn:schemas-microsoft-com:vml" Requires="v">
                <p:oleObj spid="_x0000_s21514" name="公式" r:id="rId21" imgW="3962400" imgH="4572000" progId="Equation.3">
                  <p:embed/>
                </p:oleObj>
              </mc:Choice>
              <mc:Fallback>
                <p:oleObj name="公式" r:id="rId21" imgW="3962400" imgH="4572000" progId="Equation.3">
                  <p:embed/>
                  <p:pic>
                    <p:nvPicPr>
                      <p:cNvPr id="0" name="Object 71"/>
                      <p:cNvPicPr>
                        <a:picLocks noChangeAspect="1"/>
                      </p:cNvPicPr>
                      <p:nvPr/>
                    </p:nvPicPr>
                    <p:blipFill>
                      <a:blip r:embed="rId22"/>
                      <a:stretch>
                        <a:fillRect/>
                      </a:stretch>
                    </p:blipFill>
                    <p:spPr>
                      <a:xfrm>
                        <a:off x="881063" y="1311275"/>
                        <a:ext cx="295275" cy="341313"/>
                      </a:xfrm>
                      <a:prstGeom prst="rect">
                        <a:avLst/>
                      </a:prstGeom>
                      <a:noFill/>
                      <a:ln w="9525">
                        <a:noFill/>
                      </a:ln>
                    </p:spPr>
                  </p:pic>
                </p:oleObj>
              </mc:Fallback>
            </mc:AlternateContent>
          </a:graphicData>
        </a:graphic>
      </p:graphicFrame>
      <p:graphicFrame>
        <p:nvGraphicFramePr>
          <p:cNvPr id="85064" name="Object 72"/>
          <p:cNvGraphicFramePr>
            <a:graphicFrameLocks noChangeAspect="1"/>
          </p:cNvGraphicFramePr>
          <p:nvPr/>
        </p:nvGraphicFramePr>
        <p:xfrm>
          <a:off x="2457450" y="1355725"/>
          <a:ext cx="366713" cy="320675"/>
        </p:xfrm>
        <a:graphic>
          <a:graphicData uri="http://schemas.openxmlformats.org/presentationml/2006/ole">
            <mc:AlternateContent xmlns:mc="http://schemas.openxmlformats.org/markup-compatibility/2006">
              <mc:Choice xmlns:v="urn:schemas-microsoft-com:vml" Requires="v">
                <p:oleObj spid="_x0000_s21515" name="公式" r:id="rId23" imgW="4876800" imgH="4267200" progId="Equation.3">
                  <p:embed/>
                </p:oleObj>
              </mc:Choice>
              <mc:Fallback>
                <p:oleObj name="公式" r:id="rId23" imgW="4876800" imgH="4267200" progId="Equation.3">
                  <p:embed/>
                  <p:pic>
                    <p:nvPicPr>
                      <p:cNvPr id="0" name="Object 72"/>
                      <p:cNvPicPr>
                        <a:picLocks noChangeAspect="1"/>
                      </p:cNvPicPr>
                      <p:nvPr/>
                    </p:nvPicPr>
                    <p:blipFill>
                      <a:blip r:embed="rId24"/>
                      <a:stretch>
                        <a:fillRect/>
                      </a:stretch>
                    </p:blipFill>
                    <p:spPr>
                      <a:xfrm>
                        <a:off x="2457450" y="1355725"/>
                        <a:ext cx="366713" cy="320675"/>
                      </a:xfrm>
                      <a:prstGeom prst="rect">
                        <a:avLst/>
                      </a:prstGeom>
                      <a:noFill/>
                      <a:ln w="9525">
                        <a:noFill/>
                      </a:ln>
                    </p:spPr>
                  </p:pic>
                </p:oleObj>
              </mc:Fallback>
            </mc:AlternateContent>
          </a:graphicData>
        </a:graphic>
      </p:graphicFrame>
      <p:sp>
        <p:nvSpPr>
          <p:cNvPr id="85065" name="Oval 73"/>
          <p:cNvSpPr>
            <a:spLocks noChangeAspect="1" noChangeArrowheads="1"/>
          </p:cNvSpPr>
          <p:nvPr/>
        </p:nvSpPr>
        <p:spPr bwMode="auto">
          <a:xfrm>
            <a:off x="6786563" y="1854200"/>
            <a:ext cx="115887" cy="115888"/>
          </a:xfrm>
          <a:prstGeom prst="ellipse">
            <a:avLst/>
          </a:prstGeom>
          <a:solidFill>
            <a:srgbClr val="008000"/>
          </a:solidFill>
          <a:ln w="9525">
            <a:solidFill>
              <a:srgbClr val="00CC00"/>
            </a:solidFill>
            <a:round/>
          </a:ln>
        </p:spPr>
        <p:txBody>
          <a:bodyPr wrap="none" anchor="ctr"/>
          <a:lstStyle/>
          <a:p>
            <a:endParaRPr lang="zh-CN" altLang="en-US"/>
          </a:p>
        </p:txBody>
      </p:sp>
      <p:graphicFrame>
        <p:nvGraphicFramePr>
          <p:cNvPr id="85066" name="Object 74"/>
          <p:cNvGraphicFramePr>
            <a:graphicFrameLocks noChangeAspect="1"/>
          </p:cNvGraphicFramePr>
          <p:nvPr/>
        </p:nvGraphicFramePr>
        <p:xfrm>
          <a:off x="3897313" y="1887538"/>
          <a:ext cx="1371600" cy="731837"/>
        </p:xfrm>
        <a:graphic>
          <a:graphicData uri="http://schemas.openxmlformats.org/presentationml/2006/ole">
            <mc:AlternateContent xmlns:mc="http://schemas.openxmlformats.org/markup-compatibility/2006">
              <mc:Choice xmlns:v="urn:schemas-microsoft-com:vml" Requires="v">
                <p:oleObj spid="_x0000_s21516" name="公式" r:id="rId25" imgW="18288000" imgH="9753600" progId="Equation.3">
                  <p:embed/>
                </p:oleObj>
              </mc:Choice>
              <mc:Fallback>
                <p:oleObj name="公式" r:id="rId25" imgW="18288000" imgH="9753600" progId="Equation.3">
                  <p:embed/>
                  <p:pic>
                    <p:nvPicPr>
                      <p:cNvPr id="0" name="Object 74"/>
                      <p:cNvPicPr>
                        <a:picLocks noChangeAspect="1"/>
                      </p:cNvPicPr>
                      <p:nvPr/>
                    </p:nvPicPr>
                    <p:blipFill>
                      <a:blip r:embed="rId26"/>
                      <a:stretch>
                        <a:fillRect/>
                      </a:stretch>
                    </p:blipFill>
                    <p:spPr>
                      <a:xfrm>
                        <a:off x="3897313" y="1887538"/>
                        <a:ext cx="1371600" cy="731837"/>
                      </a:xfrm>
                      <a:prstGeom prst="rect">
                        <a:avLst/>
                      </a:prstGeom>
                      <a:noFill/>
                      <a:ln w="9525">
                        <a:noFill/>
                      </a:ln>
                    </p:spPr>
                  </p:pic>
                </p:oleObj>
              </mc:Fallback>
            </mc:AlternateContent>
          </a:graphicData>
        </a:graphic>
      </p:graphicFrame>
      <p:graphicFrame>
        <p:nvGraphicFramePr>
          <p:cNvPr id="85067" name="Object 75"/>
          <p:cNvGraphicFramePr>
            <a:graphicFrameLocks noChangeAspect="1"/>
          </p:cNvGraphicFramePr>
          <p:nvPr/>
        </p:nvGraphicFramePr>
        <p:xfrm>
          <a:off x="8005763" y="2798763"/>
          <a:ext cx="346075" cy="303212"/>
        </p:xfrm>
        <a:graphic>
          <a:graphicData uri="http://schemas.openxmlformats.org/presentationml/2006/ole">
            <mc:AlternateContent xmlns:mc="http://schemas.openxmlformats.org/markup-compatibility/2006">
              <mc:Choice xmlns:v="urn:schemas-microsoft-com:vml" Requires="v">
                <p:oleObj spid="_x0000_s21517" name="公式" r:id="rId27" imgW="4876800" imgH="4267200" progId="Equation.3">
                  <p:embed/>
                </p:oleObj>
              </mc:Choice>
              <mc:Fallback>
                <p:oleObj name="公式" r:id="rId27" imgW="4876800" imgH="4267200" progId="Equation.3">
                  <p:embed/>
                  <p:pic>
                    <p:nvPicPr>
                      <p:cNvPr id="0" name="Object 75"/>
                      <p:cNvPicPr>
                        <a:picLocks noChangeAspect="1"/>
                      </p:cNvPicPr>
                      <p:nvPr/>
                    </p:nvPicPr>
                    <p:blipFill>
                      <a:blip r:embed="rId28"/>
                      <a:stretch>
                        <a:fillRect/>
                      </a:stretch>
                    </p:blipFill>
                    <p:spPr>
                      <a:xfrm>
                        <a:off x="8005763" y="2798763"/>
                        <a:ext cx="346075" cy="303212"/>
                      </a:xfrm>
                      <a:prstGeom prst="rect">
                        <a:avLst/>
                      </a:prstGeom>
                      <a:noFill/>
                      <a:ln w="9525">
                        <a:noFill/>
                      </a:ln>
                    </p:spPr>
                  </p:pic>
                </p:oleObj>
              </mc:Fallback>
            </mc:AlternateContent>
          </a:graphicData>
        </a:graphic>
      </p:graphicFrame>
      <p:sp>
        <p:nvSpPr>
          <p:cNvPr id="85068" name="Oval 76"/>
          <p:cNvSpPr>
            <a:spLocks noChangeArrowheads="1"/>
          </p:cNvSpPr>
          <p:nvPr/>
        </p:nvSpPr>
        <p:spPr bwMode="auto">
          <a:xfrm>
            <a:off x="6464300" y="3232150"/>
            <a:ext cx="228600" cy="228600"/>
          </a:xfrm>
          <a:prstGeom prst="ellipse">
            <a:avLst/>
          </a:prstGeom>
          <a:gradFill rotWithShape="1">
            <a:gsLst>
              <a:gs pos="0">
                <a:srgbClr val="99CCFF"/>
              </a:gs>
              <a:gs pos="100000">
                <a:schemeClr val="accent2"/>
              </a:gs>
            </a:gsLst>
            <a:path path="shape">
              <a:fillToRect l="50000" t="50000" r="50000" b="50000"/>
            </a:path>
          </a:gradFill>
          <a:ln w="9525">
            <a:noFill/>
            <a:round/>
          </a:ln>
        </p:spPr>
        <p:txBody>
          <a:bodyPr wrap="none" anchor="ctr"/>
          <a:lstStyle/>
          <a:p>
            <a:endParaRPr lang="zh-CN" altLang="en-US"/>
          </a:p>
        </p:txBody>
      </p:sp>
      <p:sp>
        <p:nvSpPr>
          <p:cNvPr id="85069" name="Arc 77"/>
          <p:cNvSpPr/>
          <p:nvPr/>
        </p:nvSpPr>
        <p:spPr bwMode="auto">
          <a:xfrm rot="7262018">
            <a:off x="7728744" y="2743994"/>
            <a:ext cx="339725" cy="385763"/>
          </a:xfrm>
          <a:custGeom>
            <a:avLst/>
            <a:gdLst>
              <a:gd name="T0" fmla="*/ 2147483647 w 18079"/>
              <a:gd name="T1" fmla="*/ 2127973666 h 21600"/>
              <a:gd name="T2" fmla="*/ 0 w 18079"/>
              <a:gd name="T3" fmla="*/ 1778112469 h 21600"/>
              <a:gd name="T4" fmla="*/ 1582492823 w 18079"/>
              <a:gd name="T5" fmla="*/ 0 h 21600"/>
              <a:gd name="T6" fmla="*/ 0 60000 65536"/>
              <a:gd name="T7" fmla="*/ 0 60000 65536"/>
              <a:gd name="T8" fmla="*/ 0 60000 65536"/>
              <a:gd name="T9" fmla="*/ 0 w 18079"/>
              <a:gd name="T10" fmla="*/ 0 h 21600"/>
              <a:gd name="T11" fmla="*/ 18079 w 18079"/>
              <a:gd name="T12" fmla="*/ 21600 h 21600"/>
            </a:gdLst>
            <a:ahLst/>
            <a:cxnLst>
              <a:cxn ang="T6">
                <a:pos x="T0" y="T1"/>
              </a:cxn>
              <a:cxn ang="T7">
                <a:pos x="T2" y="T3"/>
              </a:cxn>
              <a:cxn ang="T8">
                <a:pos x="T4" y="T5"/>
              </a:cxn>
            </a:cxnLst>
            <a:rect l="T9" t="T10" r="T11" b="T12"/>
            <a:pathLst>
              <a:path w="18079" h="21600" fill="none" extrusionOk="0">
                <a:moveTo>
                  <a:pt x="18079" y="20917"/>
                </a:moveTo>
                <a:cubicBezTo>
                  <a:pt x="16319" y="21370"/>
                  <a:pt x="14509" y="21599"/>
                  <a:pt x="12692" y="21600"/>
                </a:cubicBezTo>
                <a:cubicBezTo>
                  <a:pt x="8132" y="21600"/>
                  <a:pt x="3689" y="20157"/>
                  <a:pt x="0" y="17477"/>
                </a:cubicBezTo>
              </a:path>
              <a:path w="18079" h="21600" stroke="0" extrusionOk="0">
                <a:moveTo>
                  <a:pt x="18079" y="20917"/>
                </a:moveTo>
                <a:cubicBezTo>
                  <a:pt x="16319" y="21370"/>
                  <a:pt x="14509" y="21599"/>
                  <a:pt x="12692" y="21600"/>
                </a:cubicBezTo>
                <a:cubicBezTo>
                  <a:pt x="8132" y="21600"/>
                  <a:pt x="3689" y="20157"/>
                  <a:pt x="0" y="17477"/>
                </a:cubicBezTo>
                <a:lnTo>
                  <a:pt x="12692" y="0"/>
                </a:lnTo>
                <a:close/>
              </a:path>
            </a:pathLst>
          </a:custGeom>
          <a:noFill/>
          <a:ln w="28575">
            <a:solidFill>
              <a:srgbClr val="00CC00"/>
            </a:solidFill>
            <a:round/>
          </a:ln>
        </p:spPr>
        <p:txBody>
          <a:bodyPr wrap="none" anchor="ctr"/>
          <a:lstStyle/>
          <a:p>
            <a:endParaRPr lang="zh-CN" altLang="en-US"/>
          </a:p>
        </p:txBody>
      </p:sp>
      <p:sp>
        <p:nvSpPr>
          <p:cNvPr id="85070" name="Oval 78"/>
          <p:cNvSpPr>
            <a:spLocks noChangeAspect="1" noChangeArrowheads="1"/>
          </p:cNvSpPr>
          <p:nvPr/>
        </p:nvSpPr>
        <p:spPr bwMode="auto">
          <a:xfrm>
            <a:off x="7820025" y="2898775"/>
            <a:ext cx="115888" cy="115888"/>
          </a:xfrm>
          <a:prstGeom prst="ellipse">
            <a:avLst/>
          </a:prstGeom>
          <a:solidFill>
            <a:srgbClr val="008000"/>
          </a:solidFill>
          <a:ln w="9525">
            <a:solidFill>
              <a:schemeClr val="accent2"/>
            </a:solidFill>
            <a:round/>
          </a:ln>
        </p:spPr>
        <p:txBody>
          <a:bodyPr wrap="none" anchor="ctr"/>
          <a:lstStyle/>
          <a:p>
            <a:endParaRPr lang="zh-CN" altLang="en-US"/>
          </a:p>
        </p:txBody>
      </p:sp>
      <p:sp>
        <p:nvSpPr>
          <p:cNvPr id="85071" name="Text Box 79"/>
          <p:cNvSpPr txBox="1">
            <a:spLocks noChangeArrowheads="1"/>
          </p:cNvSpPr>
          <p:nvPr/>
        </p:nvSpPr>
        <p:spPr bwMode="auto">
          <a:xfrm>
            <a:off x="6327775" y="3422650"/>
            <a:ext cx="809625" cy="457200"/>
          </a:xfrm>
          <a:prstGeom prst="rect">
            <a:avLst/>
          </a:prstGeom>
          <a:noFill/>
          <a:ln w="9525">
            <a:noFill/>
            <a:miter lim="800000"/>
          </a:ln>
        </p:spPr>
        <p:txBody>
          <a:bodyPr>
            <a:spAutoFit/>
          </a:bodyPr>
          <a:lstStyle/>
          <a:p>
            <a:pPr algn="l"/>
            <a:r>
              <a:rPr lang="en-US" altLang="zh-CN" b="1">
                <a:solidFill>
                  <a:srgbClr val="0000FF"/>
                </a:solidFill>
                <a:latin typeface="Times New Roman" panose="02020603050405020304" pitchFamily="18" charset="0"/>
              </a:rPr>
              <a:t>O</a:t>
            </a:r>
            <a:endParaRPr lang="en-US" altLang="zh-CN" b="1">
              <a:solidFill>
                <a:srgbClr val="0000FF"/>
              </a:solidFill>
              <a:latin typeface="Times New Roman" panose="02020603050405020304" pitchFamily="18" charset="0"/>
            </a:endParaRPr>
          </a:p>
        </p:txBody>
      </p:sp>
      <p:sp>
        <p:nvSpPr>
          <p:cNvPr id="85072" name="Text Box 80"/>
          <p:cNvSpPr txBox="1">
            <a:spLocks noChangeArrowheads="1"/>
          </p:cNvSpPr>
          <p:nvPr/>
        </p:nvSpPr>
        <p:spPr bwMode="auto">
          <a:xfrm>
            <a:off x="7812088" y="2881313"/>
            <a:ext cx="549275" cy="396875"/>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c</a:t>
            </a:r>
            <a:endParaRPr lang="en-US" altLang="zh-CN" sz="2000" b="1">
              <a:solidFill>
                <a:srgbClr val="008000"/>
              </a:solidFill>
              <a:latin typeface="Times New Roman" panose="02020603050405020304" pitchFamily="18" charset="0"/>
            </a:endParaRPr>
          </a:p>
        </p:txBody>
      </p:sp>
      <p:graphicFrame>
        <p:nvGraphicFramePr>
          <p:cNvPr id="85073" name="Object 81"/>
          <p:cNvGraphicFramePr>
            <a:graphicFrameLocks noChangeAspect="1"/>
          </p:cNvGraphicFramePr>
          <p:nvPr/>
        </p:nvGraphicFramePr>
        <p:xfrm>
          <a:off x="3671888" y="2814638"/>
          <a:ext cx="1420812" cy="434975"/>
        </p:xfrm>
        <a:graphic>
          <a:graphicData uri="http://schemas.openxmlformats.org/presentationml/2006/ole">
            <mc:AlternateContent xmlns:mc="http://schemas.openxmlformats.org/markup-compatibility/2006">
              <mc:Choice xmlns:v="urn:schemas-microsoft-com:vml" Requires="v">
                <p:oleObj spid="_x0000_s21518" name="公式" r:id="rId29" imgW="18897600" imgH="5791200" progId="Equation.3">
                  <p:embed/>
                </p:oleObj>
              </mc:Choice>
              <mc:Fallback>
                <p:oleObj name="公式" r:id="rId29" imgW="18897600" imgH="5791200" progId="Equation.3">
                  <p:embed/>
                  <p:pic>
                    <p:nvPicPr>
                      <p:cNvPr id="0" name="Object 81"/>
                      <p:cNvPicPr>
                        <a:picLocks noChangeAspect="1"/>
                      </p:cNvPicPr>
                      <p:nvPr/>
                    </p:nvPicPr>
                    <p:blipFill>
                      <a:blip r:embed="rId30"/>
                      <a:stretch>
                        <a:fillRect/>
                      </a:stretch>
                    </p:blipFill>
                    <p:spPr>
                      <a:xfrm>
                        <a:off x="3671888" y="2814638"/>
                        <a:ext cx="1420812" cy="434975"/>
                      </a:xfrm>
                      <a:prstGeom prst="rect">
                        <a:avLst/>
                      </a:prstGeom>
                      <a:noFill/>
                      <a:ln w="9525">
                        <a:noFill/>
                      </a:ln>
                    </p:spPr>
                  </p:pic>
                </p:oleObj>
              </mc:Fallback>
            </mc:AlternateContent>
          </a:graphicData>
        </a:graphic>
      </p:graphicFrame>
      <p:graphicFrame>
        <p:nvGraphicFramePr>
          <p:cNvPr id="85074" name="Object 82"/>
          <p:cNvGraphicFramePr>
            <a:graphicFrameLocks noChangeAspect="1"/>
          </p:cNvGraphicFramePr>
          <p:nvPr/>
        </p:nvGraphicFramePr>
        <p:xfrm>
          <a:off x="7191375" y="3114675"/>
          <a:ext cx="215900" cy="280988"/>
        </p:xfrm>
        <a:graphic>
          <a:graphicData uri="http://schemas.openxmlformats.org/presentationml/2006/ole">
            <mc:AlternateContent xmlns:mc="http://schemas.openxmlformats.org/markup-compatibility/2006">
              <mc:Choice xmlns:v="urn:schemas-microsoft-com:vml" Requires="v">
                <p:oleObj spid="_x0000_s21519" name="公式" r:id="rId31" imgW="3048000" imgH="3962400" progId="Equation.3">
                  <p:embed/>
                </p:oleObj>
              </mc:Choice>
              <mc:Fallback>
                <p:oleObj name="公式" r:id="rId31" imgW="3048000" imgH="3962400" progId="Equation.3">
                  <p:embed/>
                  <p:pic>
                    <p:nvPicPr>
                      <p:cNvPr id="0" name="Object 82"/>
                      <p:cNvPicPr>
                        <a:picLocks noChangeAspect="1"/>
                      </p:cNvPicPr>
                      <p:nvPr/>
                    </p:nvPicPr>
                    <p:blipFill>
                      <a:blip r:embed="rId32"/>
                      <a:stretch>
                        <a:fillRect/>
                      </a:stretch>
                    </p:blipFill>
                    <p:spPr>
                      <a:xfrm>
                        <a:off x="7191375" y="3114675"/>
                        <a:ext cx="215900" cy="280988"/>
                      </a:xfrm>
                      <a:prstGeom prst="rect">
                        <a:avLst/>
                      </a:prstGeom>
                      <a:noFill/>
                      <a:ln w="9525">
                        <a:noFill/>
                      </a:ln>
                    </p:spPr>
                  </p:pic>
                </p:oleObj>
              </mc:Fallback>
            </mc:AlternateContent>
          </a:graphicData>
        </a:graphic>
      </p:graphicFrame>
      <p:graphicFrame>
        <p:nvGraphicFramePr>
          <p:cNvPr id="85075" name="Object 83"/>
          <p:cNvGraphicFramePr>
            <a:graphicFrameLocks noChangeAspect="1"/>
          </p:cNvGraphicFramePr>
          <p:nvPr/>
        </p:nvGraphicFramePr>
        <p:xfrm>
          <a:off x="6894513" y="2327275"/>
          <a:ext cx="709612" cy="292100"/>
        </p:xfrm>
        <a:graphic>
          <a:graphicData uri="http://schemas.openxmlformats.org/presentationml/2006/ole">
            <mc:AlternateContent xmlns:mc="http://schemas.openxmlformats.org/markup-compatibility/2006">
              <mc:Choice xmlns:v="urn:schemas-microsoft-com:vml" Requires="v">
                <p:oleObj spid="_x0000_s21520" name="公式" r:id="rId33" imgW="10363200" imgH="4267200" progId="Equation.3">
                  <p:embed/>
                </p:oleObj>
              </mc:Choice>
              <mc:Fallback>
                <p:oleObj name="公式" r:id="rId33" imgW="10363200" imgH="4267200" progId="Equation.3">
                  <p:embed/>
                  <p:pic>
                    <p:nvPicPr>
                      <p:cNvPr id="0" name="Object 83"/>
                      <p:cNvPicPr>
                        <a:picLocks noChangeAspect="1"/>
                      </p:cNvPicPr>
                      <p:nvPr/>
                    </p:nvPicPr>
                    <p:blipFill>
                      <a:blip r:embed="rId34"/>
                      <a:stretch>
                        <a:fillRect/>
                      </a:stretch>
                    </p:blipFill>
                    <p:spPr>
                      <a:xfrm>
                        <a:off x="6894513" y="2327275"/>
                        <a:ext cx="709612" cy="29210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4996"/>
                                        </p:tgtEl>
                                        <p:attrNameLst>
                                          <p:attrName>style.visibility</p:attrName>
                                        </p:attrNameLst>
                                      </p:cBhvr>
                                      <p:to>
                                        <p:strVal val="visible"/>
                                      </p:to>
                                    </p:set>
                                    <p:animEffect transition="in" filter="wipe(left)">
                                      <p:cBhvr>
                                        <p:cTn id="7" dur="500"/>
                                        <p:tgtEl>
                                          <p:spTgt spid="8499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85068"/>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850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50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85035"/>
                                        </p:tgtEl>
                                        <p:attrNameLst>
                                          <p:attrName>style.visibility</p:attrName>
                                        </p:attrNameLst>
                                      </p:cBhvr>
                                      <p:to>
                                        <p:strVal val="visible"/>
                                      </p:to>
                                    </p:set>
                                    <p:animEffect transition="in" filter="wipe(down)">
                                      <p:cBhvr>
                                        <p:cTn id="23" dur="500"/>
                                        <p:tgtEl>
                                          <p:spTgt spid="85035"/>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499"/>
                                          </p:stCondLst>
                                        </p:cTn>
                                        <p:tgtEl>
                                          <p:spTgt spid="85046"/>
                                        </p:tgtEl>
                                        <p:attrNameLst>
                                          <p:attrName>style.visibility</p:attrName>
                                        </p:attrNameLst>
                                      </p:cBhvr>
                                      <p:to>
                                        <p:strVal val="visible"/>
                                      </p:to>
                                    </p:se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499"/>
                                          </p:stCondLst>
                                        </p:cTn>
                                        <p:tgtEl>
                                          <p:spTgt spid="85044"/>
                                        </p:tgtEl>
                                        <p:attrNameLst>
                                          <p:attrName>style.visibility</p:attrName>
                                        </p:attrNameLst>
                                      </p:cBhvr>
                                      <p:to>
                                        <p:strVal val="visible"/>
                                      </p:to>
                                    </p:set>
                                  </p:childTnLst>
                                </p:cTn>
                              </p:par>
                            </p:childTnLst>
                          </p:cTn>
                        </p:par>
                        <p:par>
                          <p:cTn id="30" fill="hold">
                            <p:stCondLst>
                              <p:cond delay="1500"/>
                            </p:stCondLst>
                            <p:childTnLst>
                              <p:par>
                                <p:cTn id="31" presetID="1" presetClass="entr" presetSubtype="0" fill="hold" grpId="0" nodeType="afterEffect">
                                  <p:stCondLst>
                                    <p:cond delay="0"/>
                                  </p:stCondLst>
                                  <p:childTnLst>
                                    <p:set>
                                      <p:cBhvr>
                                        <p:cTn id="32" dur="1" fill="hold">
                                          <p:stCondLst>
                                            <p:cond delay="499"/>
                                          </p:stCondLst>
                                        </p:cTn>
                                        <p:tgtEl>
                                          <p:spTgt spid="85065"/>
                                        </p:tgtEl>
                                        <p:attrNameLst>
                                          <p:attrName>style.visibility</p:attrName>
                                        </p:attrNameLst>
                                      </p:cBhvr>
                                      <p:to>
                                        <p:strVal val="visible"/>
                                      </p:to>
                                    </p:set>
                                  </p:childTnLst>
                                </p:cTn>
                              </p:par>
                            </p:childTnLst>
                          </p:cTn>
                        </p:par>
                        <p:par>
                          <p:cTn id="33" fill="hold">
                            <p:stCondLst>
                              <p:cond delay="2000"/>
                            </p:stCondLst>
                            <p:childTnLst>
                              <p:par>
                                <p:cTn id="34" presetID="1" presetClass="entr" presetSubtype="0" fill="hold" grpId="0" nodeType="afterEffect">
                                  <p:stCondLst>
                                    <p:cond delay="0"/>
                                  </p:stCondLst>
                                  <p:childTnLst>
                                    <p:set>
                                      <p:cBhvr>
                                        <p:cTn id="35" dur="1" fill="hold">
                                          <p:stCondLst>
                                            <p:cond delay="499"/>
                                          </p:stCondLst>
                                        </p:cTn>
                                        <p:tgtEl>
                                          <p:spTgt spid="8504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down)">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85070"/>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grpId="0" nodeType="afterEffect">
                                  <p:stCondLst>
                                    <p:cond delay="0"/>
                                  </p:stCondLst>
                                  <p:childTnLst>
                                    <p:set>
                                      <p:cBhvr>
                                        <p:cTn id="52" dur="1" fill="hold">
                                          <p:stCondLst>
                                            <p:cond delay="499"/>
                                          </p:stCondLst>
                                        </p:cTn>
                                        <p:tgtEl>
                                          <p:spTgt spid="8505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499"/>
                                          </p:stCondLst>
                                        </p:cTn>
                                        <p:tgtEl>
                                          <p:spTgt spid="8507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5053"/>
                                        </p:tgtEl>
                                        <p:attrNameLst>
                                          <p:attrName>style.visibility</p:attrName>
                                        </p:attrNameLst>
                                      </p:cBhvr>
                                      <p:to>
                                        <p:strVal val="visible"/>
                                      </p:to>
                                    </p:set>
                                    <p:animEffect transition="in" filter="wipe(left)">
                                      <p:cBhvr>
                                        <p:cTn id="61" dur="500"/>
                                        <p:tgtEl>
                                          <p:spTgt spid="85053"/>
                                        </p:tgtEl>
                                      </p:cBhvr>
                                    </p:animEffect>
                                  </p:childTnLst>
                                </p:cTn>
                              </p:par>
                            </p:childTnLst>
                          </p:cTn>
                        </p:par>
                        <p:par>
                          <p:cTn id="62" fill="hold">
                            <p:stCondLst>
                              <p:cond delay="500"/>
                            </p:stCondLst>
                            <p:childTnLst>
                              <p:par>
                                <p:cTn id="63" presetID="22" presetClass="entr" presetSubtype="8" fill="hold" nodeType="afterEffect">
                                  <p:stCondLst>
                                    <p:cond delay="0"/>
                                  </p:stCondLst>
                                  <p:childTnLst>
                                    <p:set>
                                      <p:cBhvr>
                                        <p:cTn id="64" dur="1" fill="hold">
                                          <p:stCondLst>
                                            <p:cond delay="0"/>
                                          </p:stCondLst>
                                        </p:cTn>
                                        <p:tgtEl>
                                          <p:spTgt spid="85074"/>
                                        </p:tgtEl>
                                        <p:attrNameLst>
                                          <p:attrName>style.visibility</p:attrName>
                                        </p:attrNameLst>
                                      </p:cBhvr>
                                      <p:to>
                                        <p:strVal val="visible"/>
                                      </p:to>
                                    </p:set>
                                    <p:animEffect transition="in" filter="wipe(left)">
                                      <p:cBhvr>
                                        <p:cTn id="65" dur="500"/>
                                        <p:tgtEl>
                                          <p:spTgt spid="85074"/>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85054"/>
                                        </p:tgtEl>
                                        <p:attrNameLst>
                                          <p:attrName>style.visibility</p:attrName>
                                        </p:attrNameLst>
                                      </p:cBhvr>
                                      <p:to>
                                        <p:strVal val="visible"/>
                                      </p:to>
                                    </p:set>
                                    <p:animEffect transition="in" filter="wipe(left)">
                                      <p:cBhvr>
                                        <p:cTn id="70" dur="500"/>
                                        <p:tgtEl>
                                          <p:spTgt spid="85054"/>
                                        </p:tgtEl>
                                      </p:cBhvr>
                                    </p:animEffect>
                                  </p:childTnLst>
                                </p:cTn>
                              </p:par>
                            </p:childTnLst>
                          </p:cTn>
                        </p:par>
                        <p:par>
                          <p:cTn id="71" fill="hold">
                            <p:stCondLst>
                              <p:cond delay="500"/>
                            </p:stCondLst>
                            <p:childTnLst>
                              <p:par>
                                <p:cTn id="72" presetID="22" presetClass="entr" presetSubtype="8" fill="hold" nodeType="afterEffect">
                                  <p:stCondLst>
                                    <p:cond delay="0"/>
                                  </p:stCondLst>
                                  <p:childTnLst>
                                    <p:set>
                                      <p:cBhvr>
                                        <p:cTn id="73" dur="1" fill="hold">
                                          <p:stCondLst>
                                            <p:cond delay="0"/>
                                          </p:stCondLst>
                                        </p:cTn>
                                        <p:tgtEl>
                                          <p:spTgt spid="85075"/>
                                        </p:tgtEl>
                                        <p:attrNameLst>
                                          <p:attrName>style.visibility</p:attrName>
                                        </p:attrNameLst>
                                      </p:cBhvr>
                                      <p:to>
                                        <p:strVal val="visible"/>
                                      </p:to>
                                    </p:set>
                                    <p:animEffect transition="in" filter="wipe(left)">
                                      <p:cBhvr>
                                        <p:cTn id="74" dur="500"/>
                                        <p:tgtEl>
                                          <p:spTgt spid="8507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85055"/>
                                        </p:tgtEl>
                                        <p:attrNameLst>
                                          <p:attrName>style.visibility</p:attrName>
                                        </p:attrNameLst>
                                      </p:cBhvr>
                                      <p:to>
                                        <p:strVal val="visible"/>
                                      </p:to>
                                    </p:set>
                                    <p:animEffect transition="in" filter="wipe(down)">
                                      <p:cBhvr>
                                        <p:cTn id="79" dur="500"/>
                                        <p:tgtEl>
                                          <p:spTgt spid="85055"/>
                                        </p:tgtEl>
                                      </p:cBhvr>
                                    </p:animEffect>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499"/>
                                          </p:stCondLst>
                                        </p:cTn>
                                        <p:tgtEl>
                                          <p:spTgt spid="8506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grpId="0" nodeType="clickEffect">
                                  <p:stCondLst>
                                    <p:cond delay="0"/>
                                  </p:stCondLst>
                                  <p:childTnLst>
                                    <p:set>
                                      <p:cBhvr>
                                        <p:cTn id="86" dur="1" fill="hold">
                                          <p:stCondLst>
                                            <p:cond delay="0"/>
                                          </p:stCondLst>
                                        </p:cTn>
                                        <p:tgtEl>
                                          <p:spTgt spid="85056"/>
                                        </p:tgtEl>
                                        <p:attrNameLst>
                                          <p:attrName>style.visibility</p:attrName>
                                        </p:attrNameLst>
                                      </p:cBhvr>
                                      <p:to>
                                        <p:strVal val="visible"/>
                                      </p:to>
                                    </p:set>
                                    <p:animEffect transition="in" filter="wipe(right)">
                                      <p:cBhvr>
                                        <p:cTn id="87" dur="500"/>
                                        <p:tgtEl>
                                          <p:spTgt spid="85056"/>
                                        </p:tgtEl>
                                      </p:cBhvr>
                                    </p:animEffect>
                                  </p:childTnLst>
                                </p:cTn>
                              </p:par>
                            </p:childTnLst>
                          </p:cTn>
                        </p:par>
                        <p:par>
                          <p:cTn id="88" fill="hold">
                            <p:stCondLst>
                              <p:cond delay="500"/>
                            </p:stCondLst>
                            <p:childTnLst>
                              <p:par>
                                <p:cTn id="89" presetID="1" presetClass="entr" presetSubtype="0" fill="hold" nodeType="afterEffect">
                                  <p:stCondLst>
                                    <p:cond delay="0"/>
                                  </p:stCondLst>
                                  <p:childTnLst>
                                    <p:set>
                                      <p:cBhvr>
                                        <p:cTn id="90" dur="1" fill="hold">
                                          <p:stCondLst>
                                            <p:cond delay="499"/>
                                          </p:stCondLst>
                                        </p:cTn>
                                        <p:tgtEl>
                                          <p:spTgt spid="85034"/>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5069"/>
                                        </p:tgtEl>
                                        <p:attrNameLst>
                                          <p:attrName>style.visibility</p:attrName>
                                        </p:attrNameLst>
                                      </p:cBhvr>
                                      <p:to>
                                        <p:strVal val="visible"/>
                                      </p:to>
                                    </p:set>
                                  </p:childTnLst>
                                </p:cTn>
                              </p:par>
                            </p:childTnLst>
                          </p:cTn>
                        </p:par>
                        <p:par>
                          <p:cTn id="95" fill="hold">
                            <p:stCondLst>
                              <p:cond delay="0"/>
                            </p:stCondLst>
                            <p:childTnLst>
                              <p:par>
                                <p:cTn id="96" presetID="1" presetClass="entr" presetSubtype="0" fill="hold" nodeType="afterEffect">
                                  <p:stCondLst>
                                    <p:cond delay="0"/>
                                  </p:stCondLst>
                                  <p:childTnLst>
                                    <p:set>
                                      <p:cBhvr>
                                        <p:cTn id="97" dur="1" fill="hold">
                                          <p:stCondLst>
                                            <p:cond delay="499"/>
                                          </p:stCondLst>
                                        </p:cTn>
                                        <p:tgtEl>
                                          <p:spTgt spid="85061"/>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85063"/>
                                        </p:tgtEl>
                                        <p:attrNameLst>
                                          <p:attrName>style.visibility</p:attrName>
                                        </p:attrNameLst>
                                      </p:cBhvr>
                                      <p:to>
                                        <p:strVal val="visible"/>
                                      </p:to>
                                    </p:set>
                                    <p:animEffect transition="in" filter="wipe(left)">
                                      <p:cBhvr>
                                        <p:cTn id="102" dur="500"/>
                                        <p:tgtEl>
                                          <p:spTgt spid="85063"/>
                                        </p:tgtEl>
                                      </p:cBhvr>
                                    </p:animEffect>
                                  </p:childTnLst>
                                </p:cTn>
                              </p:par>
                            </p:childTnLst>
                          </p:cTn>
                        </p:par>
                        <p:par>
                          <p:cTn id="103" fill="hold">
                            <p:stCondLst>
                              <p:cond delay="500"/>
                            </p:stCondLst>
                            <p:childTnLst>
                              <p:par>
                                <p:cTn id="104" presetID="22" presetClass="entr" presetSubtype="8" fill="hold" grpId="0" nodeType="afterEffect">
                                  <p:stCondLst>
                                    <p:cond delay="0"/>
                                  </p:stCondLst>
                                  <p:childTnLst>
                                    <p:set>
                                      <p:cBhvr>
                                        <p:cTn id="105" dur="1" fill="hold">
                                          <p:stCondLst>
                                            <p:cond delay="0"/>
                                          </p:stCondLst>
                                        </p:cTn>
                                        <p:tgtEl>
                                          <p:spTgt spid="85062"/>
                                        </p:tgtEl>
                                        <p:attrNameLst>
                                          <p:attrName>style.visibility</p:attrName>
                                        </p:attrNameLst>
                                      </p:cBhvr>
                                      <p:to>
                                        <p:strVal val="visible"/>
                                      </p:to>
                                    </p:set>
                                    <p:animEffect transition="in" filter="wipe(left)">
                                      <p:cBhvr>
                                        <p:cTn id="106" dur="500"/>
                                        <p:tgtEl>
                                          <p:spTgt spid="85062"/>
                                        </p:tgtEl>
                                      </p:cBhvr>
                                    </p:animEffect>
                                  </p:childTnLst>
                                </p:cTn>
                              </p:par>
                            </p:childTnLst>
                          </p:cTn>
                        </p:par>
                        <p:par>
                          <p:cTn id="107" fill="hold">
                            <p:stCondLst>
                              <p:cond delay="1000"/>
                            </p:stCondLst>
                            <p:childTnLst>
                              <p:par>
                                <p:cTn id="108" presetID="22" presetClass="entr" presetSubtype="8" fill="hold" nodeType="afterEffect">
                                  <p:stCondLst>
                                    <p:cond delay="0"/>
                                  </p:stCondLst>
                                  <p:childTnLst>
                                    <p:set>
                                      <p:cBhvr>
                                        <p:cTn id="109" dur="1" fill="hold">
                                          <p:stCondLst>
                                            <p:cond delay="0"/>
                                          </p:stCondLst>
                                        </p:cTn>
                                        <p:tgtEl>
                                          <p:spTgt spid="85064"/>
                                        </p:tgtEl>
                                        <p:attrNameLst>
                                          <p:attrName>style.visibility</p:attrName>
                                        </p:attrNameLst>
                                      </p:cBhvr>
                                      <p:to>
                                        <p:strVal val="visible"/>
                                      </p:to>
                                    </p:set>
                                    <p:animEffect transition="in" filter="wipe(left)">
                                      <p:cBhvr>
                                        <p:cTn id="110" dur="500"/>
                                        <p:tgtEl>
                                          <p:spTgt spid="85064"/>
                                        </p:tgtEl>
                                      </p:cBhvr>
                                    </p:animEffect>
                                  </p:childTnLst>
                                </p:cTn>
                              </p:par>
                            </p:childTnLst>
                          </p:cTn>
                        </p:par>
                        <p:par>
                          <p:cTn id="111" fill="hold">
                            <p:stCondLst>
                              <p:cond delay="1500"/>
                            </p:stCondLst>
                            <p:childTnLst>
                              <p:par>
                                <p:cTn id="112" presetID="22" presetClass="entr" presetSubtype="8" fill="hold" grpId="0" nodeType="afterEffect">
                                  <p:stCondLst>
                                    <p:cond delay="0"/>
                                  </p:stCondLst>
                                  <p:childTnLst>
                                    <p:set>
                                      <p:cBhvr>
                                        <p:cTn id="113" dur="1" fill="hold">
                                          <p:stCondLst>
                                            <p:cond delay="0"/>
                                          </p:stCondLst>
                                        </p:cTn>
                                        <p:tgtEl>
                                          <p:spTgt spid="85036"/>
                                        </p:tgtEl>
                                        <p:attrNameLst>
                                          <p:attrName>style.visibility</p:attrName>
                                        </p:attrNameLst>
                                      </p:cBhvr>
                                      <p:to>
                                        <p:strVal val="visible"/>
                                      </p:to>
                                    </p:set>
                                    <p:animEffect transition="in" filter="wipe(left)">
                                      <p:cBhvr>
                                        <p:cTn id="114" dur="500"/>
                                        <p:tgtEl>
                                          <p:spTgt spid="85036"/>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85037"/>
                                        </p:tgtEl>
                                        <p:attrNameLst>
                                          <p:attrName>style.visibility</p:attrName>
                                        </p:attrNameLst>
                                      </p:cBhvr>
                                      <p:to>
                                        <p:strVal val="visible"/>
                                      </p:to>
                                    </p:set>
                                    <p:animEffect transition="in" filter="wipe(left)">
                                      <p:cBhvr>
                                        <p:cTn id="119" dur="500"/>
                                        <p:tgtEl>
                                          <p:spTgt spid="85037"/>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85066"/>
                                        </p:tgtEl>
                                        <p:attrNameLst>
                                          <p:attrName>style.visibility</p:attrName>
                                        </p:attrNameLst>
                                      </p:cBhvr>
                                      <p:to>
                                        <p:strVal val="visible"/>
                                      </p:to>
                                    </p:set>
                                    <p:animEffect transition="in" filter="wipe(left)">
                                      <p:cBhvr>
                                        <p:cTn id="124" dur="500"/>
                                        <p:tgtEl>
                                          <p:spTgt spid="85066"/>
                                        </p:tgtEl>
                                      </p:cBhvr>
                                    </p:animEffect>
                                  </p:childTnLst>
                                </p:cTn>
                              </p:par>
                            </p:childTnLst>
                          </p:cTn>
                        </p:par>
                      </p:childTnLst>
                    </p:cTn>
                  </p:par>
                  <p:par>
                    <p:cTn id="125" fill="hold">
                      <p:stCondLst>
                        <p:cond delay="indefinite"/>
                      </p:stCondLst>
                      <p:childTnLst>
                        <p:par>
                          <p:cTn id="126" fill="hold">
                            <p:stCondLst>
                              <p:cond delay="0"/>
                            </p:stCondLst>
                            <p:childTnLst>
                              <p:par>
                                <p:cTn id="127" presetID="12" presetClass="entr" presetSubtype="1" fill="hold" grpId="0" nodeType="clickEffect">
                                  <p:stCondLst>
                                    <p:cond delay="0"/>
                                  </p:stCondLst>
                                  <p:childTnLst>
                                    <p:set>
                                      <p:cBhvr>
                                        <p:cTn id="128" dur="1" fill="hold">
                                          <p:stCondLst>
                                            <p:cond delay="0"/>
                                          </p:stCondLst>
                                        </p:cTn>
                                        <p:tgtEl>
                                          <p:spTgt spid="85058"/>
                                        </p:tgtEl>
                                        <p:attrNameLst>
                                          <p:attrName>style.visibility</p:attrName>
                                        </p:attrNameLst>
                                      </p:cBhvr>
                                      <p:to>
                                        <p:strVal val="visible"/>
                                      </p:to>
                                    </p:set>
                                    <p:animEffect transition="in" filter="slide(fromTop)">
                                      <p:cBhvr>
                                        <p:cTn id="129" dur="500"/>
                                        <p:tgtEl>
                                          <p:spTgt spid="85058"/>
                                        </p:tgtEl>
                                      </p:cBhvr>
                                    </p:animEffect>
                                  </p:childTnLst>
                                </p:cTn>
                              </p:par>
                            </p:childTnLst>
                          </p:cTn>
                        </p:par>
                      </p:childTnLst>
                    </p:cTn>
                  </p:par>
                  <p:par>
                    <p:cTn id="130" fill="hold">
                      <p:stCondLst>
                        <p:cond delay="indefinite"/>
                      </p:stCondLst>
                      <p:childTnLst>
                        <p:par>
                          <p:cTn id="131" fill="hold">
                            <p:stCondLst>
                              <p:cond delay="0"/>
                            </p:stCondLst>
                            <p:childTnLst>
                              <p:par>
                                <p:cTn id="132" presetID="12" presetClass="entr" presetSubtype="8" fill="hold" grpId="0" nodeType="clickEffect">
                                  <p:stCondLst>
                                    <p:cond delay="0"/>
                                  </p:stCondLst>
                                  <p:childTnLst>
                                    <p:set>
                                      <p:cBhvr>
                                        <p:cTn id="133" dur="1" fill="hold">
                                          <p:stCondLst>
                                            <p:cond delay="0"/>
                                          </p:stCondLst>
                                        </p:cTn>
                                        <p:tgtEl>
                                          <p:spTgt spid="85057"/>
                                        </p:tgtEl>
                                        <p:attrNameLst>
                                          <p:attrName>style.visibility</p:attrName>
                                        </p:attrNameLst>
                                      </p:cBhvr>
                                      <p:to>
                                        <p:strVal val="visible"/>
                                      </p:to>
                                    </p:set>
                                    <p:animEffect transition="in" filter="slide(fromLeft)">
                                      <p:cBhvr>
                                        <p:cTn id="134" dur="500"/>
                                        <p:tgtEl>
                                          <p:spTgt spid="85057"/>
                                        </p:tgtEl>
                                      </p:cBhvr>
                                    </p:animEffect>
                                  </p:childTnLst>
                                </p:cTn>
                              </p:par>
                            </p:childTnLst>
                          </p:cTn>
                        </p:par>
                        <p:par>
                          <p:cTn id="135" fill="hold">
                            <p:stCondLst>
                              <p:cond delay="500"/>
                            </p:stCondLst>
                            <p:childTnLst>
                              <p:par>
                                <p:cTn id="136" presetID="1" presetClass="entr" presetSubtype="0" fill="hold" nodeType="afterEffect">
                                  <p:stCondLst>
                                    <p:cond delay="0"/>
                                  </p:stCondLst>
                                  <p:childTnLst>
                                    <p:set>
                                      <p:cBhvr>
                                        <p:cTn id="137" dur="1" fill="hold">
                                          <p:stCondLst>
                                            <p:cond delay="499"/>
                                          </p:stCondLst>
                                        </p:cTn>
                                        <p:tgtEl>
                                          <p:spTgt spid="85067"/>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85038"/>
                                        </p:tgtEl>
                                        <p:attrNameLst>
                                          <p:attrName>style.visibility</p:attrName>
                                        </p:attrNameLst>
                                      </p:cBhvr>
                                      <p:to>
                                        <p:strVal val="visible"/>
                                      </p:to>
                                    </p:set>
                                    <p:animEffect transition="in" filter="wipe(left)">
                                      <p:cBhvr>
                                        <p:cTn id="142" dur="500"/>
                                        <p:tgtEl>
                                          <p:spTgt spid="85038"/>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85073"/>
                                        </p:tgtEl>
                                        <p:attrNameLst>
                                          <p:attrName>style.visibility</p:attrName>
                                        </p:attrNameLst>
                                      </p:cBhvr>
                                      <p:to>
                                        <p:strVal val="visible"/>
                                      </p:to>
                                    </p:set>
                                    <p:animEffect transition="in" filter="wipe(left)">
                                      <p:cBhvr>
                                        <p:cTn id="147" dur="500"/>
                                        <p:tgtEl>
                                          <p:spTgt spid="85073"/>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85039"/>
                                        </p:tgtEl>
                                        <p:attrNameLst>
                                          <p:attrName>style.visibility</p:attrName>
                                        </p:attrNameLst>
                                      </p:cBhvr>
                                      <p:to>
                                        <p:strVal val="visible"/>
                                      </p:to>
                                    </p:set>
                                    <p:animEffect transition="in" filter="wipe(left)">
                                      <p:cBhvr>
                                        <p:cTn id="152" dur="500"/>
                                        <p:tgtEl>
                                          <p:spTgt spid="85039"/>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grpId="0" nodeType="clickEffect">
                                  <p:stCondLst>
                                    <p:cond delay="0"/>
                                  </p:stCondLst>
                                  <p:childTnLst>
                                    <p:set>
                                      <p:cBhvr>
                                        <p:cTn id="156" dur="1" fill="hold">
                                          <p:stCondLst>
                                            <p:cond delay="0"/>
                                          </p:stCondLst>
                                        </p:cTn>
                                        <p:tgtEl>
                                          <p:spTgt spid="85040"/>
                                        </p:tgtEl>
                                        <p:attrNameLst>
                                          <p:attrName>style.visibility</p:attrName>
                                        </p:attrNameLst>
                                      </p:cBhvr>
                                      <p:to>
                                        <p:strVal val="visible"/>
                                      </p:to>
                                    </p:set>
                                    <p:animEffect transition="in" filter="wipe(left)">
                                      <p:cBhvr>
                                        <p:cTn id="157" dur="500"/>
                                        <p:tgtEl>
                                          <p:spTgt spid="85040"/>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85041"/>
                                        </p:tgtEl>
                                        <p:attrNameLst>
                                          <p:attrName>style.visibility</p:attrName>
                                        </p:attrNameLst>
                                      </p:cBhvr>
                                      <p:to>
                                        <p:strVal val="visible"/>
                                      </p:to>
                                    </p:set>
                                    <p:animEffect transition="in" filter="wipe(left)">
                                      <p:cBhvr>
                                        <p:cTn id="162" dur="500"/>
                                        <p:tgtEl>
                                          <p:spTgt spid="85041"/>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nodeType="clickEffect">
                                  <p:stCondLst>
                                    <p:cond delay="0"/>
                                  </p:stCondLst>
                                  <p:childTnLst>
                                    <p:set>
                                      <p:cBhvr>
                                        <p:cTn id="166" dur="1" fill="hold">
                                          <p:stCondLst>
                                            <p:cond delay="0"/>
                                          </p:stCondLst>
                                        </p:cTn>
                                        <p:tgtEl>
                                          <p:spTgt spid="85042"/>
                                        </p:tgtEl>
                                        <p:attrNameLst>
                                          <p:attrName>style.visibility</p:attrName>
                                        </p:attrNameLst>
                                      </p:cBhvr>
                                      <p:to>
                                        <p:strVal val="visible"/>
                                      </p:to>
                                    </p:set>
                                    <p:animEffect transition="in" filter="wipe(left)">
                                      <p:cBhvr>
                                        <p:cTn id="167" dur="500"/>
                                        <p:tgtEl>
                                          <p:spTgt spid="85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autoUpdateAnimBg="0"/>
      <p:bldP spid="85035" grpId="0" animBg="1"/>
      <p:bldP spid="85036" grpId="0" autoUpdateAnimBg="0"/>
      <p:bldP spid="85040" grpId="0" autoUpdateAnimBg="0"/>
      <p:bldP spid="85043" grpId="0" autoUpdateAnimBg="0"/>
      <p:bldP spid="85044" grpId="0" autoUpdateAnimBg="0"/>
      <p:bldP spid="85045" grpId="0" autoUpdateAnimBg="0"/>
      <p:bldP spid="85046" grpId="0" animBg="1"/>
      <p:bldP spid="85053" grpId="0" animBg="1"/>
      <p:bldP spid="85054" grpId="0" animBg="1"/>
      <p:bldP spid="85055" grpId="0" animBg="1"/>
      <p:bldP spid="85056" grpId="0" animBg="1"/>
      <p:bldP spid="85057" grpId="0" animBg="1"/>
      <p:bldP spid="85058" grpId="0" animBg="1"/>
      <p:bldP spid="85059" grpId="0" autoUpdateAnimBg="0"/>
      <p:bldP spid="85062" grpId="0" autoUpdateAnimBg="0"/>
      <p:bldP spid="85065" grpId="0" animBg="1"/>
      <p:bldP spid="85068" grpId="0" animBg="1"/>
      <p:bldP spid="85069" grpId="0" animBg="1"/>
      <p:bldP spid="85070" grpId="0" animBg="1"/>
      <p:bldP spid="85071" grpId="0" autoUpdateAnimBg="0"/>
      <p:bldP spid="85072"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AutoShape 2"/>
          <p:cNvSpPr>
            <a:spLocks noChangeArrowheads="1"/>
          </p:cNvSpPr>
          <p:nvPr/>
        </p:nvSpPr>
        <p:spPr bwMode="auto">
          <a:xfrm>
            <a:off x="4076700" y="566738"/>
            <a:ext cx="2205038" cy="1152525"/>
          </a:xfrm>
          <a:prstGeom prst="roundRect">
            <a:avLst>
              <a:gd name="adj" fmla="val 0"/>
            </a:avLst>
          </a:prstGeom>
          <a:solidFill>
            <a:srgbClr val="FFFF99">
              <a:alpha val="43137"/>
            </a:srgbClr>
          </a:solidFill>
          <a:ln w="9525">
            <a:solidFill>
              <a:schemeClr val="tx1"/>
            </a:solidFill>
            <a:round/>
          </a:ln>
        </p:spPr>
        <p:txBody>
          <a:bodyPr wrap="none" tIns="0"/>
          <a:lstStyle/>
          <a:p>
            <a:pPr algn="l"/>
            <a:endParaRPr kumimoji="0" lang="zh-CN" altLang="zh-CN" sz="1800" i="0">
              <a:solidFill>
                <a:srgbClr val="FFFF00"/>
              </a:solidFill>
              <a:latin typeface="Arial" panose="020B0604020202020204" pitchFamily="34" charset="0"/>
              <a:cs typeface="Arial" panose="020B0604020202020204" pitchFamily="34" charset="0"/>
            </a:endParaRPr>
          </a:p>
        </p:txBody>
      </p:sp>
      <p:graphicFrame>
        <p:nvGraphicFramePr>
          <p:cNvPr id="165891" name="Object 3"/>
          <p:cNvGraphicFramePr>
            <a:graphicFrameLocks noChangeAspect="1"/>
          </p:cNvGraphicFramePr>
          <p:nvPr/>
        </p:nvGraphicFramePr>
        <p:xfrm>
          <a:off x="1128713" y="593725"/>
          <a:ext cx="1481137" cy="590550"/>
        </p:xfrm>
        <a:graphic>
          <a:graphicData uri="http://schemas.openxmlformats.org/presentationml/2006/ole">
            <mc:AlternateContent xmlns:mc="http://schemas.openxmlformats.org/markup-compatibility/2006">
              <mc:Choice xmlns:v="urn:schemas-microsoft-com:vml" Requires="v">
                <p:oleObj spid="_x0000_s22529" name="公式" r:id="rId1" imgW="19812000" imgH="7924800" progId="Equation.3">
                  <p:embed/>
                </p:oleObj>
              </mc:Choice>
              <mc:Fallback>
                <p:oleObj name="公式" r:id="rId1" imgW="19812000" imgH="7924800" progId="Equation.3">
                  <p:embed/>
                  <p:pic>
                    <p:nvPicPr>
                      <p:cNvPr id="0" name="Object 3"/>
                      <p:cNvPicPr>
                        <a:picLocks noChangeAspect="1"/>
                      </p:cNvPicPr>
                      <p:nvPr/>
                    </p:nvPicPr>
                    <p:blipFill>
                      <a:blip r:embed="rId2"/>
                      <a:stretch>
                        <a:fillRect/>
                      </a:stretch>
                    </p:blipFill>
                    <p:spPr>
                      <a:xfrm>
                        <a:off x="1128713" y="593725"/>
                        <a:ext cx="1481137" cy="590550"/>
                      </a:xfrm>
                      <a:prstGeom prst="rect">
                        <a:avLst/>
                      </a:prstGeom>
                      <a:noFill/>
                      <a:ln w="9525">
                        <a:noFill/>
                      </a:ln>
                    </p:spPr>
                  </p:pic>
                </p:oleObj>
              </mc:Fallback>
            </mc:AlternateContent>
          </a:graphicData>
        </a:graphic>
      </p:graphicFrame>
      <p:graphicFrame>
        <p:nvGraphicFramePr>
          <p:cNvPr id="165892" name="Object 4"/>
          <p:cNvGraphicFramePr>
            <a:graphicFrameLocks noChangeAspect="1"/>
          </p:cNvGraphicFramePr>
          <p:nvPr/>
        </p:nvGraphicFramePr>
        <p:xfrm>
          <a:off x="1423988" y="1246188"/>
          <a:ext cx="2090737" cy="709612"/>
        </p:xfrm>
        <a:graphic>
          <a:graphicData uri="http://schemas.openxmlformats.org/presentationml/2006/ole">
            <mc:AlternateContent xmlns:mc="http://schemas.openxmlformats.org/markup-compatibility/2006">
              <mc:Choice xmlns:v="urn:schemas-microsoft-com:vml" Requires="v">
                <p:oleObj spid="_x0000_s22531" name="公式" r:id="rId3" imgW="27736800" imgH="9448800" progId="Equation.3">
                  <p:embed/>
                </p:oleObj>
              </mc:Choice>
              <mc:Fallback>
                <p:oleObj name="公式" r:id="rId3" imgW="27736800" imgH="9448800" progId="Equation.3">
                  <p:embed/>
                  <p:pic>
                    <p:nvPicPr>
                      <p:cNvPr id="0" name="Object 4"/>
                      <p:cNvPicPr>
                        <a:picLocks noChangeAspect="1"/>
                      </p:cNvPicPr>
                      <p:nvPr/>
                    </p:nvPicPr>
                    <p:blipFill>
                      <a:blip r:embed="rId4"/>
                      <a:stretch>
                        <a:fillRect/>
                      </a:stretch>
                    </p:blipFill>
                    <p:spPr>
                      <a:xfrm>
                        <a:off x="1423988" y="1246188"/>
                        <a:ext cx="2090737" cy="709612"/>
                      </a:xfrm>
                      <a:prstGeom prst="rect">
                        <a:avLst/>
                      </a:prstGeom>
                      <a:noFill/>
                      <a:ln w="9525">
                        <a:noFill/>
                      </a:ln>
                    </p:spPr>
                  </p:pic>
                </p:oleObj>
              </mc:Fallback>
            </mc:AlternateContent>
          </a:graphicData>
        </a:graphic>
      </p:graphicFrame>
      <p:graphicFrame>
        <p:nvGraphicFramePr>
          <p:cNvPr id="165893" name="Object 5"/>
          <p:cNvGraphicFramePr>
            <a:graphicFrameLocks noChangeAspect="1"/>
          </p:cNvGraphicFramePr>
          <p:nvPr/>
        </p:nvGraphicFramePr>
        <p:xfrm>
          <a:off x="1368425" y="2033588"/>
          <a:ext cx="2124075" cy="730250"/>
        </p:xfrm>
        <a:graphic>
          <a:graphicData uri="http://schemas.openxmlformats.org/presentationml/2006/ole">
            <mc:AlternateContent xmlns:mc="http://schemas.openxmlformats.org/markup-compatibility/2006">
              <mc:Choice xmlns:v="urn:schemas-microsoft-com:vml" Requires="v">
                <p:oleObj spid="_x0000_s22532" name="公式" r:id="rId5" imgW="28346400" imgH="9753600" progId="Equation.3">
                  <p:embed/>
                </p:oleObj>
              </mc:Choice>
              <mc:Fallback>
                <p:oleObj name="公式" r:id="rId5" imgW="28346400" imgH="9753600" progId="Equation.3">
                  <p:embed/>
                  <p:pic>
                    <p:nvPicPr>
                      <p:cNvPr id="0" name="Object 5"/>
                      <p:cNvPicPr>
                        <a:picLocks noChangeAspect="1"/>
                      </p:cNvPicPr>
                      <p:nvPr/>
                    </p:nvPicPr>
                    <p:blipFill>
                      <a:blip r:embed="rId6"/>
                      <a:stretch>
                        <a:fillRect/>
                      </a:stretch>
                    </p:blipFill>
                    <p:spPr>
                      <a:xfrm>
                        <a:off x="1368425" y="2033588"/>
                        <a:ext cx="2124075" cy="730250"/>
                      </a:xfrm>
                      <a:prstGeom prst="rect">
                        <a:avLst/>
                      </a:prstGeom>
                      <a:noFill/>
                      <a:ln w="9525">
                        <a:noFill/>
                      </a:ln>
                    </p:spPr>
                  </p:pic>
                </p:oleObj>
              </mc:Fallback>
            </mc:AlternateContent>
          </a:graphicData>
        </a:graphic>
      </p:graphicFrame>
      <p:graphicFrame>
        <p:nvGraphicFramePr>
          <p:cNvPr id="165894" name="Object 6"/>
          <p:cNvGraphicFramePr>
            <a:graphicFrameLocks noChangeAspect="1"/>
          </p:cNvGraphicFramePr>
          <p:nvPr/>
        </p:nvGraphicFramePr>
        <p:xfrm>
          <a:off x="1422400" y="3006725"/>
          <a:ext cx="1871663" cy="730250"/>
        </p:xfrm>
        <a:graphic>
          <a:graphicData uri="http://schemas.openxmlformats.org/presentationml/2006/ole">
            <mc:AlternateContent xmlns:mc="http://schemas.openxmlformats.org/markup-compatibility/2006">
              <mc:Choice xmlns:v="urn:schemas-microsoft-com:vml" Requires="v">
                <p:oleObj spid="_x0000_s22533" name="公式" r:id="rId7" imgW="24993600" imgH="9753600" progId="Equation.3">
                  <p:embed/>
                </p:oleObj>
              </mc:Choice>
              <mc:Fallback>
                <p:oleObj name="公式" r:id="rId7" imgW="24993600" imgH="9753600" progId="Equation.3">
                  <p:embed/>
                  <p:pic>
                    <p:nvPicPr>
                      <p:cNvPr id="0" name="Object 6"/>
                      <p:cNvPicPr>
                        <a:picLocks noChangeAspect="1"/>
                      </p:cNvPicPr>
                      <p:nvPr/>
                    </p:nvPicPr>
                    <p:blipFill>
                      <a:blip r:embed="rId8"/>
                      <a:stretch>
                        <a:fillRect/>
                      </a:stretch>
                    </p:blipFill>
                    <p:spPr>
                      <a:xfrm>
                        <a:off x="1422400" y="3006725"/>
                        <a:ext cx="1871663" cy="730250"/>
                      </a:xfrm>
                      <a:prstGeom prst="rect">
                        <a:avLst/>
                      </a:prstGeom>
                      <a:noFill/>
                      <a:ln w="9525">
                        <a:noFill/>
                      </a:ln>
                    </p:spPr>
                  </p:pic>
                </p:oleObj>
              </mc:Fallback>
            </mc:AlternateContent>
          </a:graphicData>
        </a:graphic>
      </p:graphicFrame>
      <p:graphicFrame>
        <p:nvGraphicFramePr>
          <p:cNvPr id="165895" name="Object 7"/>
          <p:cNvGraphicFramePr>
            <a:graphicFrameLocks noChangeAspect="1"/>
          </p:cNvGraphicFramePr>
          <p:nvPr/>
        </p:nvGraphicFramePr>
        <p:xfrm>
          <a:off x="3402013" y="2979738"/>
          <a:ext cx="1914525" cy="798512"/>
        </p:xfrm>
        <a:graphic>
          <a:graphicData uri="http://schemas.openxmlformats.org/presentationml/2006/ole">
            <mc:AlternateContent xmlns:mc="http://schemas.openxmlformats.org/markup-compatibility/2006">
              <mc:Choice xmlns:v="urn:schemas-microsoft-com:vml" Requires="v">
                <p:oleObj spid="_x0000_s22534" name="公式" r:id="rId9" imgW="25603200" imgH="10668000" progId="Equation.3">
                  <p:embed/>
                </p:oleObj>
              </mc:Choice>
              <mc:Fallback>
                <p:oleObj name="公式" r:id="rId9" imgW="25603200" imgH="10668000" progId="Equation.3">
                  <p:embed/>
                  <p:pic>
                    <p:nvPicPr>
                      <p:cNvPr id="0" name="Object 7"/>
                      <p:cNvPicPr>
                        <a:picLocks noChangeAspect="1"/>
                      </p:cNvPicPr>
                      <p:nvPr/>
                    </p:nvPicPr>
                    <p:blipFill>
                      <a:blip r:embed="rId10"/>
                      <a:stretch>
                        <a:fillRect/>
                      </a:stretch>
                    </p:blipFill>
                    <p:spPr>
                      <a:xfrm>
                        <a:off x="3402013" y="2979738"/>
                        <a:ext cx="1914525" cy="798512"/>
                      </a:xfrm>
                      <a:prstGeom prst="rect">
                        <a:avLst/>
                      </a:prstGeom>
                      <a:noFill/>
                      <a:ln w="9525">
                        <a:noFill/>
                      </a:ln>
                    </p:spPr>
                  </p:pic>
                </p:oleObj>
              </mc:Fallback>
            </mc:AlternateContent>
          </a:graphicData>
        </a:graphic>
      </p:graphicFrame>
      <p:sp>
        <p:nvSpPr>
          <p:cNvPr id="165896" name="Text Box 8"/>
          <p:cNvSpPr txBox="1">
            <a:spLocks noChangeArrowheads="1"/>
          </p:cNvSpPr>
          <p:nvPr/>
        </p:nvSpPr>
        <p:spPr bwMode="auto">
          <a:xfrm>
            <a:off x="161925" y="4386263"/>
            <a:ext cx="7019925" cy="933450"/>
          </a:xfrm>
          <a:prstGeom prst="rect">
            <a:avLst/>
          </a:prstGeom>
          <a:noFill/>
          <a:ln w="9525">
            <a:noFill/>
            <a:miter lim="800000"/>
          </a:ln>
        </p:spPr>
        <p:txBody>
          <a:bodyPr>
            <a:spAutoFit/>
          </a:bodyPr>
          <a:lstStyle/>
          <a:p>
            <a:pPr marL="457200" indent="-457200" algn="l">
              <a:lnSpc>
                <a:spcPct val="11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万有引力的功，也是只与始、末位置有关，而与质点所经过的路径无关</a:t>
            </a:r>
            <a:r>
              <a:rPr lang="zh-CN" altLang="en-US" b="1" i="0">
                <a:solidFill>
                  <a:srgbClr val="FF6600"/>
                </a:solidFill>
                <a:latin typeface="Times New Roman" panose="02020603050405020304" pitchFamily="18" charset="0"/>
              </a:rPr>
              <a:t>（与路径无关）</a:t>
            </a:r>
            <a:r>
              <a:rPr lang="zh-CN" altLang="en-US" i="0">
                <a:latin typeface="Times New Roman" panose="02020603050405020304" pitchFamily="18" charset="0"/>
              </a:rPr>
              <a:t> </a:t>
            </a:r>
            <a:r>
              <a:rPr lang="zh-CN" altLang="en-US" b="1" i="0">
                <a:solidFill>
                  <a:schemeClr val="bg1"/>
                </a:solidFill>
                <a:latin typeface="Times New Roman" panose="02020603050405020304" pitchFamily="18" charset="0"/>
              </a:rPr>
              <a:t>。 </a:t>
            </a:r>
            <a:endParaRPr lang="zh-CN" altLang="en-US" b="1" i="0">
              <a:solidFill>
                <a:schemeClr val="bg1"/>
              </a:solidFill>
              <a:latin typeface="Times New Roman" panose="02020603050405020304" pitchFamily="18" charset="0"/>
            </a:endParaRPr>
          </a:p>
        </p:txBody>
      </p:sp>
      <p:sp>
        <p:nvSpPr>
          <p:cNvPr id="165897" name="Rectangle 9"/>
          <p:cNvSpPr>
            <a:spLocks noChangeArrowheads="1"/>
          </p:cNvSpPr>
          <p:nvPr/>
        </p:nvSpPr>
        <p:spPr bwMode="auto">
          <a:xfrm>
            <a:off x="617538" y="3851275"/>
            <a:ext cx="1433512"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结论</a:t>
            </a:r>
            <a:endParaRPr lang="zh-CN" altLang="en-US" b="1" i="0">
              <a:solidFill>
                <a:srgbClr val="FF6600"/>
              </a:solidFill>
              <a:latin typeface="Times New Roman" panose="02020603050405020304" pitchFamily="18" charset="0"/>
            </a:endParaRPr>
          </a:p>
        </p:txBody>
      </p:sp>
      <p:sp>
        <p:nvSpPr>
          <p:cNvPr id="165898" name="Text Box 10"/>
          <p:cNvSpPr txBox="1">
            <a:spLocks noChangeArrowheads="1"/>
          </p:cNvSpPr>
          <p:nvPr/>
        </p:nvSpPr>
        <p:spPr bwMode="auto">
          <a:xfrm>
            <a:off x="161925" y="5408613"/>
            <a:ext cx="8982075" cy="933450"/>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质点 </a:t>
            </a:r>
            <a:r>
              <a:rPr lang="en-US" altLang="zh-CN" b="1">
                <a:solidFill>
                  <a:srgbClr val="FF6600"/>
                </a:solidFill>
                <a:latin typeface="Times New Roman" panose="02020603050405020304" pitchFamily="18" charset="0"/>
              </a:rPr>
              <a:t>m</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移近质点 </a:t>
            </a:r>
            <a:r>
              <a:rPr lang="en-US" altLang="zh-CN" b="1">
                <a:solidFill>
                  <a:srgbClr val="FF6600"/>
                </a:solidFill>
                <a:latin typeface="Times New Roman" panose="02020603050405020304" pitchFamily="18" charset="0"/>
              </a:rPr>
              <a:t>M</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时，万有引力作正功；质点 </a:t>
            </a:r>
            <a:r>
              <a:rPr lang="en-US" altLang="zh-CN" b="1">
                <a:solidFill>
                  <a:srgbClr val="FF6600"/>
                </a:solidFill>
                <a:latin typeface="Times New Roman" panose="02020603050405020304" pitchFamily="18" charset="0"/>
              </a:rPr>
              <a:t>m </a:t>
            </a:r>
            <a:r>
              <a:rPr lang="zh-CN" altLang="en-US" b="1" i="0">
                <a:solidFill>
                  <a:schemeClr val="bg1"/>
                </a:solidFill>
                <a:latin typeface="Times New Roman" panose="02020603050405020304" pitchFamily="18" charset="0"/>
              </a:rPr>
              <a:t>远离质</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   点 </a:t>
            </a:r>
            <a:r>
              <a:rPr lang="en-US" altLang="zh-CN" b="1">
                <a:solidFill>
                  <a:srgbClr val="FF6600"/>
                </a:solidFill>
                <a:latin typeface="Times New Roman" panose="02020603050405020304" pitchFamily="18" charset="0"/>
              </a:rPr>
              <a:t>M</a:t>
            </a:r>
            <a:r>
              <a:rPr lang="en-US" altLang="zh-CN" b="1">
                <a:solidFill>
                  <a:srgbClr val="FF9900"/>
                </a:solidFill>
                <a:latin typeface="Times New Roman" panose="02020603050405020304" pitchFamily="18" charset="0"/>
              </a:rPr>
              <a:t>  </a:t>
            </a:r>
            <a:r>
              <a:rPr lang="zh-CN" altLang="en-US" b="1" i="0">
                <a:solidFill>
                  <a:schemeClr val="bg1"/>
                </a:solidFill>
                <a:latin typeface="Times New Roman" panose="02020603050405020304" pitchFamily="18" charset="0"/>
              </a:rPr>
              <a:t>时，万有引力作负功。 </a:t>
            </a:r>
            <a:endParaRPr lang="zh-CN" altLang="en-US" b="1" i="0">
              <a:solidFill>
                <a:schemeClr val="bg1"/>
              </a:solidFill>
              <a:latin typeface="Times New Roman" panose="02020603050405020304" pitchFamily="18" charset="0"/>
            </a:endParaRPr>
          </a:p>
        </p:txBody>
      </p:sp>
      <p:graphicFrame>
        <p:nvGraphicFramePr>
          <p:cNvPr id="165899" name="Object 11"/>
          <p:cNvGraphicFramePr/>
          <p:nvPr/>
        </p:nvGraphicFramePr>
        <p:xfrm>
          <a:off x="4346575" y="728663"/>
          <a:ext cx="1666875" cy="801687"/>
        </p:xfrm>
        <a:graphic>
          <a:graphicData uri="http://schemas.openxmlformats.org/presentationml/2006/ole">
            <mc:AlternateContent xmlns:mc="http://schemas.openxmlformats.org/markup-compatibility/2006">
              <mc:Choice xmlns:v="urn:schemas-microsoft-com:vml" Requires="v">
                <p:oleObj spid="_x0000_s22535" name="公式" r:id="rId11" imgW="22250400" imgH="10668000" progId="Equation.3">
                  <p:embed/>
                </p:oleObj>
              </mc:Choice>
              <mc:Fallback>
                <p:oleObj name="公式" r:id="rId11" imgW="22250400" imgH="10668000" progId="Equation.3">
                  <p:embed/>
                  <p:pic>
                    <p:nvPicPr>
                      <p:cNvPr id="0" name="Object 11"/>
                      <p:cNvPicPr/>
                      <p:nvPr/>
                    </p:nvPicPr>
                    <p:blipFill>
                      <a:blip r:embed="rId12"/>
                      <a:stretch>
                        <a:fillRect/>
                      </a:stretch>
                    </p:blipFill>
                    <p:spPr>
                      <a:xfrm>
                        <a:off x="4346575" y="728663"/>
                        <a:ext cx="1666875" cy="801687"/>
                      </a:xfrm>
                      <a:prstGeom prst="rect">
                        <a:avLst/>
                      </a:prstGeom>
                      <a:noFill/>
                      <a:ln w="9525">
                        <a:noFill/>
                      </a:ln>
                    </p:spPr>
                  </p:pic>
                </p:oleObj>
              </mc:Fallback>
            </mc:AlternateContent>
          </a:graphicData>
        </a:graphic>
      </p:graphicFrame>
      <p:sp>
        <p:nvSpPr>
          <p:cNvPr id="165900" name="Freeform 12"/>
          <p:cNvSpPr/>
          <p:nvPr/>
        </p:nvSpPr>
        <p:spPr bwMode="auto">
          <a:xfrm>
            <a:off x="7070725" y="2038350"/>
            <a:ext cx="1752600" cy="1885950"/>
          </a:xfrm>
          <a:custGeom>
            <a:avLst/>
            <a:gdLst>
              <a:gd name="T0" fmla="*/ 0 w 1288"/>
              <a:gd name="T1" fmla="*/ 2147483647 h 1272"/>
              <a:gd name="T2" fmla="*/ 2147483647 w 1288"/>
              <a:gd name="T3" fmla="*/ 2147483647 h 1272"/>
              <a:gd name="T4" fmla="*/ 2147483647 w 1288"/>
              <a:gd name="T5" fmla="*/ 2147483647 h 1272"/>
              <a:gd name="T6" fmla="*/ 2147483647 w 1288"/>
              <a:gd name="T7" fmla="*/ 2147483647 h 1272"/>
              <a:gd name="T8" fmla="*/ 2147483647 w 1288"/>
              <a:gd name="T9" fmla="*/ 2147483647 h 1272"/>
              <a:gd name="T10" fmla="*/ 2147483647 w 1288"/>
              <a:gd name="T11" fmla="*/ 2147483647 h 1272"/>
              <a:gd name="T12" fmla="*/ 0 60000 65536"/>
              <a:gd name="T13" fmla="*/ 0 60000 65536"/>
              <a:gd name="T14" fmla="*/ 0 60000 65536"/>
              <a:gd name="T15" fmla="*/ 0 60000 65536"/>
              <a:gd name="T16" fmla="*/ 0 60000 65536"/>
              <a:gd name="T17" fmla="*/ 0 60000 65536"/>
              <a:gd name="T18" fmla="*/ 0 w 1288"/>
              <a:gd name="T19" fmla="*/ 0 h 1272"/>
              <a:gd name="T20" fmla="*/ 1288 w 1288"/>
              <a:gd name="T21" fmla="*/ 1272 h 1272"/>
            </a:gdLst>
            <a:ahLst/>
            <a:cxnLst>
              <a:cxn ang="T12">
                <a:pos x="T0" y="T1"/>
              </a:cxn>
              <a:cxn ang="T13">
                <a:pos x="T2" y="T3"/>
              </a:cxn>
              <a:cxn ang="T14">
                <a:pos x="T4" y="T5"/>
              </a:cxn>
              <a:cxn ang="T15">
                <a:pos x="T6" y="T7"/>
              </a:cxn>
              <a:cxn ang="T16">
                <a:pos x="T8" y="T9"/>
              </a:cxn>
              <a:cxn ang="T17">
                <a:pos x="T10" y="T11"/>
              </a:cxn>
            </a:cxnLst>
            <a:rect l="T18" t="T19" r="T20" b="T21"/>
            <a:pathLst>
              <a:path w="1288" h="1272">
                <a:moveTo>
                  <a:pt x="0" y="264"/>
                </a:moveTo>
                <a:cubicBezTo>
                  <a:pt x="140" y="156"/>
                  <a:pt x="280" y="48"/>
                  <a:pt x="432" y="24"/>
                </a:cubicBezTo>
                <a:cubicBezTo>
                  <a:pt x="584" y="0"/>
                  <a:pt x="776" y="32"/>
                  <a:pt x="912" y="120"/>
                </a:cubicBezTo>
                <a:cubicBezTo>
                  <a:pt x="1048" y="208"/>
                  <a:pt x="1208" y="392"/>
                  <a:pt x="1248" y="552"/>
                </a:cubicBezTo>
                <a:cubicBezTo>
                  <a:pt x="1288" y="712"/>
                  <a:pt x="1208" y="960"/>
                  <a:pt x="1152" y="1080"/>
                </a:cubicBezTo>
                <a:cubicBezTo>
                  <a:pt x="1096" y="1200"/>
                  <a:pt x="1004" y="1236"/>
                  <a:pt x="912" y="1272"/>
                </a:cubicBezTo>
              </a:path>
            </a:pathLst>
          </a:custGeom>
          <a:noFill/>
          <a:ln w="28575">
            <a:solidFill>
              <a:srgbClr val="FF0000"/>
            </a:solidFill>
            <a:prstDash val="dash"/>
            <a:round/>
          </a:ln>
        </p:spPr>
        <p:txBody>
          <a:bodyPr/>
          <a:lstStyle/>
          <a:p>
            <a:endParaRPr lang="zh-CN" altLang="en-US"/>
          </a:p>
        </p:txBody>
      </p:sp>
      <p:sp>
        <p:nvSpPr>
          <p:cNvPr id="165901" name="AutoShape 13"/>
          <p:cNvSpPr>
            <a:spLocks noChangeArrowheads="1"/>
          </p:cNvSpPr>
          <p:nvPr/>
        </p:nvSpPr>
        <p:spPr bwMode="auto">
          <a:xfrm>
            <a:off x="250825" y="37893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grpSp>
        <p:nvGrpSpPr>
          <p:cNvPr id="22550" name="Group 14"/>
          <p:cNvGrpSpPr/>
          <p:nvPr/>
        </p:nvGrpSpPr>
        <p:grpSpPr bwMode="auto">
          <a:xfrm>
            <a:off x="6272213" y="2033588"/>
            <a:ext cx="2530475" cy="2389187"/>
            <a:chOff x="3787" y="1031"/>
            <a:chExt cx="1594" cy="1505"/>
          </a:xfrm>
        </p:grpSpPr>
        <p:graphicFrame>
          <p:nvGraphicFramePr>
            <p:cNvPr id="22536" name="Object 15"/>
            <p:cNvGraphicFramePr>
              <a:graphicFrameLocks noChangeAspect="1"/>
            </p:cNvGraphicFramePr>
            <p:nvPr/>
          </p:nvGraphicFramePr>
          <p:xfrm>
            <a:off x="4586" y="1820"/>
            <a:ext cx="165" cy="191"/>
          </p:xfrm>
          <a:graphic>
            <a:graphicData uri="http://schemas.openxmlformats.org/presentationml/2006/ole">
              <mc:AlternateContent xmlns:mc="http://schemas.openxmlformats.org/markup-compatibility/2006">
                <mc:Choice xmlns:v="urn:schemas-microsoft-com:vml" Requires="v">
                  <p:oleObj spid="_x0000_s22536" name="公式" r:id="rId13" imgW="3962400" imgH="4572000" progId="Equation.3">
                    <p:embed/>
                  </p:oleObj>
                </mc:Choice>
                <mc:Fallback>
                  <p:oleObj name="公式" r:id="rId13" imgW="3962400" imgH="4572000" progId="Equation.3">
                    <p:embed/>
                    <p:pic>
                      <p:nvPicPr>
                        <p:cNvPr id="0" name="Object 15"/>
                        <p:cNvPicPr>
                          <a:picLocks noChangeAspect="1"/>
                        </p:cNvPicPr>
                        <p:nvPr/>
                      </p:nvPicPr>
                      <p:blipFill>
                        <a:blip r:embed="rId14"/>
                        <a:stretch>
                          <a:fillRect/>
                        </a:stretch>
                      </p:blipFill>
                      <p:spPr>
                        <a:xfrm>
                          <a:off x="4586" y="1820"/>
                          <a:ext cx="165" cy="191"/>
                        </a:xfrm>
                        <a:prstGeom prst="rect">
                          <a:avLst/>
                        </a:prstGeom>
                        <a:noFill/>
                        <a:ln w="9525">
                          <a:noFill/>
                        </a:ln>
                      </p:spPr>
                    </p:pic>
                  </p:oleObj>
                </mc:Fallback>
              </mc:AlternateContent>
            </a:graphicData>
          </a:graphic>
        </p:graphicFrame>
        <p:sp>
          <p:nvSpPr>
            <p:cNvPr id="22551" name="Freeform 16"/>
            <p:cNvSpPr/>
            <p:nvPr/>
          </p:nvSpPr>
          <p:spPr bwMode="auto">
            <a:xfrm>
              <a:off x="3892" y="1121"/>
              <a:ext cx="1264" cy="1296"/>
            </a:xfrm>
            <a:custGeom>
              <a:avLst/>
              <a:gdLst>
                <a:gd name="T0" fmla="*/ 1248 w 1264"/>
                <a:gd name="T1" fmla="*/ 1296 h 1296"/>
                <a:gd name="T2" fmla="*/ 1152 w 1264"/>
                <a:gd name="T3" fmla="*/ 1104 h 1296"/>
                <a:gd name="T4" fmla="*/ 1056 w 1264"/>
                <a:gd name="T5" fmla="*/ 960 h 1296"/>
                <a:gd name="T6" fmla="*/ 1056 w 1264"/>
                <a:gd name="T7" fmla="*/ 816 h 1296"/>
                <a:gd name="T8" fmla="*/ 1248 w 1264"/>
                <a:gd name="T9" fmla="*/ 576 h 1296"/>
                <a:gd name="T10" fmla="*/ 1152 w 1264"/>
                <a:gd name="T11" fmla="*/ 336 h 1296"/>
                <a:gd name="T12" fmla="*/ 768 w 1264"/>
                <a:gd name="T13" fmla="*/ 192 h 1296"/>
                <a:gd name="T14" fmla="*/ 240 w 1264"/>
                <a:gd name="T15" fmla="*/ 144 h 1296"/>
                <a:gd name="T16" fmla="*/ 0 w 1264"/>
                <a:gd name="T17" fmla="*/ 0 h 12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264"/>
                <a:gd name="T28" fmla="*/ 0 h 1296"/>
                <a:gd name="T29" fmla="*/ 1264 w 1264"/>
                <a:gd name="T30" fmla="*/ 1296 h 12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264" h="1296">
                  <a:moveTo>
                    <a:pt x="1248" y="1296"/>
                  </a:moveTo>
                  <a:cubicBezTo>
                    <a:pt x="1216" y="1228"/>
                    <a:pt x="1184" y="1160"/>
                    <a:pt x="1152" y="1104"/>
                  </a:cubicBezTo>
                  <a:cubicBezTo>
                    <a:pt x="1120" y="1048"/>
                    <a:pt x="1072" y="1008"/>
                    <a:pt x="1056" y="960"/>
                  </a:cubicBezTo>
                  <a:cubicBezTo>
                    <a:pt x="1040" y="912"/>
                    <a:pt x="1024" y="880"/>
                    <a:pt x="1056" y="816"/>
                  </a:cubicBezTo>
                  <a:cubicBezTo>
                    <a:pt x="1088" y="752"/>
                    <a:pt x="1232" y="656"/>
                    <a:pt x="1248" y="576"/>
                  </a:cubicBezTo>
                  <a:cubicBezTo>
                    <a:pt x="1264" y="496"/>
                    <a:pt x="1232" y="400"/>
                    <a:pt x="1152" y="336"/>
                  </a:cubicBezTo>
                  <a:cubicBezTo>
                    <a:pt x="1072" y="272"/>
                    <a:pt x="920" y="224"/>
                    <a:pt x="768" y="192"/>
                  </a:cubicBezTo>
                  <a:cubicBezTo>
                    <a:pt x="616" y="160"/>
                    <a:pt x="368" y="176"/>
                    <a:pt x="240" y="144"/>
                  </a:cubicBezTo>
                  <a:cubicBezTo>
                    <a:pt x="112" y="112"/>
                    <a:pt x="56" y="56"/>
                    <a:pt x="0" y="0"/>
                  </a:cubicBezTo>
                </a:path>
              </a:pathLst>
            </a:custGeom>
            <a:noFill/>
            <a:ln w="38100">
              <a:solidFill>
                <a:srgbClr val="FF6600"/>
              </a:solidFill>
              <a:round/>
            </a:ln>
          </p:spPr>
          <p:txBody>
            <a:bodyPr wrap="none" anchor="ctr"/>
            <a:lstStyle/>
            <a:p>
              <a:endParaRPr lang="zh-CN" altLang="en-US"/>
            </a:p>
          </p:txBody>
        </p:sp>
        <p:sp>
          <p:nvSpPr>
            <p:cNvPr id="22552" name="Text Box 17"/>
            <p:cNvSpPr txBox="1">
              <a:spLocks noChangeArrowheads="1"/>
            </p:cNvSpPr>
            <p:nvPr/>
          </p:nvSpPr>
          <p:spPr bwMode="auto">
            <a:xfrm>
              <a:off x="3787" y="2075"/>
              <a:ext cx="287" cy="288"/>
            </a:xfrm>
            <a:prstGeom prst="rect">
              <a:avLst/>
            </a:prstGeom>
            <a:noFill/>
            <a:ln w="9525">
              <a:noFill/>
              <a:miter lim="800000"/>
            </a:ln>
          </p:spPr>
          <p:txBody>
            <a:bodyPr wrap="none">
              <a:spAutoFit/>
            </a:bodyPr>
            <a:lstStyle/>
            <a:p>
              <a:pPr algn="l"/>
              <a:r>
                <a:rPr lang="en-US" altLang="zh-CN" b="1">
                  <a:latin typeface="Times New Roman" panose="02020603050405020304" pitchFamily="18" charset="0"/>
                </a:rPr>
                <a:t>M</a:t>
              </a:r>
              <a:endParaRPr lang="en-US" altLang="zh-CN" b="1">
                <a:latin typeface="Times New Roman" panose="02020603050405020304" pitchFamily="18" charset="0"/>
              </a:endParaRPr>
            </a:p>
          </p:txBody>
        </p:sp>
        <p:sp>
          <p:nvSpPr>
            <p:cNvPr id="22553" name="Text Box 18"/>
            <p:cNvSpPr txBox="1">
              <a:spLocks noChangeArrowheads="1"/>
            </p:cNvSpPr>
            <p:nvPr/>
          </p:nvSpPr>
          <p:spPr bwMode="auto">
            <a:xfrm>
              <a:off x="5035" y="2068"/>
              <a:ext cx="346" cy="250"/>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a</a:t>
              </a:r>
              <a:endParaRPr lang="en-US" altLang="zh-CN" sz="2000" b="1">
                <a:solidFill>
                  <a:srgbClr val="008000"/>
                </a:solidFill>
                <a:latin typeface="Times New Roman" panose="02020603050405020304" pitchFamily="18" charset="0"/>
              </a:endParaRPr>
            </a:p>
          </p:txBody>
        </p:sp>
        <p:sp>
          <p:nvSpPr>
            <p:cNvPr id="22554" name="Text Box 19"/>
            <p:cNvSpPr txBox="1">
              <a:spLocks noChangeArrowheads="1"/>
            </p:cNvSpPr>
            <p:nvPr/>
          </p:nvSpPr>
          <p:spPr bwMode="auto">
            <a:xfrm>
              <a:off x="4233" y="1031"/>
              <a:ext cx="433" cy="250"/>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b</a:t>
              </a:r>
              <a:endParaRPr lang="en-US" altLang="zh-CN" sz="2000" b="1">
                <a:solidFill>
                  <a:srgbClr val="008000"/>
                </a:solidFill>
                <a:latin typeface="Times New Roman" panose="02020603050405020304" pitchFamily="18" charset="0"/>
              </a:endParaRPr>
            </a:p>
          </p:txBody>
        </p:sp>
        <p:sp>
          <p:nvSpPr>
            <p:cNvPr id="22555" name="Oval 20"/>
            <p:cNvSpPr>
              <a:spLocks noChangeAspect="1" noChangeArrowheads="1"/>
            </p:cNvSpPr>
            <p:nvPr/>
          </p:nvSpPr>
          <p:spPr bwMode="auto">
            <a:xfrm>
              <a:off x="5006" y="2188"/>
              <a:ext cx="73" cy="73"/>
            </a:xfrm>
            <a:prstGeom prst="ellipse">
              <a:avLst/>
            </a:prstGeom>
            <a:solidFill>
              <a:srgbClr val="008000"/>
            </a:solidFill>
            <a:ln w="9525">
              <a:solidFill>
                <a:srgbClr val="00CC00"/>
              </a:solidFill>
              <a:round/>
            </a:ln>
          </p:spPr>
          <p:txBody>
            <a:bodyPr wrap="none" anchor="ctr"/>
            <a:lstStyle/>
            <a:p>
              <a:endParaRPr lang="zh-CN" altLang="en-US"/>
            </a:p>
          </p:txBody>
        </p:sp>
        <p:grpSp>
          <p:nvGrpSpPr>
            <p:cNvPr id="22556" name="Group 21"/>
            <p:cNvGrpSpPr/>
            <p:nvPr/>
          </p:nvGrpSpPr>
          <p:grpSpPr bwMode="auto">
            <a:xfrm>
              <a:off x="4184" y="2225"/>
              <a:ext cx="856" cy="311"/>
              <a:chOff x="4041" y="1968"/>
              <a:chExt cx="816" cy="311"/>
            </a:xfrm>
          </p:grpSpPr>
          <p:sp>
            <p:nvSpPr>
              <p:cNvPr id="22572" name="Line 22"/>
              <p:cNvSpPr>
                <a:spLocks noChangeShapeType="1"/>
              </p:cNvSpPr>
              <p:nvPr/>
            </p:nvSpPr>
            <p:spPr bwMode="auto">
              <a:xfrm>
                <a:off x="4041" y="1968"/>
                <a:ext cx="816" cy="0"/>
              </a:xfrm>
              <a:prstGeom prst="line">
                <a:avLst/>
              </a:prstGeom>
              <a:noFill/>
              <a:ln w="28575">
                <a:solidFill>
                  <a:schemeClr val="accent2"/>
                </a:solidFill>
                <a:round/>
                <a:tailEnd type="triangle" w="med" len="lg"/>
              </a:ln>
            </p:spPr>
            <p:txBody>
              <a:bodyPr/>
              <a:lstStyle/>
              <a:p>
                <a:endParaRPr lang="zh-CN" altLang="en-US"/>
              </a:p>
            </p:txBody>
          </p:sp>
          <p:graphicFrame>
            <p:nvGraphicFramePr>
              <p:cNvPr id="22543" name="Object 23"/>
              <p:cNvGraphicFramePr/>
              <p:nvPr/>
            </p:nvGraphicFramePr>
            <p:xfrm>
              <a:off x="4368" y="2016"/>
              <a:ext cx="136" cy="263"/>
            </p:xfrm>
            <a:graphic>
              <a:graphicData uri="http://schemas.openxmlformats.org/presentationml/2006/ole">
                <mc:AlternateContent xmlns:mc="http://schemas.openxmlformats.org/markup-compatibility/2006">
                  <mc:Choice xmlns:v="urn:schemas-microsoft-com:vml" Requires="v">
                    <p:oleObj spid="_x0000_s22543" name="Equation" r:id="rId15" imgW="5181600" imgH="10058400" progId="Equation.3">
                      <p:embed/>
                    </p:oleObj>
                  </mc:Choice>
                  <mc:Fallback>
                    <p:oleObj name="Equation" r:id="rId15" imgW="5181600" imgH="10058400" progId="Equation.3">
                      <p:embed/>
                      <p:pic>
                        <p:nvPicPr>
                          <p:cNvPr id="0" name="Object 23"/>
                          <p:cNvPicPr/>
                          <p:nvPr/>
                        </p:nvPicPr>
                        <p:blipFill>
                          <a:blip r:embed="rId16"/>
                          <a:stretch>
                            <a:fillRect/>
                          </a:stretch>
                        </p:blipFill>
                        <p:spPr>
                          <a:xfrm>
                            <a:off x="4368" y="2016"/>
                            <a:ext cx="136" cy="263"/>
                          </a:xfrm>
                          <a:prstGeom prst="rect">
                            <a:avLst/>
                          </a:prstGeom>
                          <a:noFill/>
                          <a:ln w="9525">
                            <a:noFill/>
                          </a:ln>
                        </p:spPr>
                      </p:pic>
                    </p:oleObj>
                  </mc:Fallback>
                </mc:AlternateContent>
              </a:graphicData>
            </a:graphic>
          </p:graphicFrame>
        </p:grpSp>
        <p:grpSp>
          <p:nvGrpSpPr>
            <p:cNvPr id="22557" name="Group 24"/>
            <p:cNvGrpSpPr/>
            <p:nvPr/>
          </p:nvGrpSpPr>
          <p:grpSpPr bwMode="auto">
            <a:xfrm>
              <a:off x="3975" y="1265"/>
              <a:ext cx="336" cy="875"/>
              <a:chOff x="3792" y="1008"/>
              <a:chExt cx="336" cy="875"/>
            </a:xfrm>
          </p:grpSpPr>
          <p:sp>
            <p:nvSpPr>
              <p:cNvPr id="22571" name="Line 25"/>
              <p:cNvSpPr>
                <a:spLocks noChangeShapeType="1"/>
              </p:cNvSpPr>
              <p:nvPr/>
            </p:nvSpPr>
            <p:spPr bwMode="auto">
              <a:xfrm flipV="1">
                <a:off x="3945" y="1008"/>
                <a:ext cx="183" cy="875"/>
              </a:xfrm>
              <a:prstGeom prst="line">
                <a:avLst/>
              </a:prstGeom>
              <a:noFill/>
              <a:ln w="28575">
                <a:solidFill>
                  <a:schemeClr val="accent2"/>
                </a:solidFill>
                <a:round/>
                <a:tailEnd type="triangle" w="med" len="lg"/>
              </a:ln>
            </p:spPr>
            <p:txBody>
              <a:bodyPr/>
              <a:lstStyle/>
              <a:p>
                <a:endParaRPr lang="zh-CN" altLang="en-US"/>
              </a:p>
            </p:txBody>
          </p:sp>
          <p:graphicFrame>
            <p:nvGraphicFramePr>
              <p:cNvPr id="22542" name="Object 26"/>
              <p:cNvGraphicFramePr/>
              <p:nvPr/>
            </p:nvGraphicFramePr>
            <p:xfrm>
              <a:off x="3792" y="1344"/>
              <a:ext cx="161" cy="263"/>
            </p:xfrm>
            <a:graphic>
              <a:graphicData uri="http://schemas.openxmlformats.org/presentationml/2006/ole">
                <mc:AlternateContent xmlns:mc="http://schemas.openxmlformats.org/markup-compatibility/2006">
                  <mc:Choice xmlns:v="urn:schemas-microsoft-com:vml" Requires="v">
                    <p:oleObj spid="_x0000_s22542" name="Equation" r:id="rId17" imgW="6096000" imgH="10058400" progId="Equation.3">
                      <p:embed/>
                    </p:oleObj>
                  </mc:Choice>
                  <mc:Fallback>
                    <p:oleObj name="Equation" r:id="rId17" imgW="6096000" imgH="10058400" progId="Equation.3">
                      <p:embed/>
                      <p:pic>
                        <p:nvPicPr>
                          <p:cNvPr id="0" name="Object 26"/>
                          <p:cNvPicPr/>
                          <p:nvPr/>
                        </p:nvPicPr>
                        <p:blipFill>
                          <a:blip r:embed="rId18"/>
                          <a:stretch>
                            <a:fillRect/>
                          </a:stretch>
                        </p:blipFill>
                        <p:spPr>
                          <a:xfrm>
                            <a:off x="3792" y="1344"/>
                            <a:ext cx="161" cy="263"/>
                          </a:xfrm>
                          <a:prstGeom prst="rect">
                            <a:avLst/>
                          </a:prstGeom>
                          <a:noFill/>
                          <a:ln w="9525">
                            <a:noFill/>
                          </a:ln>
                        </p:spPr>
                      </p:pic>
                    </p:oleObj>
                  </mc:Fallback>
                </mc:AlternateContent>
              </a:graphicData>
            </a:graphic>
          </p:graphicFrame>
        </p:grpSp>
        <p:sp>
          <p:nvSpPr>
            <p:cNvPr id="22558" name="Line 27"/>
            <p:cNvSpPr>
              <a:spLocks noChangeShapeType="1"/>
            </p:cNvSpPr>
            <p:nvPr/>
          </p:nvSpPr>
          <p:spPr bwMode="auto">
            <a:xfrm flipV="1">
              <a:off x="4212" y="1937"/>
              <a:ext cx="732" cy="251"/>
            </a:xfrm>
            <a:prstGeom prst="line">
              <a:avLst/>
            </a:prstGeom>
            <a:noFill/>
            <a:ln w="38100">
              <a:solidFill>
                <a:srgbClr val="0000FF"/>
              </a:solidFill>
              <a:round/>
              <a:tailEnd type="triangle" w="med" len="med"/>
            </a:ln>
          </p:spPr>
          <p:txBody>
            <a:bodyPr/>
            <a:lstStyle/>
            <a:p>
              <a:endParaRPr lang="zh-CN" altLang="en-US"/>
            </a:p>
          </p:txBody>
        </p:sp>
        <p:sp>
          <p:nvSpPr>
            <p:cNvPr id="22559" name="Line 28"/>
            <p:cNvSpPr>
              <a:spLocks noChangeShapeType="1"/>
            </p:cNvSpPr>
            <p:nvPr/>
          </p:nvSpPr>
          <p:spPr bwMode="auto">
            <a:xfrm flipV="1">
              <a:off x="4176" y="1457"/>
              <a:ext cx="864" cy="720"/>
            </a:xfrm>
            <a:prstGeom prst="line">
              <a:avLst/>
            </a:prstGeom>
            <a:noFill/>
            <a:ln w="38100">
              <a:solidFill>
                <a:srgbClr val="0000FF"/>
              </a:solidFill>
              <a:round/>
              <a:tailEnd type="triangle" w="med" len="med"/>
            </a:ln>
          </p:spPr>
          <p:txBody>
            <a:bodyPr/>
            <a:lstStyle/>
            <a:p>
              <a:endParaRPr lang="zh-CN" altLang="en-US"/>
            </a:p>
          </p:txBody>
        </p:sp>
        <p:sp>
          <p:nvSpPr>
            <p:cNvPr id="22560" name="Line 29"/>
            <p:cNvSpPr>
              <a:spLocks noChangeShapeType="1"/>
            </p:cNvSpPr>
            <p:nvPr/>
          </p:nvSpPr>
          <p:spPr bwMode="auto">
            <a:xfrm flipV="1">
              <a:off x="4944" y="1457"/>
              <a:ext cx="96" cy="480"/>
            </a:xfrm>
            <a:prstGeom prst="line">
              <a:avLst/>
            </a:prstGeom>
            <a:noFill/>
            <a:ln w="28575">
              <a:solidFill>
                <a:srgbClr val="9933FF"/>
              </a:solidFill>
              <a:round/>
              <a:tailEnd type="triangle" w="med" len="lg"/>
            </a:ln>
          </p:spPr>
          <p:txBody>
            <a:bodyPr/>
            <a:lstStyle/>
            <a:p>
              <a:endParaRPr lang="zh-CN" altLang="en-US"/>
            </a:p>
          </p:txBody>
        </p:sp>
        <p:sp>
          <p:nvSpPr>
            <p:cNvPr id="22561" name="Line 30"/>
            <p:cNvSpPr>
              <a:spLocks noChangeShapeType="1"/>
            </p:cNvSpPr>
            <p:nvPr/>
          </p:nvSpPr>
          <p:spPr bwMode="auto">
            <a:xfrm flipH="1">
              <a:off x="4638" y="1940"/>
              <a:ext cx="290" cy="107"/>
            </a:xfrm>
            <a:prstGeom prst="line">
              <a:avLst/>
            </a:prstGeom>
            <a:noFill/>
            <a:ln w="38100">
              <a:solidFill>
                <a:srgbClr val="FF0000"/>
              </a:solidFill>
              <a:round/>
              <a:tailEnd type="triangle" w="med" len="med"/>
            </a:ln>
          </p:spPr>
          <p:txBody>
            <a:bodyPr/>
            <a:lstStyle/>
            <a:p>
              <a:endParaRPr lang="zh-CN" altLang="en-US"/>
            </a:p>
          </p:txBody>
        </p:sp>
        <p:sp>
          <p:nvSpPr>
            <p:cNvPr id="22562" name="Line 31"/>
            <p:cNvSpPr>
              <a:spLocks noChangeShapeType="1"/>
            </p:cNvSpPr>
            <p:nvPr/>
          </p:nvSpPr>
          <p:spPr bwMode="auto">
            <a:xfrm flipV="1">
              <a:off x="4944" y="1799"/>
              <a:ext cx="291" cy="132"/>
            </a:xfrm>
            <a:prstGeom prst="line">
              <a:avLst/>
            </a:prstGeom>
            <a:noFill/>
            <a:ln w="28575">
              <a:solidFill>
                <a:srgbClr val="FF0066"/>
              </a:solidFill>
              <a:prstDash val="dash"/>
              <a:round/>
            </a:ln>
          </p:spPr>
          <p:txBody>
            <a:bodyPr/>
            <a:lstStyle/>
            <a:p>
              <a:endParaRPr lang="zh-CN" altLang="en-US"/>
            </a:p>
          </p:txBody>
        </p:sp>
        <p:sp>
          <p:nvSpPr>
            <p:cNvPr id="22563" name="Line 32"/>
            <p:cNvSpPr>
              <a:spLocks noChangeShapeType="1"/>
            </p:cNvSpPr>
            <p:nvPr/>
          </p:nvSpPr>
          <p:spPr bwMode="auto">
            <a:xfrm>
              <a:off x="5040" y="1457"/>
              <a:ext cx="180" cy="339"/>
            </a:xfrm>
            <a:prstGeom prst="line">
              <a:avLst/>
            </a:prstGeom>
            <a:noFill/>
            <a:ln w="28575">
              <a:solidFill>
                <a:schemeClr val="bg1"/>
              </a:solidFill>
              <a:prstDash val="dash"/>
              <a:round/>
            </a:ln>
          </p:spPr>
          <p:txBody>
            <a:bodyPr/>
            <a:lstStyle/>
            <a:p>
              <a:endParaRPr lang="zh-CN" altLang="en-US"/>
            </a:p>
          </p:txBody>
        </p:sp>
        <p:sp>
          <p:nvSpPr>
            <p:cNvPr id="22564" name="Text Box 33"/>
            <p:cNvSpPr txBox="1">
              <a:spLocks noChangeArrowheads="1"/>
            </p:cNvSpPr>
            <p:nvPr/>
          </p:nvSpPr>
          <p:spPr bwMode="auto">
            <a:xfrm>
              <a:off x="4704" y="1919"/>
              <a:ext cx="416" cy="269"/>
            </a:xfrm>
            <a:prstGeom prst="rect">
              <a:avLst/>
            </a:prstGeom>
            <a:noFill/>
            <a:ln w="9525">
              <a:noFill/>
              <a:miter lim="800000"/>
            </a:ln>
          </p:spPr>
          <p:txBody>
            <a:bodyPr>
              <a:spAutoFit/>
            </a:bodyPr>
            <a:lstStyle/>
            <a:p>
              <a:pPr algn="l"/>
              <a:r>
                <a:rPr lang="en-US" altLang="zh-CN" sz="2200" b="1">
                  <a:solidFill>
                    <a:schemeClr val="bg1"/>
                  </a:solidFill>
                  <a:latin typeface="Times New Roman" panose="02020603050405020304" pitchFamily="18" charset="0"/>
                </a:rPr>
                <a:t>m</a:t>
              </a:r>
              <a:endParaRPr lang="en-US" altLang="zh-CN" sz="2200" b="1">
                <a:solidFill>
                  <a:schemeClr val="bg1"/>
                </a:solidFill>
                <a:latin typeface="Times New Roman" panose="02020603050405020304" pitchFamily="18" charset="0"/>
              </a:endParaRPr>
            </a:p>
          </p:txBody>
        </p:sp>
        <p:graphicFrame>
          <p:nvGraphicFramePr>
            <p:cNvPr id="22537" name="Object 34"/>
            <p:cNvGraphicFramePr>
              <a:graphicFrameLocks noChangeAspect="1"/>
            </p:cNvGraphicFramePr>
            <p:nvPr/>
          </p:nvGraphicFramePr>
          <p:xfrm>
            <a:off x="4779" y="1593"/>
            <a:ext cx="215" cy="188"/>
          </p:xfrm>
          <a:graphic>
            <a:graphicData uri="http://schemas.openxmlformats.org/presentationml/2006/ole">
              <mc:AlternateContent xmlns:mc="http://schemas.openxmlformats.org/markup-compatibility/2006">
                <mc:Choice xmlns:v="urn:schemas-microsoft-com:vml" Requires="v">
                  <p:oleObj spid="_x0000_s22537" name="公式" r:id="rId19" imgW="4876800" imgH="4267200" progId="Equation.3">
                    <p:embed/>
                  </p:oleObj>
                </mc:Choice>
                <mc:Fallback>
                  <p:oleObj name="公式" r:id="rId19" imgW="4876800" imgH="4267200" progId="Equation.3">
                    <p:embed/>
                    <p:pic>
                      <p:nvPicPr>
                        <p:cNvPr id="0" name="Object 34"/>
                        <p:cNvPicPr>
                          <a:picLocks noChangeAspect="1"/>
                        </p:cNvPicPr>
                        <p:nvPr/>
                      </p:nvPicPr>
                      <p:blipFill>
                        <a:blip r:embed="rId20"/>
                        <a:stretch>
                          <a:fillRect/>
                        </a:stretch>
                      </p:blipFill>
                      <p:spPr>
                        <a:xfrm>
                          <a:off x="4779" y="1593"/>
                          <a:ext cx="215" cy="188"/>
                        </a:xfrm>
                        <a:prstGeom prst="rect">
                          <a:avLst/>
                        </a:prstGeom>
                        <a:noFill/>
                        <a:ln w="9525">
                          <a:noFill/>
                        </a:ln>
                      </p:spPr>
                    </p:pic>
                  </p:oleObj>
                </mc:Fallback>
              </mc:AlternateContent>
            </a:graphicData>
          </a:graphic>
        </p:graphicFrame>
        <p:graphicFrame>
          <p:nvGraphicFramePr>
            <p:cNvPr id="22538" name="Object 35"/>
            <p:cNvGraphicFramePr/>
            <p:nvPr/>
          </p:nvGraphicFramePr>
          <p:xfrm>
            <a:off x="4743" y="1743"/>
            <a:ext cx="150" cy="190"/>
          </p:xfrm>
          <a:graphic>
            <a:graphicData uri="http://schemas.openxmlformats.org/presentationml/2006/ole">
              <mc:AlternateContent xmlns:mc="http://schemas.openxmlformats.org/markup-compatibility/2006">
                <mc:Choice xmlns:v="urn:schemas-microsoft-com:vml" Requires="v">
                  <p:oleObj spid="_x0000_s22538" name="公式" r:id="rId21" imgW="3352800" imgH="4267200" progId="Equation.3">
                    <p:embed/>
                  </p:oleObj>
                </mc:Choice>
                <mc:Fallback>
                  <p:oleObj name="公式" r:id="rId21" imgW="3352800" imgH="4267200" progId="Equation.3">
                    <p:embed/>
                    <p:pic>
                      <p:nvPicPr>
                        <p:cNvPr id="0" name="Object 35"/>
                        <p:cNvPicPr/>
                        <p:nvPr/>
                      </p:nvPicPr>
                      <p:blipFill>
                        <a:blip r:embed="rId22"/>
                        <a:stretch>
                          <a:fillRect/>
                        </a:stretch>
                      </p:blipFill>
                      <p:spPr>
                        <a:xfrm>
                          <a:off x="4743" y="1743"/>
                          <a:ext cx="150" cy="190"/>
                        </a:xfrm>
                        <a:prstGeom prst="rect">
                          <a:avLst/>
                        </a:prstGeom>
                        <a:noFill/>
                        <a:ln w="9525">
                          <a:noFill/>
                        </a:ln>
                      </p:spPr>
                    </p:pic>
                  </p:oleObj>
                </mc:Fallback>
              </mc:AlternateContent>
            </a:graphicData>
          </a:graphic>
        </p:graphicFrame>
        <p:sp>
          <p:nvSpPr>
            <p:cNvPr id="22565" name="Oval 36"/>
            <p:cNvSpPr>
              <a:spLocks noChangeAspect="1" noChangeArrowheads="1"/>
            </p:cNvSpPr>
            <p:nvPr/>
          </p:nvSpPr>
          <p:spPr bwMode="auto">
            <a:xfrm>
              <a:off x="4275" y="1253"/>
              <a:ext cx="73" cy="73"/>
            </a:xfrm>
            <a:prstGeom prst="ellipse">
              <a:avLst/>
            </a:prstGeom>
            <a:solidFill>
              <a:srgbClr val="008000"/>
            </a:solidFill>
            <a:ln w="9525">
              <a:solidFill>
                <a:srgbClr val="00CC00"/>
              </a:solidFill>
              <a:round/>
            </a:ln>
          </p:spPr>
          <p:txBody>
            <a:bodyPr wrap="none" anchor="ctr"/>
            <a:lstStyle/>
            <a:p>
              <a:endParaRPr lang="zh-CN" altLang="en-US"/>
            </a:p>
          </p:txBody>
        </p:sp>
        <p:graphicFrame>
          <p:nvGraphicFramePr>
            <p:cNvPr id="22539" name="Object 37"/>
            <p:cNvGraphicFramePr>
              <a:graphicFrameLocks noChangeAspect="1"/>
            </p:cNvGraphicFramePr>
            <p:nvPr/>
          </p:nvGraphicFramePr>
          <p:xfrm>
            <a:off x="5043" y="1848"/>
            <a:ext cx="218" cy="191"/>
          </p:xfrm>
          <a:graphic>
            <a:graphicData uri="http://schemas.openxmlformats.org/presentationml/2006/ole">
              <mc:AlternateContent xmlns:mc="http://schemas.openxmlformats.org/markup-compatibility/2006">
                <mc:Choice xmlns:v="urn:schemas-microsoft-com:vml" Requires="v">
                  <p:oleObj spid="_x0000_s22539" name="公式" r:id="rId23" imgW="4876800" imgH="4267200" progId="Equation.3">
                    <p:embed/>
                  </p:oleObj>
                </mc:Choice>
                <mc:Fallback>
                  <p:oleObj name="公式" r:id="rId23" imgW="4876800" imgH="4267200" progId="Equation.3">
                    <p:embed/>
                    <p:pic>
                      <p:nvPicPr>
                        <p:cNvPr id="0" name="Object 37"/>
                        <p:cNvPicPr>
                          <a:picLocks noChangeAspect="1"/>
                        </p:cNvPicPr>
                        <p:nvPr/>
                      </p:nvPicPr>
                      <p:blipFill>
                        <a:blip r:embed="rId24"/>
                        <a:stretch>
                          <a:fillRect/>
                        </a:stretch>
                      </p:blipFill>
                      <p:spPr>
                        <a:xfrm>
                          <a:off x="5043" y="1848"/>
                          <a:ext cx="218" cy="191"/>
                        </a:xfrm>
                        <a:prstGeom prst="rect">
                          <a:avLst/>
                        </a:prstGeom>
                        <a:noFill/>
                        <a:ln w="9525">
                          <a:noFill/>
                        </a:ln>
                      </p:spPr>
                    </p:pic>
                  </p:oleObj>
                </mc:Fallback>
              </mc:AlternateContent>
            </a:graphicData>
          </a:graphic>
        </p:graphicFrame>
        <p:sp>
          <p:nvSpPr>
            <p:cNvPr id="22566" name="Oval 38"/>
            <p:cNvSpPr>
              <a:spLocks noChangeArrowheads="1"/>
            </p:cNvSpPr>
            <p:nvPr/>
          </p:nvSpPr>
          <p:spPr bwMode="auto">
            <a:xfrm>
              <a:off x="4072" y="2121"/>
              <a:ext cx="144" cy="144"/>
            </a:xfrm>
            <a:prstGeom prst="ellipse">
              <a:avLst/>
            </a:prstGeom>
            <a:gradFill rotWithShape="1">
              <a:gsLst>
                <a:gs pos="0">
                  <a:srgbClr val="99CCFF"/>
                </a:gs>
                <a:gs pos="100000">
                  <a:schemeClr val="accent2"/>
                </a:gs>
              </a:gsLst>
              <a:path path="shape">
                <a:fillToRect l="50000" t="50000" r="50000" b="50000"/>
              </a:path>
            </a:gradFill>
            <a:ln w="9525">
              <a:noFill/>
              <a:round/>
            </a:ln>
          </p:spPr>
          <p:txBody>
            <a:bodyPr wrap="none" anchor="ctr"/>
            <a:lstStyle/>
            <a:p>
              <a:endParaRPr lang="zh-CN" altLang="en-US"/>
            </a:p>
          </p:txBody>
        </p:sp>
        <p:sp>
          <p:nvSpPr>
            <p:cNvPr id="22567" name="Arc 39"/>
            <p:cNvSpPr/>
            <p:nvPr/>
          </p:nvSpPr>
          <p:spPr bwMode="auto">
            <a:xfrm rot="7262018">
              <a:off x="4869" y="1813"/>
              <a:ext cx="214" cy="243"/>
            </a:xfrm>
            <a:custGeom>
              <a:avLst/>
              <a:gdLst>
                <a:gd name="T0" fmla="*/ 0 w 18079"/>
                <a:gd name="T1" fmla="*/ 0 h 21600"/>
                <a:gd name="T2" fmla="*/ 0 w 18079"/>
                <a:gd name="T3" fmla="*/ 0 h 21600"/>
                <a:gd name="T4" fmla="*/ 0 w 18079"/>
                <a:gd name="T5" fmla="*/ 0 h 21600"/>
                <a:gd name="T6" fmla="*/ 0 60000 65536"/>
                <a:gd name="T7" fmla="*/ 0 60000 65536"/>
                <a:gd name="T8" fmla="*/ 0 60000 65536"/>
                <a:gd name="T9" fmla="*/ 0 w 18079"/>
                <a:gd name="T10" fmla="*/ 0 h 21600"/>
                <a:gd name="T11" fmla="*/ 18079 w 18079"/>
                <a:gd name="T12" fmla="*/ 21600 h 21600"/>
              </a:gdLst>
              <a:ahLst/>
              <a:cxnLst>
                <a:cxn ang="T6">
                  <a:pos x="T0" y="T1"/>
                </a:cxn>
                <a:cxn ang="T7">
                  <a:pos x="T2" y="T3"/>
                </a:cxn>
                <a:cxn ang="T8">
                  <a:pos x="T4" y="T5"/>
                </a:cxn>
              </a:cxnLst>
              <a:rect l="T9" t="T10" r="T11" b="T12"/>
              <a:pathLst>
                <a:path w="18079" h="21600" fill="none" extrusionOk="0">
                  <a:moveTo>
                    <a:pt x="18079" y="20917"/>
                  </a:moveTo>
                  <a:cubicBezTo>
                    <a:pt x="16319" y="21370"/>
                    <a:pt x="14509" y="21599"/>
                    <a:pt x="12692" y="21600"/>
                  </a:cubicBezTo>
                  <a:cubicBezTo>
                    <a:pt x="8132" y="21600"/>
                    <a:pt x="3689" y="20157"/>
                    <a:pt x="0" y="17477"/>
                  </a:cubicBezTo>
                </a:path>
                <a:path w="18079" h="21600" stroke="0" extrusionOk="0">
                  <a:moveTo>
                    <a:pt x="18079" y="20917"/>
                  </a:moveTo>
                  <a:cubicBezTo>
                    <a:pt x="16319" y="21370"/>
                    <a:pt x="14509" y="21599"/>
                    <a:pt x="12692" y="21600"/>
                  </a:cubicBezTo>
                  <a:cubicBezTo>
                    <a:pt x="8132" y="21600"/>
                    <a:pt x="3689" y="20157"/>
                    <a:pt x="0" y="17477"/>
                  </a:cubicBezTo>
                  <a:lnTo>
                    <a:pt x="12692" y="0"/>
                  </a:lnTo>
                  <a:close/>
                </a:path>
              </a:pathLst>
            </a:custGeom>
            <a:noFill/>
            <a:ln w="28575">
              <a:solidFill>
                <a:srgbClr val="00CC00"/>
              </a:solidFill>
              <a:round/>
            </a:ln>
          </p:spPr>
          <p:txBody>
            <a:bodyPr wrap="none" anchor="ctr"/>
            <a:lstStyle/>
            <a:p>
              <a:endParaRPr lang="zh-CN" altLang="en-US"/>
            </a:p>
          </p:txBody>
        </p:sp>
        <p:sp>
          <p:nvSpPr>
            <p:cNvPr id="22568" name="Oval 40"/>
            <p:cNvSpPr>
              <a:spLocks noChangeAspect="1" noChangeArrowheads="1"/>
            </p:cNvSpPr>
            <p:nvPr/>
          </p:nvSpPr>
          <p:spPr bwMode="auto">
            <a:xfrm>
              <a:off x="4926" y="1911"/>
              <a:ext cx="73" cy="73"/>
            </a:xfrm>
            <a:prstGeom prst="ellipse">
              <a:avLst/>
            </a:prstGeom>
            <a:solidFill>
              <a:srgbClr val="008000"/>
            </a:solidFill>
            <a:ln w="9525">
              <a:solidFill>
                <a:schemeClr val="accent2"/>
              </a:solidFill>
              <a:round/>
            </a:ln>
          </p:spPr>
          <p:txBody>
            <a:bodyPr wrap="none" anchor="ctr"/>
            <a:lstStyle/>
            <a:p>
              <a:endParaRPr lang="zh-CN" altLang="en-US"/>
            </a:p>
          </p:txBody>
        </p:sp>
        <p:sp>
          <p:nvSpPr>
            <p:cNvPr id="22569" name="Text Box 41"/>
            <p:cNvSpPr txBox="1">
              <a:spLocks noChangeArrowheads="1"/>
            </p:cNvSpPr>
            <p:nvPr/>
          </p:nvSpPr>
          <p:spPr bwMode="auto">
            <a:xfrm>
              <a:off x="3986" y="2241"/>
              <a:ext cx="510" cy="288"/>
            </a:xfrm>
            <a:prstGeom prst="rect">
              <a:avLst/>
            </a:prstGeom>
            <a:noFill/>
            <a:ln w="9525">
              <a:noFill/>
              <a:miter lim="800000"/>
            </a:ln>
          </p:spPr>
          <p:txBody>
            <a:bodyPr>
              <a:spAutoFit/>
            </a:bodyPr>
            <a:lstStyle/>
            <a:p>
              <a:pPr algn="l"/>
              <a:r>
                <a:rPr lang="en-US" altLang="zh-CN" b="1">
                  <a:solidFill>
                    <a:srgbClr val="0000FF"/>
                  </a:solidFill>
                  <a:latin typeface="Times New Roman" panose="02020603050405020304" pitchFamily="18" charset="0"/>
                </a:rPr>
                <a:t>O</a:t>
              </a:r>
              <a:endParaRPr lang="en-US" altLang="zh-CN" b="1">
                <a:solidFill>
                  <a:srgbClr val="0000FF"/>
                </a:solidFill>
                <a:latin typeface="Times New Roman" panose="02020603050405020304" pitchFamily="18" charset="0"/>
              </a:endParaRPr>
            </a:p>
          </p:txBody>
        </p:sp>
        <p:sp>
          <p:nvSpPr>
            <p:cNvPr id="22570" name="Text Box 42"/>
            <p:cNvSpPr txBox="1">
              <a:spLocks noChangeArrowheads="1"/>
            </p:cNvSpPr>
            <p:nvPr/>
          </p:nvSpPr>
          <p:spPr bwMode="auto">
            <a:xfrm>
              <a:off x="4921" y="1900"/>
              <a:ext cx="346" cy="250"/>
            </a:xfrm>
            <a:prstGeom prst="rect">
              <a:avLst/>
            </a:prstGeom>
            <a:noFill/>
            <a:ln w="9525">
              <a:noFill/>
              <a:miter lim="800000"/>
            </a:ln>
          </p:spPr>
          <p:txBody>
            <a:bodyPr>
              <a:spAutoFit/>
            </a:bodyPr>
            <a:lstStyle/>
            <a:p>
              <a:pPr algn="l"/>
              <a:r>
                <a:rPr lang="en-US" altLang="zh-CN" sz="2000" b="1">
                  <a:solidFill>
                    <a:srgbClr val="008000"/>
                  </a:solidFill>
                  <a:latin typeface="Times New Roman" panose="02020603050405020304" pitchFamily="18" charset="0"/>
                </a:rPr>
                <a:t>c</a:t>
              </a:r>
              <a:endParaRPr lang="en-US" altLang="zh-CN" sz="2000" b="1">
                <a:solidFill>
                  <a:srgbClr val="008000"/>
                </a:solidFill>
                <a:latin typeface="Times New Roman" panose="02020603050405020304" pitchFamily="18" charset="0"/>
              </a:endParaRPr>
            </a:p>
          </p:txBody>
        </p:sp>
        <p:graphicFrame>
          <p:nvGraphicFramePr>
            <p:cNvPr id="22540" name="Object 43"/>
            <p:cNvGraphicFramePr>
              <a:graphicFrameLocks noChangeAspect="1"/>
            </p:cNvGraphicFramePr>
            <p:nvPr/>
          </p:nvGraphicFramePr>
          <p:xfrm>
            <a:off x="4530" y="2047"/>
            <a:ext cx="136" cy="177"/>
          </p:xfrm>
          <a:graphic>
            <a:graphicData uri="http://schemas.openxmlformats.org/presentationml/2006/ole">
              <mc:AlternateContent xmlns:mc="http://schemas.openxmlformats.org/markup-compatibility/2006">
                <mc:Choice xmlns:v="urn:schemas-microsoft-com:vml" Requires="v">
                  <p:oleObj spid="_x0000_s22540" name="公式" r:id="rId25" imgW="3048000" imgH="3962400" progId="Equation.3">
                    <p:embed/>
                  </p:oleObj>
                </mc:Choice>
                <mc:Fallback>
                  <p:oleObj name="公式" r:id="rId25" imgW="3048000" imgH="3962400" progId="Equation.3">
                    <p:embed/>
                    <p:pic>
                      <p:nvPicPr>
                        <p:cNvPr id="0" name="Object 43"/>
                        <p:cNvPicPr>
                          <a:picLocks noChangeAspect="1"/>
                        </p:cNvPicPr>
                        <p:nvPr/>
                      </p:nvPicPr>
                      <p:blipFill>
                        <a:blip r:embed="rId26"/>
                        <a:stretch>
                          <a:fillRect/>
                        </a:stretch>
                      </p:blipFill>
                      <p:spPr>
                        <a:xfrm>
                          <a:off x="4530" y="2047"/>
                          <a:ext cx="136" cy="177"/>
                        </a:xfrm>
                        <a:prstGeom prst="rect">
                          <a:avLst/>
                        </a:prstGeom>
                        <a:noFill/>
                        <a:ln w="9525">
                          <a:noFill/>
                        </a:ln>
                      </p:spPr>
                    </p:pic>
                  </p:oleObj>
                </mc:Fallback>
              </mc:AlternateContent>
            </a:graphicData>
          </a:graphic>
        </p:graphicFrame>
        <p:graphicFrame>
          <p:nvGraphicFramePr>
            <p:cNvPr id="22541" name="Object 44"/>
            <p:cNvGraphicFramePr>
              <a:graphicFrameLocks noChangeAspect="1"/>
            </p:cNvGraphicFramePr>
            <p:nvPr/>
          </p:nvGraphicFramePr>
          <p:xfrm>
            <a:off x="4343" y="1551"/>
            <a:ext cx="447" cy="184"/>
          </p:xfrm>
          <a:graphic>
            <a:graphicData uri="http://schemas.openxmlformats.org/presentationml/2006/ole">
              <mc:AlternateContent xmlns:mc="http://schemas.openxmlformats.org/markup-compatibility/2006">
                <mc:Choice xmlns:v="urn:schemas-microsoft-com:vml" Requires="v">
                  <p:oleObj spid="_x0000_s22541" name="公式" r:id="rId27" imgW="10363200" imgH="4267200" progId="Equation.3">
                    <p:embed/>
                  </p:oleObj>
                </mc:Choice>
                <mc:Fallback>
                  <p:oleObj name="公式" r:id="rId27" imgW="10363200" imgH="4267200" progId="Equation.3">
                    <p:embed/>
                    <p:pic>
                      <p:nvPicPr>
                        <p:cNvPr id="0" name="Object 44"/>
                        <p:cNvPicPr>
                          <a:picLocks noChangeAspect="1"/>
                        </p:cNvPicPr>
                        <p:nvPr/>
                      </p:nvPicPr>
                      <p:blipFill>
                        <a:blip r:embed="rId28"/>
                        <a:stretch>
                          <a:fillRect/>
                        </a:stretch>
                      </p:blipFill>
                      <p:spPr>
                        <a:xfrm>
                          <a:off x="4343" y="1551"/>
                          <a:ext cx="447" cy="184"/>
                        </a:xfrm>
                        <a:prstGeom prst="rect">
                          <a:avLst/>
                        </a:prstGeom>
                        <a:noFill/>
                        <a:ln w="9525">
                          <a:noFill/>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65891"/>
                                        </p:tgtEl>
                                        <p:attrNameLst>
                                          <p:attrName>style.visibility</p:attrName>
                                        </p:attrNameLst>
                                      </p:cBhvr>
                                      <p:to>
                                        <p:strVal val="visible"/>
                                      </p:to>
                                    </p:set>
                                    <p:animEffect transition="in" filter="wipe(left)">
                                      <p:cBhvr>
                                        <p:cTn id="7" dur="500"/>
                                        <p:tgtEl>
                                          <p:spTgt spid="1658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5892"/>
                                        </p:tgtEl>
                                        <p:attrNameLst>
                                          <p:attrName>style.visibility</p:attrName>
                                        </p:attrNameLst>
                                      </p:cBhvr>
                                      <p:to>
                                        <p:strVal val="visible"/>
                                      </p:to>
                                    </p:set>
                                    <p:animEffect transition="in" filter="wipe(left)">
                                      <p:cBhvr>
                                        <p:cTn id="12" dur="500"/>
                                        <p:tgtEl>
                                          <p:spTgt spid="16589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1" nodeType="clickEffect">
                                  <p:stCondLst>
                                    <p:cond delay="0"/>
                                  </p:stCondLst>
                                  <p:childTnLst>
                                    <p:set>
                                      <p:cBhvr>
                                        <p:cTn id="16" dur="1" fill="hold">
                                          <p:stCondLst>
                                            <p:cond delay="0"/>
                                          </p:stCondLst>
                                        </p:cTn>
                                        <p:tgtEl>
                                          <p:spTgt spid="165890"/>
                                        </p:tgtEl>
                                        <p:attrNameLst>
                                          <p:attrName>style.visibility</p:attrName>
                                        </p:attrNameLst>
                                      </p:cBhvr>
                                      <p:to>
                                        <p:strVal val="visible"/>
                                      </p:to>
                                    </p:set>
                                    <p:animEffect transition="in" filter="fade">
                                      <p:cBhvr>
                                        <p:cTn id="17" dur="2000"/>
                                        <p:tgtEl>
                                          <p:spTgt spid="165890"/>
                                        </p:tgtEl>
                                      </p:cBhvr>
                                    </p:animEffect>
                                  </p:childTnLst>
                                </p:cTn>
                              </p:par>
                              <p:par>
                                <p:cTn id="18" presetID="9" presetClass="emph" presetSubtype="0" grpId="0" nodeType="withEffect">
                                  <p:stCondLst>
                                    <p:cond delay="0"/>
                                  </p:stCondLst>
                                  <p:childTnLst>
                                    <p:set>
                                      <p:cBhvr rctx="PPT">
                                        <p:cTn id="19" dur="indefinite"/>
                                        <p:tgtEl>
                                          <p:spTgt spid="165890"/>
                                        </p:tgtEl>
                                        <p:attrNameLst>
                                          <p:attrName>style.opacity</p:attrName>
                                        </p:attrNameLst>
                                      </p:cBhvr>
                                      <p:to>
                                        <p:strVal val="0.5"/>
                                      </p:to>
                                    </p:set>
                                    <p:animEffect filter="image" prLst="opacity: 0.5">
                                      <p:cBhvr rctx="IE">
                                        <p:cTn id="20" dur="indefinite"/>
                                        <p:tgtEl>
                                          <p:spTgt spid="165890"/>
                                        </p:tgtEl>
                                      </p:cBhvr>
                                    </p:animEffect>
                                  </p:childTnLst>
                                </p:cTn>
                              </p:par>
                            </p:childTnLst>
                          </p:cTn>
                        </p:par>
                        <p:par>
                          <p:cTn id="21" fill="hold">
                            <p:stCondLst>
                              <p:cond delay="2000"/>
                            </p:stCondLst>
                            <p:childTnLst>
                              <p:par>
                                <p:cTn id="22" presetID="22" presetClass="entr" presetSubtype="8" fill="hold" nodeType="afterEffect">
                                  <p:stCondLst>
                                    <p:cond delay="0"/>
                                  </p:stCondLst>
                                  <p:childTnLst>
                                    <p:set>
                                      <p:cBhvr>
                                        <p:cTn id="23" dur="1" fill="hold">
                                          <p:stCondLst>
                                            <p:cond delay="0"/>
                                          </p:stCondLst>
                                        </p:cTn>
                                        <p:tgtEl>
                                          <p:spTgt spid="165899"/>
                                        </p:tgtEl>
                                        <p:attrNameLst>
                                          <p:attrName>style.visibility</p:attrName>
                                        </p:attrNameLst>
                                      </p:cBhvr>
                                      <p:to>
                                        <p:strVal val="visible"/>
                                      </p:to>
                                    </p:set>
                                    <p:animEffect transition="in" filter="wipe(left)">
                                      <p:cBhvr>
                                        <p:cTn id="24" dur="500"/>
                                        <p:tgtEl>
                                          <p:spTgt spid="16589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65893"/>
                                        </p:tgtEl>
                                        <p:attrNameLst>
                                          <p:attrName>style.visibility</p:attrName>
                                        </p:attrNameLst>
                                      </p:cBhvr>
                                      <p:to>
                                        <p:strVal val="visible"/>
                                      </p:to>
                                    </p:set>
                                    <p:animEffect transition="in" filter="wipe(left)">
                                      <p:cBhvr>
                                        <p:cTn id="29" dur="500"/>
                                        <p:tgtEl>
                                          <p:spTgt spid="16589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65894"/>
                                        </p:tgtEl>
                                        <p:attrNameLst>
                                          <p:attrName>style.visibility</p:attrName>
                                        </p:attrNameLst>
                                      </p:cBhvr>
                                      <p:to>
                                        <p:strVal val="visible"/>
                                      </p:to>
                                    </p:set>
                                    <p:animEffect transition="in" filter="wipe(left)">
                                      <p:cBhvr>
                                        <p:cTn id="34" dur="500"/>
                                        <p:tgtEl>
                                          <p:spTgt spid="16589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65895"/>
                                        </p:tgtEl>
                                        <p:attrNameLst>
                                          <p:attrName>style.visibility</p:attrName>
                                        </p:attrNameLst>
                                      </p:cBhvr>
                                      <p:to>
                                        <p:strVal val="visible"/>
                                      </p:to>
                                    </p:set>
                                    <p:animEffect transition="in" filter="wipe(left)">
                                      <p:cBhvr>
                                        <p:cTn id="39" dur="500"/>
                                        <p:tgtEl>
                                          <p:spTgt spid="165895"/>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65901"/>
                                        </p:tgtEl>
                                        <p:attrNameLst>
                                          <p:attrName>style.visibility</p:attrName>
                                        </p:attrNameLst>
                                      </p:cBhvr>
                                      <p:to>
                                        <p:strVal val="visible"/>
                                      </p:to>
                                    </p:set>
                                    <p:animEffect transition="in" filter="dissolve">
                                      <p:cBhvr>
                                        <p:cTn id="44" dur="1000"/>
                                        <p:tgtEl>
                                          <p:spTgt spid="165901"/>
                                        </p:tgtEl>
                                      </p:cBhvr>
                                    </p:animEffect>
                                  </p:childTnLst>
                                </p:cTn>
                              </p:par>
                            </p:childTnLst>
                          </p:cTn>
                        </p:par>
                        <p:par>
                          <p:cTn id="45" fill="hold">
                            <p:stCondLst>
                              <p:cond delay="1000"/>
                            </p:stCondLst>
                            <p:childTnLst>
                              <p:par>
                                <p:cTn id="46" presetID="22" presetClass="entr" presetSubtype="8" fill="hold" grpId="0" nodeType="afterEffect">
                                  <p:stCondLst>
                                    <p:cond delay="0"/>
                                  </p:stCondLst>
                                  <p:childTnLst>
                                    <p:set>
                                      <p:cBhvr>
                                        <p:cTn id="47" dur="1" fill="hold">
                                          <p:stCondLst>
                                            <p:cond delay="0"/>
                                          </p:stCondLst>
                                        </p:cTn>
                                        <p:tgtEl>
                                          <p:spTgt spid="165897"/>
                                        </p:tgtEl>
                                        <p:attrNameLst>
                                          <p:attrName>style.visibility</p:attrName>
                                        </p:attrNameLst>
                                      </p:cBhvr>
                                      <p:to>
                                        <p:strVal val="visible"/>
                                      </p:to>
                                    </p:set>
                                    <p:animEffect transition="in" filter="wipe(left)">
                                      <p:cBhvr>
                                        <p:cTn id="48" dur="500"/>
                                        <p:tgtEl>
                                          <p:spTgt spid="16589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65896"/>
                                        </p:tgtEl>
                                        <p:attrNameLst>
                                          <p:attrName>style.visibility</p:attrName>
                                        </p:attrNameLst>
                                      </p:cBhvr>
                                      <p:to>
                                        <p:strVal val="visible"/>
                                      </p:to>
                                    </p:set>
                                    <p:animEffect transition="in" filter="wipe(left)">
                                      <p:cBhvr>
                                        <p:cTn id="53" dur="500"/>
                                        <p:tgtEl>
                                          <p:spTgt spid="16589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65900"/>
                                        </p:tgtEl>
                                        <p:attrNameLst>
                                          <p:attrName>style.visibility</p:attrName>
                                        </p:attrNameLst>
                                      </p:cBhvr>
                                      <p:to>
                                        <p:strVal val="visible"/>
                                      </p:to>
                                    </p:set>
                                    <p:animEffect transition="in" filter="wipe(down)">
                                      <p:cBhvr>
                                        <p:cTn id="58" dur="500"/>
                                        <p:tgtEl>
                                          <p:spTgt spid="165900"/>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65898"/>
                                        </p:tgtEl>
                                        <p:attrNameLst>
                                          <p:attrName>style.visibility</p:attrName>
                                        </p:attrNameLst>
                                      </p:cBhvr>
                                      <p:to>
                                        <p:strVal val="visible"/>
                                      </p:to>
                                    </p:set>
                                    <p:animEffect transition="in" filter="wipe(left)">
                                      <p:cBhvr>
                                        <p:cTn id="63" dur="500"/>
                                        <p:tgtEl>
                                          <p:spTgt spid="1658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0" grpId="0" animBg="1"/>
      <p:bldP spid="165890" grpId="1" animBg="1"/>
      <p:bldP spid="165896" grpId="0" autoUpdateAnimBg="0"/>
      <p:bldP spid="165897" grpId="0" autoUpdateAnimBg="0"/>
      <p:bldP spid="165898" grpId="0" autoUpdateAnimBg="0"/>
      <p:bldP spid="165900" grpId="0" animBg="1"/>
      <p:bldP spid="16590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2"/>
          <p:cNvSpPr txBox="1">
            <a:spLocks noChangeArrowheads="1"/>
          </p:cNvSpPr>
          <p:nvPr/>
        </p:nvSpPr>
        <p:spPr bwMode="auto">
          <a:xfrm>
            <a:off x="161925" y="458788"/>
            <a:ext cx="3683000" cy="457200"/>
          </a:xfrm>
          <a:prstGeom prst="rect">
            <a:avLst/>
          </a:prstGeom>
          <a:noFill/>
          <a:ln w="9525" algn="ctr">
            <a:noFill/>
            <a:miter lim="800000"/>
          </a:ln>
        </p:spPr>
        <p:txBody>
          <a:bodyPr>
            <a:spAutoFit/>
          </a:bodyPr>
          <a:lstStyle/>
          <a:p>
            <a:pPr algn="l"/>
            <a:r>
              <a:rPr lang="en-US" altLang="zh-CN" b="1" i="0">
                <a:solidFill>
                  <a:srgbClr val="FF6600"/>
                </a:solidFill>
                <a:latin typeface="Times New Roman" panose="02020603050405020304" pitchFamily="18" charset="0"/>
              </a:rPr>
              <a:t>(3)  </a:t>
            </a:r>
            <a:r>
              <a:rPr lang="zh-CN" altLang="en-US" b="1" i="0">
                <a:solidFill>
                  <a:srgbClr val="FF6600"/>
                </a:solidFill>
                <a:latin typeface="Times New Roman" panose="02020603050405020304" pitchFamily="18" charset="0"/>
              </a:rPr>
              <a:t>弹性力的功 </a:t>
            </a:r>
            <a:endParaRPr lang="zh-CN" altLang="en-US" b="1" i="0">
              <a:solidFill>
                <a:srgbClr val="FF6600"/>
              </a:solidFill>
              <a:latin typeface="Times New Roman" panose="02020603050405020304" pitchFamily="18" charset="0"/>
            </a:endParaRPr>
          </a:p>
        </p:txBody>
      </p:sp>
      <p:graphicFrame>
        <p:nvGraphicFramePr>
          <p:cNvPr id="87094" name="Object 54"/>
          <p:cNvGraphicFramePr>
            <a:graphicFrameLocks noChangeAspect="1"/>
          </p:cNvGraphicFramePr>
          <p:nvPr/>
        </p:nvGraphicFramePr>
        <p:xfrm>
          <a:off x="1987550" y="2570163"/>
          <a:ext cx="1690688" cy="641350"/>
        </p:xfrm>
        <a:graphic>
          <a:graphicData uri="http://schemas.openxmlformats.org/presentationml/2006/ole">
            <mc:AlternateContent xmlns:mc="http://schemas.openxmlformats.org/markup-compatibility/2006">
              <mc:Choice xmlns:v="urn:schemas-microsoft-com:vml" Requires="v">
                <p:oleObj spid="_x0000_s23553" name="公式" r:id="rId1" imgW="22555200" imgH="8534400" progId="Equation.3">
                  <p:embed/>
                </p:oleObj>
              </mc:Choice>
              <mc:Fallback>
                <p:oleObj name="公式" r:id="rId1" imgW="22555200" imgH="8534400" progId="Equation.3">
                  <p:embed/>
                  <p:pic>
                    <p:nvPicPr>
                      <p:cNvPr id="0" name="Object 54"/>
                      <p:cNvPicPr>
                        <a:picLocks noChangeAspect="1"/>
                      </p:cNvPicPr>
                      <p:nvPr/>
                    </p:nvPicPr>
                    <p:blipFill>
                      <a:blip r:embed="rId2"/>
                      <a:stretch>
                        <a:fillRect/>
                      </a:stretch>
                    </p:blipFill>
                    <p:spPr>
                      <a:xfrm>
                        <a:off x="1987550" y="2570163"/>
                        <a:ext cx="1690688" cy="641350"/>
                      </a:xfrm>
                      <a:prstGeom prst="rect">
                        <a:avLst/>
                      </a:prstGeom>
                      <a:noFill/>
                      <a:ln w="9525">
                        <a:noFill/>
                      </a:ln>
                    </p:spPr>
                  </p:pic>
                </p:oleObj>
              </mc:Fallback>
            </mc:AlternateContent>
          </a:graphicData>
        </a:graphic>
      </p:graphicFrame>
      <p:sp>
        <p:nvSpPr>
          <p:cNvPr id="87095" name="Text Box 55"/>
          <p:cNvSpPr txBox="1">
            <a:spLocks noChangeArrowheads="1"/>
          </p:cNvSpPr>
          <p:nvPr/>
        </p:nvSpPr>
        <p:spPr bwMode="auto">
          <a:xfrm>
            <a:off x="206375" y="4581525"/>
            <a:ext cx="8640763" cy="933450"/>
          </a:xfrm>
          <a:prstGeom prst="rect">
            <a:avLst/>
          </a:prstGeom>
          <a:noFill/>
          <a:ln w="9525">
            <a:noFill/>
            <a:miter lim="800000"/>
          </a:ln>
        </p:spPr>
        <p:txBody>
          <a:bodyPr>
            <a:spAutoFit/>
          </a:bodyPr>
          <a:lstStyle/>
          <a:p>
            <a:pPr marL="457200" indent="-457200" algn="l">
              <a:lnSpc>
                <a:spcPct val="11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弹性力的功只与始、末位置有关，而与质点所经过的路径无关</a:t>
            </a:r>
            <a:r>
              <a:rPr lang="zh-CN" altLang="en-US" b="1" i="0">
                <a:solidFill>
                  <a:srgbClr val="FF6600"/>
                </a:solidFill>
                <a:latin typeface="Times New Roman" panose="02020603050405020304" pitchFamily="18" charset="0"/>
              </a:rPr>
              <a:t>（与路径无关）</a:t>
            </a:r>
            <a:r>
              <a:rPr lang="zh-CN" altLang="en-US" i="0">
                <a:latin typeface="Times New Roman" panose="02020603050405020304" pitchFamily="18" charset="0"/>
              </a:rPr>
              <a:t> </a:t>
            </a:r>
            <a:r>
              <a:rPr lang="zh-CN" altLang="en-US" b="1" i="0">
                <a:solidFill>
                  <a:schemeClr val="bg1"/>
                </a:solidFill>
                <a:latin typeface="Times New Roman" panose="02020603050405020304" pitchFamily="18" charset="0"/>
              </a:rPr>
              <a:t>。 </a:t>
            </a:r>
            <a:endParaRPr lang="zh-CN" altLang="en-US" b="1" i="0">
              <a:solidFill>
                <a:schemeClr val="bg1"/>
              </a:solidFill>
              <a:latin typeface="Times New Roman" panose="02020603050405020304" pitchFamily="18" charset="0"/>
            </a:endParaRPr>
          </a:p>
        </p:txBody>
      </p:sp>
      <p:sp>
        <p:nvSpPr>
          <p:cNvPr id="87096" name="Text Box 56"/>
          <p:cNvSpPr txBox="1">
            <a:spLocks noChangeArrowheads="1"/>
          </p:cNvSpPr>
          <p:nvPr/>
        </p:nvSpPr>
        <p:spPr bwMode="auto">
          <a:xfrm>
            <a:off x="206375" y="5510213"/>
            <a:ext cx="8505825" cy="933450"/>
          </a:xfrm>
          <a:prstGeom prst="rect">
            <a:avLst/>
          </a:prstGeom>
          <a:noFill/>
          <a:ln w="9525">
            <a:noFill/>
            <a:miter lim="800000"/>
          </a:ln>
        </p:spPr>
        <p:txBody>
          <a:bodyPr>
            <a:spAutoFit/>
          </a:bodyPr>
          <a:lstStyle/>
          <a:p>
            <a:pPr marL="384175" indent="-384175" algn="l">
              <a:lnSpc>
                <a:spcPct val="11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弹簧的变形减小时，弹性力作正功；弹簧的变形增大时，弹性力作负功。</a:t>
            </a:r>
            <a:endParaRPr lang="zh-CN" altLang="en-US" b="1" i="0">
              <a:solidFill>
                <a:schemeClr val="bg1"/>
              </a:solidFill>
              <a:latin typeface="Times New Roman" panose="02020603050405020304" pitchFamily="18" charset="0"/>
            </a:endParaRPr>
          </a:p>
        </p:txBody>
      </p:sp>
      <p:graphicFrame>
        <p:nvGraphicFramePr>
          <p:cNvPr id="87097" name="Object 57"/>
          <p:cNvGraphicFramePr>
            <a:graphicFrameLocks noChangeAspect="1"/>
          </p:cNvGraphicFramePr>
          <p:nvPr/>
        </p:nvGraphicFramePr>
        <p:xfrm>
          <a:off x="3762375" y="2517775"/>
          <a:ext cx="1781175" cy="730250"/>
        </p:xfrm>
        <a:graphic>
          <a:graphicData uri="http://schemas.openxmlformats.org/presentationml/2006/ole">
            <mc:AlternateContent xmlns:mc="http://schemas.openxmlformats.org/markup-compatibility/2006">
              <mc:Choice xmlns:v="urn:schemas-microsoft-com:vml" Requires="v">
                <p:oleObj spid="_x0000_s23555" name="公式" r:id="rId3" imgW="23774400" imgH="9753600" progId="Equation.3">
                  <p:embed/>
                </p:oleObj>
              </mc:Choice>
              <mc:Fallback>
                <p:oleObj name="公式" r:id="rId3" imgW="23774400" imgH="9753600" progId="Equation.3">
                  <p:embed/>
                  <p:pic>
                    <p:nvPicPr>
                      <p:cNvPr id="0" name="Object 57"/>
                      <p:cNvPicPr>
                        <a:picLocks noChangeAspect="1"/>
                      </p:cNvPicPr>
                      <p:nvPr/>
                    </p:nvPicPr>
                    <p:blipFill>
                      <a:blip r:embed="rId4"/>
                      <a:stretch>
                        <a:fillRect/>
                      </a:stretch>
                    </p:blipFill>
                    <p:spPr>
                      <a:xfrm>
                        <a:off x="3762375" y="2517775"/>
                        <a:ext cx="1781175" cy="730250"/>
                      </a:xfrm>
                      <a:prstGeom prst="rect">
                        <a:avLst/>
                      </a:prstGeom>
                      <a:noFill/>
                      <a:ln w="9525">
                        <a:noFill/>
                      </a:ln>
                    </p:spPr>
                  </p:pic>
                </p:oleObj>
              </mc:Fallback>
            </mc:AlternateContent>
          </a:graphicData>
        </a:graphic>
      </p:graphicFrame>
      <p:graphicFrame>
        <p:nvGraphicFramePr>
          <p:cNvPr id="87098" name="Object 58"/>
          <p:cNvGraphicFramePr>
            <a:graphicFrameLocks noChangeAspect="1"/>
          </p:cNvGraphicFramePr>
          <p:nvPr/>
        </p:nvGraphicFramePr>
        <p:xfrm>
          <a:off x="6627813" y="1177925"/>
          <a:ext cx="306387" cy="366713"/>
        </p:xfrm>
        <a:graphic>
          <a:graphicData uri="http://schemas.openxmlformats.org/presentationml/2006/ole">
            <mc:AlternateContent xmlns:mc="http://schemas.openxmlformats.org/markup-compatibility/2006">
              <mc:Choice xmlns:v="urn:schemas-microsoft-com:vml" Requires="v">
                <p:oleObj spid="_x0000_s23556" name="公式" r:id="rId5" imgW="4267200" imgH="5181600" progId="Equation.3">
                  <p:embed/>
                </p:oleObj>
              </mc:Choice>
              <mc:Fallback>
                <p:oleObj name="公式" r:id="rId5" imgW="4267200" imgH="5181600" progId="Equation.3">
                  <p:embed/>
                  <p:pic>
                    <p:nvPicPr>
                      <p:cNvPr id="0" name="Object 58"/>
                      <p:cNvPicPr>
                        <a:picLocks noChangeAspect="1"/>
                      </p:cNvPicPr>
                      <p:nvPr/>
                    </p:nvPicPr>
                    <p:blipFill>
                      <a:blip r:embed="rId6"/>
                      <a:stretch>
                        <a:fillRect/>
                      </a:stretch>
                    </p:blipFill>
                    <p:spPr>
                      <a:xfrm>
                        <a:off x="6627813" y="1177925"/>
                        <a:ext cx="306387" cy="366713"/>
                      </a:xfrm>
                      <a:prstGeom prst="rect">
                        <a:avLst/>
                      </a:prstGeom>
                      <a:noFill/>
                      <a:ln w="9525">
                        <a:noFill/>
                      </a:ln>
                    </p:spPr>
                  </p:pic>
                </p:oleObj>
              </mc:Fallback>
            </mc:AlternateContent>
          </a:graphicData>
        </a:graphic>
      </p:graphicFrame>
      <p:graphicFrame>
        <p:nvGraphicFramePr>
          <p:cNvPr id="87099" name="Object 59"/>
          <p:cNvGraphicFramePr>
            <a:graphicFrameLocks noChangeAspect="1"/>
          </p:cNvGraphicFramePr>
          <p:nvPr/>
        </p:nvGraphicFramePr>
        <p:xfrm>
          <a:off x="7470775" y="1133475"/>
          <a:ext cx="341313" cy="387350"/>
        </p:xfrm>
        <a:graphic>
          <a:graphicData uri="http://schemas.openxmlformats.org/presentationml/2006/ole">
            <mc:AlternateContent xmlns:mc="http://schemas.openxmlformats.org/markup-compatibility/2006">
              <mc:Choice xmlns:v="urn:schemas-microsoft-com:vml" Requires="v">
                <p:oleObj spid="_x0000_s23557" name="公式" r:id="rId7" imgW="4572000" imgH="5181600" progId="Equation.3">
                  <p:embed/>
                </p:oleObj>
              </mc:Choice>
              <mc:Fallback>
                <p:oleObj name="公式" r:id="rId7" imgW="4572000" imgH="5181600" progId="Equation.3">
                  <p:embed/>
                  <p:pic>
                    <p:nvPicPr>
                      <p:cNvPr id="0" name="Object 59"/>
                      <p:cNvPicPr>
                        <a:picLocks noChangeAspect="1"/>
                      </p:cNvPicPr>
                      <p:nvPr/>
                    </p:nvPicPr>
                    <p:blipFill>
                      <a:blip r:embed="rId8"/>
                      <a:stretch>
                        <a:fillRect/>
                      </a:stretch>
                    </p:blipFill>
                    <p:spPr>
                      <a:xfrm>
                        <a:off x="7470775" y="1133475"/>
                        <a:ext cx="341313" cy="387350"/>
                      </a:xfrm>
                      <a:prstGeom prst="rect">
                        <a:avLst/>
                      </a:prstGeom>
                      <a:noFill/>
                      <a:ln w="9525">
                        <a:noFill/>
                      </a:ln>
                    </p:spPr>
                  </p:pic>
                </p:oleObj>
              </mc:Fallback>
            </mc:AlternateContent>
          </a:graphicData>
        </a:graphic>
      </p:graphicFrame>
      <p:graphicFrame>
        <p:nvGraphicFramePr>
          <p:cNvPr id="87100" name="Object 60"/>
          <p:cNvGraphicFramePr>
            <a:graphicFrameLocks noChangeAspect="1"/>
          </p:cNvGraphicFramePr>
          <p:nvPr/>
        </p:nvGraphicFramePr>
        <p:xfrm>
          <a:off x="7078663" y="503238"/>
          <a:ext cx="284162" cy="322262"/>
        </p:xfrm>
        <a:graphic>
          <a:graphicData uri="http://schemas.openxmlformats.org/presentationml/2006/ole">
            <mc:AlternateContent xmlns:mc="http://schemas.openxmlformats.org/markup-compatibility/2006">
              <mc:Choice xmlns:v="urn:schemas-microsoft-com:vml" Requires="v">
                <p:oleObj spid="_x0000_s23558" name="公式" r:id="rId9" imgW="3962400" imgH="4572000" progId="Equation.3">
                  <p:embed/>
                </p:oleObj>
              </mc:Choice>
              <mc:Fallback>
                <p:oleObj name="公式" r:id="rId9" imgW="3962400" imgH="4572000" progId="Equation.3">
                  <p:embed/>
                  <p:pic>
                    <p:nvPicPr>
                      <p:cNvPr id="0" name="Object 60"/>
                      <p:cNvPicPr>
                        <a:picLocks noChangeAspect="1"/>
                      </p:cNvPicPr>
                      <p:nvPr/>
                    </p:nvPicPr>
                    <p:blipFill>
                      <a:blip r:embed="rId10"/>
                      <a:stretch>
                        <a:fillRect/>
                      </a:stretch>
                    </p:blipFill>
                    <p:spPr>
                      <a:xfrm>
                        <a:off x="7078663" y="503238"/>
                        <a:ext cx="284162" cy="322262"/>
                      </a:xfrm>
                      <a:prstGeom prst="rect">
                        <a:avLst/>
                      </a:prstGeom>
                      <a:noFill/>
                      <a:ln w="9525">
                        <a:noFill/>
                      </a:ln>
                    </p:spPr>
                  </p:pic>
                </p:oleObj>
              </mc:Fallback>
            </mc:AlternateContent>
          </a:graphicData>
        </a:graphic>
      </p:graphicFrame>
      <p:graphicFrame>
        <p:nvGraphicFramePr>
          <p:cNvPr id="87101" name="Object 61"/>
          <p:cNvGraphicFramePr>
            <a:graphicFrameLocks noChangeAspect="1"/>
          </p:cNvGraphicFramePr>
          <p:nvPr/>
        </p:nvGraphicFramePr>
        <p:xfrm>
          <a:off x="1736725" y="1576388"/>
          <a:ext cx="1169988" cy="366712"/>
        </p:xfrm>
        <a:graphic>
          <a:graphicData uri="http://schemas.openxmlformats.org/presentationml/2006/ole">
            <mc:AlternateContent xmlns:mc="http://schemas.openxmlformats.org/markup-compatibility/2006">
              <mc:Choice xmlns:v="urn:schemas-microsoft-com:vml" Requires="v">
                <p:oleObj spid="_x0000_s23559" name="公式" r:id="rId11" imgW="15544800" imgH="4876800" progId="Equation.3">
                  <p:embed/>
                </p:oleObj>
              </mc:Choice>
              <mc:Fallback>
                <p:oleObj name="公式" r:id="rId11" imgW="15544800" imgH="4876800" progId="Equation.3">
                  <p:embed/>
                  <p:pic>
                    <p:nvPicPr>
                      <p:cNvPr id="0" name="Object 61"/>
                      <p:cNvPicPr>
                        <a:picLocks noChangeAspect="1"/>
                      </p:cNvPicPr>
                      <p:nvPr/>
                    </p:nvPicPr>
                    <p:blipFill>
                      <a:blip r:embed="rId12"/>
                      <a:stretch>
                        <a:fillRect/>
                      </a:stretch>
                    </p:blipFill>
                    <p:spPr>
                      <a:xfrm>
                        <a:off x="1736725" y="1576388"/>
                        <a:ext cx="1169988" cy="366712"/>
                      </a:xfrm>
                      <a:prstGeom prst="rect">
                        <a:avLst/>
                      </a:prstGeom>
                      <a:noFill/>
                      <a:ln w="9525">
                        <a:noFill/>
                      </a:ln>
                    </p:spPr>
                  </p:pic>
                </p:oleObj>
              </mc:Fallback>
            </mc:AlternateContent>
          </a:graphicData>
        </a:graphic>
      </p:graphicFrame>
      <p:sp>
        <p:nvSpPr>
          <p:cNvPr id="87102" name="Text Box 62"/>
          <p:cNvSpPr txBox="1">
            <a:spLocks noChangeArrowheads="1"/>
          </p:cNvSpPr>
          <p:nvPr/>
        </p:nvSpPr>
        <p:spPr bwMode="auto">
          <a:xfrm>
            <a:off x="715963" y="990600"/>
            <a:ext cx="3046412"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弹簧弹性力</a:t>
            </a:r>
            <a:endParaRPr lang="zh-CN" altLang="en-US" b="1" i="0">
              <a:solidFill>
                <a:schemeClr val="bg1"/>
              </a:solidFill>
              <a:latin typeface="Times New Roman" panose="02020603050405020304" pitchFamily="18" charset="0"/>
            </a:endParaRPr>
          </a:p>
        </p:txBody>
      </p:sp>
      <p:sp>
        <p:nvSpPr>
          <p:cNvPr id="87103" name="Text Box 63"/>
          <p:cNvSpPr txBox="1">
            <a:spLocks noChangeArrowheads="1"/>
          </p:cNvSpPr>
          <p:nvPr/>
        </p:nvSpPr>
        <p:spPr bwMode="auto">
          <a:xfrm>
            <a:off x="762000" y="1979613"/>
            <a:ext cx="5715000" cy="506412"/>
          </a:xfrm>
          <a:prstGeom prst="rect">
            <a:avLst/>
          </a:prstGeom>
          <a:noFill/>
          <a:ln w="9525">
            <a:noFill/>
            <a:miter lim="800000"/>
          </a:ln>
        </p:spPr>
        <p:txBody>
          <a:bodyPr>
            <a:spAutoFit/>
          </a:bodyPr>
          <a:lstStyle/>
          <a:p>
            <a:pPr algn="l">
              <a:lnSpc>
                <a:spcPct val="125000"/>
              </a:lnSpc>
            </a:pPr>
            <a:r>
              <a:rPr lang="zh-CN" altLang="en-US" b="1" i="0">
                <a:solidFill>
                  <a:schemeClr val="bg1"/>
                </a:solidFill>
                <a:latin typeface="Times New Roman" panose="02020603050405020304" pitchFamily="18" charset="0"/>
              </a:rPr>
              <a:t>由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1</a:t>
            </a:r>
            <a:r>
              <a:rPr lang="en-US" altLang="zh-CN" b="1" baseline="-25000">
                <a:solidFill>
                  <a:srgbClr val="66FFFF"/>
                </a:solidFill>
                <a:latin typeface="Times New Roman" panose="02020603050405020304" pitchFamily="18" charset="0"/>
              </a:rPr>
              <a:t> </a:t>
            </a:r>
            <a:r>
              <a:rPr lang="zh-CN" altLang="en-US" b="1" i="0">
                <a:solidFill>
                  <a:schemeClr val="bg1"/>
                </a:solidFill>
                <a:latin typeface="Times New Roman" panose="02020603050405020304" pitchFamily="18" charset="0"/>
              </a:rPr>
              <a:t>到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2</a:t>
            </a:r>
            <a:r>
              <a:rPr lang="en-US" altLang="zh-CN" b="1" i="0" baseline="-2500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路程上弹性力的功为  </a:t>
            </a:r>
            <a:endParaRPr lang="zh-CN" altLang="en-US" b="1" i="0">
              <a:solidFill>
                <a:schemeClr val="bg1"/>
              </a:solidFill>
              <a:latin typeface="Times New Roman" panose="02020603050405020304" pitchFamily="18" charset="0"/>
            </a:endParaRPr>
          </a:p>
        </p:txBody>
      </p:sp>
      <p:sp>
        <p:nvSpPr>
          <p:cNvPr id="87104" name="Text Box 64"/>
          <p:cNvSpPr txBox="1">
            <a:spLocks noChangeArrowheads="1"/>
          </p:cNvSpPr>
          <p:nvPr/>
        </p:nvSpPr>
        <p:spPr bwMode="auto">
          <a:xfrm>
            <a:off x="779463" y="3176588"/>
            <a:ext cx="7843837" cy="1006475"/>
          </a:xfrm>
          <a:prstGeom prst="rect">
            <a:avLst/>
          </a:prstGeom>
          <a:noFill/>
          <a:ln w="9525">
            <a:noFill/>
            <a:miter lim="800000"/>
          </a:ln>
        </p:spPr>
        <p:txBody>
          <a:bodyPr wrap="none">
            <a:spAutoFit/>
          </a:bodyPr>
          <a:lstStyle/>
          <a:p>
            <a:pPr algn="l">
              <a:lnSpc>
                <a:spcPct val="125000"/>
              </a:lnSpc>
            </a:pPr>
            <a:r>
              <a:rPr lang="zh-CN" altLang="en-US" b="1" i="0">
                <a:solidFill>
                  <a:schemeClr val="bg1"/>
                </a:solidFill>
                <a:latin typeface="Times New Roman" panose="02020603050405020304" pitchFamily="18" charset="0"/>
              </a:rPr>
              <a:t>弹性力的功等于弹簧劲度系数乘以质点始末位置弹簧形变</a:t>
            </a:r>
            <a:endParaRPr lang="zh-CN" altLang="en-US" b="1" i="0">
              <a:solidFill>
                <a:schemeClr val="bg1"/>
              </a:solidFill>
              <a:latin typeface="Times New Roman" panose="02020603050405020304" pitchFamily="18" charset="0"/>
            </a:endParaRPr>
          </a:p>
          <a:p>
            <a:pPr algn="l">
              <a:lnSpc>
                <a:spcPct val="125000"/>
              </a:lnSpc>
            </a:pPr>
            <a:r>
              <a:rPr lang="zh-CN" altLang="en-US" b="1" i="0">
                <a:solidFill>
                  <a:schemeClr val="bg1"/>
                </a:solidFill>
                <a:latin typeface="Times New Roman" panose="02020603050405020304" pitchFamily="18" charset="0"/>
              </a:rPr>
              <a:t>量平方之差的一半。</a:t>
            </a:r>
            <a:endParaRPr lang="zh-CN" altLang="en-US" b="1" i="0">
              <a:solidFill>
                <a:schemeClr val="bg1"/>
              </a:solidFill>
              <a:latin typeface="Times New Roman" panose="02020603050405020304" pitchFamily="18" charset="0"/>
            </a:endParaRPr>
          </a:p>
        </p:txBody>
      </p:sp>
      <p:sp>
        <p:nvSpPr>
          <p:cNvPr id="87105" name="Rectangle 65"/>
          <p:cNvSpPr>
            <a:spLocks noChangeArrowheads="1"/>
          </p:cNvSpPr>
          <p:nvPr/>
        </p:nvSpPr>
        <p:spPr bwMode="auto">
          <a:xfrm>
            <a:off x="593725" y="4194175"/>
            <a:ext cx="1638300"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结论</a:t>
            </a:r>
            <a:endParaRPr lang="zh-CN" altLang="en-US" b="1" i="0">
              <a:solidFill>
                <a:srgbClr val="FF6600"/>
              </a:solidFill>
              <a:latin typeface="Times New Roman" panose="02020603050405020304" pitchFamily="18" charset="0"/>
            </a:endParaRPr>
          </a:p>
        </p:txBody>
      </p:sp>
      <p:grpSp>
        <p:nvGrpSpPr>
          <p:cNvPr id="2" name="Group 66"/>
          <p:cNvGrpSpPr/>
          <p:nvPr/>
        </p:nvGrpSpPr>
        <p:grpSpPr bwMode="auto">
          <a:xfrm>
            <a:off x="5849938" y="982663"/>
            <a:ext cx="2989262" cy="609600"/>
            <a:chOff x="3504" y="816"/>
            <a:chExt cx="1877" cy="384"/>
          </a:xfrm>
        </p:grpSpPr>
        <p:sp>
          <p:nvSpPr>
            <p:cNvPr id="23604" name="Line 67"/>
            <p:cNvSpPr>
              <a:spLocks noChangeShapeType="1"/>
            </p:cNvSpPr>
            <p:nvPr/>
          </p:nvSpPr>
          <p:spPr bwMode="auto">
            <a:xfrm>
              <a:off x="3600" y="816"/>
              <a:ext cx="1680" cy="0"/>
            </a:xfrm>
            <a:prstGeom prst="line">
              <a:avLst/>
            </a:prstGeom>
            <a:noFill/>
            <a:ln w="28575">
              <a:solidFill>
                <a:schemeClr val="accent2"/>
              </a:solidFill>
              <a:round/>
              <a:tailEnd type="triangle" w="med" len="lg"/>
            </a:ln>
          </p:spPr>
          <p:txBody>
            <a:bodyPr/>
            <a:lstStyle/>
            <a:p>
              <a:endParaRPr lang="zh-CN" altLang="en-US"/>
            </a:p>
          </p:txBody>
        </p:sp>
        <p:sp>
          <p:nvSpPr>
            <p:cNvPr id="23605" name="Text Box 68"/>
            <p:cNvSpPr txBox="1">
              <a:spLocks noChangeArrowheads="1"/>
            </p:cNvSpPr>
            <p:nvPr/>
          </p:nvSpPr>
          <p:spPr bwMode="auto">
            <a:xfrm>
              <a:off x="5169" y="890"/>
              <a:ext cx="212"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x</a:t>
              </a:r>
              <a:endParaRPr lang="en-US" altLang="zh-CN" b="1">
                <a:solidFill>
                  <a:schemeClr val="accent2"/>
                </a:solidFill>
                <a:latin typeface="Times New Roman" panose="02020603050405020304" pitchFamily="18" charset="0"/>
              </a:endParaRPr>
            </a:p>
          </p:txBody>
        </p:sp>
        <p:sp>
          <p:nvSpPr>
            <p:cNvPr id="23606" name="Text Box 69"/>
            <p:cNvSpPr txBox="1">
              <a:spLocks noChangeArrowheads="1"/>
            </p:cNvSpPr>
            <p:nvPr/>
          </p:nvSpPr>
          <p:spPr bwMode="auto">
            <a:xfrm>
              <a:off x="3504" y="912"/>
              <a:ext cx="254"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O</a:t>
              </a:r>
              <a:endParaRPr lang="en-US" altLang="zh-CN" b="1">
                <a:solidFill>
                  <a:schemeClr val="accent2"/>
                </a:solidFill>
                <a:latin typeface="Times New Roman" panose="02020603050405020304" pitchFamily="18" charset="0"/>
              </a:endParaRPr>
            </a:p>
          </p:txBody>
        </p:sp>
      </p:grpSp>
      <p:sp>
        <p:nvSpPr>
          <p:cNvPr id="87110" name="Line 70"/>
          <p:cNvSpPr>
            <a:spLocks noChangeShapeType="1"/>
          </p:cNvSpPr>
          <p:nvPr/>
        </p:nvSpPr>
        <p:spPr bwMode="auto">
          <a:xfrm flipH="1">
            <a:off x="6992938" y="982663"/>
            <a:ext cx="457200" cy="0"/>
          </a:xfrm>
          <a:prstGeom prst="line">
            <a:avLst/>
          </a:prstGeom>
          <a:noFill/>
          <a:ln w="38100">
            <a:solidFill>
              <a:srgbClr val="008000"/>
            </a:solidFill>
            <a:round/>
            <a:tailEnd type="triangle" w="med" len="lg"/>
          </a:ln>
        </p:spPr>
        <p:txBody>
          <a:bodyPr/>
          <a:lstStyle/>
          <a:p>
            <a:endParaRPr lang="zh-CN" altLang="en-US"/>
          </a:p>
        </p:txBody>
      </p:sp>
      <p:sp>
        <p:nvSpPr>
          <p:cNvPr id="87111" name="Oval 71"/>
          <p:cNvSpPr>
            <a:spLocks noChangeArrowheads="1"/>
          </p:cNvSpPr>
          <p:nvPr/>
        </p:nvSpPr>
        <p:spPr bwMode="auto">
          <a:xfrm>
            <a:off x="7450138" y="830263"/>
            <a:ext cx="304800" cy="304800"/>
          </a:xfrm>
          <a:prstGeom prst="ellipse">
            <a:avLst/>
          </a:prstGeom>
          <a:gradFill rotWithShape="0">
            <a:gsLst>
              <a:gs pos="0">
                <a:srgbClr val="FFFFFF"/>
              </a:gs>
              <a:gs pos="100000">
                <a:srgbClr val="CC0000"/>
              </a:gs>
            </a:gsLst>
            <a:path path="shape">
              <a:fillToRect l="50000" t="50000" r="50000" b="50000"/>
            </a:path>
          </a:gradFill>
          <a:ln w="28575">
            <a:solidFill>
              <a:srgbClr val="800000"/>
            </a:solidFill>
            <a:prstDash val="sysDot"/>
            <a:round/>
          </a:ln>
        </p:spPr>
        <p:txBody>
          <a:bodyPr wrap="none" anchor="ctr"/>
          <a:lstStyle/>
          <a:p>
            <a:endParaRPr lang="zh-CN" altLang="en-US"/>
          </a:p>
        </p:txBody>
      </p:sp>
      <p:grpSp>
        <p:nvGrpSpPr>
          <p:cNvPr id="3" name="Group 72"/>
          <p:cNvGrpSpPr/>
          <p:nvPr/>
        </p:nvGrpSpPr>
        <p:grpSpPr bwMode="auto">
          <a:xfrm>
            <a:off x="4416425" y="550863"/>
            <a:ext cx="2406650" cy="733425"/>
            <a:chOff x="2782" y="404"/>
            <a:chExt cx="1516" cy="462"/>
          </a:xfrm>
        </p:grpSpPr>
        <p:grpSp>
          <p:nvGrpSpPr>
            <p:cNvPr id="23572" name="Group 73"/>
            <p:cNvGrpSpPr/>
            <p:nvPr/>
          </p:nvGrpSpPr>
          <p:grpSpPr bwMode="auto">
            <a:xfrm>
              <a:off x="2782" y="404"/>
              <a:ext cx="1368" cy="462"/>
              <a:chOff x="2064" y="380"/>
              <a:chExt cx="1368" cy="462"/>
            </a:xfrm>
          </p:grpSpPr>
          <p:grpSp>
            <p:nvGrpSpPr>
              <p:cNvPr id="23574" name="Group 74"/>
              <p:cNvGrpSpPr/>
              <p:nvPr/>
            </p:nvGrpSpPr>
            <p:grpSpPr bwMode="auto">
              <a:xfrm>
                <a:off x="2064" y="380"/>
                <a:ext cx="137" cy="462"/>
                <a:chOff x="1919" y="337"/>
                <a:chExt cx="145" cy="680"/>
              </a:xfrm>
            </p:grpSpPr>
            <p:sp>
              <p:nvSpPr>
                <p:cNvPr id="23598" name="Line 75"/>
                <p:cNvSpPr>
                  <a:spLocks noChangeShapeType="1"/>
                </p:cNvSpPr>
                <p:nvPr/>
              </p:nvSpPr>
              <p:spPr bwMode="auto">
                <a:xfrm>
                  <a:off x="2064" y="337"/>
                  <a:ext cx="0" cy="680"/>
                </a:xfrm>
                <a:prstGeom prst="line">
                  <a:avLst/>
                </a:prstGeom>
                <a:noFill/>
                <a:ln w="28575">
                  <a:solidFill>
                    <a:srgbClr val="0099FF"/>
                  </a:solidFill>
                  <a:round/>
                </a:ln>
              </p:spPr>
              <p:txBody>
                <a:bodyPr/>
                <a:lstStyle/>
                <a:p>
                  <a:endParaRPr lang="zh-CN" altLang="en-US"/>
                </a:p>
              </p:txBody>
            </p:sp>
            <p:sp>
              <p:nvSpPr>
                <p:cNvPr id="23599" name="Line 76"/>
                <p:cNvSpPr>
                  <a:spLocks noChangeShapeType="1"/>
                </p:cNvSpPr>
                <p:nvPr/>
              </p:nvSpPr>
              <p:spPr bwMode="auto">
                <a:xfrm flipH="1">
                  <a:off x="1928" y="427"/>
                  <a:ext cx="136" cy="91"/>
                </a:xfrm>
                <a:prstGeom prst="line">
                  <a:avLst/>
                </a:prstGeom>
                <a:noFill/>
                <a:ln w="28575">
                  <a:solidFill>
                    <a:srgbClr val="0099FF"/>
                  </a:solidFill>
                  <a:round/>
                </a:ln>
              </p:spPr>
              <p:txBody>
                <a:bodyPr/>
                <a:lstStyle/>
                <a:p>
                  <a:endParaRPr lang="zh-CN" altLang="en-US"/>
                </a:p>
              </p:txBody>
            </p:sp>
            <p:sp>
              <p:nvSpPr>
                <p:cNvPr id="23600" name="Line 77"/>
                <p:cNvSpPr>
                  <a:spLocks noChangeShapeType="1"/>
                </p:cNvSpPr>
                <p:nvPr/>
              </p:nvSpPr>
              <p:spPr bwMode="auto">
                <a:xfrm flipH="1">
                  <a:off x="1928" y="551"/>
                  <a:ext cx="136" cy="91"/>
                </a:xfrm>
                <a:prstGeom prst="line">
                  <a:avLst/>
                </a:prstGeom>
                <a:noFill/>
                <a:ln w="28575">
                  <a:solidFill>
                    <a:srgbClr val="0099FF"/>
                  </a:solidFill>
                  <a:round/>
                </a:ln>
              </p:spPr>
              <p:txBody>
                <a:bodyPr/>
                <a:lstStyle/>
                <a:p>
                  <a:endParaRPr lang="zh-CN" altLang="en-US"/>
                </a:p>
              </p:txBody>
            </p:sp>
            <p:sp>
              <p:nvSpPr>
                <p:cNvPr id="23601" name="Line 78"/>
                <p:cNvSpPr>
                  <a:spLocks noChangeShapeType="1"/>
                </p:cNvSpPr>
                <p:nvPr/>
              </p:nvSpPr>
              <p:spPr bwMode="auto">
                <a:xfrm flipH="1">
                  <a:off x="1928" y="687"/>
                  <a:ext cx="136" cy="91"/>
                </a:xfrm>
                <a:prstGeom prst="line">
                  <a:avLst/>
                </a:prstGeom>
                <a:noFill/>
                <a:ln w="28575">
                  <a:solidFill>
                    <a:srgbClr val="0099FF"/>
                  </a:solidFill>
                  <a:round/>
                </a:ln>
              </p:spPr>
              <p:txBody>
                <a:bodyPr/>
                <a:lstStyle/>
                <a:p>
                  <a:endParaRPr lang="zh-CN" altLang="en-US"/>
                </a:p>
              </p:txBody>
            </p:sp>
            <p:sp>
              <p:nvSpPr>
                <p:cNvPr id="23602" name="Line 79"/>
                <p:cNvSpPr>
                  <a:spLocks noChangeShapeType="1"/>
                </p:cNvSpPr>
                <p:nvPr/>
              </p:nvSpPr>
              <p:spPr bwMode="auto">
                <a:xfrm flipH="1">
                  <a:off x="1928" y="926"/>
                  <a:ext cx="136" cy="91"/>
                </a:xfrm>
                <a:prstGeom prst="line">
                  <a:avLst/>
                </a:prstGeom>
                <a:noFill/>
                <a:ln w="28575">
                  <a:solidFill>
                    <a:srgbClr val="0099FF"/>
                  </a:solidFill>
                  <a:round/>
                </a:ln>
              </p:spPr>
              <p:txBody>
                <a:bodyPr/>
                <a:lstStyle/>
                <a:p>
                  <a:endParaRPr lang="zh-CN" altLang="en-US"/>
                </a:p>
              </p:txBody>
            </p:sp>
            <p:sp>
              <p:nvSpPr>
                <p:cNvPr id="23603" name="Line 80"/>
                <p:cNvSpPr>
                  <a:spLocks noChangeShapeType="1"/>
                </p:cNvSpPr>
                <p:nvPr/>
              </p:nvSpPr>
              <p:spPr bwMode="auto">
                <a:xfrm flipH="1">
                  <a:off x="1919" y="824"/>
                  <a:ext cx="136" cy="91"/>
                </a:xfrm>
                <a:prstGeom prst="line">
                  <a:avLst/>
                </a:prstGeom>
                <a:noFill/>
                <a:ln w="28575">
                  <a:solidFill>
                    <a:srgbClr val="0099FF"/>
                  </a:solidFill>
                  <a:round/>
                </a:ln>
              </p:spPr>
              <p:txBody>
                <a:bodyPr/>
                <a:lstStyle/>
                <a:p>
                  <a:endParaRPr lang="zh-CN" altLang="en-US"/>
                </a:p>
              </p:txBody>
            </p:sp>
          </p:grpSp>
          <p:grpSp>
            <p:nvGrpSpPr>
              <p:cNvPr id="23575" name="Group 81"/>
              <p:cNvGrpSpPr/>
              <p:nvPr/>
            </p:nvGrpSpPr>
            <p:grpSpPr bwMode="auto">
              <a:xfrm>
                <a:off x="2200" y="544"/>
                <a:ext cx="1232" cy="191"/>
                <a:chOff x="2200" y="544"/>
                <a:chExt cx="1232" cy="191"/>
              </a:xfrm>
            </p:grpSpPr>
            <p:sp>
              <p:nvSpPr>
                <p:cNvPr id="23576" name="Freeform 82"/>
                <p:cNvSpPr/>
                <p:nvPr/>
              </p:nvSpPr>
              <p:spPr bwMode="auto">
                <a:xfrm>
                  <a:off x="2350" y="544"/>
                  <a:ext cx="89" cy="191"/>
                </a:xfrm>
                <a:custGeom>
                  <a:avLst/>
                  <a:gdLst>
                    <a:gd name="T0" fmla="*/ 0 w 89"/>
                    <a:gd name="T1" fmla="*/ 18 h 191"/>
                    <a:gd name="T2" fmla="*/ 29 w 89"/>
                    <a:gd name="T3" fmla="*/ 24 h 191"/>
                    <a:gd name="T4" fmla="*/ 47 w 89"/>
                    <a:gd name="T5" fmla="*/ 42 h 191"/>
                    <a:gd name="T6" fmla="*/ 59 w 89"/>
                    <a:gd name="T7" fmla="*/ 66 h 191"/>
                    <a:gd name="T8" fmla="*/ 65 w 89"/>
                    <a:gd name="T9" fmla="*/ 96 h 191"/>
                    <a:gd name="T10" fmla="*/ 65 w 89"/>
                    <a:gd name="T11" fmla="*/ 126 h 191"/>
                    <a:gd name="T12" fmla="*/ 65 w 89"/>
                    <a:gd name="T13" fmla="*/ 149 h 191"/>
                    <a:gd name="T14" fmla="*/ 59 w 89"/>
                    <a:gd name="T15" fmla="*/ 167 h 191"/>
                    <a:gd name="T16" fmla="*/ 47 w 89"/>
                    <a:gd name="T17" fmla="*/ 173 h 191"/>
                    <a:gd name="T18" fmla="*/ 47 w 89"/>
                    <a:gd name="T19" fmla="*/ 191 h 191"/>
                    <a:gd name="T20" fmla="*/ 65 w 89"/>
                    <a:gd name="T21" fmla="*/ 179 h 191"/>
                    <a:gd name="T22" fmla="*/ 83 w 89"/>
                    <a:gd name="T23" fmla="*/ 155 h 191"/>
                    <a:gd name="T24" fmla="*/ 89 w 89"/>
                    <a:gd name="T25" fmla="*/ 126 h 191"/>
                    <a:gd name="T26" fmla="*/ 89 w 89"/>
                    <a:gd name="T27" fmla="*/ 96 h 191"/>
                    <a:gd name="T28" fmla="*/ 77 w 89"/>
                    <a:gd name="T29" fmla="*/ 60 h 191"/>
                    <a:gd name="T30" fmla="*/ 59 w 89"/>
                    <a:gd name="T31" fmla="*/ 30 h 191"/>
                    <a:gd name="T32" fmla="*/ 35 w 89"/>
                    <a:gd name="T33" fmla="*/ 12 h 191"/>
                    <a:gd name="T34" fmla="*/ 0 w 89"/>
                    <a:gd name="T35" fmla="*/ 0 h 191"/>
                    <a:gd name="T36" fmla="*/ 0 w 89"/>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191"/>
                    <a:gd name="T59" fmla="*/ 89 w 89"/>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191">
                      <a:moveTo>
                        <a:pt x="0" y="18"/>
                      </a:moveTo>
                      <a:lnTo>
                        <a:pt x="29" y="24"/>
                      </a:lnTo>
                      <a:lnTo>
                        <a:pt x="47" y="42"/>
                      </a:lnTo>
                      <a:lnTo>
                        <a:pt x="59" y="66"/>
                      </a:lnTo>
                      <a:lnTo>
                        <a:pt x="65" y="96"/>
                      </a:lnTo>
                      <a:lnTo>
                        <a:pt x="65" y="126"/>
                      </a:lnTo>
                      <a:lnTo>
                        <a:pt x="65" y="149"/>
                      </a:lnTo>
                      <a:lnTo>
                        <a:pt x="59" y="167"/>
                      </a:lnTo>
                      <a:lnTo>
                        <a:pt x="47" y="173"/>
                      </a:lnTo>
                      <a:lnTo>
                        <a:pt x="47" y="191"/>
                      </a:lnTo>
                      <a:lnTo>
                        <a:pt x="65" y="179"/>
                      </a:lnTo>
                      <a:lnTo>
                        <a:pt x="83" y="155"/>
                      </a:lnTo>
                      <a:lnTo>
                        <a:pt x="89" y="126"/>
                      </a:lnTo>
                      <a:lnTo>
                        <a:pt x="89" y="96"/>
                      </a:lnTo>
                      <a:lnTo>
                        <a:pt x="77" y="60"/>
                      </a:lnTo>
                      <a:lnTo>
                        <a:pt x="59" y="30"/>
                      </a:lnTo>
                      <a:lnTo>
                        <a:pt x="35"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77" name="Freeform 83"/>
                <p:cNvSpPr>
                  <a:spLocks noEditPoints="1"/>
                </p:cNvSpPr>
                <p:nvPr/>
              </p:nvSpPr>
              <p:spPr bwMode="auto">
                <a:xfrm>
                  <a:off x="2367" y="544"/>
                  <a:ext cx="84" cy="191"/>
                </a:xfrm>
                <a:custGeom>
                  <a:avLst/>
                  <a:gdLst>
                    <a:gd name="T0" fmla="*/ 30 w 84"/>
                    <a:gd name="T1" fmla="*/ 173 h 191"/>
                    <a:gd name="T2" fmla="*/ 24 w 84"/>
                    <a:gd name="T3" fmla="*/ 167 h 191"/>
                    <a:gd name="T4" fmla="*/ 18 w 84"/>
                    <a:gd name="T5" fmla="*/ 149 h 191"/>
                    <a:gd name="T6" fmla="*/ 18 w 84"/>
                    <a:gd name="T7" fmla="*/ 126 h 191"/>
                    <a:gd name="T8" fmla="*/ 18 w 84"/>
                    <a:gd name="T9" fmla="*/ 96 h 191"/>
                    <a:gd name="T10" fmla="*/ 24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0 w 84"/>
                    <a:gd name="T31" fmla="*/ 155 h 191"/>
                    <a:gd name="T32" fmla="*/ 12 w 84"/>
                    <a:gd name="T33" fmla="*/ 179 h 191"/>
                    <a:gd name="T34" fmla="*/ 30 w 84"/>
                    <a:gd name="T35" fmla="*/ 191 h 191"/>
                    <a:gd name="T36" fmla="*/ 30 w 84"/>
                    <a:gd name="T37" fmla="*/ 173 h 191"/>
                    <a:gd name="T38" fmla="*/ 30 w 84"/>
                    <a:gd name="T39" fmla="*/ 191 h 191"/>
                    <a:gd name="T40" fmla="*/ 30 w 84"/>
                    <a:gd name="T41" fmla="*/ 191 h 191"/>
                    <a:gd name="T42" fmla="*/ 30 w 84"/>
                    <a:gd name="T43" fmla="*/ 179 h 191"/>
                    <a:gd name="T44" fmla="*/ 30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0" y="173"/>
                      </a:moveTo>
                      <a:lnTo>
                        <a:pt x="24" y="167"/>
                      </a:lnTo>
                      <a:lnTo>
                        <a:pt x="18" y="149"/>
                      </a:lnTo>
                      <a:lnTo>
                        <a:pt x="18" y="126"/>
                      </a:lnTo>
                      <a:lnTo>
                        <a:pt x="18" y="96"/>
                      </a:lnTo>
                      <a:lnTo>
                        <a:pt x="24" y="66"/>
                      </a:lnTo>
                      <a:lnTo>
                        <a:pt x="42" y="42"/>
                      </a:lnTo>
                      <a:lnTo>
                        <a:pt x="60" y="24"/>
                      </a:lnTo>
                      <a:lnTo>
                        <a:pt x="84" y="18"/>
                      </a:lnTo>
                      <a:lnTo>
                        <a:pt x="84" y="0"/>
                      </a:lnTo>
                      <a:lnTo>
                        <a:pt x="54" y="12"/>
                      </a:lnTo>
                      <a:lnTo>
                        <a:pt x="30" y="30"/>
                      </a:lnTo>
                      <a:lnTo>
                        <a:pt x="12" y="60"/>
                      </a:lnTo>
                      <a:lnTo>
                        <a:pt x="0" y="96"/>
                      </a:lnTo>
                      <a:lnTo>
                        <a:pt x="0" y="126"/>
                      </a:lnTo>
                      <a:lnTo>
                        <a:pt x="0" y="155"/>
                      </a:lnTo>
                      <a:lnTo>
                        <a:pt x="12" y="179"/>
                      </a:lnTo>
                      <a:lnTo>
                        <a:pt x="30" y="191"/>
                      </a:lnTo>
                      <a:lnTo>
                        <a:pt x="30" y="173"/>
                      </a:lnTo>
                      <a:close/>
                      <a:moveTo>
                        <a:pt x="30" y="191"/>
                      </a:moveTo>
                      <a:lnTo>
                        <a:pt x="30" y="191"/>
                      </a:lnTo>
                      <a:lnTo>
                        <a:pt x="30" y="179"/>
                      </a:lnTo>
                      <a:lnTo>
                        <a:pt x="30" y="191"/>
                      </a:lnTo>
                      <a:close/>
                    </a:path>
                  </a:pathLst>
                </a:custGeom>
                <a:solidFill>
                  <a:srgbClr val="FF9900"/>
                </a:solidFill>
                <a:ln w="9525">
                  <a:solidFill>
                    <a:srgbClr val="FF6600"/>
                  </a:solidFill>
                  <a:round/>
                </a:ln>
              </p:spPr>
              <p:txBody>
                <a:bodyPr/>
                <a:lstStyle/>
                <a:p>
                  <a:endParaRPr lang="zh-CN" altLang="en-US"/>
                </a:p>
              </p:txBody>
            </p:sp>
            <p:sp>
              <p:nvSpPr>
                <p:cNvPr id="23578" name="Freeform 84"/>
                <p:cNvSpPr/>
                <p:nvPr/>
              </p:nvSpPr>
              <p:spPr bwMode="auto">
                <a:xfrm>
                  <a:off x="2451" y="544"/>
                  <a:ext cx="84" cy="191"/>
                </a:xfrm>
                <a:custGeom>
                  <a:avLst/>
                  <a:gdLst>
                    <a:gd name="T0" fmla="*/ 0 w 84"/>
                    <a:gd name="T1" fmla="*/ 18 h 191"/>
                    <a:gd name="T2" fmla="*/ 30 w 84"/>
                    <a:gd name="T3" fmla="*/ 24 h 191"/>
                    <a:gd name="T4" fmla="*/ 48 w 84"/>
                    <a:gd name="T5" fmla="*/ 42 h 191"/>
                    <a:gd name="T6" fmla="*/ 60 w 84"/>
                    <a:gd name="T7" fmla="*/ 66 h 191"/>
                    <a:gd name="T8" fmla="*/ 66 w 84"/>
                    <a:gd name="T9" fmla="*/ 96 h 191"/>
                    <a:gd name="T10" fmla="*/ 66 w 84"/>
                    <a:gd name="T11" fmla="*/ 126 h 191"/>
                    <a:gd name="T12" fmla="*/ 66 w 84"/>
                    <a:gd name="T13" fmla="*/ 149 h 191"/>
                    <a:gd name="T14" fmla="*/ 60 w 84"/>
                    <a:gd name="T15" fmla="*/ 167 h 191"/>
                    <a:gd name="T16" fmla="*/ 48 w 84"/>
                    <a:gd name="T17" fmla="*/ 173 h 191"/>
                    <a:gd name="T18" fmla="*/ 48 w 84"/>
                    <a:gd name="T19" fmla="*/ 191 h 191"/>
                    <a:gd name="T20" fmla="*/ 66 w 84"/>
                    <a:gd name="T21" fmla="*/ 179 h 191"/>
                    <a:gd name="T22" fmla="*/ 78 w 84"/>
                    <a:gd name="T23" fmla="*/ 155 h 191"/>
                    <a:gd name="T24" fmla="*/ 84 w 84"/>
                    <a:gd name="T25" fmla="*/ 126 h 191"/>
                    <a:gd name="T26" fmla="*/ 84 w 84"/>
                    <a:gd name="T27" fmla="*/ 96 h 191"/>
                    <a:gd name="T28" fmla="*/ 78 w 84"/>
                    <a:gd name="T29" fmla="*/ 60 h 191"/>
                    <a:gd name="T30" fmla="*/ 60 w 84"/>
                    <a:gd name="T31" fmla="*/ 30 h 191"/>
                    <a:gd name="T32" fmla="*/ 36 w 84"/>
                    <a:gd name="T33" fmla="*/ 12 h 191"/>
                    <a:gd name="T34" fmla="*/ 0 w 84"/>
                    <a:gd name="T35" fmla="*/ 0 h 191"/>
                    <a:gd name="T36" fmla="*/ 0 w 84"/>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191"/>
                    <a:gd name="T59" fmla="*/ 84 w 84"/>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191">
                      <a:moveTo>
                        <a:pt x="0" y="18"/>
                      </a:moveTo>
                      <a:lnTo>
                        <a:pt x="30" y="24"/>
                      </a:lnTo>
                      <a:lnTo>
                        <a:pt x="48" y="42"/>
                      </a:lnTo>
                      <a:lnTo>
                        <a:pt x="60" y="66"/>
                      </a:lnTo>
                      <a:lnTo>
                        <a:pt x="66" y="96"/>
                      </a:lnTo>
                      <a:lnTo>
                        <a:pt x="66" y="126"/>
                      </a:lnTo>
                      <a:lnTo>
                        <a:pt x="66" y="149"/>
                      </a:lnTo>
                      <a:lnTo>
                        <a:pt x="60" y="167"/>
                      </a:lnTo>
                      <a:lnTo>
                        <a:pt x="48" y="173"/>
                      </a:lnTo>
                      <a:lnTo>
                        <a:pt x="48" y="191"/>
                      </a:lnTo>
                      <a:lnTo>
                        <a:pt x="66" y="179"/>
                      </a:lnTo>
                      <a:lnTo>
                        <a:pt x="78" y="155"/>
                      </a:lnTo>
                      <a:lnTo>
                        <a:pt x="84" y="126"/>
                      </a:lnTo>
                      <a:lnTo>
                        <a:pt x="84" y="96"/>
                      </a:lnTo>
                      <a:lnTo>
                        <a:pt x="78" y="60"/>
                      </a:lnTo>
                      <a:lnTo>
                        <a:pt x="60" y="30"/>
                      </a:lnTo>
                      <a:lnTo>
                        <a:pt x="36"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79" name="Freeform 85"/>
                <p:cNvSpPr>
                  <a:spLocks noEditPoints="1"/>
                </p:cNvSpPr>
                <p:nvPr/>
              </p:nvSpPr>
              <p:spPr bwMode="auto">
                <a:xfrm>
                  <a:off x="2463" y="544"/>
                  <a:ext cx="84" cy="191"/>
                </a:xfrm>
                <a:custGeom>
                  <a:avLst/>
                  <a:gdLst>
                    <a:gd name="T0" fmla="*/ 36 w 84"/>
                    <a:gd name="T1" fmla="*/ 173 h 191"/>
                    <a:gd name="T2" fmla="*/ 24 w 84"/>
                    <a:gd name="T3" fmla="*/ 167 h 191"/>
                    <a:gd name="T4" fmla="*/ 18 w 84"/>
                    <a:gd name="T5" fmla="*/ 149 h 191"/>
                    <a:gd name="T6" fmla="*/ 18 w 84"/>
                    <a:gd name="T7" fmla="*/ 126 h 191"/>
                    <a:gd name="T8" fmla="*/ 24 w 84"/>
                    <a:gd name="T9" fmla="*/ 96 h 191"/>
                    <a:gd name="T10" fmla="*/ 30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8" y="126"/>
                      </a:lnTo>
                      <a:lnTo>
                        <a:pt x="24" y="96"/>
                      </a:lnTo>
                      <a:lnTo>
                        <a:pt x="30" y="66"/>
                      </a:lnTo>
                      <a:lnTo>
                        <a:pt x="42" y="42"/>
                      </a:lnTo>
                      <a:lnTo>
                        <a:pt x="60" y="24"/>
                      </a:lnTo>
                      <a:lnTo>
                        <a:pt x="84" y="18"/>
                      </a:lnTo>
                      <a:lnTo>
                        <a:pt x="84"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9900"/>
                  </a:solidFill>
                  <a:round/>
                </a:ln>
              </p:spPr>
              <p:txBody>
                <a:bodyPr/>
                <a:lstStyle/>
                <a:p>
                  <a:endParaRPr lang="zh-CN" altLang="en-US"/>
                </a:p>
              </p:txBody>
            </p:sp>
            <p:sp>
              <p:nvSpPr>
                <p:cNvPr id="23580" name="Freeform 86"/>
                <p:cNvSpPr/>
                <p:nvPr/>
              </p:nvSpPr>
              <p:spPr bwMode="auto">
                <a:xfrm>
                  <a:off x="2547" y="544"/>
                  <a:ext cx="90" cy="191"/>
                </a:xfrm>
                <a:custGeom>
                  <a:avLst/>
                  <a:gdLst>
                    <a:gd name="T0" fmla="*/ 0 w 90"/>
                    <a:gd name="T1" fmla="*/ 18 h 191"/>
                    <a:gd name="T2" fmla="*/ 30 w 90"/>
                    <a:gd name="T3" fmla="*/ 24 h 191"/>
                    <a:gd name="T4" fmla="*/ 48 w 90"/>
                    <a:gd name="T5" fmla="*/ 42 h 191"/>
                    <a:gd name="T6" fmla="*/ 60 w 90"/>
                    <a:gd name="T7" fmla="*/ 66 h 191"/>
                    <a:gd name="T8" fmla="*/ 66 w 90"/>
                    <a:gd name="T9" fmla="*/ 96 h 191"/>
                    <a:gd name="T10" fmla="*/ 66 w 90"/>
                    <a:gd name="T11" fmla="*/ 126 h 191"/>
                    <a:gd name="T12" fmla="*/ 66 w 90"/>
                    <a:gd name="T13" fmla="*/ 149 h 191"/>
                    <a:gd name="T14" fmla="*/ 60 w 90"/>
                    <a:gd name="T15" fmla="*/ 167 h 191"/>
                    <a:gd name="T16" fmla="*/ 48 w 90"/>
                    <a:gd name="T17" fmla="*/ 173 h 191"/>
                    <a:gd name="T18" fmla="*/ 48 w 90"/>
                    <a:gd name="T19" fmla="*/ 191 h 191"/>
                    <a:gd name="T20" fmla="*/ 66 w 90"/>
                    <a:gd name="T21" fmla="*/ 179 h 191"/>
                    <a:gd name="T22" fmla="*/ 84 w 90"/>
                    <a:gd name="T23" fmla="*/ 155 h 191"/>
                    <a:gd name="T24" fmla="*/ 90 w 90"/>
                    <a:gd name="T25" fmla="*/ 126 h 191"/>
                    <a:gd name="T26" fmla="*/ 90 w 90"/>
                    <a:gd name="T27" fmla="*/ 96 h 191"/>
                    <a:gd name="T28" fmla="*/ 78 w 90"/>
                    <a:gd name="T29" fmla="*/ 60 h 191"/>
                    <a:gd name="T30" fmla="*/ 60 w 90"/>
                    <a:gd name="T31" fmla="*/ 30 h 191"/>
                    <a:gd name="T32" fmla="*/ 36 w 90"/>
                    <a:gd name="T33" fmla="*/ 12 h 191"/>
                    <a:gd name="T34" fmla="*/ 0 w 90"/>
                    <a:gd name="T35" fmla="*/ 0 h 191"/>
                    <a:gd name="T36" fmla="*/ 0 w 90"/>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191"/>
                    <a:gd name="T59" fmla="*/ 90 w 90"/>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191">
                      <a:moveTo>
                        <a:pt x="0" y="18"/>
                      </a:moveTo>
                      <a:lnTo>
                        <a:pt x="30" y="24"/>
                      </a:lnTo>
                      <a:lnTo>
                        <a:pt x="48" y="42"/>
                      </a:lnTo>
                      <a:lnTo>
                        <a:pt x="60" y="66"/>
                      </a:lnTo>
                      <a:lnTo>
                        <a:pt x="66" y="96"/>
                      </a:lnTo>
                      <a:lnTo>
                        <a:pt x="66" y="126"/>
                      </a:lnTo>
                      <a:lnTo>
                        <a:pt x="66" y="149"/>
                      </a:lnTo>
                      <a:lnTo>
                        <a:pt x="60" y="167"/>
                      </a:lnTo>
                      <a:lnTo>
                        <a:pt x="48" y="173"/>
                      </a:lnTo>
                      <a:lnTo>
                        <a:pt x="48" y="191"/>
                      </a:lnTo>
                      <a:lnTo>
                        <a:pt x="66" y="179"/>
                      </a:lnTo>
                      <a:lnTo>
                        <a:pt x="84" y="155"/>
                      </a:lnTo>
                      <a:lnTo>
                        <a:pt x="90" y="126"/>
                      </a:lnTo>
                      <a:lnTo>
                        <a:pt x="90" y="96"/>
                      </a:lnTo>
                      <a:lnTo>
                        <a:pt x="78" y="60"/>
                      </a:lnTo>
                      <a:lnTo>
                        <a:pt x="60" y="30"/>
                      </a:lnTo>
                      <a:lnTo>
                        <a:pt x="36"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81" name="Freeform 87"/>
                <p:cNvSpPr>
                  <a:spLocks noEditPoints="1"/>
                </p:cNvSpPr>
                <p:nvPr/>
              </p:nvSpPr>
              <p:spPr bwMode="auto">
                <a:xfrm>
                  <a:off x="2559" y="544"/>
                  <a:ext cx="84" cy="191"/>
                </a:xfrm>
                <a:custGeom>
                  <a:avLst/>
                  <a:gdLst>
                    <a:gd name="T0" fmla="*/ 36 w 84"/>
                    <a:gd name="T1" fmla="*/ 173 h 191"/>
                    <a:gd name="T2" fmla="*/ 30 w 84"/>
                    <a:gd name="T3" fmla="*/ 167 h 191"/>
                    <a:gd name="T4" fmla="*/ 24 w 84"/>
                    <a:gd name="T5" fmla="*/ 149 h 191"/>
                    <a:gd name="T6" fmla="*/ 18 w 84"/>
                    <a:gd name="T7" fmla="*/ 126 h 191"/>
                    <a:gd name="T8" fmla="*/ 24 w 84"/>
                    <a:gd name="T9" fmla="*/ 96 h 191"/>
                    <a:gd name="T10" fmla="*/ 30 w 84"/>
                    <a:gd name="T11" fmla="*/ 66 h 191"/>
                    <a:gd name="T12" fmla="*/ 48 w 84"/>
                    <a:gd name="T13" fmla="*/ 42 h 191"/>
                    <a:gd name="T14" fmla="*/ 66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6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30" y="167"/>
                      </a:lnTo>
                      <a:lnTo>
                        <a:pt x="24" y="149"/>
                      </a:lnTo>
                      <a:lnTo>
                        <a:pt x="18" y="126"/>
                      </a:lnTo>
                      <a:lnTo>
                        <a:pt x="24" y="96"/>
                      </a:lnTo>
                      <a:lnTo>
                        <a:pt x="30" y="66"/>
                      </a:lnTo>
                      <a:lnTo>
                        <a:pt x="48" y="42"/>
                      </a:lnTo>
                      <a:lnTo>
                        <a:pt x="66" y="24"/>
                      </a:lnTo>
                      <a:lnTo>
                        <a:pt x="84" y="18"/>
                      </a:lnTo>
                      <a:lnTo>
                        <a:pt x="84" y="0"/>
                      </a:lnTo>
                      <a:lnTo>
                        <a:pt x="54" y="12"/>
                      </a:lnTo>
                      <a:lnTo>
                        <a:pt x="30" y="30"/>
                      </a:lnTo>
                      <a:lnTo>
                        <a:pt x="12" y="60"/>
                      </a:lnTo>
                      <a:lnTo>
                        <a:pt x="6"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82" name="Freeform 88"/>
                <p:cNvSpPr/>
                <p:nvPr/>
              </p:nvSpPr>
              <p:spPr bwMode="auto">
                <a:xfrm>
                  <a:off x="2200" y="544"/>
                  <a:ext cx="150" cy="191"/>
                </a:xfrm>
                <a:custGeom>
                  <a:avLst/>
                  <a:gdLst>
                    <a:gd name="T0" fmla="*/ 18 w 150"/>
                    <a:gd name="T1" fmla="*/ 108 h 191"/>
                    <a:gd name="T2" fmla="*/ 30 w 150"/>
                    <a:gd name="T3" fmla="*/ 72 h 191"/>
                    <a:gd name="T4" fmla="*/ 42 w 150"/>
                    <a:gd name="T5" fmla="*/ 42 h 191"/>
                    <a:gd name="T6" fmla="*/ 54 w 150"/>
                    <a:gd name="T7" fmla="*/ 24 h 191"/>
                    <a:gd name="T8" fmla="*/ 66 w 150"/>
                    <a:gd name="T9" fmla="*/ 18 h 191"/>
                    <a:gd name="T10" fmla="*/ 90 w 150"/>
                    <a:gd name="T11" fmla="*/ 30 h 191"/>
                    <a:gd name="T12" fmla="*/ 108 w 150"/>
                    <a:gd name="T13" fmla="*/ 54 h 191"/>
                    <a:gd name="T14" fmla="*/ 126 w 150"/>
                    <a:gd name="T15" fmla="*/ 96 h 191"/>
                    <a:gd name="T16" fmla="*/ 132 w 150"/>
                    <a:gd name="T17" fmla="*/ 132 h 191"/>
                    <a:gd name="T18" fmla="*/ 120 w 150"/>
                    <a:gd name="T19" fmla="*/ 161 h 191"/>
                    <a:gd name="T20" fmla="*/ 114 w 150"/>
                    <a:gd name="T21" fmla="*/ 173 h 191"/>
                    <a:gd name="T22" fmla="*/ 102 w 150"/>
                    <a:gd name="T23" fmla="*/ 173 h 191"/>
                    <a:gd name="T24" fmla="*/ 102 w 150"/>
                    <a:gd name="T25" fmla="*/ 191 h 191"/>
                    <a:gd name="T26" fmla="*/ 126 w 150"/>
                    <a:gd name="T27" fmla="*/ 185 h 191"/>
                    <a:gd name="T28" fmla="*/ 138 w 150"/>
                    <a:gd name="T29" fmla="*/ 173 h 191"/>
                    <a:gd name="T30" fmla="*/ 144 w 150"/>
                    <a:gd name="T31" fmla="*/ 155 h 191"/>
                    <a:gd name="T32" fmla="*/ 150 w 150"/>
                    <a:gd name="T33" fmla="*/ 138 h 191"/>
                    <a:gd name="T34" fmla="*/ 144 w 150"/>
                    <a:gd name="T35" fmla="*/ 90 h 191"/>
                    <a:gd name="T36" fmla="*/ 126 w 150"/>
                    <a:gd name="T37" fmla="*/ 42 h 191"/>
                    <a:gd name="T38" fmla="*/ 96 w 150"/>
                    <a:gd name="T39" fmla="*/ 12 h 191"/>
                    <a:gd name="T40" fmla="*/ 78 w 150"/>
                    <a:gd name="T41" fmla="*/ 0 h 191"/>
                    <a:gd name="T42" fmla="*/ 60 w 150"/>
                    <a:gd name="T43" fmla="*/ 0 h 191"/>
                    <a:gd name="T44" fmla="*/ 42 w 150"/>
                    <a:gd name="T45" fmla="*/ 12 h 191"/>
                    <a:gd name="T46" fmla="*/ 30 w 150"/>
                    <a:gd name="T47" fmla="*/ 36 h 191"/>
                    <a:gd name="T48" fmla="*/ 12 w 150"/>
                    <a:gd name="T49" fmla="*/ 60 h 191"/>
                    <a:gd name="T50" fmla="*/ 0 w 150"/>
                    <a:gd name="T51" fmla="*/ 102 h 191"/>
                    <a:gd name="T52" fmla="*/ 18 w 150"/>
                    <a:gd name="T53" fmla="*/ 108 h 1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0"/>
                    <a:gd name="T82" fmla="*/ 0 h 191"/>
                    <a:gd name="T83" fmla="*/ 150 w 150"/>
                    <a:gd name="T84" fmla="*/ 191 h 19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0" h="191">
                      <a:moveTo>
                        <a:pt x="18" y="108"/>
                      </a:moveTo>
                      <a:lnTo>
                        <a:pt x="30" y="72"/>
                      </a:lnTo>
                      <a:lnTo>
                        <a:pt x="42" y="42"/>
                      </a:lnTo>
                      <a:lnTo>
                        <a:pt x="54" y="24"/>
                      </a:lnTo>
                      <a:lnTo>
                        <a:pt x="66" y="18"/>
                      </a:lnTo>
                      <a:lnTo>
                        <a:pt x="90" y="30"/>
                      </a:lnTo>
                      <a:lnTo>
                        <a:pt x="108" y="54"/>
                      </a:lnTo>
                      <a:lnTo>
                        <a:pt x="126" y="96"/>
                      </a:lnTo>
                      <a:lnTo>
                        <a:pt x="132" y="132"/>
                      </a:lnTo>
                      <a:lnTo>
                        <a:pt x="120" y="161"/>
                      </a:lnTo>
                      <a:lnTo>
                        <a:pt x="114" y="173"/>
                      </a:lnTo>
                      <a:lnTo>
                        <a:pt x="102" y="173"/>
                      </a:lnTo>
                      <a:lnTo>
                        <a:pt x="102" y="191"/>
                      </a:lnTo>
                      <a:lnTo>
                        <a:pt x="126" y="185"/>
                      </a:lnTo>
                      <a:lnTo>
                        <a:pt x="138" y="173"/>
                      </a:lnTo>
                      <a:lnTo>
                        <a:pt x="144" y="155"/>
                      </a:lnTo>
                      <a:lnTo>
                        <a:pt x="150" y="138"/>
                      </a:lnTo>
                      <a:lnTo>
                        <a:pt x="144" y="90"/>
                      </a:lnTo>
                      <a:lnTo>
                        <a:pt x="126" y="42"/>
                      </a:lnTo>
                      <a:lnTo>
                        <a:pt x="96" y="12"/>
                      </a:lnTo>
                      <a:lnTo>
                        <a:pt x="78" y="0"/>
                      </a:lnTo>
                      <a:lnTo>
                        <a:pt x="60" y="0"/>
                      </a:lnTo>
                      <a:lnTo>
                        <a:pt x="42" y="12"/>
                      </a:lnTo>
                      <a:lnTo>
                        <a:pt x="30" y="36"/>
                      </a:lnTo>
                      <a:lnTo>
                        <a:pt x="12" y="60"/>
                      </a:lnTo>
                      <a:lnTo>
                        <a:pt x="0" y="102"/>
                      </a:lnTo>
                      <a:lnTo>
                        <a:pt x="18" y="108"/>
                      </a:lnTo>
                      <a:close/>
                    </a:path>
                  </a:pathLst>
                </a:custGeom>
                <a:solidFill>
                  <a:srgbClr val="FF9900"/>
                </a:solidFill>
                <a:ln w="9525">
                  <a:solidFill>
                    <a:srgbClr val="FF9900"/>
                  </a:solidFill>
                  <a:round/>
                </a:ln>
              </p:spPr>
              <p:txBody>
                <a:bodyPr/>
                <a:lstStyle/>
                <a:p>
                  <a:endParaRPr lang="zh-CN" altLang="en-US"/>
                </a:p>
              </p:txBody>
            </p:sp>
            <p:sp>
              <p:nvSpPr>
                <p:cNvPr id="23583" name="Freeform 89"/>
                <p:cNvSpPr>
                  <a:spLocks noEditPoints="1"/>
                </p:cNvSpPr>
                <p:nvPr/>
              </p:nvSpPr>
              <p:spPr bwMode="auto">
                <a:xfrm>
                  <a:off x="2266" y="544"/>
                  <a:ext cx="84" cy="191"/>
                </a:xfrm>
                <a:custGeom>
                  <a:avLst/>
                  <a:gdLst>
                    <a:gd name="T0" fmla="*/ 36 w 84"/>
                    <a:gd name="T1" fmla="*/ 173 h 191"/>
                    <a:gd name="T2" fmla="*/ 24 w 84"/>
                    <a:gd name="T3" fmla="*/ 167 h 191"/>
                    <a:gd name="T4" fmla="*/ 18 w 84"/>
                    <a:gd name="T5" fmla="*/ 149 h 191"/>
                    <a:gd name="T6" fmla="*/ 18 w 84"/>
                    <a:gd name="T7" fmla="*/ 126 h 191"/>
                    <a:gd name="T8" fmla="*/ 24 w 84"/>
                    <a:gd name="T9" fmla="*/ 96 h 191"/>
                    <a:gd name="T10" fmla="*/ 30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8" y="126"/>
                      </a:lnTo>
                      <a:lnTo>
                        <a:pt x="24" y="96"/>
                      </a:lnTo>
                      <a:lnTo>
                        <a:pt x="30" y="66"/>
                      </a:lnTo>
                      <a:lnTo>
                        <a:pt x="42" y="42"/>
                      </a:lnTo>
                      <a:lnTo>
                        <a:pt x="60" y="24"/>
                      </a:lnTo>
                      <a:lnTo>
                        <a:pt x="84" y="18"/>
                      </a:lnTo>
                      <a:lnTo>
                        <a:pt x="84"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84" name="Freeform 90"/>
                <p:cNvSpPr/>
                <p:nvPr/>
              </p:nvSpPr>
              <p:spPr bwMode="auto">
                <a:xfrm>
                  <a:off x="2643" y="544"/>
                  <a:ext cx="89" cy="191"/>
                </a:xfrm>
                <a:custGeom>
                  <a:avLst/>
                  <a:gdLst>
                    <a:gd name="T0" fmla="*/ 0 w 89"/>
                    <a:gd name="T1" fmla="*/ 18 h 191"/>
                    <a:gd name="T2" fmla="*/ 29 w 89"/>
                    <a:gd name="T3" fmla="*/ 24 h 191"/>
                    <a:gd name="T4" fmla="*/ 47 w 89"/>
                    <a:gd name="T5" fmla="*/ 42 h 191"/>
                    <a:gd name="T6" fmla="*/ 65 w 89"/>
                    <a:gd name="T7" fmla="*/ 66 h 191"/>
                    <a:gd name="T8" fmla="*/ 71 w 89"/>
                    <a:gd name="T9" fmla="*/ 96 h 191"/>
                    <a:gd name="T10" fmla="*/ 71 w 89"/>
                    <a:gd name="T11" fmla="*/ 126 h 191"/>
                    <a:gd name="T12" fmla="*/ 71 w 89"/>
                    <a:gd name="T13" fmla="*/ 149 h 191"/>
                    <a:gd name="T14" fmla="*/ 65 w 89"/>
                    <a:gd name="T15" fmla="*/ 167 h 191"/>
                    <a:gd name="T16" fmla="*/ 53 w 89"/>
                    <a:gd name="T17" fmla="*/ 173 h 191"/>
                    <a:gd name="T18" fmla="*/ 53 w 89"/>
                    <a:gd name="T19" fmla="*/ 191 h 191"/>
                    <a:gd name="T20" fmla="*/ 71 w 89"/>
                    <a:gd name="T21" fmla="*/ 179 h 191"/>
                    <a:gd name="T22" fmla="*/ 83 w 89"/>
                    <a:gd name="T23" fmla="*/ 155 h 191"/>
                    <a:gd name="T24" fmla="*/ 89 w 89"/>
                    <a:gd name="T25" fmla="*/ 126 h 191"/>
                    <a:gd name="T26" fmla="*/ 89 w 89"/>
                    <a:gd name="T27" fmla="*/ 96 h 191"/>
                    <a:gd name="T28" fmla="*/ 77 w 89"/>
                    <a:gd name="T29" fmla="*/ 60 h 191"/>
                    <a:gd name="T30" fmla="*/ 59 w 89"/>
                    <a:gd name="T31" fmla="*/ 30 h 191"/>
                    <a:gd name="T32" fmla="*/ 35 w 89"/>
                    <a:gd name="T33" fmla="*/ 12 h 191"/>
                    <a:gd name="T34" fmla="*/ 0 w 89"/>
                    <a:gd name="T35" fmla="*/ 0 h 191"/>
                    <a:gd name="T36" fmla="*/ 0 w 89"/>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191"/>
                    <a:gd name="T59" fmla="*/ 89 w 89"/>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191">
                      <a:moveTo>
                        <a:pt x="0" y="18"/>
                      </a:moveTo>
                      <a:lnTo>
                        <a:pt x="29" y="24"/>
                      </a:lnTo>
                      <a:lnTo>
                        <a:pt x="47" y="42"/>
                      </a:lnTo>
                      <a:lnTo>
                        <a:pt x="65" y="66"/>
                      </a:lnTo>
                      <a:lnTo>
                        <a:pt x="71" y="96"/>
                      </a:lnTo>
                      <a:lnTo>
                        <a:pt x="71" y="126"/>
                      </a:lnTo>
                      <a:lnTo>
                        <a:pt x="71" y="149"/>
                      </a:lnTo>
                      <a:lnTo>
                        <a:pt x="65" y="167"/>
                      </a:lnTo>
                      <a:lnTo>
                        <a:pt x="53" y="173"/>
                      </a:lnTo>
                      <a:lnTo>
                        <a:pt x="53" y="191"/>
                      </a:lnTo>
                      <a:lnTo>
                        <a:pt x="71" y="179"/>
                      </a:lnTo>
                      <a:lnTo>
                        <a:pt x="83" y="155"/>
                      </a:lnTo>
                      <a:lnTo>
                        <a:pt x="89" y="126"/>
                      </a:lnTo>
                      <a:lnTo>
                        <a:pt x="89" y="96"/>
                      </a:lnTo>
                      <a:lnTo>
                        <a:pt x="77" y="60"/>
                      </a:lnTo>
                      <a:lnTo>
                        <a:pt x="59" y="30"/>
                      </a:lnTo>
                      <a:lnTo>
                        <a:pt x="35"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85" name="Freeform 91"/>
                <p:cNvSpPr>
                  <a:spLocks noEditPoints="1"/>
                </p:cNvSpPr>
                <p:nvPr/>
              </p:nvSpPr>
              <p:spPr bwMode="auto">
                <a:xfrm>
                  <a:off x="2661" y="544"/>
                  <a:ext cx="83" cy="191"/>
                </a:xfrm>
                <a:custGeom>
                  <a:avLst/>
                  <a:gdLst>
                    <a:gd name="T0" fmla="*/ 35 w 83"/>
                    <a:gd name="T1" fmla="*/ 173 h 191"/>
                    <a:gd name="T2" fmla="*/ 29 w 83"/>
                    <a:gd name="T3" fmla="*/ 167 h 191"/>
                    <a:gd name="T4" fmla="*/ 17 w 83"/>
                    <a:gd name="T5" fmla="*/ 149 h 191"/>
                    <a:gd name="T6" fmla="*/ 17 w 83"/>
                    <a:gd name="T7" fmla="*/ 126 h 191"/>
                    <a:gd name="T8" fmla="*/ 17 w 83"/>
                    <a:gd name="T9" fmla="*/ 96 h 191"/>
                    <a:gd name="T10" fmla="*/ 23 w 83"/>
                    <a:gd name="T11" fmla="*/ 66 h 191"/>
                    <a:gd name="T12" fmla="*/ 41 w 83"/>
                    <a:gd name="T13" fmla="*/ 42 h 191"/>
                    <a:gd name="T14" fmla="*/ 59 w 83"/>
                    <a:gd name="T15" fmla="*/ 24 h 191"/>
                    <a:gd name="T16" fmla="*/ 83 w 83"/>
                    <a:gd name="T17" fmla="*/ 18 h 191"/>
                    <a:gd name="T18" fmla="*/ 83 w 83"/>
                    <a:gd name="T19" fmla="*/ 0 h 191"/>
                    <a:gd name="T20" fmla="*/ 53 w 83"/>
                    <a:gd name="T21" fmla="*/ 12 h 191"/>
                    <a:gd name="T22" fmla="*/ 29 w 83"/>
                    <a:gd name="T23" fmla="*/ 30 h 191"/>
                    <a:gd name="T24" fmla="*/ 11 w 83"/>
                    <a:gd name="T25" fmla="*/ 60 h 191"/>
                    <a:gd name="T26" fmla="*/ 0 w 83"/>
                    <a:gd name="T27" fmla="*/ 96 h 191"/>
                    <a:gd name="T28" fmla="*/ 0 w 83"/>
                    <a:gd name="T29" fmla="*/ 126 h 191"/>
                    <a:gd name="T30" fmla="*/ 6 w 83"/>
                    <a:gd name="T31" fmla="*/ 155 h 191"/>
                    <a:gd name="T32" fmla="*/ 17 w 83"/>
                    <a:gd name="T33" fmla="*/ 179 h 191"/>
                    <a:gd name="T34" fmla="*/ 35 w 83"/>
                    <a:gd name="T35" fmla="*/ 191 h 191"/>
                    <a:gd name="T36" fmla="*/ 35 w 83"/>
                    <a:gd name="T37" fmla="*/ 173 h 191"/>
                    <a:gd name="T38" fmla="*/ 35 w 83"/>
                    <a:gd name="T39" fmla="*/ 191 h 191"/>
                    <a:gd name="T40" fmla="*/ 35 w 83"/>
                    <a:gd name="T41" fmla="*/ 191 h 191"/>
                    <a:gd name="T42" fmla="*/ 35 w 83"/>
                    <a:gd name="T43" fmla="*/ 179 h 191"/>
                    <a:gd name="T44" fmla="*/ 35 w 83"/>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3"/>
                    <a:gd name="T70" fmla="*/ 0 h 191"/>
                    <a:gd name="T71" fmla="*/ 83 w 83"/>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3" h="191">
                      <a:moveTo>
                        <a:pt x="35" y="173"/>
                      </a:moveTo>
                      <a:lnTo>
                        <a:pt x="29" y="167"/>
                      </a:lnTo>
                      <a:lnTo>
                        <a:pt x="17" y="149"/>
                      </a:lnTo>
                      <a:lnTo>
                        <a:pt x="17" y="126"/>
                      </a:lnTo>
                      <a:lnTo>
                        <a:pt x="17" y="96"/>
                      </a:lnTo>
                      <a:lnTo>
                        <a:pt x="23" y="66"/>
                      </a:lnTo>
                      <a:lnTo>
                        <a:pt x="41" y="42"/>
                      </a:lnTo>
                      <a:lnTo>
                        <a:pt x="59" y="24"/>
                      </a:lnTo>
                      <a:lnTo>
                        <a:pt x="83" y="18"/>
                      </a:lnTo>
                      <a:lnTo>
                        <a:pt x="83" y="0"/>
                      </a:lnTo>
                      <a:lnTo>
                        <a:pt x="53" y="12"/>
                      </a:lnTo>
                      <a:lnTo>
                        <a:pt x="29" y="30"/>
                      </a:lnTo>
                      <a:lnTo>
                        <a:pt x="11" y="60"/>
                      </a:lnTo>
                      <a:lnTo>
                        <a:pt x="0" y="96"/>
                      </a:lnTo>
                      <a:lnTo>
                        <a:pt x="0" y="126"/>
                      </a:lnTo>
                      <a:lnTo>
                        <a:pt x="6" y="155"/>
                      </a:lnTo>
                      <a:lnTo>
                        <a:pt x="17" y="179"/>
                      </a:lnTo>
                      <a:lnTo>
                        <a:pt x="35" y="191"/>
                      </a:lnTo>
                      <a:lnTo>
                        <a:pt x="35" y="173"/>
                      </a:lnTo>
                      <a:close/>
                      <a:moveTo>
                        <a:pt x="35" y="191"/>
                      </a:moveTo>
                      <a:lnTo>
                        <a:pt x="35" y="191"/>
                      </a:lnTo>
                      <a:lnTo>
                        <a:pt x="35" y="179"/>
                      </a:lnTo>
                      <a:lnTo>
                        <a:pt x="35" y="191"/>
                      </a:lnTo>
                      <a:close/>
                    </a:path>
                  </a:pathLst>
                </a:custGeom>
                <a:solidFill>
                  <a:srgbClr val="FF9900"/>
                </a:solidFill>
                <a:ln w="9525">
                  <a:solidFill>
                    <a:srgbClr val="FF6600"/>
                  </a:solidFill>
                  <a:round/>
                </a:ln>
              </p:spPr>
              <p:txBody>
                <a:bodyPr/>
                <a:lstStyle/>
                <a:p>
                  <a:endParaRPr lang="zh-CN" altLang="en-US"/>
                </a:p>
              </p:txBody>
            </p:sp>
            <p:sp>
              <p:nvSpPr>
                <p:cNvPr id="23586" name="Freeform 92"/>
                <p:cNvSpPr/>
                <p:nvPr/>
              </p:nvSpPr>
              <p:spPr bwMode="auto">
                <a:xfrm>
                  <a:off x="2744" y="544"/>
                  <a:ext cx="96" cy="191"/>
                </a:xfrm>
                <a:custGeom>
                  <a:avLst/>
                  <a:gdLst>
                    <a:gd name="T0" fmla="*/ 0 w 96"/>
                    <a:gd name="T1" fmla="*/ 18 h 191"/>
                    <a:gd name="T2" fmla="*/ 30 w 96"/>
                    <a:gd name="T3" fmla="*/ 24 h 191"/>
                    <a:gd name="T4" fmla="*/ 48 w 96"/>
                    <a:gd name="T5" fmla="*/ 42 h 191"/>
                    <a:gd name="T6" fmla="*/ 66 w 96"/>
                    <a:gd name="T7" fmla="*/ 66 h 191"/>
                    <a:gd name="T8" fmla="*/ 72 w 96"/>
                    <a:gd name="T9" fmla="*/ 96 h 191"/>
                    <a:gd name="T10" fmla="*/ 72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48" y="42"/>
                      </a:lnTo>
                      <a:lnTo>
                        <a:pt x="66" y="66"/>
                      </a:lnTo>
                      <a:lnTo>
                        <a:pt x="72" y="96"/>
                      </a:lnTo>
                      <a:lnTo>
                        <a:pt x="72"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87" name="Freeform 93"/>
                <p:cNvSpPr>
                  <a:spLocks noEditPoints="1"/>
                </p:cNvSpPr>
                <p:nvPr/>
              </p:nvSpPr>
              <p:spPr bwMode="auto">
                <a:xfrm>
                  <a:off x="2762" y="544"/>
                  <a:ext cx="84" cy="191"/>
                </a:xfrm>
                <a:custGeom>
                  <a:avLst/>
                  <a:gdLst>
                    <a:gd name="T0" fmla="*/ 36 w 84"/>
                    <a:gd name="T1" fmla="*/ 173 h 191"/>
                    <a:gd name="T2" fmla="*/ 24 w 84"/>
                    <a:gd name="T3" fmla="*/ 167 h 191"/>
                    <a:gd name="T4" fmla="*/ 18 w 84"/>
                    <a:gd name="T5" fmla="*/ 149 h 191"/>
                    <a:gd name="T6" fmla="*/ 12 w 84"/>
                    <a:gd name="T7" fmla="*/ 126 h 191"/>
                    <a:gd name="T8" fmla="*/ 18 w 84"/>
                    <a:gd name="T9" fmla="*/ 96 h 191"/>
                    <a:gd name="T10" fmla="*/ 24 w 84"/>
                    <a:gd name="T11" fmla="*/ 66 h 191"/>
                    <a:gd name="T12" fmla="*/ 36 w 84"/>
                    <a:gd name="T13" fmla="*/ 42 h 191"/>
                    <a:gd name="T14" fmla="*/ 60 w 84"/>
                    <a:gd name="T15" fmla="*/ 24 h 191"/>
                    <a:gd name="T16" fmla="*/ 84 w 84"/>
                    <a:gd name="T17" fmla="*/ 18 h 191"/>
                    <a:gd name="T18" fmla="*/ 84 w 84"/>
                    <a:gd name="T19" fmla="*/ 0 h 191"/>
                    <a:gd name="T20" fmla="*/ 54 w 84"/>
                    <a:gd name="T21" fmla="*/ 12 h 191"/>
                    <a:gd name="T22" fmla="*/ 24 w 84"/>
                    <a:gd name="T23" fmla="*/ 30 h 191"/>
                    <a:gd name="T24" fmla="*/ 12 w 84"/>
                    <a:gd name="T25" fmla="*/ 60 h 191"/>
                    <a:gd name="T26" fmla="*/ 0 w 84"/>
                    <a:gd name="T27" fmla="*/ 96 h 191"/>
                    <a:gd name="T28" fmla="*/ 0 w 84"/>
                    <a:gd name="T29" fmla="*/ 126 h 191"/>
                    <a:gd name="T30" fmla="*/ 0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2" y="126"/>
                      </a:lnTo>
                      <a:lnTo>
                        <a:pt x="18" y="96"/>
                      </a:lnTo>
                      <a:lnTo>
                        <a:pt x="24" y="66"/>
                      </a:lnTo>
                      <a:lnTo>
                        <a:pt x="36" y="42"/>
                      </a:lnTo>
                      <a:lnTo>
                        <a:pt x="60" y="24"/>
                      </a:lnTo>
                      <a:lnTo>
                        <a:pt x="84" y="18"/>
                      </a:lnTo>
                      <a:lnTo>
                        <a:pt x="84" y="0"/>
                      </a:lnTo>
                      <a:lnTo>
                        <a:pt x="54" y="12"/>
                      </a:lnTo>
                      <a:lnTo>
                        <a:pt x="24" y="30"/>
                      </a:lnTo>
                      <a:lnTo>
                        <a:pt x="12" y="60"/>
                      </a:lnTo>
                      <a:lnTo>
                        <a:pt x="0" y="96"/>
                      </a:lnTo>
                      <a:lnTo>
                        <a:pt x="0" y="126"/>
                      </a:lnTo>
                      <a:lnTo>
                        <a:pt x="0"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88" name="Freeform 94"/>
                <p:cNvSpPr/>
                <p:nvPr/>
              </p:nvSpPr>
              <p:spPr bwMode="auto">
                <a:xfrm>
                  <a:off x="2846" y="544"/>
                  <a:ext cx="96" cy="191"/>
                </a:xfrm>
                <a:custGeom>
                  <a:avLst/>
                  <a:gdLst>
                    <a:gd name="T0" fmla="*/ 0 w 96"/>
                    <a:gd name="T1" fmla="*/ 18 h 191"/>
                    <a:gd name="T2" fmla="*/ 30 w 96"/>
                    <a:gd name="T3" fmla="*/ 24 h 191"/>
                    <a:gd name="T4" fmla="*/ 54 w 96"/>
                    <a:gd name="T5" fmla="*/ 42 h 191"/>
                    <a:gd name="T6" fmla="*/ 66 w 96"/>
                    <a:gd name="T7" fmla="*/ 66 h 191"/>
                    <a:gd name="T8" fmla="*/ 78 w 96"/>
                    <a:gd name="T9" fmla="*/ 96 h 191"/>
                    <a:gd name="T10" fmla="*/ 78 w 96"/>
                    <a:gd name="T11" fmla="*/ 126 h 191"/>
                    <a:gd name="T12" fmla="*/ 72 w 96"/>
                    <a:gd name="T13" fmla="*/ 149 h 191"/>
                    <a:gd name="T14" fmla="*/ 66 w 96"/>
                    <a:gd name="T15" fmla="*/ 167 h 191"/>
                    <a:gd name="T16" fmla="*/ 54 w 96"/>
                    <a:gd name="T17" fmla="*/ 173 h 191"/>
                    <a:gd name="T18" fmla="*/ 54 w 96"/>
                    <a:gd name="T19" fmla="*/ 191 h 191"/>
                    <a:gd name="T20" fmla="*/ 78 w 96"/>
                    <a:gd name="T21" fmla="*/ 179 h 191"/>
                    <a:gd name="T22" fmla="*/ 90 w 96"/>
                    <a:gd name="T23" fmla="*/ 155 h 191"/>
                    <a:gd name="T24" fmla="*/ 96 w 96"/>
                    <a:gd name="T25" fmla="*/ 126 h 191"/>
                    <a:gd name="T26" fmla="*/ 96 w 96"/>
                    <a:gd name="T27" fmla="*/ 96 h 191"/>
                    <a:gd name="T28" fmla="*/ 90 w 96"/>
                    <a:gd name="T29" fmla="*/ 60 h 191"/>
                    <a:gd name="T30" fmla="*/ 66 w 96"/>
                    <a:gd name="T31" fmla="*/ 30 h 191"/>
                    <a:gd name="T32" fmla="*/ 42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54" y="42"/>
                      </a:lnTo>
                      <a:lnTo>
                        <a:pt x="66" y="66"/>
                      </a:lnTo>
                      <a:lnTo>
                        <a:pt x="78" y="96"/>
                      </a:lnTo>
                      <a:lnTo>
                        <a:pt x="78" y="126"/>
                      </a:lnTo>
                      <a:lnTo>
                        <a:pt x="72" y="149"/>
                      </a:lnTo>
                      <a:lnTo>
                        <a:pt x="66" y="167"/>
                      </a:lnTo>
                      <a:lnTo>
                        <a:pt x="54" y="173"/>
                      </a:lnTo>
                      <a:lnTo>
                        <a:pt x="54" y="191"/>
                      </a:lnTo>
                      <a:lnTo>
                        <a:pt x="78" y="179"/>
                      </a:lnTo>
                      <a:lnTo>
                        <a:pt x="90" y="155"/>
                      </a:lnTo>
                      <a:lnTo>
                        <a:pt x="96" y="126"/>
                      </a:lnTo>
                      <a:lnTo>
                        <a:pt x="96" y="96"/>
                      </a:lnTo>
                      <a:lnTo>
                        <a:pt x="90" y="60"/>
                      </a:lnTo>
                      <a:lnTo>
                        <a:pt x="66" y="30"/>
                      </a:lnTo>
                      <a:lnTo>
                        <a:pt x="42"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89" name="Freeform 95"/>
                <p:cNvSpPr>
                  <a:spLocks noEditPoints="1"/>
                </p:cNvSpPr>
                <p:nvPr/>
              </p:nvSpPr>
              <p:spPr bwMode="auto">
                <a:xfrm>
                  <a:off x="2864" y="544"/>
                  <a:ext cx="90" cy="191"/>
                </a:xfrm>
                <a:custGeom>
                  <a:avLst/>
                  <a:gdLst>
                    <a:gd name="T0" fmla="*/ 36 w 90"/>
                    <a:gd name="T1" fmla="*/ 173 h 191"/>
                    <a:gd name="T2" fmla="*/ 24 w 90"/>
                    <a:gd name="T3" fmla="*/ 167 h 191"/>
                    <a:gd name="T4" fmla="*/ 24 w 90"/>
                    <a:gd name="T5" fmla="*/ 149 h 191"/>
                    <a:gd name="T6" fmla="*/ 18 w 90"/>
                    <a:gd name="T7" fmla="*/ 126 h 191"/>
                    <a:gd name="T8" fmla="*/ 24 w 90"/>
                    <a:gd name="T9" fmla="*/ 96 h 191"/>
                    <a:gd name="T10" fmla="*/ 30 w 90"/>
                    <a:gd name="T11" fmla="*/ 66 h 191"/>
                    <a:gd name="T12" fmla="*/ 42 w 90"/>
                    <a:gd name="T13" fmla="*/ 42 h 191"/>
                    <a:gd name="T14" fmla="*/ 66 w 90"/>
                    <a:gd name="T15" fmla="*/ 24 h 191"/>
                    <a:gd name="T16" fmla="*/ 90 w 90"/>
                    <a:gd name="T17" fmla="*/ 18 h 191"/>
                    <a:gd name="T18" fmla="*/ 90 w 90"/>
                    <a:gd name="T19" fmla="*/ 0 h 191"/>
                    <a:gd name="T20" fmla="*/ 54 w 90"/>
                    <a:gd name="T21" fmla="*/ 12 h 191"/>
                    <a:gd name="T22" fmla="*/ 30 w 90"/>
                    <a:gd name="T23" fmla="*/ 30 h 191"/>
                    <a:gd name="T24" fmla="*/ 12 w 90"/>
                    <a:gd name="T25" fmla="*/ 60 h 191"/>
                    <a:gd name="T26" fmla="*/ 0 w 90"/>
                    <a:gd name="T27" fmla="*/ 96 h 191"/>
                    <a:gd name="T28" fmla="*/ 0 w 90"/>
                    <a:gd name="T29" fmla="*/ 126 h 191"/>
                    <a:gd name="T30" fmla="*/ 6 w 90"/>
                    <a:gd name="T31" fmla="*/ 155 h 191"/>
                    <a:gd name="T32" fmla="*/ 18 w 90"/>
                    <a:gd name="T33" fmla="*/ 179 h 191"/>
                    <a:gd name="T34" fmla="*/ 36 w 90"/>
                    <a:gd name="T35" fmla="*/ 191 h 191"/>
                    <a:gd name="T36" fmla="*/ 36 w 90"/>
                    <a:gd name="T37" fmla="*/ 173 h 191"/>
                    <a:gd name="T38" fmla="*/ 36 w 90"/>
                    <a:gd name="T39" fmla="*/ 191 h 191"/>
                    <a:gd name="T40" fmla="*/ 36 w 90"/>
                    <a:gd name="T41" fmla="*/ 191 h 191"/>
                    <a:gd name="T42" fmla="*/ 36 w 90"/>
                    <a:gd name="T43" fmla="*/ 179 h 191"/>
                    <a:gd name="T44" fmla="*/ 36 w 90"/>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0"/>
                    <a:gd name="T70" fmla="*/ 0 h 191"/>
                    <a:gd name="T71" fmla="*/ 90 w 90"/>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0" h="191">
                      <a:moveTo>
                        <a:pt x="36" y="173"/>
                      </a:moveTo>
                      <a:lnTo>
                        <a:pt x="24" y="167"/>
                      </a:lnTo>
                      <a:lnTo>
                        <a:pt x="24" y="149"/>
                      </a:lnTo>
                      <a:lnTo>
                        <a:pt x="18" y="126"/>
                      </a:lnTo>
                      <a:lnTo>
                        <a:pt x="24" y="96"/>
                      </a:lnTo>
                      <a:lnTo>
                        <a:pt x="30" y="66"/>
                      </a:lnTo>
                      <a:lnTo>
                        <a:pt x="42" y="42"/>
                      </a:lnTo>
                      <a:lnTo>
                        <a:pt x="66" y="24"/>
                      </a:lnTo>
                      <a:lnTo>
                        <a:pt x="90" y="18"/>
                      </a:lnTo>
                      <a:lnTo>
                        <a:pt x="90"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90" name="Freeform 96"/>
                <p:cNvSpPr/>
                <p:nvPr/>
              </p:nvSpPr>
              <p:spPr bwMode="auto">
                <a:xfrm>
                  <a:off x="2954" y="544"/>
                  <a:ext cx="95" cy="191"/>
                </a:xfrm>
                <a:custGeom>
                  <a:avLst/>
                  <a:gdLst>
                    <a:gd name="T0" fmla="*/ 0 w 95"/>
                    <a:gd name="T1" fmla="*/ 18 h 191"/>
                    <a:gd name="T2" fmla="*/ 29 w 95"/>
                    <a:gd name="T3" fmla="*/ 24 h 191"/>
                    <a:gd name="T4" fmla="*/ 53 w 95"/>
                    <a:gd name="T5" fmla="*/ 42 h 191"/>
                    <a:gd name="T6" fmla="*/ 65 w 95"/>
                    <a:gd name="T7" fmla="*/ 66 h 191"/>
                    <a:gd name="T8" fmla="*/ 77 w 95"/>
                    <a:gd name="T9" fmla="*/ 96 h 191"/>
                    <a:gd name="T10" fmla="*/ 77 w 95"/>
                    <a:gd name="T11" fmla="*/ 126 h 191"/>
                    <a:gd name="T12" fmla="*/ 71 w 95"/>
                    <a:gd name="T13" fmla="*/ 149 h 191"/>
                    <a:gd name="T14" fmla="*/ 65 w 95"/>
                    <a:gd name="T15" fmla="*/ 167 h 191"/>
                    <a:gd name="T16" fmla="*/ 53 w 95"/>
                    <a:gd name="T17" fmla="*/ 173 h 191"/>
                    <a:gd name="T18" fmla="*/ 53 w 95"/>
                    <a:gd name="T19" fmla="*/ 191 h 191"/>
                    <a:gd name="T20" fmla="*/ 77 w 95"/>
                    <a:gd name="T21" fmla="*/ 179 h 191"/>
                    <a:gd name="T22" fmla="*/ 89 w 95"/>
                    <a:gd name="T23" fmla="*/ 155 h 191"/>
                    <a:gd name="T24" fmla="*/ 95 w 95"/>
                    <a:gd name="T25" fmla="*/ 126 h 191"/>
                    <a:gd name="T26" fmla="*/ 95 w 95"/>
                    <a:gd name="T27" fmla="*/ 96 h 191"/>
                    <a:gd name="T28" fmla="*/ 83 w 95"/>
                    <a:gd name="T29" fmla="*/ 60 h 191"/>
                    <a:gd name="T30" fmla="*/ 65 w 95"/>
                    <a:gd name="T31" fmla="*/ 30 h 191"/>
                    <a:gd name="T32" fmla="*/ 35 w 95"/>
                    <a:gd name="T33" fmla="*/ 12 h 191"/>
                    <a:gd name="T34" fmla="*/ 0 w 95"/>
                    <a:gd name="T35" fmla="*/ 0 h 191"/>
                    <a:gd name="T36" fmla="*/ 0 w 95"/>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5"/>
                    <a:gd name="T58" fmla="*/ 0 h 191"/>
                    <a:gd name="T59" fmla="*/ 95 w 95"/>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5" h="191">
                      <a:moveTo>
                        <a:pt x="0" y="18"/>
                      </a:moveTo>
                      <a:lnTo>
                        <a:pt x="29" y="24"/>
                      </a:lnTo>
                      <a:lnTo>
                        <a:pt x="53" y="42"/>
                      </a:lnTo>
                      <a:lnTo>
                        <a:pt x="65" y="66"/>
                      </a:lnTo>
                      <a:lnTo>
                        <a:pt x="77" y="96"/>
                      </a:lnTo>
                      <a:lnTo>
                        <a:pt x="77" y="126"/>
                      </a:lnTo>
                      <a:lnTo>
                        <a:pt x="71" y="149"/>
                      </a:lnTo>
                      <a:lnTo>
                        <a:pt x="65" y="167"/>
                      </a:lnTo>
                      <a:lnTo>
                        <a:pt x="53" y="173"/>
                      </a:lnTo>
                      <a:lnTo>
                        <a:pt x="53" y="191"/>
                      </a:lnTo>
                      <a:lnTo>
                        <a:pt x="77" y="179"/>
                      </a:lnTo>
                      <a:lnTo>
                        <a:pt x="89" y="155"/>
                      </a:lnTo>
                      <a:lnTo>
                        <a:pt x="95" y="126"/>
                      </a:lnTo>
                      <a:lnTo>
                        <a:pt x="95" y="96"/>
                      </a:lnTo>
                      <a:lnTo>
                        <a:pt x="83" y="60"/>
                      </a:lnTo>
                      <a:lnTo>
                        <a:pt x="65" y="30"/>
                      </a:lnTo>
                      <a:lnTo>
                        <a:pt x="35"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91" name="Freeform 97"/>
                <p:cNvSpPr>
                  <a:spLocks noEditPoints="1"/>
                </p:cNvSpPr>
                <p:nvPr/>
              </p:nvSpPr>
              <p:spPr bwMode="auto">
                <a:xfrm>
                  <a:off x="2972" y="544"/>
                  <a:ext cx="89" cy="191"/>
                </a:xfrm>
                <a:custGeom>
                  <a:avLst/>
                  <a:gdLst>
                    <a:gd name="T0" fmla="*/ 35 w 89"/>
                    <a:gd name="T1" fmla="*/ 173 h 191"/>
                    <a:gd name="T2" fmla="*/ 23 w 89"/>
                    <a:gd name="T3" fmla="*/ 167 h 191"/>
                    <a:gd name="T4" fmla="*/ 23 w 89"/>
                    <a:gd name="T5" fmla="*/ 149 h 191"/>
                    <a:gd name="T6" fmla="*/ 17 w 89"/>
                    <a:gd name="T7" fmla="*/ 126 h 191"/>
                    <a:gd name="T8" fmla="*/ 23 w 89"/>
                    <a:gd name="T9" fmla="*/ 96 h 191"/>
                    <a:gd name="T10" fmla="*/ 29 w 89"/>
                    <a:gd name="T11" fmla="*/ 66 h 191"/>
                    <a:gd name="T12" fmla="*/ 41 w 89"/>
                    <a:gd name="T13" fmla="*/ 42 h 191"/>
                    <a:gd name="T14" fmla="*/ 65 w 89"/>
                    <a:gd name="T15" fmla="*/ 24 h 191"/>
                    <a:gd name="T16" fmla="*/ 89 w 89"/>
                    <a:gd name="T17" fmla="*/ 18 h 191"/>
                    <a:gd name="T18" fmla="*/ 89 w 89"/>
                    <a:gd name="T19" fmla="*/ 0 h 191"/>
                    <a:gd name="T20" fmla="*/ 53 w 89"/>
                    <a:gd name="T21" fmla="*/ 12 h 191"/>
                    <a:gd name="T22" fmla="*/ 29 w 89"/>
                    <a:gd name="T23" fmla="*/ 30 h 191"/>
                    <a:gd name="T24" fmla="*/ 11 w 89"/>
                    <a:gd name="T25" fmla="*/ 60 h 191"/>
                    <a:gd name="T26" fmla="*/ 0 w 89"/>
                    <a:gd name="T27" fmla="*/ 96 h 191"/>
                    <a:gd name="T28" fmla="*/ 0 w 89"/>
                    <a:gd name="T29" fmla="*/ 126 h 191"/>
                    <a:gd name="T30" fmla="*/ 6 w 89"/>
                    <a:gd name="T31" fmla="*/ 155 h 191"/>
                    <a:gd name="T32" fmla="*/ 17 w 89"/>
                    <a:gd name="T33" fmla="*/ 179 h 191"/>
                    <a:gd name="T34" fmla="*/ 35 w 89"/>
                    <a:gd name="T35" fmla="*/ 191 h 191"/>
                    <a:gd name="T36" fmla="*/ 35 w 89"/>
                    <a:gd name="T37" fmla="*/ 173 h 191"/>
                    <a:gd name="T38" fmla="*/ 35 w 89"/>
                    <a:gd name="T39" fmla="*/ 191 h 191"/>
                    <a:gd name="T40" fmla="*/ 35 w 89"/>
                    <a:gd name="T41" fmla="*/ 191 h 191"/>
                    <a:gd name="T42" fmla="*/ 35 w 89"/>
                    <a:gd name="T43" fmla="*/ 179 h 191"/>
                    <a:gd name="T44" fmla="*/ 35 w 89"/>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9"/>
                    <a:gd name="T70" fmla="*/ 0 h 191"/>
                    <a:gd name="T71" fmla="*/ 89 w 89"/>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9" h="191">
                      <a:moveTo>
                        <a:pt x="35" y="173"/>
                      </a:moveTo>
                      <a:lnTo>
                        <a:pt x="23" y="167"/>
                      </a:lnTo>
                      <a:lnTo>
                        <a:pt x="23" y="149"/>
                      </a:lnTo>
                      <a:lnTo>
                        <a:pt x="17" y="126"/>
                      </a:lnTo>
                      <a:lnTo>
                        <a:pt x="23" y="96"/>
                      </a:lnTo>
                      <a:lnTo>
                        <a:pt x="29" y="66"/>
                      </a:lnTo>
                      <a:lnTo>
                        <a:pt x="41" y="42"/>
                      </a:lnTo>
                      <a:lnTo>
                        <a:pt x="65" y="24"/>
                      </a:lnTo>
                      <a:lnTo>
                        <a:pt x="89" y="18"/>
                      </a:lnTo>
                      <a:lnTo>
                        <a:pt x="89" y="0"/>
                      </a:lnTo>
                      <a:lnTo>
                        <a:pt x="53" y="12"/>
                      </a:lnTo>
                      <a:lnTo>
                        <a:pt x="29" y="30"/>
                      </a:lnTo>
                      <a:lnTo>
                        <a:pt x="11" y="60"/>
                      </a:lnTo>
                      <a:lnTo>
                        <a:pt x="0" y="96"/>
                      </a:lnTo>
                      <a:lnTo>
                        <a:pt x="0" y="126"/>
                      </a:lnTo>
                      <a:lnTo>
                        <a:pt x="6" y="155"/>
                      </a:lnTo>
                      <a:lnTo>
                        <a:pt x="17" y="179"/>
                      </a:lnTo>
                      <a:lnTo>
                        <a:pt x="35" y="191"/>
                      </a:lnTo>
                      <a:lnTo>
                        <a:pt x="35" y="173"/>
                      </a:lnTo>
                      <a:close/>
                      <a:moveTo>
                        <a:pt x="35" y="191"/>
                      </a:moveTo>
                      <a:lnTo>
                        <a:pt x="35" y="191"/>
                      </a:lnTo>
                      <a:lnTo>
                        <a:pt x="35" y="179"/>
                      </a:lnTo>
                      <a:lnTo>
                        <a:pt x="35" y="191"/>
                      </a:lnTo>
                      <a:close/>
                    </a:path>
                  </a:pathLst>
                </a:custGeom>
                <a:solidFill>
                  <a:srgbClr val="FF9900"/>
                </a:solidFill>
                <a:ln w="9525">
                  <a:solidFill>
                    <a:srgbClr val="FF6600"/>
                  </a:solidFill>
                  <a:round/>
                </a:ln>
              </p:spPr>
              <p:txBody>
                <a:bodyPr/>
                <a:lstStyle/>
                <a:p>
                  <a:endParaRPr lang="zh-CN" altLang="en-US"/>
                </a:p>
              </p:txBody>
            </p:sp>
            <p:sp>
              <p:nvSpPr>
                <p:cNvPr id="23592" name="Freeform 98"/>
                <p:cNvSpPr/>
                <p:nvPr/>
              </p:nvSpPr>
              <p:spPr bwMode="auto">
                <a:xfrm>
                  <a:off x="3061" y="544"/>
                  <a:ext cx="96" cy="191"/>
                </a:xfrm>
                <a:custGeom>
                  <a:avLst/>
                  <a:gdLst>
                    <a:gd name="T0" fmla="*/ 0 w 96"/>
                    <a:gd name="T1" fmla="*/ 18 h 191"/>
                    <a:gd name="T2" fmla="*/ 30 w 96"/>
                    <a:gd name="T3" fmla="*/ 24 h 191"/>
                    <a:gd name="T4" fmla="*/ 54 w 96"/>
                    <a:gd name="T5" fmla="*/ 42 h 191"/>
                    <a:gd name="T6" fmla="*/ 66 w 96"/>
                    <a:gd name="T7" fmla="*/ 66 h 191"/>
                    <a:gd name="T8" fmla="*/ 72 w 96"/>
                    <a:gd name="T9" fmla="*/ 96 h 191"/>
                    <a:gd name="T10" fmla="*/ 78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54" y="42"/>
                      </a:lnTo>
                      <a:lnTo>
                        <a:pt x="66" y="66"/>
                      </a:lnTo>
                      <a:lnTo>
                        <a:pt x="72" y="96"/>
                      </a:lnTo>
                      <a:lnTo>
                        <a:pt x="78"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93" name="Freeform 99"/>
                <p:cNvSpPr>
                  <a:spLocks noEditPoints="1"/>
                </p:cNvSpPr>
                <p:nvPr/>
              </p:nvSpPr>
              <p:spPr bwMode="auto">
                <a:xfrm>
                  <a:off x="3079" y="544"/>
                  <a:ext cx="90" cy="191"/>
                </a:xfrm>
                <a:custGeom>
                  <a:avLst/>
                  <a:gdLst>
                    <a:gd name="T0" fmla="*/ 36 w 90"/>
                    <a:gd name="T1" fmla="*/ 173 h 191"/>
                    <a:gd name="T2" fmla="*/ 24 w 90"/>
                    <a:gd name="T3" fmla="*/ 167 h 191"/>
                    <a:gd name="T4" fmla="*/ 18 w 90"/>
                    <a:gd name="T5" fmla="*/ 149 h 191"/>
                    <a:gd name="T6" fmla="*/ 18 w 90"/>
                    <a:gd name="T7" fmla="*/ 126 h 191"/>
                    <a:gd name="T8" fmla="*/ 18 w 90"/>
                    <a:gd name="T9" fmla="*/ 96 h 191"/>
                    <a:gd name="T10" fmla="*/ 24 w 90"/>
                    <a:gd name="T11" fmla="*/ 66 h 191"/>
                    <a:gd name="T12" fmla="*/ 42 w 90"/>
                    <a:gd name="T13" fmla="*/ 42 h 191"/>
                    <a:gd name="T14" fmla="*/ 60 w 90"/>
                    <a:gd name="T15" fmla="*/ 24 h 191"/>
                    <a:gd name="T16" fmla="*/ 90 w 90"/>
                    <a:gd name="T17" fmla="*/ 18 h 191"/>
                    <a:gd name="T18" fmla="*/ 90 w 90"/>
                    <a:gd name="T19" fmla="*/ 0 h 191"/>
                    <a:gd name="T20" fmla="*/ 54 w 90"/>
                    <a:gd name="T21" fmla="*/ 12 h 191"/>
                    <a:gd name="T22" fmla="*/ 30 w 90"/>
                    <a:gd name="T23" fmla="*/ 30 h 191"/>
                    <a:gd name="T24" fmla="*/ 12 w 90"/>
                    <a:gd name="T25" fmla="*/ 60 h 191"/>
                    <a:gd name="T26" fmla="*/ 0 w 90"/>
                    <a:gd name="T27" fmla="*/ 96 h 191"/>
                    <a:gd name="T28" fmla="*/ 0 w 90"/>
                    <a:gd name="T29" fmla="*/ 126 h 191"/>
                    <a:gd name="T30" fmla="*/ 6 w 90"/>
                    <a:gd name="T31" fmla="*/ 155 h 191"/>
                    <a:gd name="T32" fmla="*/ 18 w 90"/>
                    <a:gd name="T33" fmla="*/ 179 h 191"/>
                    <a:gd name="T34" fmla="*/ 36 w 90"/>
                    <a:gd name="T35" fmla="*/ 191 h 191"/>
                    <a:gd name="T36" fmla="*/ 36 w 90"/>
                    <a:gd name="T37" fmla="*/ 173 h 191"/>
                    <a:gd name="T38" fmla="*/ 36 w 90"/>
                    <a:gd name="T39" fmla="*/ 191 h 191"/>
                    <a:gd name="T40" fmla="*/ 36 w 90"/>
                    <a:gd name="T41" fmla="*/ 191 h 191"/>
                    <a:gd name="T42" fmla="*/ 36 w 90"/>
                    <a:gd name="T43" fmla="*/ 179 h 191"/>
                    <a:gd name="T44" fmla="*/ 36 w 90"/>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0"/>
                    <a:gd name="T70" fmla="*/ 0 h 191"/>
                    <a:gd name="T71" fmla="*/ 90 w 90"/>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0" h="191">
                      <a:moveTo>
                        <a:pt x="36" y="173"/>
                      </a:moveTo>
                      <a:lnTo>
                        <a:pt x="24" y="167"/>
                      </a:lnTo>
                      <a:lnTo>
                        <a:pt x="18" y="149"/>
                      </a:lnTo>
                      <a:lnTo>
                        <a:pt x="18" y="126"/>
                      </a:lnTo>
                      <a:lnTo>
                        <a:pt x="18" y="96"/>
                      </a:lnTo>
                      <a:lnTo>
                        <a:pt x="24" y="66"/>
                      </a:lnTo>
                      <a:lnTo>
                        <a:pt x="42" y="42"/>
                      </a:lnTo>
                      <a:lnTo>
                        <a:pt x="60" y="24"/>
                      </a:lnTo>
                      <a:lnTo>
                        <a:pt x="90" y="18"/>
                      </a:lnTo>
                      <a:lnTo>
                        <a:pt x="90"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94" name="Freeform 100"/>
                <p:cNvSpPr/>
                <p:nvPr/>
              </p:nvSpPr>
              <p:spPr bwMode="auto">
                <a:xfrm>
                  <a:off x="3169" y="544"/>
                  <a:ext cx="96" cy="191"/>
                </a:xfrm>
                <a:custGeom>
                  <a:avLst/>
                  <a:gdLst>
                    <a:gd name="T0" fmla="*/ 0 w 96"/>
                    <a:gd name="T1" fmla="*/ 18 h 191"/>
                    <a:gd name="T2" fmla="*/ 30 w 96"/>
                    <a:gd name="T3" fmla="*/ 24 h 191"/>
                    <a:gd name="T4" fmla="*/ 48 w 96"/>
                    <a:gd name="T5" fmla="*/ 42 h 191"/>
                    <a:gd name="T6" fmla="*/ 66 w 96"/>
                    <a:gd name="T7" fmla="*/ 66 h 191"/>
                    <a:gd name="T8" fmla="*/ 72 w 96"/>
                    <a:gd name="T9" fmla="*/ 96 h 191"/>
                    <a:gd name="T10" fmla="*/ 72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48" y="42"/>
                      </a:lnTo>
                      <a:lnTo>
                        <a:pt x="66" y="66"/>
                      </a:lnTo>
                      <a:lnTo>
                        <a:pt x="72" y="96"/>
                      </a:lnTo>
                      <a:lnTo>
                        <a:pt x="72"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FF9900"/>
                </a:solidFill>
                <a:ln w="9525">
                  <a:solidFill>
                    <a:srgbClr val="FF9900"/>
                  </a:solidFill>
                  <a:round/>
                </a:ln>
              </p:spPr>
              <p:txBody>
                <a:bodyPr/>
                <a:lstStyle/>
                <a:p>
                  <a:endParaRPr lang="zh-CN" altLang="en-US"/>
                </a:p>
              </p:txBody>
            </p:sp>
            <p:sp>
              <p:nvSpPr>
                <p:cNvPr id="23595" name="Freeform 101"/>
                <p:cNvSpPr>
                  <a:spLocks noEditPoints="1"/>
                </p:cNvSpPr>
                <p:nvPr/>
              </p:nvSpPr>
              <p:spPr bwMode="auto">
                <a:xfrm>
                  <a:off x="3187" y="544"/>
                  <a:ext cx="84" cy="191"/>
                </a:xfrm>
                <a:custGeom>
                  <a:avLst/>
                  <a:gdLst>
                    <a:gd name="T0" fmla="*/ 36 w 84"/>
                    <a:gd name="T1" fmla="*/ 173 h 191"/>
                    <a:gd name="T2" fmla="*/ 24 w 84"/>
                    <a:gd name="T3" fmla="*/ 167 h 191"/>
                    <a:gd name="T4" fmla="*/ 18 w 84"/>
                    <a:gd name="T5" fmla="*/ 149 h 191"/>
                    <a:gd name="T6" fmla="*/ 12 w 84"/>
                    <a:gd name="T7" fmla="*/ 126 h 191"/>
                    <a:gd name="T8" fmla="*/ 18 w 84"/>
                    <a:gd name="T9" fmla="*/ 96 h 191"/>
                    <a:gd name="T10" fmla="*/ 24 w 84"/>
                    <a:gd name="T11" fmla="*/ 66 h 191"/>
                    <a:gd name="T12" fmla="*/ 36 w 84"/>
                    <a:gd name="T13" fmla="*/ 42 h 191"/>
                    <a:gd name="T14" fmla="*/ 60 w 84"/>
                    <a:gd name="T15" fmla="*/ 24 h 191"/>
                    <a:gd name="T16" fmla="*/ 84 w 84"/>
                    <a:gd name="T17" fmla="*/ 18 h 191"/>
                    <a:gd name="T18" fmla="*/ 84 w 84"/>
                    <a:gd name="T19" fmla="*/ 0 h 191"/>
                    <a:gd name="T20" fmla="*/ 54 w 84"/>
                    <a:gd name="T21" fmla="*/ 12 h 191"/>
                    <a:gd name="T22" fmla="*/ 24 w 84"/>
                    <a:gd name="T23" fmla="*/ 30 h 191"/>
                    <a:gd name="T24" fmla="*/ 12 w 84"/>
                    <a:gd name="T25" fmla="*/ 60 h 191"/>
                    <a:gd name="T26" fmla="*/ 0 w 84"/>
                    <a:gd name="T27" fmla="*/ 96 h 191"/>
                    <a:gd name="T28" fmla="*/ 0 w 84"/>
                    <a:gd name="T29" fmla="*/ 126 h 191"/>
                    <a:gd name="T30" fmla="*/ 0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2" y="126"/>
                      </a:lnTo>
                      <a:lnTo>
                        <a:pt x="18" y="96"/>
                      </a:lnTo>
                      <a:lnTo>
                        <a:pt x="24" y="66"/>
                      </a:lnTo>
                      <a:lnTo>
                        <a:pt x="36" y="42"/>
                      </a:lnTo>
                      <a:lnTo>
                        <a:pt x="60" y="24"/>
                      </a:lnTo>
                      <a:lnTo>
                        <a:pt x="84" y="18"/>
                      </a:lnTo>
                      <a:lnTo>
                        <a:pt x="84" y="0"/>
                      </a:lnTo>
                      <a:lnTo>
                        <a:pt x="54" y="12"/>
                      </a:lnTo>
                      <a:lnTo>
                        <a:pt x="24" y="30"/>
                      </a:lnTo>
                      <a:lnTo>
                        <a:pt x="12" y="60"/>
                      </a:lnTo>
                      <a:lnTo>
                        <a:pt x="0" y="96"/>
                      </a:lnTo>
                      <a:lnTo>
                        <a:pt x="0" y="126"/>
                      </a:lnTo>
                      <a:lnTo>
                        <a:pt x="0" y="155"/>
                      </a:lnTo>
                      <a:lnTo>
                        <a:pt x="18" y="179"/>
                      </a:lnTo>
                      <a:lnTo>
                        <a:pt x="36" y="191"/>
                      </a:lnTo>
                      <a:lnTo>
                        <a:pt x="36" y="173"/>
                      </a:lnTo>
                      <a:close/>
                      <a:moveTo>
                        <a:pt x="36" y="191"/>
                      </a:moveTo>
                      <a:lnTo>
                        <a:pt x="36" y="191"/>
                      </a:lnTo>
                      <a:lnTo>
                        <a:pt x="36" y="179"/>
                      </a:lnTo>
                      <a:lnTo>
                        <a:pt x="36" y="191"/>
                      </a:lnTo>
                      <a:close/>
                    </a:path>
                  </a:pathLst>
                </a:custGeom>
                <a:solidFill>
                  <a:srgbClr val="FF9900"/>
                </a:solidFill>
                <a:ln w="9525">
                  <a:solidFill>
                    <a:srgbClr val="FF6600"/>
                  </a:solidFill>
                  <a:round/>
                </a:ln>
              </p:spPr>
              <p:txBody>
                <a:bodyPr/>
                <a:lstStyle/>
                <a:p>
                  <a:endParaRPr lang="zh-CN" altLang="en-US"/>
                </a:p>
              </p:txBody>
            </p:sp>
            <p:sp>
              <p:nvSpPr>
                <p:cNvPr id="23596" name="Freeform 102"/>
                <p:cNvSpPr/>
                <p:nvPr/>
              </p:nvSpPr>
              <p:spPr bwMode="auto">
                <a:xfrm>
                  <a:off x="3277" y="544"/>
                  <a:ext cx="155" cy="191"/>
                </a:xfrm>
                <a:custGeom>
                  <a:avLst/>
                  <a:gdLst>
                    <a:gd name="T0" fmla="*/ 155 w 155"/>
                    <a:gd name="T1" fmla="*/ 102 h 191"/>
                    <a:gd name="T2" fmla="*/ 143 w 155"/>
                    <a:gd name="T3" fmla="*/ 60 h 191"/>
                    <a:gd name="T4" fmla="*/ 125 w 155"/>
                    <a:gd name="T5" fmla="*/ 36 h 191"/>
                    <a:gd name="T6" fmla="*/ 107 w 155"/>
                    <a:gd name="T7" fmla="*/ 12 h 191"/>
                    <a:gd name="T8" fmla="*/ 89 w 155"/>
                    <a:gd name="T9" fmla="*/ 0 h 191"/>
                    <a:gd name="T10" fmla="*/ 71 w 155"/>
                    <a:gd name="T11" fmla="*/ 0 h 191"/>
                    <a:gd name="T12" fmla="*/ 53 w 155"/>
                    <a:gd name="T13" fmla="*/ 12 h 191"/>
                    <a:gd name="T14" fmla="*/ 23 w 155"/>
                    <a:gd name="T15" fmla="*/ 42 h 191"/>
                    <a:gd name="T16" fmla="*/ 6 w 155"/>
                    <a:gd name="T17" fmla="*/ 90 h 191"/>
                    <a:gd name="T18" fmla="*/ 0 w 155"/>
                    <a:gd name="T19" fmla="*/ 138 h 191"/>
                    <a:gd name="T20" fmla="*/ 12 w 155"/>
                    <a:gd name="T21" fmla="*/ 173 h 191"/>
                    <a:gd name="T22" fmla="*/ 23 w 155"/>
                    <a:gd name="T23" fmla="*/ 185 h 191"/>
                    <a:gd name="T24" fmla="*/ 47 w 155"/>
                    <a:gd name="T25" fmla="*/ 191 h 191"/>
                    <a:gd name="T26" fmla="*/ 47 w 155"/>
                    <a:gd name="T27" fmla="*/ 173 h 191"/>
                    <a:gd name="T28" fmla="*/ 35 w 155"/>
                    <a:gd name="T29" fmla="*/ 173 h 191"/>
                    <a:gd name="T30" fmla="*/ 29 w 155"/>
                    <a:gd name="T31" fmla="*/ 161 h 191"/>
                    <a:gd name="T32" fmla="*/ 17 w 155"/>
                    <a:gd name="T33" fmla="*/ 132 h 191"/>
                    <a:gd name="T34" fmla="*/ 23 w 155"/>
                    <a:gd name="T35" fmla="*/ 96 h 191"/>
                    <a:gd name="T36" fmla="*/ 41 w 155"/>
                    <a:gd name="T37" fmla="*/ 54 h 191"/>
                    <a:gd name="T38" fmla="*/ 65 w 155"/>
                    <a:gd name="T39" fmla="*/ 30 h 191"/>
                    <a:gd name="T40" fmla="*/ 89 w 155"/>
                    <a:gd name="T41" fmla="*/ 18 h 191"/>
                    <a:gd name="T42" fmla="*/ 101 w 155"/>
                    <a:gd name="T43" fmla="*/ 24 h 191"/>
                    <a:gd name="T44" fmla="*/ 113 w 155"/>
                    <a:gd name="T45" fmla="*/ 42 h 191"/>
                    <a:gd name="T46" fmla="*/ 125 w 155"/>
                    <a:gd name="T47" fmla="*/ 72 h 191"/>
                    <a:gd name="T48" fmla="*/ 137 w 155"/>
                    <a:gd name="T49" fmla="*/ 108 h 191"/>
                    <a:gd name="T50" fmla="*/ 155 w 155"/>
                    <a:gd name="T51" fmla="*/ 102 h 19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91"/>
                    <a:gd name="T80" fmla="*/ 155 w 155"/>
                    <a:gd name="T81" fmla="*/ 191 h 19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91">
                      <a:moveTo>
                        <a:pt x="155" y="102"/>
                      </a:moveTo>
                      <a:lnTo>
                        <a:pt x="143" y="60"/>
                      </a:lnTo>
                      <a:lnTo>
                        <a:pt x="125" y="36"/>
                      </a:lnTo>
                      <a:lnTo>
                        <a:pt x="107" y="12"/>
                      </a:lnTo>
                      <a:lnTo>
                        <a:pt x="89" y="0"/>
                      </a:lnTo>
                      <a:lnTo>
                        <a:pt x="71" y="0"/>
                      </a:lnTo>
                      <a:lnTo>
                        <a:pt x="53" y="12"/>
                      </a:lnTo>
                      <a:lnTo>
                        <a:pt x="23" y="42"/>
                      </a:lnTo>
                      <a:lnTo>
                        <a:pt x="6" y="90"/>
                      </a:lnTo>
                      <a:lnTo>
                        <a:pt x="0" y="138"/>
                      </a:lnTo>
                      <a:lnTo>
                        <a:pt x="12" y="173"/>
                      </a:lnTo>
                      <a:lnTo>
                        <a:pt x="23" y="185"/>
                      </a:lnTo>
                      <a:lnTo>
                        <a:pt x="47" y="191"/>
                      </a:lnTo>
                      <a:lnTo>
                        <a:pt x="47" y="173"/>
                      </a:lnTo>
                      <a:lnTo>
                        <a:pt x="35" y="173"/>
                      </a:lnTo>
                      <a:lnTo>
                        <a:pt x="29" y="161"/>
                      </a:lnTo>
                      <a:lnTo>
                        <a:pt x="17" y="132"/>
                      </a:lnTo>
                      <a:lnTo>
                        <a:pt x="23" y="96"/>
                      </a:lnTo>
                      <a:lnTo>
                        <a:pt x="41" y="54"/>
                      </a:lnTo>
                      <a:lnTo>
                        <a:pt x="65" y="30"/>
                      </a:lnTo>
                      <a:lnTo>
                        <a:pt x="89" y="18"/>
                      </a:lnTo>
                      <a:lnTo>
                        <a:pt x="101" y="24"/>
                      </a:lnTo>
                      <a:lnTo>
                        <a:pt x="113" y="42"/>
                      </a:lnTo>
                      <a:lnTo>
                        <a:pt x="125" y="72"/>
                      </a:lnTo>
                      <a:lnTo>
                        <a:pt x="137" y="108"/>
                      </a:lnTo>
                      <a:lnTo>
                        <a:pt x="155" y="102"/>
                      </a:lnTo>
                      <a:close/>
                    </a:path>
                  </a:pathLst>
                </a:custGeom>
                <a:solidFill>
                  <a:srgbClr val="FF9900"/>
                </a:solidFill>
                <a:ln w="9525">
                  <a:solidFill>
                    <a:srgbClr val="FF9900"/>
                  </a:solidFill>
                  <a:round/>
                </a:ln>
              </p:spPr>
              <p:txBody>
                <a:bodyPr/>
                <a:lstStyle/>
                <a:p>
                  <a:endParaRPr lang="zh-CN" altLang="en-US"/>
                </a:p>
              </p:txBody>
            </p:sp>
            <p:sp>
              <p:nvSpPr>
                <p:cNvPr id="23597" name="Freeform 103"/>
                <p:cNvSpPr>
                  <a:spLocks noEditPoints="1"/>
                </p:cNvSpPr>
                <p:nvPr/>
              </p:nvSpPr>
              <p:spPr bwMode="auto">
                <a:xfrm>
                  <a:off x="3271" y="544"/>
                  <a:ext cx="95" cy="191"/>
                </a:xfrm>
                <a:custGeom>
                  <a:avLst/>
                  <a:gdLst>
                    <a:gd name="T0" fmla="*/ 53 w 95"/>
                    <a:gd name="T1" fmla="*/ 191 h 191"/>
                    <a:gd name="T2" fmla="*/ 77 w 95"/>
                    <a:gd name="T3" fmla="*/ 179 h 191"/>
                    <a:gd name="T4" fmla="*/ 89 w 95"/>
                    <a:gd name="T5" fmla="*/ 155 h 191"/>
                    <a:gd name="T6" fmla="*/ 95 w 95"/>
                    <a:gd name="T7" fmla="*/ 126 h 191"/>
                    <a:gd name="T8" fmla="*/ 89 w 95"/>
                    <a:gd name="T9" fmla="*/ 96 h 191"/>
                    <a:gd name="T10" fmla="*/ 77 w 95"/>
                    <a:gd name="T11" fmla="*/ 60 h 191"/>
                    <a:gd name="T12" fmla="*/ 59 w 95"/>
                    <a:gd name="T13" fmla="*/ 30 h 191"/>
                    <a:gd name="T14" fmla="*/ 35 w 95"/>
                    <a:gd name="T15" fmla="*/ 12 h 191"/>
                    <a:gd name="T16" fmla="*/ 0 w 95"/>
                    <a:gd name="T17" fmla="*/ 0 h 191"/>
                    <a:gd name="T18" fmla="*/ 0 w 95"/>
                    <a:gd name="T19" fmla="*/ 18 h 191"/>
                    <a:gd name="T20" fmla="*/ 29 w 95"/>
                    <a:gd name="T21" fmla="*/ 24 h 191"/>
                    <a:gd name="T22" fmla="*/ 47 w 95"/>
                    <a:gd name="T23" fmla="*/ 42 h 191"/>
                    <a:gd name="T24" fmla="*/ 65 w 95"/>
                    <a:gd name="T25" fmla="*/ 66 h 191"/>
                    <a:gd name="T26" fmla="*/ 71 w 95"/>
                    <a:gd name="T27" fmla="*/ 96 h 191"/>
                    <a:gd name="T28" fmla="*/ 77 w 95"/>
                    <a:gd name="T29" fmla="*/ 126 h 191"/>
                    <a:gd name="T30" fmla="*/ 71 w 95"/>
                    <a:gd name="T31" fmla="*/ 149 h 191"/>
                    <a:gd name="T32" fmla="*/ 65 w 95"/>
                    <a:gd name="T33" fmla="*/ 167 h 191"/>
                    <a:gd name="T34" fmla="*/ 53 w 95"/>
                    <a:gd name="T35" fmla="*/ 173 h 191"/>
                    <a:gd name="T36" fmla="*/ 53 w 95"/>
                    <a:gd name="T37" fmla="*/ 191 h 191"/>
                    <a:gd name="T38" fmla="*/ 53 w 95"/>
                    <a:gd name="T39" fmla="*/ 173 h 191"/>
                    <a:gd name="T40" fmla="*/ 53 w 95"/>
                    <a:gd name="T41" fmla="*/ 173 h 191"/>
                    <a:gd name="T42" fmla="*/ 53 w 95"/>
                    <a:gd name="T43" fmla="*/ 179 h 191"/>
                    <a:gd name="T44" fmla="*/ 53 w 95"/>
                    <a:gd name="T45" fmla="*/ 173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5"/>
                    <a:gd name="T70" fmla="*/ 0 h 191"/>
                    <a:gd name="T71" fmla="*/ 95 w 95"/>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5" h="191">
                      <a:moveTo>
                        <a:pt x="53" y="191"/>
                      </a:moveTo>
                      <a:lnTo>
                        <a:pt x="77" y="179"/>
                      </a:lnTo>
                      <a:lnTo>
                        <a:pt x="89" y="155"/>
                      </a:lnTo>
                      <a:lnTo>
                        <a:pt x="95" y="126"/>
                      </a:lnTo>
                      <a:lnTo>
                        <a:pt x="89" y="96"/>
                      </a:lnTo>
                      <a:lnTo>
                        <a:pt x="77" y="60"/>
                      </a:lnTo>
                      <a:lnTo>
                        <a:pt x="59" y="30"/>
                      </a:lnTo>
                      <a:lnTo>
                        <a:pt x="35" y="12"/>
                      </a:lnTo>
                      <a:lnTo>
                        <a:pt x="0" y="0"/>
                      </a:lnTo>
                      <a:lnTo>
                        <a:pt x="0" y="18"/>
                      </a:lnTo>
                      <a:lnTo>
                        <a:pt x="29" y="24"/>
                      </a:lnTo>
                      <a:lnTo>
                        <a:pt x="47" y="42"/>
                      </a:lnTo>
                      <a:lnTo>
                        <a:pt x="65" y="66"/>
                      </a:lnTo>
                      <a:lnTo>
                        <a:pt x="71" y="96"/>
                      </a:lnTo>
                      <a:lnTo>
                        <a:pt x="77" y="126"/>
                      </a:lnTo>
                      <a:lnTo>
                        <a:pt x="71" y="149"/>
                      </a:lnTo>
                      <a:lnTo>
                        <a:pt x="65" y="167"/>
                      </a:lnTo>
                      <a:lnTo>
                        <a:pt x="53" y="173"/>
                      </a:lnTo>
                      <a:lnTo>
                        <a:pt x="53" y="191"/>
                      </a:lnTo>
                      <a:close/>
                      <a:moveTo>
                        <a:pt x="53" y="173"/>
                      </a:moveTo>
                      <a:lnTo>
                        <a:pt x="53" y="173"/>
                      </a:lnTo>
                      <a:lnTo>
                        <a:pt x="53" y="179"/>
                      </a:lnTo>
                      <a:lnTo>
                        <a:pt x="53" y="173"/>
                      </a:lnTo>
                      <a:close/>
                    </a:path>
                  </a:pathLst>
                </a:custGeom>
                <a:solidFill>
                  <a:srgbClr val="FF9900"/>
                </a:solidFill>
                <a:ln w="9525">
                  <a:solidFill>
                    <a:srgbClr val="FF6600"/>
                  </a:solidFill>
                  <a:round/>
                </a:ln>
              </p:spPr>
              <p:txBody>
                <a:bodyPr/>
                <a:lstStyle/>
                <a:p>
                  <a:endParaRPr lang="zh-CN" altLang="en-US"/>
                </a:p>
              </p:txBody>
            </p:sp>
          </p:grpSp>
        </p:grpSp>
        <p:sp>
          <p:nvSpPr>
            <p:cNvPr id="23573" name="Oval 104"/>
            <p:cNvSpPr>
              <a:spLocks noChangeArrowheads="1"/>
            </p:cNvSpPr>
            <p:nvPr/>
          </p:nvSpPr>
          <p:spPr bwMode="auto">
            <a:xfrm>
              <a:off x="4106" y="582"/>
              <a:ext cx="192" cy="192"/>
            </a:xfrm>
            <a:prstGeom prst="ellipse">
              <a:avLst/>
            </a:prstGeom>
            <a:gradFill rotWithShape="0">
              <a:gsLst>
                <a:gs pos="0">
                  <a:srgbClr val="FFFFFF"/>
                </a:gs>
                <a:gs pos="100000">
                  <a:srgbClr val="CC0000"/>
                </a:gs>
              </a:gsLst>
              <a:path path="shape">
                <a:fillToRect l="50000" t="50000" r="50000" b="50000"/>
              </a:path>
            </a:gradFill>
            <a:ln w="9525">
              <a:noFill/>
              <a:round/>
            </a:ln>
          </p:spPr>
          <p:txBody>
            <a:bodyPr wrap="none" anchor="ctr"/>
            <a:lstStyle/>
            <a:p>
              <a:endParaRPr lang="zh-CN" altLang="en-US"/>
            </a:p>
          </p:txBody>
        </p:sp>
      </p:grpSp>
      <p:sp>
        <p:nvSpPr>
          <p:cNvPr id="87145" name="AutoShape 105"/>
          <p:cNvSpPr>
            <a:spLocks noChangeArrowheads="1"/>
          </p:cNvSpPr>
          <p:nvPr/>
        </p:nvSpPr>
        <p:spPr bwMode="auto">
          <a:xfrm>
            <a:off x="161925" y="41116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7042"/>
                                        </p:tgtEl>
                                        <p:attrNameLst>
                                          <p:attrName>style.visibility</p:attrName>
                                        </p:attrNameLst>
                                      </p:cBhvr>
                                      <p:to>
                                        <p:strVal val="visible"/>
                                      </p:to>
                                    </p:set>
                                    <p:animEffect transition="in" filter="wipe(left)">
                                      <p:cBhvr>
                                        <p:cTn id="7" dur="500"/>
                                        <p:tgtEl>
                                          <p:spTgt spid="870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499"/>
                                          </p:stCondLst>
                                        </p:cTn>
                                        <p:tgtEl>
                                          <p:spTgt spid="8709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grpId="0" nodeType="clickEffect">
                                  <p:stCondLst>
                                    <p:cond delay="0"/>
                                  </p:stCondLst>
                                  <p:childTnLst>
                                    <p:set>
                                      <p:cBhvr>
                                        <p:cTn id="25" dur="1" fill="hold">
                                          <p:stCondLst>
                                            <p:cond delay="0"/>
                                          </p:stCondLst>
                                        </p:cTn>
                                        <p:tgtEl>
                                          <p:spTgt spid="87111"/>
                                        </p:tgtEl>
                                        <p:attrNameLst>
                                          <p:attrName>style.visibility</p:attrName>
                                        </p:attrNameLst>
                                      </p:cBhvr>
                                      <p:to>
                                        <p:strVal val="visible"/>
                                      </p:to>
                                    </p:set>
                                    <p:animEffect transition="in" filter="slide(fromLeft)">
                                      <p:cBhvr>
                                        <p:cTn id="26" dur="500"/>
                                        <p:tgtEl>
                                          <p:spTgt spid="87111"/>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499"/>
                                          </p:stCondLst>
                                        </p:cTn>
                                        <p:tgtEl>
                                          <p:spTgt spid="8709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2" fill="hold" grpId="0" nodeType="clickEffect">
                                  <p:stCondLst>
                                    <p:cond delay="0"/>
                                  </p:stCondLst>
                                  <p:childTnLst>
                                    <p:set>
                                      <p:cBhvr>
                                        <p:cTn id="33" dur="1" fill="hold">
                                          <p:stCondLst>
                                            <p:cond delay="0"/>
                                          </p:stCondLst>
                                        </p:cTn>
                                        <p:tgtEl>
                                          <p:spTgt spid="87110"/>
                                        </p:tgtEl>
                                        <p:attrNameLst>
                                          <p:attrName>style.visibility</p:attrName>
                                        </p:attrNameLst>
                                      </p:cBhvr>
                                      <p:to>
                                        <p:strVal val="visible"/>
                                      </p:to>
                                    </p:set>
                                    <p:animEffect transition="in" filter="wipe(right)">
                                      <p:cBhvr>
                                        <p:cTn id="34" dur="500"/>
                                        <p:tgtEl>
                                          <p:spTgt spid="87110"/>
                                        </p:tgtEl>
                                      </p:cBhvr>
                                    </p:animEffec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499"/>
                                          </p:stCondLst>
                                        </p:cTn>
                                        <p:tgtEl>
                                          <p:spTgt spid="87100"/>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7102"/>
                                        </p:tgtEl>
                                        <p:attrNameLst>
                                          <p:attrName>style.visibility</p:attrName>
                                        </p:attrNameLst>
                                      </p:cBhvr>
                                      <p:to>
                                        <p:strVal val="visible"/>
                                      </p:to>
                                    </p:set>
                                    <p:animEffect transition="in" filter="wipe(left)">
                                      <p:cBhvr>
                                        <p:cTn id="42" dur="500"/>
                                        <p:tgtEl>
                                          <p:spTgt spid="8710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87101"/>
                                        </p:tgtEl>
                                        <p:attrNameLst>
                                          <p:attrName>style.visibility</p:attrName>
                                        </p:attrNameLst>
                                      </p:cBhvr>
                                      <p:to>
                                        <p:strVal val="visible"/>
                                      </p:to>
                                    </p:set>
                                    <p:animEffect transition="in" filter="wipe(left)">
                                      <p:cBhvr>
                                        <p:cTn id="47" dur="500"/>
                                        <p:tgtEl>
                                          <p:spTgt spid="8710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87103"/>
                                        </p:tgtEl>
                                        <p:attrNameLst>
                                          <p:attrName>style.visibility</p:attrName>
                                        </p:attrNameLst>
                                      </p:cBhvr>
                                      <p:to>
                                        <p:strVal val="visible"/>
                                      </p:to>
                                    </p:set>
                                    <p:animEffect transition="in" filter="wipe(left)">
                                      <p:cBhvr>
                                        <p:cTn id="52" dur="500"/>
                                        <p:tgtEl>
                                          <p:spTgt spid="8710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87094"/>
                                        </p:tgtEl>
                                        <p:attrNameLst>
                                          <p:attrName>style.visibility</p:attrName>
                                        </p:attrNameLst>
                                      </p:cBhvr>
                                      <p:to>
                                        <p:strVal val="visible"/>
                                      </p:to>
                                    </p:set>
                                    <p:animEffect transition="in" filter="wipe(left)">
                                      <p:cBhvr>
                                        <p:cTn id="57" dur="500"/>
                                        <p:tgtEl>
                                          <p:spTgt spid="8709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87097"/>
                                        </p:tgtEl>
                                        <p:attrNameLst>
                                          <p:attrName>style.visibility</p:attrName>
                                        </p:attrNameLst>
                                      </p:cBhvr>
                                      <p:to>
                                        <p:strVal val="visible"/>
                                      </p:to>
                                    </p:set>
                                    <p:animEffect transition="in" filter="wipe(left)">
                                      <p:cBhvr>
                                        <p:cTn id="62" dur="500"/>
                                        <p:tgtEl>
                                          <p:spTgt spid="8709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87104"/>
                                        </p:tgtEl>
                                        <p:attrNameLst>
                                          <p:attrName>style.visibility</p:attrName>
                                        </p:attrNameLst>
                                      </p:cBhvr>
                                      <p:to>
                                        <p:strVal val="visible"/>
                                      </p:to>
                                    </p:set>
                                    <p:animEffect transition="in" filter="wipe(left)">
                                      <p:cBhvr>
                                        <p:cTn id="67" dur="500"/>
                                        <p:tgtEl>
                                          <p:spTgt spid="87104"/>
                                        </p:tgtEl>
                                      </p:cBhvr>
                                    </p:animEffect>
                                  </p:childTnLst>
                                </p:cTn>
                              </p:par>
                            </p:childTnLst>
                          </p:cTn>
                        </p:par>
                      </p:childTnLst>
                    </p:cTn>
                  </p:par>
                  <p:par>
                    <p:cTn id="68" fill="hold">
                      <p:stCondLst>
                        <p:cond delay="indefinite"/>
                      </p:stCondLst>
                      <p:childTnLst>
                        <p:par>
                          <p:cTn id="69" fill="hold">
                            <p:stCondLst>
                              <p:cond delay="0"/>
                            </p:stCondLst>
                            <p:childTnLst>
                              <p:par>
                                <p:cTn id="70" presetID="9" presetClass="entr" presetSubtype="0" fill="hold" grpId="0" nodeType="clickEffect">
                                  <p:stCondLst>
                                    <p:cond delay="0"/>
                                  </p:stCondLst>
                                  <p:childTnLst>
                                    <p:set>
                                      <p:cBhvr>
                                        <p:cTn id="71" dur="1" fill="hold">
                                          <p:stCondLst>
                                            <p:cond delay="0"/>
                                          </p:stCondLst>
                                        </p:cTn>
                                        <p:tgtEl>
                                          <p:spTgt spid="87145"/>
                                        </p:tgtEl>
                                        <p:attrNameLst>
                                          <p:attrName>style.visibility</p:attrName>
                                        </p:attrNameLst>
                                      </p:cBhvr>
                                      <p:to>
                                        <p:strVal val="visible"/>
                                      </p:to>
                                    </p:set>
                                    <p:animEffect transition="in" filter="dissolve">
                                      <p:cBhvr>
                                        <p:cTn id="72" dur="1000"/>
                                        <p:tgtEl>
                                          <p:spTgt spid="87145"/>
                                        </p:tgtEl>
                                      </p:cBhvr>
                                    </p:animEffect>
                                  </p:childTnLst>
                                </p:cTn>
                              </p:par>
                            </p:childTnLst>
                          </p:cTn>
                        </p:par>
                        <p:par>
                          <p:cTn id="73" fill="hold">
                            <p:stCondLst>
                              <p:cond delay="1000"/>
                            </p:stCondLst>
                            <p:childTnLst>
                              <p:par>
                                <p:cTn id="74" presetID="22" presetClass="entr" presetSubtype="8" fill="hold" grpId="0" nodeType="afterEffect">
                                  <p:stCondLst>
                                    <p:cond delay="0"/>
                                  </p:stCondLst>
                                  <p:childTnLst>
                                    <p:set>
                                      <p:cBhvr>
                                        <p:cTn id="75" dur="1" fill="hold">
                                          <p:stCondLst>
                                            <p:cond delay="0"/>
                                          </p:stCondLst>
                                        </p:cTn>
                                        <p:tgtEl>
                                          <p:spTgt spid="87105"/>
                                        </p:tgtEl>
                                        <p:attrNameLst>
                                          <p:attrName>style.visibility</p:attrName>
                                        </p:attrNameLst>
                                      </p:cBhvr>
                                      <p:to>
                                        <p:strVal val="visible"/>
                                      </p:to>
                                    </p:set>
                                    <p:animEffect transition="in" filter="wipe(left)">
                                      <p:cBhvr>
                                        <p:cTn id="76" dur="500"/>
                                        <p:tgtEl>
                                          <p:spTgt spid="87105"/>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87095"/>
                                        </p:tgtEl>
                                        <p:attrNameLst>
                                          <p:attrName>style.visibility</p:attrName>
                                        </p:attrNameLst>
                                      </p:cBhvr>
                                      <p:to>
                                        <p:strVal val="visible"/>
                                      </p:to>
                                    </p:set>
                                    <p:animEffect transition="in" filter="wipe(left)">
                                      <p:cBhvr>
                                        <p:cTn id="81" dur="500"/>
                                        <p:tgtEl>
                                          <p:spTgt spid="8709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87096"/>
                                        </p:tgtEl>
                                        <p:attrNameLst>
                                          <p:attrName>style.visibility</p:attrName>
                                        </p:attrNameLst>
                                      </p:cBhvr>
                                      <p:to>
                                        <p:strVal val="visible"/>
                                      </p:to>
                                    </p:set>
                                    <p:animEffect transition="in" filter="wipe(left)">
                                      <p:cBhvr>
                                        <p:cTn id="86" dur="500"/>
                                        <p:tgtEl>
                                          <p:spTgt spid="8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87095" grpId="0" autoUpdateAnimBg="0"/>
      <p:bldP spid="87096" grpId="0" autoUpdateAnimBg="0"/>
      <p:bldP spid="87102" grpId="0" autoUpdateAnimBg="0"/>
      <p:bldP spid="87103" grpId="0" autoUpdateAnimBg="0"/>
      <p:bldP spid="87104" grpId="0" autoUpdateAnimBg="0"/>
      <p:bldP spid="87105" grpId="0" autoUpdateAnimBg="0"/>
      <p:bldP spid="87110" grpId="0" animBg="1"/>
      <p:bldP spid="87111" grpId="0" animBg="1"/>
      <p:bldP spid="8714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Text Box 3"/>
          <p:cNvSpPr txBox="1">
            <a:spLocks noChangeArrowheads="1"/>
          </p:cNvSpPr>
          <p:nvPr/>
        </p:nvSpPr>
        <p:spPr bwMode="auto">
          <a:xfrm>
            <a:off x="161925" y="458788"/>
            <a:ext cx="2520950" cy="457200"/>
          </a:xfrm>
          <a:prstGeom prst="rect">
            <a:avLst/>
          </a:prstGeom>
          <a:noFill/>
          <a:ln w="9525" algn="ctr">
            <a:noFill/>
            <a:miter lim="800000"/>
          </a:ln>
        </p:spPr>
        <p:txBody>
          <a:bodyPr>
            <a:spAutoFit/>
          </a:bodyPr>
          <a:lstStyle/>
          <a:p>
            <a:pPr algn="l"/>
            <a:r>
              <a:rPr lang="en-US" altLang="zh-CN" b="1" i="0">
                <a:solidFill>
                  <a:schemeClr val="accent2"/>
                </a:solidFill>
                <a:latin typeface="Times New Roman" panose="02020603050405020304" pitchFamily="18" charset="0"/>
              </a:rPr>
              <a:t>4. </a:t>
            </a:r>
            <a:r>
              <a:rPr lang="zh-CN" altLang="en-US" b="1" i="0">
                <a:solidFill>
                  <a:schemeClr val="accent2"/>
                </a:solidFill>
                <a:latin typeface="Times New Roman" panose="02020603050405020304" pitchFamily="18" charset="0"/>
              </a:rPr>
              <a:t>力矩的功</a:t>
            </a:r>
            <a:endParaRPr lang="zh-CN" altLang="en-US" b="1" i="0">
              <a:solidFill>
                <a:schemeClr val="accent2"/>
              </a:solidFill>
              <a:latin typeface="Times New Roman" panose="02020603050405020304" pitchFamily="18" charset="0"/>
            </a:endParaRPr>
          </a:p>
        </p:txBody>
      </p:sp>
      <p:sp>
        <p:nvSpPr>
          <p:cNvPr id="88107" name="Freeform 43"/>
          <p:cNvSpPr/>
          <p:nvPr/>
        </p:nvSpPr>
        <p:spPr bwMode="auto">
          <a:xfrm>
            <a:off x="5689600" y="954088"/>
            <a:ext cx="3132138" cy="2881312"/>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1"/>
              <a:gd name="T31" fmla="*/ 0 h 1074"/>
              <a:gd name="T32" fmla="*/ 1761 w 1761"/>
              <a:gd name="T33" fmla="*/ 1074 h 10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00FFFF"/>
          </a:solidFill>
          <a:ln w="9525">
            <a:miter lim="800000"/>
          </a:ln>
          <a:scene3d>
            <a:camera prst="legacyPerspectiveFront">
              <a:rot lat="17699992" lon="0" rev="0"/>
            </a:camera>
            <a:lightRig rig="legacyFlat2" dir="t"/>
          </a:scene3d>
          <a:sp3d extrusionH="201600" prstMaterial="legacyMatte">
            <a:bevelT w="13500" h="13500" prst="angle"/>
            <a:bevelB w="13500" h="13500" prst="angle"/>
            <a:extrusionClr>
              <a:srgbClr val="00FFFF"/>
            </a:extrusionClr>
          </a:sp3d>
        </p:spPr>
        <p:txBody>
          <a:bodyPr wrap="none" anchor="ctr">
            <a:flatTx/>
          </a:bodyPr>
          <a:lstStyle/>
          <a:p>
            <a:endParaRPr lang="zh-CN" altLang="en-US"/>
          </a:p>
        </p:txBody>
      </p:sp>
      <p:sp>
        <p:nvSpPr>
          <p:cNvPr id="88108" name="Line 44"/>
          <p:cNvSpPr>
            <a:spLocks noChangeShapeType="1"/>
          </p:cNvSpPr>
          <p:nvPr/>
        </p:nvSpPr>
        <p:spPr bwMode="auto">
          <a:xfrm>
            <a:off x="6726238" y="989013"/>
            <a:ext cx="0" cy="1295400"/>
          </a:xfrm>
          <a:prstGeom prst="line">
            <a:avLst/>
          </a:prstGeom>
          <a:noFill/>
          <a:ln w="50800">
            <a:solidFill>
              <a:srgbClr val="FF6600"/>
            </a:solidFill>
            <a:round/>
          </a:ln>
        </p:spPr>
        <p:txBody>
          <a:bodyPr wrap="none" anchor="ctr"/>
          <a:lstStyle/>
          <a:p>
            <a:endParaRPr lang="zh-CN" altLang="en-US"/>
          </a:p>
        </p:txBody>
      </p:sp>
      <p:sp>
        <p:nvSpPr>
          <p:cNvPr id="88109" name="Line 45"/>
          <p:cNvSpPr>
            <a:spLocks noChangeShapeType="1"/>
          </p:cNvSpPr>
          <p:nvPr/>
        </p:nvSpPr>
        <p:spPr bwMode="auto">
          <a:xfrm>
            <a:off x="6726238" y="3195638"/>
            <a:ext cx="0" cy="381000"/>
          </a:xfrm>
          <a:prstGeom prst="line">
            <a:avLst/>
          </a:prstGeom>
          <a:noFill/>
          <a:ln w="50800">
            <a:solidFill>
              <a:srgbClr val="FF6600"/>
            </a:solidFill>
            <a:round/>
          </a:ln>
        </p:spPr>
        <p:txBody>
          <a:bodyPr wrap="none" anchor="ctr"/>
          <a:lstStyle/>
          <a:p>
            <a:endParaRPr lang="zh-CN" altLang="en-US"/>
          </a:p>
        </p:txBody>
      </p:sp>
      <p:sp>
        <p:nvSpPr>
          <p:cNvPr id="88110" name="Text Box 46"/>
          <p:cNvSpPr txBox="1">
            <a:spLocks noChangeArrowheads="1"/>
          </p:cNvSpPr>
          <p:nvPr/>
        </p:nvSpPr>
        <p:spPr bwMode="auto">
          <a:xfrm>
            <a:off x="6911975" y="1001713"/>
            <a:ext cx="577850" cy="457200"/>
          </a:xfrm>
          <a:prstGeom prst="rect">
            <a:avLst/>
          </a:prstGeom>
          <a:noFill/>
          <a:ln w="9525">
            <a:noFill/>
            <a:miter lim="800000"/>
          </a:ln>
        </p:spPr>
        <p:txBody>
          <a:bodyPr/>
          <a:lstStyle/>
          <a:p>
            <a:pPr algn="just" eaLnBrk="0" hangingPunct="0"/>
            <a:r>
              <a:rPr kumimoji="0" lang="en-US" altLang="zh-CN" b="1">
                <a:solidFill>
                  <a:srgbClr val="CC0000"/>
                </a:solidFill>
                <a:latin typeface="Times New Roman" panose="02020603050405020304" pitchFamily="18" charset="0"/>
                <a:sym typeface="Symbol" panose="05050102010706020507" pitchFamily="18" charset="2"/>
              </a:rPr>
              <a:t></a:t>
            </a:r>
            <a:endParaRPr kumimoji="0" lang="en-US" altLang="zh-CN" b="1">
              <a:solidFill>
                <a:srgbClr val="CC0000"/>
              </a:solidFill>
              <a:latin typeface="Times New Roman" panose="02020603050405020304" pitchFamily="18" charset="0"/>
            </a:endParaRPr>
          </a:p>
        </p:txBody>
      </p:sp>
      <p:sp>
        <p:nvSpPr>
          <p:cNvPr id="88111" name="Line 47"/>
          <p:cNvSpPr>
            <a:spLocks noChangeShapeType="1"/>
          </p:cNvSpPr>
          <p:nvPr/>
        </p:nvSpPr>
        <p:spPr bwMode="auto">
          <a:xfrm>
            <a:off x="6726238" y="2284413"/>
            <a:ext cx="1066800" cy="457200"/>
          </a:xfrm>
          <a:prstGeom prst="line">
            <a:avLst/>
          </a:prstGeom>
          <a:noFill/>
          <a:ln w="25400">
            <a:solidFill>
              <a:srgbClr val="0033CC"/>
            </a:solidFill>
            <a:round/>
            <a:tailEnd type="triangle" w="med" len="med"/>
          </a:ln>
        </p:spPr>
        <p:txBody>
          <a:bodyPr wrap="none" anchor="ctr"/>
          <a:lstStyle/>
          <a:p>
            <a:endParaRPr lang="zh-CN" altLang="en-US"/>
          </a:p>
        </p:txBody>
      </p:sp>
      <p:sp>
        <p:nvSpPr>
          <p:cNvPr id="88112" name="Text Box 48"/>
          <p:cNvSpPr txBox="1">
            <a:spLocks noChangeArrowheads="1"/>
          </p:cNvSpPr>
          <p:nvPr/>
        </p:nvSpPr>
        <p:spPr bwMode="auto">
          <a:xfrm>
            <a:off x="6291263" y="2000250"/>
            <a:ext cx="577850" cy="457200"/>
          </a:xfrm>
          <a:prstGeom prst="rect">
            <a:avLst/>
          </a:prstGeom>
          <a:noFill/>
          <a:ln w="9525">
            <a:noFill/>
            <a:miter lim="800000"/>
          </a:ln>
        </p:spPr>
        <p:txBody>
          <a:bodyPr/>
          <a:lstStyle/>
          <a:p>
            <a:pPr algn="just" eaLnBrk="0" hangingPunct="0"/>
            <a:r>
              <a:rPr kumimoji="0" lang="en-US" altLang="zh-CN" b="1">
                <a:solidFill>
                  <a:schemeClr val="accent2"/>
                </a:solidFill>
                <a:latin typeface="Times New Roman" panose="02020603050405020304" pitchFamily="18" charset="0"/>
              </a:rPr>
              <a:t>O</a:t>
            </a:r>
            <a:endParaRPr kumimoji="0" lang="en-US" altLang="zh-CN" b="1">
              <a:solidFill>
                <a:schemeClr val="accent2"/>
              </a:solidFill>
              <a:latin typeface="Times New Roman" panose="02020603050405020304" pitchFamily="18" charset="0"/>
            </a:endParaRPr>
          </a:p>
        </p:txBody>
      </p:sp>
      <p:graphicFrame>
        <p:nvGraphicFramePr>
          <p:cNvPr id="88113" name="Object 49"/>
          <p:cNvGraphicFramePr>
            <a:graphicFrameLocks noChangeAspect="1"/>
          </p:cNvGraphicFramePr>
          <p:nvPr/>
        </p:nvGraphicFramePr>
        <p:xfrm>
          <a:off x="7094538" y="2547938"/>
          <a:ext cx="230187" cy="298450"/>
        </p:xfrm>
        <a:graphic>
          <a:graphicData uri="http://schemas.openxmlformats.org/presentationml/2006/ole">
            <mc:AlternateContent xmlns:mc="http://schemas.openxmlformats.org/markup-compatibility/2006">
              <mc:Choice xmlns:v="urn:schemas-microsoft-com:vml" Requires="v">
                <p:oleObj spid="_x0000_s24577" name="公式" r:id="rId1" imgW="3048000" imgH="3962400" progId="Equation.3">
                  <p:embed/>
                </p:oleObj>
              </mc:Choice>
              <mc:Fallback>
                <p:oleObj name="公式" r:id="rId1" imgW="3048000" imgH="3962400" progId="Equation.3">
                  <p:embed/>
                  <p:pic>
                    <p:nvPicPr>
                      <p:cNvPr id="0" name="Object 49"/>
                      <p:cNvPicPr>
                        <a:picLocks noChangeAspect="1"/>
                      </p:cNvPicPr>
                      <p:nvPr/>
                    </p:nvPicPr>
                    <p:blipFill>
                      <a:blip r:embed="rId2"/>
                      <a:stretch>
                        <a:fillRect/>
                      </a:stretch>
                    </p:blipFill>
                    <p:spPr>
                      <a:xfrm>
                        <a:off x="7094538" y="2547938"/>
                        <a:ext cx="230187" cy="298450"/>
                      </a:xfrm>
                      <a:prstGeom prst="rect">
                        <a:avLst/>
                      </a:prstGeom>
                      <a:noFill/>
                      <a:ln w="9525">
                        <a:noFill/>
                      </a:ln>
                    </p:spPr>
                  </p:pic>
                </p:oleObj>
              </mc:Fallback>
            </mc:AlternateContent>
          </a:graphicData>
        </a:graphic>
      </p:graphicFrame>
      <p:graphicFrame>
        <p:nvGraphicFramePr>
          <p:cNvPr id="88114" name="Object 50"/>
          <p:cNvGraphicFramePr>
            <a:graphicFrameLocks noChangeAspect="1"/>
          </p:cNvGraphicFramePr>
          <p:nvPr/>
        </p:nvGraphicFramePr>
        <p:xfrm>
          <a:off x="8639175" y="1736725"/>
          <a:ext cx="298450" cy="341313"/>
        </p:xfrm>
        <a:graphic>
          <a:graphicData uri="http://schemas.openxmlformats.org/presentationml/2006/ole">
            <mc:AlternateContent xmlns:mc="http://schemas.openxmlformats.org/markup-compatibility/2006">
              <mc:Choice xmlns:v="urn:schemas-microsoft-com:vml" Requires="v">
                <p:oleObj spid="_x0000_s24579" name="公式" r:id="rId3" imgW="3962400" imgH="4572000" progId="Equation.3">
                  <p:embed/>
                </p:oleObj>
              </mc:Choice>
              <mc:Fallback>
                <p:oleObj name="公式" r:id="rId3" imgW="3962400" imgH="4572000" progId="Equation.3">
                  <p:embed/>
                  <p:pic>
                    <p:nvPicPr>
                      <p:cNvPr id="0" name="Object 50"/>
                      <p:cNvPicPr>
                        <a:picLocks noChangeAspect="1"/>
                      </p:cNvPicPr>
                      <p:nvPr/>
                    </p:nvPicPr>
                    <p:blipFill>
                      <a:blip r:embed="rId4"/>
                      <a:stretch>
                        <a:fillRect/>
                      </a:stretch>
                    </p:blipFill>
                    <p:spPr>
                      <a:xfrm>
                        <a:off x="8639175" y="1736725"/>
                        <a:ext cx="298450" cy="341313"/>
                      </a:xfrm>
                      <a:prstGeom prst="rect">
                        <a:avLst/>
                      </a:prstGeom>
                      <a:noFill/>
                      <a:ln w="9525">
                        <a:noFill/>
                      </a:ln>
                    </p:spPr>
                  </p:pic>
                </p:oleObj>
              </mc:Fallback>
            </mc:AlternateContent>
          </a:graphicData>
        </a:graphic>
      </p:graphicFrame>
      <p:sp>
        <p:nvSpPr>
          <p:cNvPr id="88115" name="Line 51"/>
          <p:cNvSpPr>
            <a:spLocks noChangeShapeType="1"/>
          </p:cNvSpPr>
          <p:nvPr/>
        </p:nvSpPr>
        <p:spPr bwMode="auto">
          <a:xfrm flipV="1">
            <a:off x="7793038" y="2055813"/>
            <a:ext cx="1143000" cy="685800"/>
          </a:xfrm>
          <a:prstGeom prst="line">
            <a:avLst/>
          </a:prstGeom>
          <a:noFill/>
          <a:ln w="38100">
            <a:solidFill>
              <a:srgbClr val="6600CC"/>
            </a:solidFill>
            <a:round/>
            <a:tailEnd type="triangle" w="med" len="med"/>
          </a:ln>
        </p:spPr>
        <p:txBody>
          <a:bodyPr wrap="none" anchor="ctr"/>
          <a:lstStyle/>
          <a:p>
            <a:endParaRPr lang="zh-CN" altLang="en-US"/>
          </a:p>
        </p:txBody>
      </p:sp>
      <p:sp>
        <p:nvSpPr>
          <p:cNvPr id="88117" name="Line 53"/>
          <p:cNvSpPr>
            <a:spLocks noChangeShapeType="1"/>
          </p:cNvSpPr>
          <p:nvPr/>
        </p:nvSpPr>
        <p:spPr bwMode="auto">
          <a:xfrm>
            <a:off x="6726238" y="2284413"/>
            <a:ext cx="1219200" cy="76200"/>
          </a:xfrm>
          <a:prstGeom prst="line">
            <a:avLst/>
          </a:prstGeom>
          <a:noFill/>
          <a:ln w="25400">
            <a:solidFill>
              <a:srgbClr val="0033CC"/>
            </a:solidFill>
            <a:round/>
            <a:tailEnd type="triangle" w="med" len="med"/>
          </a:ln>
        </p:spPr>
        <p:txBody>
          <a:bodyPr wrap="none" anchor="ctr"/>
          <a:lstStyle/>
          <a:p>
            <a:endParaRPr lang="zh-CN" altLang="en-US"/>
          </a:p>
        </p:txBody>
      </p:sp>
      <p:sp>
        <p:nvSpPr>
          <p:cNvPr id="88118" name="Line 54"/>
          <p:cNvSpPr>
            <a:spLocks noChangeShapeType="1"/>
          </p:cNvSpPr>
          <p:nvPr/>
        </p:nvSpPr>
        <p:spPr bwMode="auto">
          <a:xfrm flipV="1">
            <a:off x="7793038" y="2360613"/>
            <a:ext cx="152400" cy="381000"/>
          </a:xfrm>
          <a:prstGeom prst="line">
            <a:avLst/>
          </a:prstGeom>
          <a:noFill/>
          <a:ln w="41275">
            <a:solidFill>
              <a:srgbClr val="FF0000"/>
            </a:solidFill>
            <a:round/>
            <a:tailEnd type="triangle" w="med" len="med"/>
          </a:ln>
        </p:spPr>
        <p:txBody>
          <a:bodyPr wrap="none" anchor="ctr"/>
          <a:lstStyle/>
          <a:p>
            <a:endParaRPr lang="zh-CN" altLang="en-US"/>
          </a:p>
        </p:txBody>
      </p:sp>
      <p:graphicFrame>
        <p:nvGraphicFramePr>
          <p:cNvPr id="88119" name="Object 55"/>
          <p:cNvGraphicFramePr>
            <a:graphicFrameLocks noChangeAspect="1"/>
          </p:cNvGraphicFramePr>
          <p:nvPr/>
        </p:nvGraphicFramePr>
        <p:xfrm>
          <a:off x="7913688" y="2027238"/>
          <a:ext cx="301625" cy="265112"/>
        </p:xfrm>
        <a:graphic>
          <a:graphicData uri="http://schemas.openxmlformats.org/presentationml/2006/ole">
            <mc:AlternateContent xmlns:mc="http://schemas.openxmlformats.org/markup-compatibility/2006">
              <mc:Choice xmlns:v="urn:schemas-microsoft-com:vml" Requires="v">
                <p:oleObj spid="_x0000_s24580" name="公式" r:id="rId5" imgW="4876800" imgH="4267200" progId="Equation.3">
                  <p:embed/>
                </p:oleObj>
              </mc:Choice>
              <mc:Fallback>
                <p:oleObj name="公式" r:id="rId5" imgW="4876800" imgH="4267200" progId="Equation.3">
                  <p:embed/>
                  <p:pic>
                    <p:nvPicPr>
                      <p:cNvPr id="0" name="Object 55"/>
                      <p:cNvPicPr>
                        <a:picLocks noChangeAspect="1"/>
                      </p:cNvPicPr>
                      <p:nvPr/>
                    </p:nvPicPr>
                    <p:blipFill>
                      <a:blip r:embed="rId6"/>
                      <a:stretch>
                        <a:fillRect/>
                      </a:stretch>
                    </p:blipFill>
                    <p:spPr>
                      <a:xfrm>
                        <a:off x="7913688" y="2027238"/>
                        <a:ext cx="301625" cy="265112"/>
                      </a:xfrm>
                      <a:prstGeom prst="rect">
                        <a:avLst/>
                      </a:prstGeom>
                      <a:noFill/>
                      <a:ln w="9525">
                        <a:noFill/>
                      </a:ln>
                    </p:spPr>
                  </p:pic>
                </p:oleObj>
              </mc:Fallback>
            </mc:AlternateContent>
          </a:graphicData>
        </a:graphic>
      </p:graphicFrame>
      <p:grpSp>
        <p:nvGrpSpPr>
          <p:cNvPr id="2" name="Group 89"/>
          <p:cNvGrpSpPr/>
          <p:nvPr/>
        </p:nvGrpSpPr>
        <p:grpSpPr bwMode="auto">
          <a:xfrm>
            <a:off x="7735888" y="954088"/>
            <a:ext cx="481012" cy="404812"/>
            <a:chOff x="4873" y="601"/>
            <a:chExt cx="303" cy="255"/>
          </a:xfrm>
        </p:grpSpPr>
        <p:sp>
          <p:nvSpPr>
            <p:cNvPr id="24622" name="AutoShape 57"/>
            <p:cNvSpPr>
              <a:spLocks noChangeArrowheads="1"/>
            </p:cNvSpPr>
            <p:nvPr/>
          </p:nvSpPr>
          <p:spPr bwMode="auto">
            <a:xfrm>
              <a:off x="4873" y="601"/>
              <a:ext cx="303" cy="255"/>
            </a:xfrm>
            <a:prstGeom prst="wedgeRectCallout">
              <a:avLst>
                <a:gd name="adj1" fmla="val -168153"/>
                <a:gd name="adj2" fmla="val 302157"/>
              </a:avLst>
            </a:prstGeom>
            <a:solidFill>
              <a:srgbClr val="CCFFCC">
                <a:alpha val="59999"/>
              </a:srgbClr>
            </a:solidFill>
            <a:ln w="9525">
              <a:solidFill>
                <a:srgbClr val="00FF00"/>
              </a:solidFill>
              <a:miter lim="800000"/>
            </a:ln>
          </p:spPr>
          <p:txBody>
            <a:bodyPr wrap="none" anchor="ctr"/>
            <a:lstStyle/>
            <a:p>
              <a:pPr eaLnBrk="0" hangingPunct="0"/>
              <a:endParaRPr kumimoji="0" lang="zh-CN" altLang="zh-CN" sz="2000" b="1" i="0">
                <a:solidFill>
                  <a:srgbClr val="FF0000"/>
                </a:solidFill>
                <a:latin typeface="Times New Roman" panose="02020603050405020304" pitchFamily="18" charset="0"/>
              </a:endParaRPr>
            </a:p>
          </p:txBody>
        </p:sp>
        <p:graphicFrame>
          <p:nvGraphicFramePr>
            <p:cNvPr id="24594" name="Object 58"/>
            <p:cNvGraphicFramePr>
              <a:graphicFrameLocks noChangeAspect="1"/>
            </p:cNvGraphicFramePr>
            <p:nvPr/>
          </p:nvGraphicFramePr>
          <p:xfrm>
            <a:off x="4921" y="657"/>
            <a:ext cx="199" cy="166"/>
          </p:xfrm>
          <a:graphic>
            <a:graphicData uri="http://schemas.openxmlformats.org/presentationml/2006/ole">
              <mc:AlternateContent xmlns:mc="http://schemas.openxmlformats.org/markup-compatibility/2006">
                <mc:Choice xmlns:v="urn:schemas-microsoft-com:vml" Requires="v">
                  <p:oleObj spid="_x0000_s24594" name="公式" r:id="rId7" imgW="5486400" imgH="4267200" progId="Equation.3">
                    <p:embed/>
                  </p:oleObj>
                </mc:Choice>
                <mc:Fallback>
                  <p:oleObj name="公式" r:id="rId7" imgW="5486400" imgH="4267200" progId="Equation.3">
                    <p:embed/>
                    <p:pic>
                      <p:nvPicPr>
                        <p:cNvPr id="0" name="Object 58"/>
                        <p:cNvPicPr>
                          <a:picLocks noChangeAspect="1"/>
                        </p:cNvPicPr>
                        <p:nvPr/>
                      </p:nvPicPr>
                      <p:blipFill>
                        <a:blip r:embed="rId8"/>
                        <a:stretch>
                          <a:fillRect/>
                        </a:stretch>
                      </p:blipFill>
                      <p:spPr>
                        <a:xfrm>
                          <a:off x="4921" y="657"/>
                          <a:ext cx="199" cy="166"/>
                        </a:xfrm>
                        <a:prstGeom prst="rect">
                          <a:avLst/>
                        </a:prstGeom>
                        <a:noFill/>
                        <a:ln w="9525">
                          <a:noFill/>
                        </a:ln>
                      </p:spPr>
                    </p:pic>
                  </p:oleObj>
                </mc:Fallback>
              </mc:AlternateContent>
            </a:graphicData>
          </a:graphic>
        </p:graphicFrame>
      </p:grpSp>
      <p:graphicFrame>
        <p:nvGraphicFramePr>
          <p:cNvPr id="88123" name="Object 59"/>
          <p:cNvGraphicFramePr>
            <a:graphicFrameLocks noChangeAspect="1"/>
          </p:cNvGraphicFramePr>
          <p:nvPr/>
        </p:nvGraphicFramePr>
        <p:xfrm>
          <a:off x="7947025" y="2320925"/>
          <a:ext cx="230188" cy="207963"/>
        </p:xfrm>
        <a:graphic>
          <a:graphicData uri="http://schemas.openxmlformats.org/presentationml/2006/ole">
            <mc:AlternateContent xmlns:mc="http://schemas.openxmlformats.org/markup-compatibility/2006">
              <mc:Choice xmlns:v="urn:schemas-microsoft-com:vml" Requires="v">
                <p:oleObj spid="_x0000_s24581" name="公式" r:id="rId9" imgW="3657600" imgH="3352800" progId="Equation.3">
                  <p:embed/>
                </p:oleObj>
              </mc:Choice>
              <mc:Fallback>
                <p:oleObj name="公式" r:id="rId9" imgW="3657600" imgH="3352800" progId="Equation.3">
                  <p:embed/>
                  <p:pic>
                    <p:nvPicPr>
                      <p:cNvPr id="0" name="Object 59"/>
                      <p:cNvPicPr>
                        <a:picLocks noChangeAspect="1"/>
                      </p:cNvPicPr>
                      <p:nvPr/>
                    </p:nvPicPr>
                    <p:blipFill>
                      <a:blip r:embed="rId10"/>
                      <a:stretch>
                        <a:fillRect/>
                      </a:stretch>
                    </p:blipFill>
                    <p:spPr>
                      <a:xfrm>
                        <a:off x="7947025" y="2320925"/>
                        <a:ext cx="230188" cy="207963"/>
                      </a:xfrm>
                      <a:prstGeom prst="rect">
                        <a:avLst/>
                      </a:prstGeom>
                      <a:noFill/>
                      <a:ln w="9525">
                        <a:noFill/>
                      </a:ln>
                    </p:spPr>
                  </p:pic>
                </p:oleObj>
              </mc:Fallback>
            </mc:AlternateContent>
          </a:graphicData>
        </a:graphic>
      </p:graphicFrame>
      <p:sp>
        <p:nvSpPr>
          <p:cNvPr id="88124" name="Text Box 60"/>
          <p:cNvSpPr txBox="1">
            <a:spLocks noChangeArrowheads="1"/>
          </p:cNvSpPr>
          <p:nvPr/>
        </p:nvSpPr>
        <p:spPr bwMode="auto">
          <a:xfrm>
            <a:off x="385763" y="1042988"/>
            <a:ext cx="2117725" cy="479425"/>
          </a:xfrm>
          <a:prstGeom prst="rect">
            <a:avLst/>
          </a:prstGeom>
          <a:noFill/>
          <a:ln w="9525">
            <a:noFill/>
            <a:miter lim="800000"/>
          </a:ln>
        </p:spPr>
        <p:txBody>
          <a:bodyPr wrap="none">
            <a:spAutoFit/>
          </a:bodyPr>
          <a:lstStyle/>
          <a:p>
            <a:pPr algn="l" eaLnBrk="0" hangingPunct="0">
              <a:lnSpc>
                <a:spcPct val="115000"/>
              </a:lnSpc>
            </a:pPr>
            <a:r>
              <a:rPr kumimoji="0" lang="en-US" altLang="zh-CN" b="1" i="0">
                <a:solidFill>
                  <a:schemeClr val="bg1"/>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根据功的定义</a:t>
            </a:r>
            <a:endParaRPr kumimoji="0" lang="zh-CN" altLang="en-US" b="1" i="0">
              <a:solidFill>
                <a:schemeClr val="bg1"/>
              </a:solidFill>
              <a:latin typeface="Times New Roman" panose="02020603050405020304" pitchFamily="18" charset="0"/>
            </a:endParaRPr>
          </a:p>
        </p:txBody>
      </p:sp>
      <p:graphicFrame>
        <p:nvGraphicFramePr>
          <p:cNvPr id="88125" name="Object 61"/>
          <p:cNvGraphicFramePr>
            <a:graphicFrameLocks noChangeAspect="1"/>
          </p:cNvGraphicFramePr>
          <p:nvPr/>
        </p:nvGraphicFramePr>
        <p:xfrm>
          <a:off x="2732088" y="1133475"/>
          <a:ext cx="1354137" cy="388938"/>
        </p:xfrm>
        <a:graphic>
          <a:graphicData uri="http://schemas.openxmlformats.org/presentationml/2006/ole">
            <mc:AlternateContent xmlns:mc="http://schemas.openxmlformats.org/markup-compatibility/2006">
              <mc:Choice xmlns:v="urn:schemas-microsoft-com:vml" Requires="v">
                <p:oleObj spid="_x0000_s24582" name="公式" r:id="rId11" imgW="17983200" imgH="5181600" progId="Equation.3">
                  <p:embed/>
                </p:oleObj>
              </mc:Choice>
              <mc:Fallback>
                <p:oleObj name="公式" r:id="rId11" imgW="17983200" imgH="5181600" progId="Equation.3">
                  <p:embed/>
                  <p:pic>
                    <p:nvPicPr>
                      <p:cNvPr id="0" name="Object 61"/>
                      <p:cNvPicPr>
                        <a:picLocks noChangeAspect="1"/>
                      </p:cNvPicPr>
                      <p:nvPr/>
                    </p:nvPicPr>
                    <p:blipFill>
                      <a:blip r:embed="rId12"/>
                      <a:stretch>
                        <a:fillRect/>
                      </a:stretch>
                    </p:blipFill>
                    <p:spPr>
                      <a:xfrm>
                        <a:off x="2732088" y="1133475"/>
                        <a:ext cx="1354137" cy="388938"/>
                      </a:xfrm>
                      <a:prstGeom prst="rect">
                        <a:avLst/>
                      </a:prstGeom>
                      <a:noFill/>
                      <a:ln w="9525">
                        <a:noFill/>
                      </a:ln>
                    </p:spPr>
                  </p:pic>
                </p:oleObj>
              </mc:Fallback>
            </mc:AlternateContent>
          </a:graphicData>
        </a:graphic>
      </p:graphicFrame>
      <p:graphicFrame>
        <p:nvGraphicFramePr>
          <p:cNvPr id="88126" name="Object 62"/>
          <p:cNvGraphicFramePr>
            <a:graphicFrameLocks noChangeAspect="1"/>
          </p:cNvGraphicFramePr>
          <p:nvPr/>
        </p:nvGraphicFramePr>
        <p:xfrm>
          <a:off x="4419600" y="1714500"/>
          <a:ext cx="1087438" cy="409575"/>
        </p:xfrm>
        <a:graphic>
          <a:graphicData uri="http://schemas.openxmlformats.org/presentationml/2006/ole">
            <mc:AlternateContent xmlns:mc="http://schemas.openxmlformats.org/markup-compatibility/2006">
              <mc:Choice xmlns:v="urn:schemas-microsoft-com:vml" Requires="v">
                <p:oleObj spid="_x0000_s24583" name="公式" r:id="rId13" imgW="14630400" imgH="5486400" progId="Equation.3">
                  <p:embed/>
                </p:oleObj>
              </mc:Choice>
              <mc:Fallback>
                <p:oleObj name="公式" r:id="rId13" imgW="14630400" imgH="5486400" progId="Equation.3">
                  <p:embed/>
                  <p:pic>
                    <p:nvPicPr>
                      <p:cNvPr id="0" name="Object 62"/>
                      <p:cNvPicPr>
                        <a:picLocks noChangeAspect="1"/>
                      </p:cNvPicPr>
                      <p:nvPr/>
                    </p:nvPicPr>
                    <p:blipFill>
                      <a:blip r:embed="rId14"/>
                      <a:stretch>
                        <a:fillRect/>
                      </a:stretch>
                    </p:blipFill>
                    <p:spPr>
                      <a:xfrm>
                        <a:off x="4419600" y="1714500"/>
                        <a:ext cx="1087438" cy="409575"/>
                      </a:xfrm>
                      <a:prstGeom prst="rect">
                        <a:avLst/>
                      </a:prstGeom>
                      <a:noFill/>
                      <a:ln w="9525">
                        <a:noFill/>
                      </a:ln>
                    </p:spPr>
                  </p:pic>
                </p:oleObj>
              </mc:Fallback>
            </mc:AlternateContent>
          </a:graphicData>
        </a:graphic>
      </p:graphicFrame>
      <p:sp>
        <p:nvSpPr>
          <p:cNvPr id="88127" name="Text Box 63"/>
          <p:cNvSpPr txBox="1">
            <a:spLocks noChangeArrowheads="1"/>
          </p:cNvSpPr>
          <p:nvPr/>
        </p:nvSpPr>
        <p:spPr bwMode="auto">
          <a:xfrm>
            <a:off x="3860800" y="2124075"/>
            <a:ext cx="2025650"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rgbClr val="FF6600"/>
                </a:solidFill>
                <a:latin typeface="Times New Roman" panose="02020603050405020304" pitchFamily="18" charset="0"/>
              </a:rPr>
              <a:t>（微分形式）</a:t>
            </a:r>
            <a:endParaRPr kumimoji="0" lang="zh-CN" altLang="en-US" b="1" i="0">
              <a:solidFill>
                <a:srgbClr val="FF6600"/>
              </a:solidFill>
              <a:latin typeface="Times New Roman" panose="02020603050405020304" pitchFamily="18" charset="0"/>
            </a:endParaRPr>
          </a:p>
        </p:txBody>
      </p:sp>
      <p:sp>
        <p:nvSpPr>
          <p:cNvPr id="88128" name="Text Box 64"/>
          <p:cNvSpPr txBox="1">
            <a:spLocks noChangeArrowheads="1"/>
          </p:cNvSpPr>
          <p:nvPr/>
        </p:nvSpPr>
        <p:spPr bwMode="auto">
          <a:xfrm>
            <a:off x="431800" y="2484438"/>
            <a:ext cx="2811463"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对一有限过程</a:t>
            </a:r>
            <a:endParaRPr kumimoji="0" lang="zh-CN" altLang="en-US" b="1" i="0">
              <a:solidFill>
                <a:schemeClr val="bg1"/>
              </a:solidFill>
              <a:latin typeface="Times New Roman" panose="02020603050405020304" pitchFamily="18" charset="0"/>
            </a:endParaRPr>
          </a:p>
        </p:txBody>
      </p:sp>
      <p:graphicFrame>
        <p:nvGraphicFramePr>
          <p:cNvPr id="88129" name="Object 65"/>
          <p:cNvGraphicFramePr>
            <a:graphicFrameLocks noChangeAspect="1"/>
          </p:cNvGraphicFramePr>
          <p:nvPr/>
        </p:nvGraphicFramePr>
        <p:xfrm>
          <a:off x="1062038" y="3113088"/>
          <a:ext cx="1511300" cy="639762"/>
        </p:xfrm>
        <a:graphic>
          <a:graphicData uri="http://schemas.openxmlformats.org/presentationml/2006/ole">
            <mc:AlternateContent xmlns:mc="http://schemas.openxmlformats.org/markup-compatibility/2006">
              <mc:Choice xmlns:v="urn:schemas-microsoft-com:vml" Requires="v">
                <p:oleObj spid="_x0000_s24584" name="公式" r:id="rId15" imgW="20116800" imgH="8534400" progId="Equation.3">
                  <p:embed/>
                </p:oleObj>
              </mc:Choice>
              <mc:Fallback>
                <p:oleObj name="公式" r:id="rId15" imgW="20116800" imgH="8534400" progId="Equation.3">
                  <p:embed/>
                  <p:pic>
                    <p:nvPicPr>
                      <p:cNvPr id="0" name="Object 65"/>
                      <p:cNvPicPr>
                        <a:picLocks noChangeAspect="1"/>
                      </p:cNvPicPr>
                      <p:nvPr/>
                    </p:nvPicPr>
                    <p:blipFill>
                      <a:blip r:embed="rId16"/>
                      <a:stretch>
                        <a:fillRect/>
                      </a:stretch>
                    </p:blipFill>
                    <p:spPr>
                      <a:xfrm>
                        <a:off x="1062038" y="3113088"/>
                        <a:ext cx="1511300" cy="639762"/>
                      </a:xfrm>
                      <a:prstGeom prst="rect">
                        <a:avLst/>
                      </a:prstGeom>
                      <a:noFill/>
                      <a:ln w="25400">
                        <a:noFill/>
                      </a:ln>
                    </p:spPr>
                  </p:pic>
                </p:oleObj>
              </mc:Fallback>
            </mc:AlternateContent>
          </a:graphicData>
        </a:graphic>
      </p:graphicFrame>
      <p:sp>
        <p:nvSpPr>
          <p:cNvPr id="88130" name="Text Box 66"/>
          <p:cNvSpPr txBox="1">
            <a:spLocks noChangeArrowheads="1"/>
          </p:cNvSpPr>
          <p:nvPr/>
        </p:nvSpPr>
        <p:spPr bwMode="auto">
          <a:xfrm>
            <a:off x="2862263" y="2933700"/>
            <a:ext cx="1800225" cy="479425"/>
          </a:xfrm>
          <a:prstGeom prst="rect">
            <a:avLst/>
          </a:prstGeom>
          <a:noFill/>
          <a:ln w="9525">
            <a:noFill/>
            <a:miter lim="800000"/>
          </a:ln>
        </p:spPr>
        <p:txBody>
          <a:bodyPr>
            <a:spAutoFit/>
          </a:bodyPr>
          <a:lstStyle/>
          <a:p>
            <a:pPr algn="l" eaLnBrk="0" hangingPunct="0">
              <a:lnSpc>
                <a:spcPct val="115000"/>
              </a:lnSpc>
            </a:pPr>
            <a:r>
              <a:rPr kumimoji="0" lang="zh-CN" altLang="en-US" b="1" i="0">
                <a:solidFill>
                  <a:srgbClr val="CC0000"/>
                </a:solidFill>
                <a:latin typeface="Times New Roman" panose="02020603050405020304" pitchFamily="18" charset="0"/>
              </a:rPr>
              <a:t>若 </a:t>
            </a:r>
            <a:r>
              <a:rPr kumimoji="0" lang="en-US" altLang="zh-CN" b="1">
                <a:solidFill>
                  <a:srgbClr val="CC0000"/>
                </a:solidFill>
                <a:latin typeface="Times New Roman" panose="02020603050405020304" pitchFamily="18" charset="0"/>
              </a:rPr>
              <a:t>M = C</a:t>
            </a:r>
            <a:endParaRPr kumimoji="0" lang="en-US" altLang="zh-CN" b="1" i="0">
              <a:solidFill>
                <a:srgbClr val="CC0000"/>
              </a:solidFill>
              <a:latin typeface="Times New Roman" panose="02020603050405020304" pitchFamily="18" charset="0"/>
            </a:endParaRPr>
          </a:p>
        </p:txBody>
      </p:sp>
      <p:graphicFrame>
        <p:nvGraphicFramePr>
          <p:cNvPr id="88131" name="Object 67"/>
          <p:cNvGraphicFramePr>
            <a:graphicFrameLocks noChangeAspect="1"/>
          </p:cNvGraphicFramePr>
          <p:nvPr/>
        </p:nvGraphicFramePr>
        <p:xfrm>
          <a:off x="4572000" y="3292475"/>
          <a:ext cx="1778000" cy="388938"/>
        </p:xfrm>
        <a:graphic>
          <a:graphicData uri="http://schemas.openxmlformats.org/presentationml/2006/ole">
            <mc:AlternateContent xmlns:mc="http://schemas.openxmlformats.org/markup-compatibility/2006">
              <mc:Choice xmlns:v="urn:schemas-microsoft-com:vml" Requires="v">
                <p:oleObj spid="_x0000_s24585" name="公式" r:id="rId17" imgW="23774400" imgH="5181600" progId="Equation.3">
                  <p:embed/>
                </p:oleObj>
              </mc:Choice>
              <mc:Fallback>
                <p:oleObj name="公式" r:id="rId17" imgW="23774400" imgH="5181600" progId="Equation.3">
                  <p:embed/>
                  <p:pic>
                    <p:nvPicPr>
                      <p:cNvPr id="0" name="Object 67"/>
                      <p:cNvPicPr>
                        <a:picLocks noChangeAspect="1"/>
                      </p:cNvPicPr>
                      <p:nvPr/>
                    </p:nvPicPr>
                    <p:blipFill>
                      <a:blip r:embed="rId18"/>
                      <a:stretch>
                        <a:fillRect/>
                      </a:stretch>
                    </p:blipFill>
                    <p:spPr>
                      <a:xfrm>
                        <a:off x="4572000" y="3292475"/>
                        <a:ext cx="1778000" cy="388938"/>
                      </a:xfrm>
                      <a:prstGeom prst="rect">
                        <a:avLst/>
                      </a:prstGeom>
                      <a:noFill/>
                      <a:ln w="25400">
                        <a:noFill/>
                      </a:ln>
                    </p:spPr>
                  </p:pic>
                </p:oleObj>
              </mc:Fallback>
            </mc:AlternateContent>
          </a:graphicData>
        </a:graphic>
      </p:graphicFrame>
      <p:sp>
        <p:nvSpPr>
          <p:cNvPr id="88132" name="AutoShape 68"/>
          <p:cNvSpPr>
            <a:spLocks noChangeArrowheads="1"/>
          </p:cNvSpPr>
          <p:nvPr/>
        </p:nvSpPr>
        <p:spPr bwMode="auto">
          <a:xfrm>
            <a:off x="2862263" y="3365500"/>
            <a:ext cx="1471612" cy="160338"/>
          </a:xfrm>
          <a:prstGeom prst="rightArrow">
            <a:avLst>
              <a:gd name="adj1" fmla="val 50000"/>
              <a:gd name="adj2" fmla="val 229455"/>
            </a:avLst>
          </a:prstGeom>
          <a:solidFill>
            <a:srgbClr val="0000FF"/>
          </a:solidFill>
          <a:ln w="9525">
            <a:solidFill>
              <a:schemeClr val="tx1"/>
            </a:solidFill>
            <a:miter lim="800000"/>
          </a:ln>
        </p:spPr>
        <p:txBody>
          <a:bodyPr wrap="none" anchor="ctr"/>
          <a:lstStyle/>
          <a:p>
            <a:endParaRPr lang="zh-CN" altLang="en-US"/>
          </a:p>
        </p:txBody>
      </p:sp>
      <p:graphicFrame>
        <p:nvGraphicFramePr>
          <p:cNvPr id="88133" name="Object 69"/>
          <p:cNvGraphicFramePr>
            <a:graphicFrameLocks noChangeAspect="1"/>
          </p:cNvGraphicFramePr>
          <p:nvPr/>
        </p:nvGraphicFramePr>
        <p:xfrm>
          <a:off x="3132138" y="2214563"/>
          <a:ext cx="920750" cy="320675"/>
        </p:xfrm>
        <a:graphic>
          <a:graphicData uri="http://schemas.openxmlformats.org/presentationml/2006/ole">
            <mc:AlternateContent xmlns:mc="http://schemas.openxmlformats.org/markup-compatibility/2006">
              <mc:Choice xmlns:v="urn:schemas-microsoft-com:vml" Requires="v">
                <p:oleObj spid="_x0000_s24586" name="公式" r:id="rId19" imgW="12192000" imgH="4267200" progId="Equation.3">
                  <p:embed/>
                </p:oleObj>
              </mc:Choice>
              <mc:Fallback>
                <p:oleObj name="公式" r:id="rId19" imgW="12192000" imgH="4267200" progId="Equation.3">
                  <p:embed/>
                  <p:pic>
                    <p:nvPicPr>
                      <p:cNvPr id="0" name="Object 69"/>
                      <p:cNvPicPr>
                        <a:picLocks noChangeAspect="1"/>
                      </p:cNvPicPr>
                      <p:nvPr/>
                    </p:nvPicPr>
                    <p:blipFill>
                      <a:blip r:embed="rId20"/>
                      <a:stretch>
                        <a:fillRect/>
                      </a:stretch>
                    </p:blipFill>
                    <p:spPr>
                      <a:xfrm>
                        <a:off x="3132138" y="2214563"/>
                        <a:ext cx="920750" cy="320675"/>
                      </a:xfrm>
                      <a:prstGeom prst="rect">
                        <a:avLst/>
                      </a:prstGeom>
                      <a:noFill/>
                      <a:ln w="9525">
                        <a:noFill/>
                      </a:ln>
                    </p:spPr>
                  </p:pic>
                </p:oleObj>
              </mc:Fallback>
            </mc:AlternateContent>
          </a:graphicData>
        </a:graphic>
      </p:graphicFrame>
      <p:sp>
        <p:nvSpPr>
          <p:cNvPr id="88134" name="Text Box 70"/>
          <p:cNvSpPr txBox="1">
            <a:spLocks noChangeArrowheads="1"/>
          </p:cNvSpPr>
          <p:nvPr/>
        </p:nvSpPr>
        <p:spPr bwMode="auto">
          <a:xfrm>
            <a:off x="2141538" y="481013"/>
            <a:ext cx="5976937" cy="414337"/>
          </a:xfrm>
          <a:prstGeom prst="rect">
            <a:avLst/>
          </a:prstGeom>
          <a:noFill/>
          <a:ln w="9525">
            <a:noFill/>
            <a:miter lim="800000"/>
          </a:ln>
        </p:spPr>
        <p:txBody>
          <a:bodyPr>
            <a:spAutoFit/>
          </a:bodyPr>
          <a:lstStyle/>
          <a:p>
            <a:pPr algn="l" eaLnBrk="0" hangingPunct="0">
              <a:lnSpc>
                <a:spcPct val="115000"/>
              </a:lnSpc>
            </a:pPr>
            <a:r>
              <a:rPr kumimoji="0" lang="zh-CN" altLang="en-US" sz="2000" b="1" i="0">
                <a:solidFill>
                  <a:srgbClr val="006600"/>
                </a:solidFill>
                <a:latin typeface="Times New Roman" panose="02020603050405020304" pitchFamily="18" charset="0"/>
              </a:rPr>
              <a:t>力的累积过程</a:t>
            </a:r>
            <a:r>
              <a:rPr kumimoji="0" lang="en-US" altLang="zh-CN" sz="2000" b="1" i="0">
                <a:solidFill>
                  <a:srgbClr val="006600"/>
                </a:solidFill>
                <a:latin typeface="Times New Roman" panose="02020603050405020304" pitchFamily="18" charset="0"/>
              </a:rPr>
              <a:t>——</a:t>
            </a:r>
            <a:r>
              <a:rPr kumimoji="0" lang="zh-CN" altLang="en-US" sz="2000" b="1" i="0">
                <a:solidFill>
                  <a:srgbClr val="006600"/>
                </a:solidFill>
                <a:latin typeface="Times New Roman" panose="02020603050405020304" pitchFamily="18" charset="0"/>
              </a:rPr>
              <a:t>力矩的空间累积效应</a:t>
            </a:r>
            <a:endParaRPr kumimoji="0" lang="zh-CN" altLang="en-US" sz="2000" b="1" i="0">
              <a:solidFill>
                <a:srgbClr val="006600"/>
              </a:solidFill>
              <a:latin typeface="Times New Roman" panose="02020603050405020304" pitchFamily="18" charset="0"/>
            </a:endParaRPr>
          </a:p>
        </p:txBody>
      </p:sp>
      <p:sp>
        <p:nvSpPr>
          <p:cNvPr id="88136" name="Text Box 72"/>
          <p:cNvSpPr txBox="1">
            <a:spLocks noChangeArrowheads="1"/>
          </p:cNvSpPr>
          <p:nvPr/>
        </p:nvSpPr>
        <p:spPr bwMode="auto">
          <a:xfrm>
            <a:off x="7669213" y="2259013"/>
            <a:ext cx="504825" cy="1079500"/>
          </a:xfrm>
          <a:prstGeom prst="rect">
            <a:avLst/>
          </a:prstGeom>
          <a:noFill/>
          <a:ln w="9525">
            <a:noFill/>
            <a:miter lim="800000"/>
          </a:ln>
        </p:spPr>
        <p:txBody>
          <a:bodyPr/>
          <a:lstStyle/>
          <a:p>
            <a:pPr algn="just" eaLnBrk="0" hangingPunct="0"/>
            <a:r>
              <a:rPr kumimoji="0" lang="en-US" altLang="zh-CN" sz="4000" b="1">
                <a:solidFill>
                  <a:srgbClr val="000066"/>
                </a:solidFill>
                <a:latin typeface="Times New Roman" panose="02020603050405020304" pitchFamily="18" charset="0"/>
              </a:rPr>
              <a:t>.</a:t>
            </a:r>
            <a:endParaRPr kumimoji="0" lang="en-US" altLang="zh-CN" sz="3200" b="1">
              <a:solidFill>
                <a:srgbClr val="000066"/>
              </a:solidFill>
              <a:latin typeface="Times New Roman" panose="02020603050405020304" pitchFamily="18" charset="0"/>
            </a:endParaRPr>
          </a:p>
          <a:p>
            <a:pPr algn="just" eaLnBrk="0" hangingPunct="0"/>
            <a:r>
              <a:rPr kumimoji="0" lang="en-US" altLang="zh-CN" sz="2800">
                <a:solidFill>
                  <a:srgbClr val="000066"/>
                </a:solidFill>
                <a:latin typeface="Times New Roman" panose="02020603050405020304" pitchFamily="18" charset="0"/>
              </a:rPr>
              <a:t>P</a:t>
            </a:r>
            <a:endParaRPr kumimoji="0" lang="en-US" altLang="zh-CN" sz="2800">
              <a:solidFill>
                <a:srgbClr val="000066"/>
              </a:solidFill>
              <a:latin typeface="Times New Roman" panose="02020603050405020304" pitchFamily="18" charset="0"/>
            </a:endParaRPr>
          </a:p>
          <a:p>
            <a:pPr algn="just" eaLnBrk="0" hangingPunct="0"/>
            <a:endParaRPr kumimoji="0" lang="en-US" altLang="zh-CN" sz="2800" b="1">
              <a:solidFill>
                <a:schemeClr val="accent2"/>
              </a:solidFill>
              <a:latin typeface="Times New Roman" panose="02020603050405020304" pitchFamily="18" charset="0"/>
            </a:endParaRPr>
          </a:p>
        </p:txBody>
      </p:sp>
      <p:sp>
        <p:nvSpPr>
          <p:cNvPr id="88137" name="Arc 73"/>
          <p:cNvSpPr/>
          <p:nvPr/>
        </p:nvSpPr>
        <p:spPr bwMode="auto">
          <a:xfrm flipH="1">
            <a:off x="6481763" y="1314450"/>
            <a:ext cx="479425" cy="215900"/>
          </a:xfrm>
          <a:custGeom>
            <a:avLst/>
            <a:gdLst>
              <a:gd name="T0" fmla="*/ 525761236 w 43200"/>
              <a:gd name="T1" fmla="*/ 0 h 38804"/>
              <a:gd name="T2" fmla="*/ 128554704 w 43200"/>
              <a:gd name="T3" fmla="*/ 47026 h 38804"/>
              <a:gd name="T4" fmla="*/ 327643810 w 43200"/>
              <a:gd name="T5" fmla="*/ 16486760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CC0000"/>
            </a:solidFill>
            <a:round/>
            <a:tailEnd type="triangle" w="med" len="med"/>
          </a:ln>
        </p:spPr>
        <p:txBody>
          <a:bodyPr wrap="none" anchor="ctr"/>
          <a:lstStyle/>
          <a:p>
            <a:endParaRPr lang="zh-CN" altLang="en-US"/>
          </a:p>
        </p:txBody>
      </p:sp>
      <p:sp>
        <p:nvSpPr>
          <p:cNvPr id="88138" name="Arc 74"/>
          <p:cNvSpPr/>
          <p:nvPr/>
        </p:nvSpPr>
        <p:spPr bwMode="auto">
          <a:xfrm flipH="1">
            <a:off x="6702425" y="2259013"/>
            <a:ext cx="463550" cy="200025"/>
          </a:xfrm>
          <a:custGeom>
            <a:avLst/>
            <a:gdLst>
              <a:gd name="T0" fmla="*/ 500404389 w 21433"/>
              <a:gd name="T1" fmla="*/ 1600799130 h 10000"/>
              <a:gd name="T2" fmla="*/ 0 w 21433"/>
              <a:gd name="T3" fmla="*/ 429656893 h 10000"/>
              <a:gd name="T4" fmla="*/ 2147483647 w 21433"/>
              <a:gd name="T5" fmla="*/ 0 h 10000"/>
              <a:gd name="T6" fmla="*/ 0 60000 65536"/>
              <a:gd name="T7" fmla="*/ 0 60000 65536"/>
              <a:gd name="T8" fmla="*/ 0 60000 65536"/>
              <a:gd name="T9" fmla="*/ 0 w 21433"/>
              <a:gd name="T10" fmla="*/ 0 h 10000"/>
              <a:gd name="T11" fmla="*/ 21433 w 21433"/>
              <a:gd name="T12" fmla="*/ 10000 h 10000"/>
            </a:gdLst>
            <a:ahLst/>
            <a:cxnLst>
              <a:cxn ang="T6">
                <a:pos x="T0" y="T1"/>
              </a:cxn>
              <a:cxn ang="T7">
                <a:pos x="T2" y="T3"/>
              </a:cxn>
              <a:cxn ang="T8">
                <a:pos x="T4" y="T5"/>
              </a:cxn>
            </a:cxnLst>
            <a:rect l="T9" t="T10" r="T11" b="T12"/>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close/>
              </a:path>
            </a:pathLst>
          </a:custGeom>
          <a:noFill/>
          <a:ln w="28575">
            <a:solidFill>
              <a:srgbClr val="FF0000"/>
            </a:solidFill>
            <a:round/>
          </a:ln>
        </p:spPr>
        <p:txBody>
          <a:bodyPr wrap="none" anchor="ctr"/>
          <a:lstStyle/>
          <a:p>
            <a:endParaRPr lang="zh-CN" altLang="en-US"/>
          </a:p>
        </p:txBody>
      </p:sp>
      <p:sp>
        <p:nvSpPr>
          <p:cNvPr id="88139" name="Arc 75"/>
          <p:cNvSpPr/>
          <p:nvPr/>
        </p:nvSpPr>
        <p:spPr bwMode="auto">
          <a:xfrm rot="16634215" flipH="1">
            <a:off x="7667626" y="2659062"/>
            <a:ext cx="463550" cy="200025"/>
          </a:xfrm>
          <a:custGeom>
            <a:avLst/>
            <a:gdLst>
              <a:gd name="T0" fmla="*/ 500404389 w 21433"/>
              <a:gd name="T1" fmla="*/ 1600799130 h 10000"/>
              <a:gd name="T2" fmla="*/ 0 w 21433"/>
              <a:gd name="T3" fmla="*/ 429656893 h 10000"/>
              <a:gd name="T4" fmla="*/ 2147483647 w 21433"/>
              <a:gd name="T5" fmla="*/ 0 h 10000"/>
              <a:gd name="T6" fmla="*/ 0 60000 65536"/>
              <a:gd name="T7" fmla="*/ 0 60000 65536"/>
              <a:gd name="T8" fmla="*/ 0 60000 65536"/>
              <a:gd name="T9" fmla="*/ 0 w 21433"/>
              <a:gd name="T10" fmla="*/ 0 h 10000"/>
              <a:gd name="T11" fmla="*/ 21433 w 21433"/>
              <a:gd name="T12" fmla="*/ 10000 h 10000"/>
            </a:gdLst>
            <a:ahLst/>
            <a:cxnLst>
              <a:cxn ang="T6">
                <a:pos x="T0" y="T1"/>
              </a:cxn>
              <a:cxn ang="T7">
                <a:pos x="T2" y="T3"/>
              </a:cxn>
              <a:cxn ang="T8">
                <a:pos x="T4" y="T5"/>
              </a:cxn>
            </a:cxnLst>
            <a:rect l="T9" t="T10" r="T11" b="T12"/>
            <a:pathLst>
              <a:path w="21433" h="10000" fill="none" extrusionOk="0">
                <a:moveTo>
                  <a:pt x="2287" y="9999"/>
                </a:moveTo>
                <a:cubicBezTo>
                  <a:pt x="1094" y="7717"/>
                  <a:pt x="320" y="5239"/>
                  <a:pt x="0" y="2683"/>
                </a:cubicBezTo>
              </a:path>
              <a:path w="21433" h="10000" stroke="0" extrusionOk="0">
                <a:moveTo>
                  <a:pt x="2287" y="9999"/>
                </a:moveTo>
                <a:cubicBezTo>
                  <a:pt x="1094" y="7717"/>
                  <a:pt x="320" y="5239"/>
                  <a:pt x="0" y="2683"/>
                </a:cubicBezTo>
                <a:lnTo>
                  <a:pt x="21433" y="0"/>
                </a:lnTo>
                <a:close/>
              </a:path>
            </a:pathLst>
          </a:custGeom>
          <a:noFill/>
          <a:ln w="28575">
            <a:solidFill>
              <a:srgbClr val="660066"/>
            </a:solidFill>
            <a:round/>
          </a:ln>
        </p:spPr>
        <p:txBody>
          <a:bodyPr wrap="none" anchor="ctr"/>
          <a:lstStyle/>
          <a:p>
            <a:endParaRPr lang="zh-CN" altLang="en-US"/>
          </a:p>
        </p:txBody>
      </p:sp>
      <p:graphicFrame>
        <p:nvGraphicFramePr>
          <p:cNvPr id="88140" name="Object 76"/>
          <p:cNvGraphicFramePr>
            <a:graphicFrameLocks noChangeAspect="1"/>
          </p:cNvGraphicFramePr>
          <p:nvPr/>
        </p:nvGraphicFramePr>
        <p:xfrm>
          <a:off x="7543800" y="2008188"/>
          <a:ext cx="301625" cy="298450"/>
        </p:xfrm>
        <a:graphic>
          <a:graphicData uri="http://schemas.openxmlformats.org/presentationml/2006/ole">
            <mc:AlternateContent xmlns:mc="http://schemas.openxmlformats.org/markup-compatibility/2006">
              <mc:Choice xmlns:v="urn:schemas-microsoft-com:vml" Requires="v">
                <p:oleObj spid="_x0000_s24587" name="公式" r:id="rId21" imgW="3962400" imgH="3962400" progId="Equation.3">
                  <p:embed/>
                </p:oleObj>
              </mc:Choice>
              <mc:Fallback>
                <p:oleObj name="公式" r:id="rId21" imgW="3962400" imgH="3962400" progId="Equation.3">
                  <p:embed/>
                  <p:pic>
                    <p:nvPicPr>
                      <p:cNvPr id="0" name="Object 76"/>
                      <p:cNvPicPr>
                        <a:picLocks noChangeAspect="1"/>
                      </p:cNvPicPr>
                      <p:nvPr/>
                    </p:nvPicPr>
                    <p:blipFill>
                      <a:blip r:embed="rId22"/>
                      <a:stretch>
                        <a:fillRect/>
                      </a:stretch>
                    </p:blipFill>
                    <p:spPr>
                      <a:xfrm>
                        <a:off x="7543800" y="2008188"/>
                        <a:ext cx="301625" cy="298450"/>
                      </a:xfrm>
                      <a:prstGeom prst="rect">
                        <a:avLst/>
                      </a:prstGeom>
                      <a:noFill/>
                      <a:ln w="9525">
                        <a:noFill/>
                      </a:ln>
                    </p:spPr>
                  </p:pic>
                </p:oleObj>
              </mc:Fallback>
            </mc:AlternateContent>
          </a:graphicData>
        </a:graphic>
      </p:graphicFrame>
      <p:graphicFrame>
        <p:nvGraphicFramePr>
          <p:cNvPr id="88141" name="Object 77"/>
          <p:cNvGraphicFramePr>
            <a:graphicFrameLocks noChangeAspect="1"/>
          </p:cNvGraphicFramePr>
          <p:nvPr/>
        </p:nvGraphicFramePr>
        <p:xfrm>
          <a:off x="4171950" y="1133475"/>
          <a:ext cx="1446213" cy="434975"/>
        </p:xfrm>
        <a:graphic>
          <a:graphicData uri="http://schemas.openxmlformats.org/presentationml/2006/ole">
            <mc:AlternateContent xmlns:mc="http://schemas.openxmlformats.org/markup-compatibility/2006">
              <mc:Choice xmlns:v="urn:schemas-microsoft-com:vml" Requires="v">
                <p:oleObj spid="_x0000_s24588" name="公式" r:id="rId23" imgW="19202400" imgH="5791200" progId="Equation.3">
                  <p:embed/>
                </p:oleObj>
              </mc:Choice>
              <mc:Fallback>
                <p:oleObj name="公式" r:id="rId23" imgW="19202400" imgH="5791200" progId="Equation.3">
                  <p:embed/>
                  <p:pic>
                    <p:nvPicPr>
                      <p:cNvPr id="0" name="Object 77"/>
                      <p:cNvPicPr>
                        <a:picLocks noChangeAspect="1"/>
                      </p:cNvPicPr>
                      <p:nvPr/>
                    </p:nvPicPr>
                    <p:blipFill>
                      <a:blip r:embed="rId24"/>
                      <a:stretch>
                        <a:fillRect/>
                      </a:stretch>
                    </p:blipFill>
                    <p:spPr>
                      <a:xfrm>
                        <a:off x="4171950" y="1133475"/>
                        <a:ext cx="1446213" cy="434975"/>
                      </a:xfrm>
                      <a:prstGeom prst="rect">
                        <a:avLst/>
                      </a:prstGeom>
                      <a:noFill/>
                      <a:ln w="9525">
                        <a:noFill/>
                      </a:ln>
                    </p:spPr>
                  </p:pic>
                </p:oleObj>
              </mc:Fallback>
            </mc:AlternateContent>
          </a:graphicData>
        </a:graphic>
      </p:graphicFrame>
      <p:graphicFrame>
        <p:nvGraphicFramePr>
          <p:cNvPr id="88142" name="Object 78"/>
          <p:cNvGraphicFramePr>
            <a:graphicFrameLocks noChangeAspect="1"/>
          </p:cNvGraphicFramePr>
          <p:nvPr/>
        </p:nvGraphicFramePr>
        <p:xfrm>
          <a:off x="3074988" y="1736725"/>
          <a:ext cx="1401762" cy="366713"/>
        </p:xfrm>
        <a:graphic>
          <a:graphicData uri="http://schemas.openxmlformats.org/presentationml/2006/ole">
            <mc:AlternateContent xmlns:mc="http://schemas.openxmlformats.org/markup-compatibility/2006">
              <mc:Choice xmlns:v="urn:schemas-microsoft-com:vml" Requires="v">
                <p:oleObj spid="_x0000_s24589" name="公式" r:id="rId25" imgW="18592800" imgH="4876800" progId="Equation.3">
                  <p:embed/>
                </p:oleObj>
              </mc:Choice>
              <mc:Fallback>
                <p:oleObj name="公式" r:id="rId25" imgW="18592800" imgH="4876800" progId="Equation.3">
                  <p:embed/>
                  <p:pic>
                    <p:nvPicPr>
                      <p:cNvPr id="0" name="Object 78"/>
                      <p:cNvPicPr>
                        <a:picLocks noChangeAspect="1"/>
                      </p:cNvPicPr>
                      <p:nvPr/>
                    </p:nvPicPr>
                    <p:blipFill>
                      <a:blip r:embed="rId26"/>
                      <a:stretch>
                        <a:fillRect/>
                      </a:stretch>
                    </p:blipFill>
                    <p:spPr>
                      <a:xfrm>
                        <a:off x="3074988" y="1736725"/>
                        <a:ext cx="1401762" cy="366713"/>
                      </a:xfrm>
                      <a:prstGeom prst="rect">
                        <a:avLst/>
                      </a:prstGeom>
                      <a:noFill/>
                      <a:ln w="9525">
                        <a:noFill/>
                      </a:ln>
                    </p:spPr>
                  </p:pic>
                </p:oleObj>
              </mc:Fallback>
            </mc:AlternateContent>
          </a:graphicData>
        </a:graphic>
      </p:graphicFrame>
      <p:sp>
        <p:nvSpPr>
          <p:cNvPr id="88143" name="Text Box 79"/>
          <p:cNvSpPr txBox="1">
            <a:spLocks noChangeArrowheads="1"/>
          </p:cNvSpPr>
          <p:nvPr/>
        </p:nvSpPr>
        <p:spPr bwMode="auto">
          <a:xfrm>
            <a:off x="161925" y="4959350"/>
            <a:ext cx="4122738" cy="479425"/>
          </a:xfrm>
          <a:prstGeom prst="rect">
            <a:avLst/>
          </a:prstGeom>
          <a:noFill/>
          <a:ln w="9525">
            <a:noFill/>
            <a:miter lim="800000"/>
          </a:ln>
        </p:spPr>
        <p:txBody>
          <a:bodyPr>
            <a:spAutoFit/>
          </a:bodyPr>
          <a:lstStyle/>
          <a:p>
            <a:pPr algn="l" eaLnBrk="0" hangingPunct="0">
              <a:lnSpc>
                <a:spcPct val="115000"/>
              </a:lnSpc>
            </a:pPr>
            <a:r>
              <a:rPr kumimoji="0" lang="en-US" altLang="zh-CN" b="1" i="0">
                <a:solidFill>
                  <a:schemeClr val="bg1"/>
                </a:solidFill>
                <a:latin typeface="Times New Roman" panose="02020603050405020304" pitchFamily="18" charset="0"/>
              </a:rPr>
              <a:t>(2) </a:t>
            </a:r>
            <a:r>
              <a:rPr kumimoji="0" lang="zh-CN" altLang="en-US" b="1" i="0">
                <a:solidFill>
                  <a:schemeClr val="bg1"/>
                </a:solidFill>
                <a:latin typeface="Times New Roman" panose="02020603050405020304" pitchFamily="18" charset="0"/>
              </a:rPr>
              <a:t>力矩的功就是力的功。</a:t>
            </a:r>
            <a:endParaRPr kumimoji="0" lang="zh-CN" altLang="en-US" i="0">
              <a:solidFill>
                <a:schemeClr val="bg1"/>
              </a:solidFill>
              <a:latin typeface="Times New Roman" panose="02020603050405020304" pitchFamily="18" charset="0"/>
            </a:endParaRPr>
          </a:p>
        </p:txBody>
      </p:sp>
      <p:sp>
        <p:nvSpPr>
          <p:cNvPr id="88144" name="Text Box 80"/>
          <p:cNvSpPr txBox="1">
            <a:spLocks noChangeArrowheads="1"/>
          </p:cNvSpPr>
          <p:nvPr/>
        </p:nvSpPr>
        <p:spPr bwMode="auto">
          <a:xfrm>
            <a:off x="161925" y="5454650"/>
            <a:ext cx="4752975" cy="479425"/>
          </a:xfrm>
          <a:prstGeom prst="rect">
            <a:avLst/>
          </a:prstGeom>
          <a:noFill/>
          <a:ln w="9525">
            <a:noFill/>
            <a:miter lim="800000"/>
          </a:ln>
        </p:spPr>
        <p:txBody>
          <a:bodyPr>
            <a:spAutoFit/>
          </a:bodyPr>
          <a:lstStyle/>
          <a:p>
            <a:pPr algn="l" eaLnBrk="0" hangingPunct="0">
              <a:lnSpc>
                <a:spcPct val="115000"/>
              </a:lnSpc>
            </a:pPr>
            <a:r>
              <a:rPr kumimoji="0" lang="en-US" altLang="zh-CN" b="1" i="0">
                <a:solidFill>
                  <a:schemeClr val="bg1"/>
                </a:solidFill>
                <a:latin typeface="Times New Roman" panose="02020603050405020304" pitchFamily="18" charset="0"/>
              </a:rPr>
              <a:t>(3) </a:t>
            </a:r>
            <a:r>
              <a:rPr kumimoji="0" lang="zh-CN" altLang="en-US" b="1" i="0">
                <a:solidFill>
                  <a:schemeClr val="bg1"/>
                </a:solidFill>
                <a:latin typeface="Times New Roman" panose="02020603050405020304" pitchFamily="18" charset="0"/>
              </a:rPr>
              <a:t>内力矩作功之和为零。</a:t>
            </a:r>
            <a:endParaRPr kumimoji="0" lang="zh-CN" altLang="en-US" i="0">
              <a:solidFill>
                <a:schemeClr val="bg1"/>
              </a:solidFill>
              <a:latin typeface="Times New Roman" panose="02020603050405020304" pitchFamily="18" charset="0"/>
            </a:endParaRPr>
          </a:p>
        </p:txBody>
      </p:sp>
      <p:sp>
        <p:nvSpPr>
          <p:cNvPr id="88145" name="Text Box 81"/>
          <p:cNvSpPr txBox="1">
            <a:spLocks noChangeArrowheads="1"/>
          </p:cNvSpPr>
          <p:nvPr/>
        </p:nvSpPr>
        <p:spPr bwMode="auto">
          <a:xfrm>
            <a:off x="493713" y="3725863"/>
            <a:ext cx="1557337" cy="512762"/>
          </a:xfrm>
          <a:prstGeom prst="rect">
            <a:avLst/>
          </a:prstGeom>
          <a:noFill/>
          <a:ln w="9525">
            <a:noFill/>
            <a:miter lim="800000"/>
          </a:ln>
        </p:spPr>
        <p:txBody>
          <a:bodyPr>
            <a:spAutoFit/>
          </a:bodyPr>
          <a:lstStyle/>
          <a:p>
            <a:pPr algn="l" eaLnBrk="0" hangingPunct="0">
              <a:lnSpc>
                <a:spcPct val="115000"/>
              </a:lnSpc>
              <a:buClr>
                <a:srgbClr val="CC0000"/>
              </a:buClr>
              <a:buFont typeface="Wingdings" panose="05000000000000000000" pitchFamily="2" charset="2"/>
              <a:buNone/>
            </a:pPr>
            <a:r>
              <a:rPr kumimoji="0" lang="zh-CN" altLang="en-US" b="1" i="0">
                <a:solidFill>
                  <a:srgbClr val="FF6600"/>
                </a:solidFill>
                <a:latin typeface="Times New Roman" panose="02020603050405020304" pitchFamily="18" charset="0"/>
              </a:rPr>
              <a:t>讨论</a:t>
            </a:r>
            <a:endParaRPr kumimoji="0" lang="zh-CN" altLang="en-US" i="0">
              <a:solidFill>
                <a:srgbClr val="FF6600"/>
              </a:solidFill>
              <a:latin typeface="Times New Roman" panose="02020603050405020304" pitchFamily="18" charset="0"/>
            </a:endParaRPr>
          </a:p>
        </p:txBody>
      </p:sp>
      <p:sp>
        <p:nvSpPr>
          <p:cNvPr id="88146" name="Text Box 82"/>
          <p:cNvSpPr txBox="1">
            <a:spLocks noChangeArrowheads="1"/>
          </p:cNvSpPr>
          <p:nvPr/>
        </p:nvSpPr>
        <p:spPr bwMode="auto">
          <a:xfrm>
            <a:off x="166688" y="4302125"/>
            <a:ext cx="4071937" cy="479425"/>
          </a:xfrm>
          <a:prstGeom prst="rect">
            <a:avLst/>
          </a:prstGeom>
          <a:noFill/>
          <a:ln w="9525">
            <a:noFill/>
            <a:miter lim="800000"/>
          </a:ln>
        </p:spPr>
        <p:txBody>
          <a:bodyPr>
            <a:spAutoFit/>
          </a:bodyPr>
          <a:lstStyle/>
          <a:p>
            <a:pPr algn="l" eaLnBrk="0" hangingPunct="0">
              <a:lnSpc>
                <a:spcPct val="115000"/>
              </a:lnSpc>
            </a:pPr>
            <a:r>
              <a:rPr kumimoji="0" lang="en-US" altLang="zh-CN" b="1" i="0">
                <a:solidFill>
                  <a:schemeClr val="bg1"/>
                </a:solidFill>
                <a:latin typeface="Times New Roman" panose="02020603050405020304" pitchFamily="18" charset="0"/>
              </a:rPr>
              <a:t>(1) </a:t>
            </a:r>
            <a:r>
              <a:rPr kumimoji="0" lang="zh-CN" altLang="en-US" b="1" i="0">
                <a:solidFill>
                  <a:schemeClr val="bg1"/>
                </a:solidFill>
                <a:latin typeface="Times New Roman" panose="02020603050405020304" pitchFamily="18" charset="0"/>
              </a:rPr>
              <a:t>合力矩的功</a:t>
            </a:r>
            <a:endParaRPr kumimoji="0" lang="zh-CN" altLang="en-US" i="0">
              <a:solidFill>
                <a:schemeClr val="bg1"/>
              </a:solidFill>
              <a:latin typeface="Times New Roman" panose="02020603050405020304" pitchFamily="18" charset="0"/>
            </a:endParaRPr>
          </a:p>
        </p:txBody>
      </p:sp>
      <p:graphicFrame>
        <p:nvGraphicFramePr>
          <p:cNvPr id="88147" name="Object 83"/>
          <p:cNvGraphicFramePr>
            <a:graphicFrameLocks noChangeAspect="1"/>
          </p:cNvGraphicFramePr>
          <p:nvPr/>
        </p:nvGraphicFramePr>
        <p:xfrm>
          <a:off x="2457450" y="4294188"/>
          <a:ext cx="5805488" cy="709612"/>
        </p:xfrm>
        <a:graphic>
          <a:graphicData uri="http://schemas.openxmlformats.org/presentationml/2006/ole">
            <mc:AlternateContent xmlns:mc="http://schemas.openxmlformats.org/markup-compatibility/2006">
              <mc:Choice xmlns:v="urn:schemas-microsoft-com:vml" Requires="v">
                <p:oleObj spid="_x0000_s24590" name="公式" r:id="rId27" imgW="77114400" imgH="9448800" progId="Equation.3">
                  <p:embed/>
                </p:oleObj>
              </mc:Choice>
              <mc:Fallback>
                <p:oleObj name="公式" r:id="rId27" imgW="77114400" imgH="9448800" progId="Equation.3">
                  <p:embed/>
                  <p:pic>
                    <p:nvPicPr>
                      <p:cNvPr id="0" name="Object 83"/>
                      <p:cNvPicPr>
                        <a:picLocks noChangeAspect="1"/>
                      </p:cNvPicPr>
                      <p:nvPr/>
                    </p:nvPicPr>
                    <p:blipFill>
                      <a:blip r:embed="rId28"/>
                      <a:stretch>
                        <a:fillRect/>
                      </a:stretch>
                    </p:blipFill>
                    <p:spPr>
                      <a:xfrm>
                        <a:off x="2457450" y="4294188"/>
                        <a:ext cx="5805488" cy="709612"/>
                      </a:xfrm>
                      <a:prstGeom prst="rect">
                        <a:avLst/>
                      </a:prstGeom>
                      <a:noFill/>
                      <a:ln w="25400">
                        <a:noFill/>
                      </a:ln>
                    </p:spPr>
                  </p:pic>
                </p:oleObj>
              </mc:Fallback>
            </mc:AlternateContent>
          </a:graphicData>
        </a:graphic>
      </p:graphicFrame>
      <p:sp>
        <p:nvSpPr>
          <p:cNvPr id="88148" name="AutoShape 84"/>
          <p:cNvSpPr>
            <a:spLocks noChangeArrowheads="1"/>
          </p:cNvSpPr>
          <p:nvPr/>
        </p:nvSpPr>
        <p:spPr bwMode="auto">
          <a:xfrm>
            <a:off x="115888" y="3698875"/>
            <a:ext cx="360362"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
        <p:nvSpPr>
          <p:cNvPr id="88149" name="Rectangle 85"/>
          <p:cNvSpPr>
            <a:spLocks noChangeArrowheads="1"/>
          </p:cNvSpPr>
          <p:nvPr/>
        </p:nvSpPr>
        <p:spPr bwMode="auto">
          <a:xfrm>
            <a:off x="476250" y="5994400"/>
            <a:ext cx="4860925" cy="427038"/>
          </a:xfrm>
          <a:prstGeom prst="rect">
            <a:avLst/>
          </a:prstGeom>
          <a:noFill/>
          <a:ln w="9525" algn="ctr">
            <a:noFill/>
            <a:miter lim="800000"/>
          </a:ln>
        </p:spPr>
        <p:txBody>
          <a:bodyPr>
            <a:spAutoFit/>
          </a:bodyPr>
          <a:lstStyle/>
          <a:p>
            <a:pPr algn="l" eaLnBrk="0" hangingPunct="0"/>
            <a:r>
              <a:rPr kumimoji="0" lang="zh-CN" altLang="en-US" sz="2200" b="1" i="0">
                <a:solidFill>
                  <a:schemeClr val="bg1"/>
                </a:solidFill>
                <a:latin typeface="Times New Roman" panose="02020603050405020304" pitchFamily="18" charset="0"/>
              </a:rPr>
              <a:t>功率的定义，可得</a:t>
            </a:r>
            <a:r>
              <a:rPr kumimoji="0" lang="zh-CN" altLang="en-US" sz="2200" b="1" i="0">
                <a:solidFill>
                  <a:srgbClr val="FF6600"/>
                </a:solidFill>
                <a:latin typeface="Times New Roman" panose="02020603050405020304" pitchFamily="18" charset="0"/>
              </a:rPr>
              <a:t>力矩的瞬时功率</a:t>
            </a:r>
            <a:r>
              <a:rPr kumimoji="0" lang="zh-CN" altLang="en-US" sz="2200" b="1" i="0">
                <a:solidFill>
                  <a:schemeClr val="bg1"/>
                </a:solidFill>
                <a:latin typeface="Times New Roman" panose="02020603050405020304" pitchFamily="18" charset="0"/>
              </a:rPr>
              <a:t>                                                    </a:t>
            </a:r>
            <a:endParaRPr kumimoji="0" lang="zh-CN" altLang="en-US" sz="2200" b="1" i="0">
              <a:solidFill>
                <a:schemeClr val="bg1"/>
              </a:solidFill>
              <a:latin typeface="Times New Roman" panose="02020603050405020304" pitchFamily="18" charset="0"/>
            </a:endParaRPr>
          </a:p>
        </p:txBody>
      </p:sp>
      <p:graphicFrame>
        <p:nvGraphicFramePr>
          <p:cNvPr id="88150" name="Object 86"/>
          <p:cNvGraphicFramePr>
            <a:graphicFrameLocks noChangeAspect="1"/>
          </p:cNvGraphicFramePr>
          <p:nvPr/>
        </p:nvGraphicFramePr>
        <p:xfrm>
          <a:off x="5160963" y="5808663"/>
          <a:ext cx="935037" cy="731837"/>
        </p:xfrm>
        <a:graphic>
          <a:graphicData uri="http://schemas.openxmlformats.org/presentationml/2006/ole">
            <mc:AlternateContent xmlns:mc="http://schemas.openxmlformats.org/markup-compatibility/2006">
              <mc:Choice xmlns:v="urn:schemas-microsoft-com:vml" Requires="v">
                <p:oleObj spid="_x0000_s24591" name="公式" r:id="rId29" imgW="12496800" imgH="9753600" progId="Equation.3">
                  <p:embed/>
                </p:oleObj>
              </mc:Choice>
              <mc:Fallback>
                <p:oleObj name="公式" r:id="rId29" imgW="12496800" imgH="9753600" progId="Equation.3">
                  <p:embed/>
                  <p:pic>
                    <p:nvPicPr>
                      <p:cNvPr id="0" name="Object 86"/>
                      <p:cNvPicPr>
                        <a:picLocks noChangeAspect="1"/>
                      </p:cNvPicPr>
                      <p:nvPr/>
                    </p:nvPicPr>
                    <p:blipFill>
                      <a:blip r:embed="rId30"/>
                      <a:stretch>
                        <a:fillRect/>
                      </a:stretch>
                    </p:blipFill>
                    <p:spPr>
                      <a:xfrm>
                        <a:off x="5160963" y="5808663"/>
                        <a:ext cx="935037" cy="731837"/>
                      </a:xfrm>
                      <a:prstGeom prst="rect">
                        <a:avLst/>
                      </a:prstGeom>
                      <a:noFill/>
                      <a:ln w="25400">
                        <a:noFill/>
                      </a:ln>
                    </p:spPr>
                  </p:pic>
                </p:oleObj>
              </mc:Fallback>
            </mc:AlternateContent>
          </a:graphicData>
        </a:graphic>
      </p:graphicFrame>
      <p:graphicFrame>
        <p:nvGraphicFramePr>
          <p:cNvPr id="88151" name="Object 87"/>
          <p:cNvGraphicFramePr>
            <a:graphicFrameLocks noChangeAspect="1"/>
          </p:cNvGraphicFramePr>
          <p:nvPr/>
        </p:nvGraphicFramePr>
        <p:xfrm>
          <a:off x="6061075" y="5788025"/>
          <a:ext cx="958850" cy="731838"/>
        </p:xfrm>
        <a:graphic>
          <a:graphicData uri="http://schemas.openxmlformats.org/presentationml/2006/ole">
            <mc:AlternateContent xmlns:mc="http://schemas.openxmlformats.org/markup-compatibility/2006">
              <mc:Choice xmlns:v="urn:schemas-microsoft-com:vml" Requires="v">
                <p:oleObj spid="_x0000_s24592" name="公式" r:id="rId31" imgW="12801600" imgH="9753600" progId="Equation.3">
                  <p:embed/>
                </p:oleObj>
              </mc:Choice>
              <mc:Fallback>
                <p:oleObj name="公式" r:id="rId31" imgW="12801600" imgH="9753600" progId="Equation.3">
                  <p:embed/>
                  <p:pic>
                    <p:nvPicPr>
                      <p:cNvPr id="0" name="Object 87"/>
                      <p:cNvPicPr>
                        <a:picLocks noChangeAspect="1"/>
                      </p:cNvPicPr>
                      <p:nvPr/>
                    </p:nvPicPr>
                    <p:blipFill>
                      <a:blip r:embed="rId32"/>
                      <a:stretch>
                        <a:fillRect/>
                      </a:stretch>
                    </p:blipFill>
                    <p:spPr>
                      <a:xfrm>
                        <a:off x="6061075" y="5788025"/>
                        <a:ext cx="958850" cy="731838"/>
                      </a:xfrm>
                      <a:prstGeom prst="rect">
                        <a:avLst/>
                      </a:prstGeom>
                      <a:noFill/>
                      <a:ln w="25400">
                        <a:noFill/>
                      </a:ln>
                    </p:spPr>
                  </p:pic>
                </p:oleObj>
              </mc:Fallback>
            </mc:AlternateContent>
          </a:graphicData>
        </a:graphic>
      </p:graphicFrame>
      <p:graphicFrame>
        <p:nvGraphicFramePr>
          <p:cNvPr id="88152" name="Object 88"/>
          <p:cNvGraphicFramePr>
            <a:graphicFrameLocks noChangeAspect="1"/>
          </p:cNvGraphicFramePr>
          <p:nvPr/>
        </p:nvGraphicFramePr>
        <p:xfrm>
          <a:off x="7040563" y="6003925"/>
          <a:ext cx="776287" cy="320675"/>
        </p:xfrm>
        <a:graphic>
          <a:graphicData uri="http://schemas.openxmlformats.org/presentationml/2006/ole">
            <mc:AlternateContent xmlns:mc="http://schemas.openxmlformats.org/markup-compatibility/2006">
              <mc:Choice xmlns:v="urn:schemas-microsoft-com:vml" Requires="v">
                <p:oleObj spid="_x0000_s24593" name="公式" r:id="rId33" imgW="10363200" imgH="4267200" progId="Equation.3">
                  <p:embed/>
                </p:oleObj>
              </mc:Choice>
              <mc:Fallback>
                <p:oleObj name="公式" r:id="rId33" imgW="10363200" imgH="4267200" progId="Equation.3">
                  <p:embed/>
                  <p:pic>
                    <p:nvPicPr>
                      <p:cNvPr id="0" name="Object 88"/>
                      <p:cNvPicPr>
                        <a:picLocks noChangeAspect="1"/>
                      </p:cNvPicPr>
                      <p:nvPr/>
                    </p:nvPicPr>
                    <p:blipFill>
                      <a:blip r:embed="rId34"/>
                      <a:stretch>
                        <a:fillRect/>
                      </a:stretch>
                    </p:blipFill>
                    <p:spPr>
                      <a:xfrm>
                        <a:off x="7040563" y="6003925"/>
                        <a:ext cx="776287" cy="320675"/>
                      </a:xfrm>
                      <a:prstGeom prst="rect">
                        <a:avLst/>
                      </a:prstGeom>
                      <a:noFill/>
                      <a:ln w="25400">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8067"/>
                                        </p:tgtEl>
                                        <p:attrNameLst>
                                          <p:attrName>style.visibility</p:attrName>
                                        </p:attrNameLst>
                                      </p:cBhvr>
                                      <p:to>
                                        <p:strVal val="visible"/>
                                      </p:to>
                                    </p:set>
                                    <p:animEffect transition="in" filter="wipe(left)">
                                      <p:cBhvr>
                                        <p:cTn id="7" dur="500"/>
                                        <p:tgtEl>
                                          <p:spTgt spid="880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8134"/>
                                        </p:tgtEl>
                                        <p:attrNameLst>
                                          <p:attrName>style.visibility</p:attrName>
                                        </p:attrNameLst>
                                      </p:cBhvr>
                                      <p:to>
                                        <p:strVal val="visible"/>
                                      </p:to>
                                    </p:set>
                                    <p:animEffect transition="in" filter="wipe(left)">
                                      <p:cBhvr>
                                        <p:cTn id="12" dur="500"/>
                                        <p:tgtEl>
                                          <p:spTgt spid="88134"/>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88107"/>
                                        </p:tgtEl>
                                        <p:attrNameLst>
                                          <p:attrName>style.visibility</p:attrName>
                                        </p:attrNameLst>
                                      </p:cBhvr>
                                      <p:to>
                                        <p:strVal val="visible"/>
                                      </p:to>
                                    </p:set>
                                    <p:anim calcmode="lin" valueType="num">
                                      <p:cBhvr>
                                        <p:cTn id="17" dur="500" fill="hold"/>
                                        <p:tgtEl>
                                          <p:spTgt spid="88107"/>
                                        </p:tgtEl>
                                        <p:attrNameLst>
                                          <p:attrName>ppt_w</p:attrName>
                                        </p:attrNameLst>
                                      </p:cBhvr>
                                      <p:tavLst>
                                        <p:tav tm="0">
                                          <p:val>
                                            <p:fltVal val="0"/>
                                          </p:val>
                                        </p:tav>
                                        <p:tav tm="100000">
                                          <p:val>
                                            <p:strVal val="#ppt_w"/>
                                          </p:val>
                                        </p:tav>
                                      </p:tavLst>
                                    </p:anim>
                                    <p:anim calcmode="lin" valueType="num">
                                      <p:cBhvr>
                                        <p:cTn id="18" dur="500" fill="hold"/>
                                        <p:tgtEl>
                                          <p:spTgt spid="88107"/>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8108"/>
                                        </p:tgtEl>
                                        <p:attrNameLst>
                                          <p:attrName>style.visibility</p:attrName>
                                        </p:attrNameLst>
                                      </p:cBhvr>
                                      <p:to>
                                        <p:strVal val="visible"/>
                                      </p:to>
                                    </p:set>
                                    <p:animEffect transition="in" filter="wipe(left)">
                                      <p:cBhvr>
                                        <p:cTn id="23" dur="500"/>
                                        <p:tgtEl>
                                          <p:spTgt spid="88108"/>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88109"/>
                                        </p:tgtEl>
                                        <p:attrNameLst>
                                          <p:attrName>style.visibility</p:attrName>
                                        </p:attrNameLst>
                                      </p:cBhvr>
                                      <p:to>
                                        <p:strVal val="visible"/>
                                      </p:to>
                                    </p:set>
                                    <p:animEffect transition="in" filter="wipe(left)">
                                      <p:cBhvr>
                                        <p:cTn id="27" dur="500"/>
                                        <p:tgtEl>
                                          <p:spTgt spid="881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88137"/>
                                        </p:tgtEl>
                                        <p:attrNameLst>
                                          <p:attrName>style.visibility</p:attrName>
                                        </p:attrNameLst>
                                      </p:cBhvr>
                                      <p:to>
                                        <p:strVal val="visible"/>
                                      </p:to>
                                    </p:set>
                                    <p:animEffect transition="in" filter="wipe(down)">
                                      <p:cBhvr>
                                        <p:cTn id="32" dur="500"/>
                                        <p:tgtEl>
                                          <p:spTgt spid="88137"/>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88110"/>
                                        </p:tgtEl>
                                        <p:attrNameLst>
                                          <p:attrName>style.visibility</p:attrName>
                                        </p:attrNameLst>
                                      </p:cBhvr>
                                      <p:to>
                                        <p:strVal val="visible"/>
                                      </p:to>
                                    </p:set>
                                    <p:animEffect transition="in" filter="wipe(left)">
                                      <p:cBhvr>
                                        <p:cTn id="36" dur="500"/>
                                        <p:tgtEl>
                                          <p:spTgt spid="8811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88112"/>
                                        </p:tgtEl>
                                        <p:attrNameLst>
                                          <p:attrName>style.visibility</p:attrName>
                                        </p:attrNameLst>
                                      </p:cBhvr>
                                      <p:to>
                                        <p:strVal val="visible"/>
                                      </p:to>
                                    </p:set>
                                    <p:animEffect transition="in" filter="wipe(left)">
                                      <p:cBhvr>
                                        <p:cTn id="41" dur="500"/>
                                        <p:tgtEl>
                                          <p:spTgt spid="8811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88136"/>
                                        </p:tgtEl>
                                        <p:attrNameLst>
                                          <p:attrName>style.visibility</p:attrName>
                                        </p:attrNameLst>
                                      </p:cBhvr>
                                      <p:to>
                                        <p:strVal val="visible"/>
                                      </p:to>
                                    </p:set>
                                    <p:animEffect transition="in" filter="wipe(left)">
                                      <p:cBhvr>
                                        <p:cTn id="46" dur="500"/>
                                        <p:tgtEl>
                                          <p:spTgt spid="8813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88115"/>
                                        </p:tgtEl>
                                        <p:attrNameLst>
                                          <p:attrName>style.visibility</p:attrName>
                                        </p:attrNameLst>
                                      </p:cBhvr>
                                      <p:to>
                                        <p:strVal val="visible"/>
                                      </p:to>
                                    </p:set>
                                    <p:animEffect transition="in" filter="wipe(left)">
                                      <p:cBhvr>
                                        <p:cTn id="51" dur="500"/>
                                        <p:tgtEl>
                                          <p:spTgt spid="88115"/>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88114"/>
                                        </p:tgtEl>
                                        <p:attrNameLst>
                                          <p:attrName>style.visibility</p:attrName>
                                        </p:attrNameLst>
                                      </p:cBhvr>
                                      <p:to>
                                        <p:strVal val="visible"/>
                                      </p:to>
                                    </p:set>
                                    <p:animEffect transition="in" filter="wipe(left)">
                                      <p:cBhvr>
                                        <p:cTn id="56" dur="500"/>
                                        <p:tgtEl>
                                          <p:spTgt spid="88114"/>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8111"/>
                                        </p:tgtEl>
                                        <p:attrNameLst>
                                          <p:attrName>style.visibility</p:attrName>
                                        </p:attrNameLst>
                                      </p:cBhvr>
                                      <p:to>
                                        <p:strVal val="visible"/>
                                      </p:to>
                                    </p:set>
                                    <p:animEffect transition="in" filter="wipe(left)">
                                      <p:cBhvr>
                                        <p:cTn id="61" dur="500"/>
                                        <p:tgtEl>
                                          <p:spTgt spid="8811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88113"/>
                                        </p:tgtEl>
                                        <p:attrNameLst>
                                          <p:attrName>style.visibility</p:attrName>
                                        </p:attrNameLst>
                                      </p:cBhvr>
                                      <p:to>
                                        <p:strVal val="visible"/>
                                      </p:to>
                                    </p:set>
                                    <p:animEffect transition="in" filter="wipe(left)">
                                      <p:cBhvr>
                                        <p:cTn id="66" dur="500"/>
                                        <p:tgtEl>
                                          <p:spTgt spid="8811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88117"/>
                                        </p:tgtEl>
                                        <p:attrNameLst>
                                          <p:attrName>style.visibility</p:attrName>
                                        </p:attrNameLst>
                                      </p:cBhvr>
                                      <p:to>
                                        <p:strVal val="visible"/>
                                      </p:to>
                                    </p:set>
                                    <p:animEffect transition="in" filter="wipe(left)">
                                      <p:cBhvr>
                                        <p:cTn id="71" dur="500"/>
                                        <p:tgtEl>
                                          <p:spTgt spid="88117"/>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88140"/>
                                        </p:tgtEl>
                                        <p:attrNameLst>
                                          <p:attrName>style.visibility</p:attrName>
                                        </p:attrNameLst>
                                      </p:cBhvr>
                                      <p:to>
                                        <p:strVal val="visible"/>
                                      </p:to>
                                    </p:set>
                                    <p:animEffect transition="in" filter="wipe(left)">
                                      <p:cBhvr>
                                        <p:cTn id="76" dur="500"/>
                                        <p:tgtEl>
                                          <p:spTgt spid="8814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88138"/>
                                        </p:tgtEl>
                                        <p:attrNameLst>
                                          <p:attrName>style.visibility</p:attrName>
                                        </p:attrNameLst>
                                      </p:cBhvr>
                                      <p:to>
                                        <p:strVal val="visible"/>
                                      </p:to>
                                    </p:set>
                                    <p:animEffect transition="in" filter="wipe(down)">
                                      <p:cBhvr>
                                        <p:cTn id="81" dur="500"/>
                                        <p:tgtEl>
                                          <p:spTgt spid="8813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2"/>
                                        </p:tgtEl>
                                        <p:attrNameLst>
                                          <p:attrName>style.visibility</p:attrName>
                                        </p:attrNameLst>
                                      </p:cBhvr>
                                      <p:to>
                                        <p:strVal val="visible"/>
                                      </p:to>
                                    </p:set>
                                    <p:animEffect transition="in" filter="wipe(down)">
                                      <p:cBhvr>
                                        <p:cTn id="86" dur="500"/>
                                        <p:tgtEl>
                                          <p:spTgt spid="2"/>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88118"/>
                                        </p:tgtEl>
                                        <p:attrNameLst>
                                          <p:attrName>style.visibility</p:attrName>
                                        </p:attrNameLst>
                                      </p:cBhvr>
                                      <p:to>
                                        <p:strVal val="visible"/>
                                      </p:to>
                                    </p:set>
                                    <p:animEffect transition="in" filter="wipe(left)">
                                      <p:cBhvr>
                                        <p:cTn id="91" dur="500"/>
                                        <p:tgtEl>
                                          <p:spTgt spid="88118"/>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88119"/>
                                        </p:tgtEl>
                                        <p:attrNameLst>
                                          <p:attrName>style.visibility</p:attrName>
                                        </p:attrNameLst>
                                      </p:cBhvr>
                                      <p:to>
                                        <p:strVal val="visible"/>
                                      </p:to>
                                    </p:set>
                                    <p:animEffect transition="in" filter="wipe(left)">
                                      <p:cBhvr>
                                        <p:cTn id="96" dur="500"/>
                                        <p:tgtEl>
                                          <p:spTgt spid="88119"/>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88139"/>
                                        </p:tgtEl>
                                        <p:attrNameLst>
                                          <p:attrName>style.visibility</p:attrName>
                                        </p:attrNameLst>
                                      </p:cBhvr>
                                      <p:to>
                                        <p:strVal val="visible"/>
                                      </p:to>
                                    </p:set>
                                    <p:animEffect transition="in" filter="wipe(down)">
                                      <p:cBhvr>
                                        <p:cTn id="101" dur="500"/>
                                        <p:tgtEl>
                                          <p:spTgt spid="88139"/>
                                        </p:tgtEl>
                                      </p:cBhvr>
                                    </p:animEffect>
                                  </p:childTnLst>
                                </p:cTn>
                              </p:par>
                            </p:childTnLst>
                          </p:cTn>
                        </p:par>
                        <p:par>
                          <p:cTn id="102" fill="hold">
                            <p:stCondLst>
                              <p:cond delay="500"/>
                            </p:stCondLst>
                            <p:childTnLst>
                              <p:par>
                                <p:cTn id="103" presetID="22" presetClass="entr" presetSubtype="8" fill="hold" nodeType="afterEffect">
                                  <p:stCondLst>
                                    <p:cond delay="0"/>
                                  </p:stCondLst>
                                  <p:childTnLst>
                                    <p:set>
                                      <p:cBhvr>
                                        <p:cTn id="104" dur="1" fill="hold">
                                          <p:stCondLst>
                                            <p:cond delay="0"/>
                                          </p:stCondLst>
                                        </p:cTn>
                                        <p:tgtEl>
                                          <p:spTgt spid="88123"/>
                                        </p:tgtEl>
                                        <p:attrNameLst>
                                          <p:attrName>style.visibility</p:attrName>
                                        </p:attrNameLst>
                                      </p:cBhvr>
                                      <p:to>
                                        <p:strVal val="visible"/>
                                      </p:to>
                                    </p:set>
                                    <p:animEffect transition="in" filter="wipe(left)">
                                      <p:cBhvr>
                                        <p:cTn id="105" dur="500"/>
                                        <p:tgtEl>
                                          <p:spTgt spid="88123"/>
                                        </p:tgtEl>
                                      </p:cBhvr>
                                    </p:animEffect>
                                  </p:childTnLst>
                                </p:cTn>
                              </p:par>
                            </p:childTnLst>
                          </p:cTn>
                        </p:par>
                        <p:par>
                          <p:cTn id="106" fill="hold">
                            <p:stCondLst>
                              <p:cond delay="1000"/>
                            </p:stCondLst>
                            <p:childTnLst>
                              <p:par>
                                <p:cTn id="107" presetID="22" presetClass="entr" presetSubtype="8" fill="hold" grpId="0" nodeType="afterEffect">
                                  <p:stCondLst>
                                    <p:cond delay="0"/>
                                  </p:stCondLst>
                                  <p:childTnLst>
                                    <p:set>
                                      <p:cBhvr>
                                        <p:cTn id="108" dur="1" fill="hold">
                                          <p:stCondLst>
                                            <p:cond delay="0"/>
                                          </p:stCondLst>
                                        </p:cTn>
                                        <p:tgtEl>
                                          <p:spTgt spid="88124"/>
                                        </p:tgtEl>
                                        <p:attrNameLst>
                                          <p:attrName>style.visibility</p:attrName>
                                        </p:attrNameLst>
                                      </p:cBhvr>
                                      <p:to>
                                        <p:strVal val="visible"/>
                                      </p:to>
                                    </p:set>
                                    <p:animEffect transition="in" filter="wipe(left)">
                                      <p:cBhvr>
                                        <p:cTn id="109" dur="500"/>
                                        <p:tgtEl>
                                          <p:spTgt spid="88124"/>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88125"/>
                                        </p:tgtEl>
                                        <p:attrNameLst>
                                          <p:attrName>style.visibility</p:attrName>
                                        </p:attrNameLst>
                                      </p:cBhvr>
                                      <p:to>
                                        <p:strVal val="visible"/>
                                      </p:to>
                                    </p:set>
                                    <p:animEffect transition="in" filter="wipe(left)">
                                      <p:cBhvr>
                                        <p:cTn id="114" dur="500"/>
                                        <p:tgtEl>
                                          <p:spTgt spid="8812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88141"/>
                                        </p:tgtEl>
                                        <p:attrNameLst>
                                          <p:attrName>style.visibility</p:attrName>
                                        </p:attrNameLst>
                                      </p:cBhvr>
                                      <p:to>
                                        <p:strVal val="visible"/>
                                      </p:to>
                                    </p:set>
                                    <p:animEffect transition="in" filter="wipe(left)">
                                      <p:cBhvr>
                                        <p:cTn id="119" dur="500"/>
                                        <p:tgtEl>
                                          <p:spTgt spid="88141"/>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88142"/>
                                        </p:tgtEl>
                                        <p:attrNameLst>
                                          <p:attrName>style.visibility</p:attrName>
                                        </p:attrNameLst>
                                      </p:cBhvr>
                                      <p:to>
                                        <p:strVal val="visible"/>
                                      </p:to>
                                    </p:set>
                                    <p:animEffect transition="in" filter="wipe(left)">
                                      <p:cBhvr>
                                        <p:cTn id="124" dur="500"/>
                                        <p:tgtEl>
                                          <p:spTgt spid="88142"/>
                                        </p:tgtEl>
                                      </p:cBhvr>
                                    </p:animEffect>
                                  </p:childTnLst>
                                </p:cTn>
                              </p:par>
                            </p:childTnLst>
                          </p:cTn>
                        </p:par>
                      </p:childTnLst>
                    </p:cTn>
                  </p:par>
                  <p:par>
                    <p:cTn id="125" fill="hold">
                      <p:stCondLst>
                        <p:cond delay="indefinite"/>
                      </p:stCondLst>
                      <p:childTnLst>
                        <p:par>
                          <p:cTn id="126" fill="hold">
                            <p:stCondLst>
                              <p:cond delay="0"/>
                            </p:stCondLst>
                            <p:childTnLst>
                              <p:par>
                                <p:cTn id="127" presetID="22" presetClass="entr" presetSubtype="8" fill="hold" nodeType="clickEffect">
                                  <p:stCondLst>
                                    <p:cond delay="0"/>
                                  </p:stCondLst>
                                  <p:childTnLst>
                                    <p:set>
                                      <p:cBhvr>
                                        <p:cTn id="128" dur="1" fill="hold">
                                          <p:stCondLst>
                                            <p:cond delay="0"/>
                                          </p:stCondLst>
                                        </p:cTn>
                                        <p:tgtEl>
                                          <p:spTgt spid="88126"/>
                                        </p:tgtEl>
                                        <p:attrNameLst>
                                          <p:attrName>style.visibility</p:attrName>
                                        </p:attrNameLst>
                                      </p:cBhvr>
                                      <p:to>
                                        <p:strVal val="visible"/>
                                      </p:to>
                                    </p:set>
                                    <p:animEffect transition="in" filter="wipe(left)">
                                      <p:cBhvr>
                                        <p:cTn id="129" dur="500"/>
                                        <p:tgtEl>
                                          <p:spTgt spid="88126"/>
                                        </p:tgtEl>
                                      </p:cBhvr>
                                    </p:animEffect>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nodeType="clickEffect">
                                  <p:stCondLst>
                                    <p:cond delay="0"/>
                                  </p:stCondLst>
                                  <p:childTnLst>
                                    <p:set>
                                      <p:cBhvr>
                                        <p:cTn id="133" dur="1" fill="hold">
                                          <p:stCondLst>
                                            <p:cond delay="0"/>
                                          </p:stCondLst>
                                        </p:cTn>
                                        <p:tgtEl>
                                          <p:spTgt spid="88133"/>
                                        </p:tgtEl>
                                        <p:attrNameLst>
                                          <p:attrName>style.visibility</p:attrName>
                                        </p:attrNameLst>
                                      </p:cBhvr>
                                      <p:to>
                                        <p:strVal val="visible"/>
                                      </p:to>
                                    </p:set>
                                    <p:animEffect transition="in" filter="wipe(left)">
                                      <p:cBhvr>
                                        <p:cTn id="134" dur="500"/>
                                        <p:tgtEl>
                                          <p:spTgt spid="88133"/>
                                        </p:tgtEl>
                                      </p:cBhvr>
                                    </p:animEffect>
                                  </p:childTnLst>
                                </p:cTn>
                              </p:par>
                            </p:childTnLst>
                          </p:cTn>
                        </p:par>
                      </p:childTnLst>
                    </p:cTn>
                  </p:par>
                  <p:par>
                    <p:cTn id="135" fill="hold">
                      <p:stCondLst>
                        <p:cond delay="indefinite"/>
                      </p:stCondLst>
                      <p:childTnLst>
                        <p:par>
                          <p:cTn id="136" fill="hold">
                            <p:stCondLst>
                              <p:cond delay="0"/>
                            </p:stCondLst>
                            <p:childTnLst>
                              <p:par>
                                <p:cTn id="137" presetID="22" presetClass="entr" presetSubtype="8" fill="hold" grpId="0" nodeType="clickEffect">
                                  <p:stCondLst>
                                    <p:cond delay="0"/>
                                  </p:stCondLst>
                                  <p:childTnLst>
                                    <p:set>
                                      <p:cBhvr>
                                        <p:cTn id="138" dur="1" fill="hold">
                                          <p:stCondLst>
                                            <p:cond delay="0"/>
                                          </p:stCondLst>
                                        </p:cTn>
                                        <p:tgtEl>
                                          <p:spTgt spid="88127"/>
                                        </p:tgtEl>
                                        <p:attrNameLst>
                                          <p:attrName>style.visibility</p:attrName>
                                        </p:attrNameLst>
                                      </p:cBhvr>
                                      <p:to>
                                        <p:strVal val="visible"/>
                                      </p:to>
                                    </p:set>
                                    <p:animEffect transition="in" filter="wipe(left)">
                                      <p:cBhvr>
                                        <p:cTn id="139" dur="500"/>
                                        <p:tgtEl>
                                          <p:spTgt spid="88127"/>
                                        </p:tgtEl>
                                      </p:cBhvr>
                                    </p:animEffect>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88128"/>
                                        </p:tgtEl>
                                        <p:attrNameLst>
                                          <p:attrName>style.visibility</p:attrName>
                                        </p:attrNameLst>
                                      </p:cBhvr>
                                      <p:to>
                                        <p:strVal val="visible"/>
                                      </p:to>
                                    </p:set>
                                    <p:animEffect transition="in" filter="wipe(left)">
                                      <p:cBhvr>
                                        <p:cTn id="144" dur="500"/>
                                        <p:tgtEl>
                                          <p:spTgt spid="88128"/>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88129"/>
                                        </p:tgtEl>
                                        <p:attrNameLst>
                                          <p:attrName>style.visibility</p:attrName>
                                        </p:attrNameLst>
                                      </p:cBhvr>
                                      <p:to>
                                        <p:strVal val="visible"/>
                                      </p:to>
                                    </p:set>
                                    <p:animEffect transition="in" filter="wipe(left)">
                                      <p:cBhvr>
                                        <p:cTn id="149" dur="500"/>
                                        <p:tgtEl>
                                          <p:spTgt spid="88129"/>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grpId="0" nodeType="clickEffect">
                                  <p:stCondLst>
                                    <p:cond delay="0"/>
                                  </p:stCondLst>
                                  <p:childTnLst>
                                    <p:set>
                                      <p:cBhvr>
                                        <p:cTn id="153" dur="1" fill="hold">
                                          <p:stCondLst>
                                            <p:cond delay="0"/>
                                          </p:stCondLst>
                                        </p:cTn>
                                        <p:tgtEl>
                                          <p:spTgt spid="88130"/>
                                        </p:tgtEl>
                                        <p:attrNameLst>
                                          <p:attrName>style.visibility</p:attrName>
                                        </p:attrNameLst>
                                      </p:cBhvr>
                                      <p:to>
                                        <p:strVal val="visible"/>
                                      </p:to>
                                    </p:set>
                                    <p:animEffect transition="in" filter="wipe(left)">
                                      <p:cBhvr>
                                        <p:cTn id="154" dur="500"/>
                                        <p:tgtEl>
                                          <p:spTgt spid="88130"/>
                                        </p:tgtEl>
                                      </p:cBhvr>
                                    </p:animEffect>
                                  </p:childTnLst>
                                </p:cTn>
                              </p:par>
                            </p:childTnLst>
                          </p:cTn>
                        </p:par>
                        <p:par>
                          <p:cTn id="155" fill="hold">
                            <p:stCondLst>
                              <p:cond delay="500"/>
                            </p:stCondLst>
                            <p:childTnLst>
                              <p:par>
                                <p:cTn id="156" presetID="22" presetClass="entr" presetSubtype="8" fill="hold" grpId="0" nodeType="afterEffect">
                                  <p:stCondLst>
                                    <p:cond delay="0"/>
                                  </p:stCondLst>
                                  <p:childTnLst>
                                    <p:set>
                                      <p:cBhvr>
                                        <p:cTn id="157" dur="1" fill="hold">
                                          <p:stCondLst>
                                            <p:cond delay="0"/>
                                          </p:stCondLst>
                                        </p:cTn>
                                        <p:tgtEl>
                                          <p:spTgt spid="88132"/>
                                        </p:tgtEl>
                                        <p:attrNameLst>
                                          <p:attrName>style.visibility</p:attrName>
                                        </p:attrNameLst>
                                      </p:cBhvr>
                                      <p:to>
                                        <p:strVal val="visible"/>
                                      </p:to>
                                    </p:set>
                                    <p:animEffect transition="in" filter="wipe(left)">
                                      <p:cBhvr>
                                        <p:cTn id="158" dur="500"/>
                                        <p:tgtEl>
                                          <p:spTgt spid="88132"/>
                                        </p:tgtEl>
                                      </p:cBhvr>
                                    </p:animEffect>
                                  </p:childTnLst>
                                </p:cTn>
                              </p:par>
                            </p:childTnLst>
                          </p:cTn>
                        </p:par>
                      </p:childTnLst>
                    </p:cTn>
                  </p:par>
                  <p:par>
                    <p:cTn id="159" fill="hold">
                      <p:stCondLst>
                        <p:cond delay="indefinite"/>
                      </p:stCondLst>
                      <p:childTnLst>
                        <p:par>
                          <p:cTn id="160" fill="hold">
                            <p:stCondLst>
                              <p:cond delay="0"/>
                            </p:stCondLst>
                            <p:childTnLst>
                              <p:par>
                                <p:cTn id="161" presetID="22" presetClass="entr" presetSubtype="8" fill="hold" nodeType="clickEffect">
                                  <p:stCondLst>
                                    <p:cond delay="0"/>
                                  </p:stCondLst>
                                  <p:childTnLst>
                                    <p:set>
                                      <p:cBhvr>
                                        <p:cTn id="162" dur="1" fill="hold">
                                          <p:stCondLst>
                                            <p:cond delay="0"/>
                                          </p:stCondLst>
                                        </p:cTn>
                                        <p:tgtEl>
                                          <p:spTgt spid="88131"/>
                                        </p:tgtEl>
                                        <p:attrNameLst>
                                          <p:attrName>style.visibility</p:attrName>
                                        </p:attrNameLst>
                                      </p:cBhvr>
                                      <p:to>
                                        <p:strVal val="visible"/>
                                      </p:to>
                                    </p:set>
                                    <p:animEffect transition="in" filter="wipe(left)">
                                      <p:cBhvr>
                                        <p:cTn id="163" dur="500"/>
                                        <p:tgtEl>
                                          <p:spTgt spid="88131"/>
                                        </p:tgtEl>
                                      </p:cBhvr>
                                    </p:animEffect>
                                  </p:childTnLst>
                                </p:cTn>
                              </p:par>
                            </p:childTnLst>
                          </p:cTn>
                        </p:par>
                      </p:childTnLst>
                    </p:cTn>
                  </p:par>
                  <p:par>
                    <p:cTn id="164" fill="hold">
                      <p:stCondLst>
                        <p:cond delay="indefinite"/>
                      </p:stCondLst>
                      <p:childTnLst>
                        <p:par>
                          <p:cTn id="165" fill="hold">
                            <p:stCondLst>
                              <p:cond delay="0"/>
                            </p:stCondLst>
                            <p:childTnLst>
                              <p:par>
                                <p:cTn id="166" presetID="9" presetClass="entr" presetSubtype="0" fill="hold" grpId="0" nodeType="clickEffect">
                                  <p:stCondLst>
                                    <p:cond delay="0"/>
                                  </p:stCondLst>
                                  <p:childTnLst>
                                    <p:set>
                                      <p:cBhvr>
                                        <p:cTn id="167" dur="1" fill="hold">
                                          <p:stCondLst>
                                            <p:cond delay="0"/>
                                          </p:stCondLst>
                                        </p:cTn>
                                        <p:tgtEl>
                                          <p:spTgt spid="88148"/>
                                        </p:tgtEl>
                                        <p:attrNameLst>
                                          <p:attrName>style.visibility</p:attrName>
                                        </p:attrNameLst>
                                      </p:cBhvr>
                                      <p:to>
                                        <p:strVal val="visible"/>
                                      </p:to>
                                    </p:set>
                                    <p:animEffect transition="in" filter="dissolve">
                                      <p:cBhvr>
                                        <p:cTn id="168" dur="1000"/>
                                        <p:tgtEl>
                                          <p:spTgt spid="88148"/>
                                        </p:tgtEl>
                                      </p:cBhvr>
                                    </p:animEffect>
                                  </p:childTnLst>
                                </p:cTn>
                              </p:par>
                            </p:childTnLst>
                          </p:cTn>
                        </p:par>
                        <p:par>
                          <p:cTn id="169" fill="hold">
                            <p:stCondLst>
                              <p:cond delay="1000"/>
                            </p:stCondLst>
                            <p:childTnLst>
                              <p:par>
                                <p:cTn id="170" presetID="22" presetClass="entr" presetSubtype="8" fill="hold" grpId="0" nodeType="afterEffect">
                                  <p:stCondLst>
                                    <p:cond delay="0"/>
                                  </p:stCondLst>
                                  <p:childTnLst>
                                    <p:set>
                                      <p:cBhvr>
                                        <p:cTn id="171" dur="1" fill="hold">
                                          <p:stCondLst>
                                            <p:cond delay="0"/>
                                          </p:stCondLst>
                                        </p:cTn>
                                        <p:tgtEl>
                                          <p:spTgt spid="88145"/>
                                        </p:tgtEl>
                                        <p:attrNameLst>
                                          <p:attrName>style.visibility</p:attrName>
                                        </p:attrNameLst>
                                      </p:cBhvr>
                                      <p:to>
                                        <p:strVal val="visible"/>
                                      </p:to>
                                    </p:set>
                                    <p:animEffect transition="in" filter="wipe(left)">
                                      <p:cBhvr>
                                        <p:cTn id="172" dur="500"/>
                                        <p:tgtEl>
                                          <p:spTgt spid="88145"/>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grpId="0" nodeType="clickEffect">
                                  <p:stCondLst>
                                    <p:cond delay="0"/>
                                  </p:stCondLst>
                                  <p:childTnLst>
                                    <p:set>
                                      <p:cBhvr>
                                        <p:cTn id="176" dur="1" fill="hold">
                                          <p:stCondLst>
                                            <p:cond delay="0"/>
                                          </p:stCondLst>
                                        </p:cTn>
                                        <p:tgtEl>
                                          <p:spTgt spid="88146"/>
                                        </p:tgtEl>
                                        <p:attrNameLst>
                                          <p:attrName>style.visibility</p:attrName>
                                        </p:attrNameLst>
                                      </p:cBhvr>
                                      <p:to>
                                        <p:strVal val="visible"/>
                                      </p:to>
                                    </p:set>
                                    <p:animEffect transition="in" filter="wipe(left)">
                                      <p:cBhvr>
                                        <p:cTn id="177" dur="500"/>
                                        <p:tgtEl>
                                          <p:spTgt spid="88146"/>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ntr" presetSubtype="8" fill="hold" nodeType="clickEffect">
                                  <p:stCondLst>
                                    <p:cond delay="0"/>
                                  </p:stCondLst>
                                  <p:childTnLst>
                                    <p:set>
                                      <p:cBhvr>
                                        <p:cTn id="181" dur="1" fill="hold">
                                          <p:stCondLst>
                                            <p:cond delay="0"/>
                                          </p:stCondLst>
                                        </p:cTn>
                                        <p:tgtEl>
                                          <p:spTgt spid="88147"/>
                                        </p:tgtEl>
                                        <p:attrNameLst>
                                          <p:attrName>style.visibility</p:attrName>
                                        </p:attrNameLst>
                                      </p:cBhvr>
                                      <p:to>
                                        <p:strVal val="visible"/>
                                      </p:to>
                                    </p:set>
                                    <p:animEffect transition="in" filter="wipe(left)">
                                      <p:cBhvr>
                                        <p:cTn id="182" dur="500"/>
                                        <p:tgtEl>
                                          <p:spTgt spid="88147"/>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8" fill="hold" grpId="0" nodeType="clickEffect">
                                  <p:stCondLst>
                                    <p:cond delay="0"/>
                                  </p:stCondLst>
                                  <p:childTnLst>
                                    <p:set>
                                      <p:cBhvr>
                                        <p:cTn id="186" dur="1" fill="hold">
                                          <p:stCondLst>
                                            <p:cond delay="0"/>
                                          </p:stCondLst>
                                        </p:cTn>
                                        <p:tgtEl>
                                          <p:spTgt spid="88143"/>
                                        </p:tgtEl>
                                        <p:attrNameLst>
                                          <p:attrName>style.visibility</p:attrName>
                                        </p:attrNameLst>
                                      </p:cBhvr>
                                      <p:to>
                                        <p:strVal val="visible"/>
                                      </p:to>
                                    </p:set>
                                    <p:animEffect transition="in" filter="wipe(left)">
                                      <p:cBhvr>
                                        <p:cTn id="187" dur="500"/>
                                        <p:tgtEl>
                                          <p:spTgt spid="88143"/>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8" fill="hold" grpId="0" nodeType="clickEffect">
                                  <p:stCondLst>
                                    <p:cond delay="0"/>
                                  </p:stCondLst>
                                  <p:childTnLst>
                                    <p:set>
                                      <p:cBhvr>
                                        <p:cTn id="191" dur="1" fill="hold">
                                          <p:stCondLst>
                                            <p:cond delay="0"/>
                                          </p:stCondLst>
                                        </p:cTn>
                                        <p:tgtEl>
                                          <p:spTgt spid="88144"/>
                                        </p:tgtEl>
                                        <p:attrNameLst>
                                          <p:attrName>style.visibility</p:attrName>
                                        </p:attrNameLst>
                                      </p:cBhvr>
                                      <p:to>
                                        <p:strVal val="visible"/>
                                      </p:to>
                                    </p:set>
                                    <p:animEffect transition="in" filter="wipe(left)">
                                      <p:cBhvr>
                                        <p:cTn id="192" dur="500"/>
                                        <p:tgtEl>
                                          <p:spTgt spid="88144"/>
                                        </p:tgtEl>
                                      </p:cBhvr>
                                    </p:animEffect>
                                  </p:childTnLst>
                                </p:cTn>
                              </p:par>
                            </p:childTnLst>
                          </p:cTn>
                        </p:par>
                      </p:childTnLst>
                    </p:cTn>
                  </p:par>
                  <p:par>
                    <p:cTn id="193" fill="hold">
                      <p:stCondLst>
                        <p:cond delay="indefinite"/>
                      </p:stCondLst>
                      <p:childTnLst>
                        <p:par>
                          <p:cTn id="194" fill="hold">
                            <p:stCondLst>
                              <p:cond delay="0"/>
                            </p:stCondLst>
                            <p:childTnLst>
                              <p:par>
                                <p:cTn id="195" presetID="22" presetClass="entr" presetSubtype="8" fill="hold" grpId="0" nodeType="clickEffect">
                                  <p:stCondLst>
                                    <p:cond delay="0"/>
                                  </p:stCondLst>
                                  <p:childTnLst>
                                    <p:set>
                                      <p:cBhvr>
                                        <p:cTn id="196" dur="1" fill="hold">
                                          <p:stCondLst>
                                            <p:cond delay="0"/>
                                          </p:stCondLst>
                                        </p:cTn>
                                        <p:tgtEl>
                                          <p:spTgt spid="88149"/>
                                        </p:tgtEl>
                                        <p:attrNameLst>
                                          <p:attrName>style.visibility</p:attrName>
                                        </p:attrNameLst>
                                      </p:cBhvr>
                                      <p:to>
                                        <p:strVal val="visible"/>
                                      </p:to>
                                    </p:set>
                                    <p:animEffect transition="in" filter="wipe(left)">
                                      <p:cBhvr>
                                        <p:cTn id="197" dur="1000"/>
                                        <p:tgtEl>
                                          <p:spTgt spid="88149"/>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8" fill="hold" nodeType="clickEffect">
                                  <p:stCondLst>
                                    <p:cond delay="0"/>
                                  </p:stCondLst>
                                  <p:childTnLst>
                                    <p:set>
                                      <p:cBhvr>
                                        <p:cTn id="201" dur="1" fill="hold">
                                          <p:stCondLst>
                                            <p:cond delay="0"/>
                                          </p:stCondLst>
                                        </p:cTn>
                                        <p:tgtEl>
                                          <p:spTgt spid="88150"/>
                                        </p:tgtEl>
                                        <p:attrNameLst>
                                          <p:attrName>style.visibility</p:attrName>
                                        </p:attrNameLst>
                                      </p:cBhvr>
                                      <p:to>
                                        <p:strVal val="visible"/>
                                      </p:to>
                                    </p:set>
                                    <p:animEffect transition="in" filter="wipe(left)">
                                      <p:cBhvr>
                                        <p:cTn id="202" dur="500"/>
                                        <p:tgtEl>
                                          <p:spTgt spid="88150"/>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8" fill="hold" nodeType="clickEffect">
                                  <p:stCondLst>
                                    <p:cond delay="0"/>
                                  </p:stCondLst>
                                  <p:childTnLst>
                                    <p:set>
                                      <p:cBhvr>
                                        <p:cTn id="206" dur="1" fill="hold">
                                          <p:stCondLst>
                                            <p:cond delay="0"/>
                                          </p:stCondLst>
                                        </p:cTn>
                                        <p:tgtEl>
                                          <p:spTgt spid="88151"/>
                                        </p:tgtEl>
                                        <p:attrNameLst>
                                          <p:attrName>style.visibility</p:attrName>
                                        </p:attrNameLst>
                                      </p:cBhvr>
                                      <p:to>
                                        <p:strVal val="visible"/>
                                      </p:to>
                                    </p:set>
                                    <p:animEffect transition="in" filter="wipe(left)">
                                      <p:cBhvr>
                                        <p:cTn id="207" dur="500"/>
                                        <p:tgtEl>
                                          <p:spTgt spid="88151"/>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8" fill="hold" nodeType="clickEffect">
                                  <p:stCondLst>
                                    <p:cond delay="0"/>
                                  </p:stCondLst>
                                  <p:childTnLst>
                                    <p:set>
                                      <p:cBhvr>
                                        <p:cTn id="211" dur="1" fill="hold">
                                          <p:stCondLst>
                                            <p:cond delay="0"/>
                                          </p:stCondLst>
                                        </p:cTn>
                                        <p:tgtEl>
                                          <p:spTgt spid="88152"/>
                                        </p:tgtEl>
                                        <p:attrNameLst>
                                          <p:attrName>style.visibility</p:attrName>
                                        </p:attrNameLst>
                                      </p:cBhvr>
                                      <p:to>
                                        <p:strVal val="visible"/>
                                      </p:to>
                                    </p:set>
                                    <p:animEffect transition="in" filter="wipe(left)">
                                      <p:cBhvr>
                                        <p:cTn id="212" dur="500"/>
                                        <p:tgtEl>
                                          <p:spTgt spid="88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7" grpId="0" autoUpdateAnimBg="0"/>
      <p:bldP spid="88107" grpId="0" animBg="1"/>
      <p:bldP spid="88108" grpId="0" animBg="1"/>
      <p:bldP spid="88109" grpId="0" animBg="1"/>
      <p:bldP spid="88110" grpId="0" autoUpdateAnimBg="0"/>
      <p:bldP spid="88111" grpId="0" animBg="1"/>
      <p:bldP spid="88112" grpId="0" autoUpdateAnimBg="0"/>
      <p:bldP spid="88115" grpId="0" animBg="1"/>
      <p:bldP spid="88117" grpId="0" animBg="1"/>
      <p:bldP spid="88118" grpId="0" animBg="1"/>
      <p:bldP spid="88124" grpId="0" autoUpdateAnimBg="0"/>
      <p:bldP spid="88127" grpId="0" autoUpdateAnimBg="0"/>
      <p:bldP spid="88128" grpId="0" autoUpdateAnimBg="0"/>
      <p:bldP spid="88130" grpId="0" autoUpdateAnimBg="0"/>
      <p:bldP spid="88132" grpId="0" animBg="1"/>
      <p:bldP spid="88134" grpId="0"/>
      <p:bldP spid="88136" grpId="0" autoUpdateAnimBg="0"/>
      <p:bldP spid="88137" grpId="0" animBg="1"/>
      <p:bldP spid="88138" grpId="0" animBg="1"/>
      <p:bldP spid="88139" grpId="0" animBg="1"/>
      <p:bldP spid="88143" grpId="0" autoUpdateAnimBg="0"/>
      <p:bldP spid="88144" grpId="0" autoUpdateAnimBg="0"/>
      <p:bldP spid="88145" grpId="0" autoUpdateAnimBg="0"/>
      <p:bldP spid="88146" grpId="0" autoUpdateAnimBg="0"/>
      <p:bldP spid="88148" grpId="0" animBg="1"/>
      <p:bldP spid="8814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p:cNvSpPr txBox="1">
            <a:spLocks noChangeArrowheads="1"/>
          </p:cNvSpPr>
          <p:nvPr/>
        </p:nvSpPr>
        <p:spPr bwMode="auto">
          <a:xfrm>
            <a:off x="150813" y="450850"/>
            <a:ext cx="4511675"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rPr>
              <a:t>3.2.2  </a:t>
            </a:r>
            <a:r>
              <a:rPr lang="zh-CN" altLang="en-US" b="1" i="0">
                <a:solidFill>
                  <a:srgbClr val="0000FF"/>
                </a:solidFill>
                <a:latin typeface="Times New Roman" panose="02020603050405020304" pitchFamily="18" charset="0"/>
              </a:rPr>
              <a:t>动能  动能定理</a:t>
            </a:r>
            <a:endParaRPr lang="zh-CN" altLang="en-US" b="1" i="0">
              <a:solidFill>
                <a:srgbClr val="0000FF"/>
              </a:solidFill>
              <a:latin typeface="Times New Roman" panose="02020603050405020304" pitchFamily="18" charset="0"/>
            </a:endParaRPr>
          </a:p>
        </p:txBody>
      </p:sp>
      <p:sp>
        <p:nvSpPr>
          <p:cNvPr id="89091" name="Text Box 3"/>
          <p:cNvSpPr txBox="1">
            <a:spLocks noChangeArrowheads="1"/>
          </p:cNvSpPr>
          <p:nvPr/>
        </p:nvSpPr>
        <p:spPr bwMode="auto">
          <a:xfrm>
            <a:off x="161925" y="1036638"/>
            <a:ext cx="6227763" cy="457200"/>
          </a:xfrm>
          <a:prstGeom prst="rect">
            <a:avLst/>
          </a:prstGeom>
          <a:noFill/>
          <a:ln w="9525">
            <a:noFill/>
            <a:miter lim="800000"/>
          </a:ln>
        </p:spPr>
        <p:txBody>
          <a:bodyPr>
            <a:spAutoFit/>
          </a:bodyPr>
          <a:lstStyle/>
          <a:p>
            <a:pPr algn="l"/>
            <a:r>
              <a:rPr lang="en-US" altLang="zh-CN" b="1" i="0">
                <a:solidFill>
                  <a:schemeClr val="accent2"/>
                </a:solidFill>
                <a:latin typeface="Times New Roman" panose="02020603050405020304" pitchFamily="18" charset="0"/>
              </a:rPr>
              <a:t>1</a:t>
            </a:r>
            <a:r>
              <a:rPr lang="zh-CN" altLang="en-US" b="1" i="0">
                <a:solidFill>
                  <a:schemeClr val="accent2"/>
                </a:solidFill>
                <a:latin typeface="Times New Roman" panose="02020603050405020304" pitchFamily="18" charset="0"/>
              </a:rPr>
              <a:t>、质点的动能定理</a:t>
            </a:r>
            <a:r>
              <a:rPr lang="zh-CN" altLang="en-US" b="1" i="0">
                <a:solidFill>
                  <a:srgbClr val="FF6600"/>
                </a:solidFill>
                <a:latin typeface="Times New Roman" panose="02020603050405020304" pitchFamily="18" charset="0"/>
              </a:rPr>
              <a:t>（合力的功）</a:t>
            </a:r>
            <a:r>
              <a:rPr lang="zh-CN" altLang="en-US" i="0">
                <a:solidFill>
                  <a:srgbClr val="FFFF00"/>
                </a:solidFill>
                <a:latin typeface="Times New Roman" panose="02020603050405020304" pitchFamily="18" charset="0"/>
              </a:rPr>
              <a:t> </a:t>
            </a:r>
            <a:endParaRPr lang="zh-CN" altLang="en-US" i="0">
              <a:solidFill>
                <a:srgbClr val="FFFF00"/>
              </a:solidFill>
              <a:latin typeface="Times New Roman" panose="02020603050405020304" pitchFamily="18" charset="0"/>
            </a:endParaRPr>
          </a:p>
        </p:txBody>
      </p:sp>
      <p:graphicFrame>
        <p:nvGraphicFramePr>
          <p:cNvPr id="89102" name="Object 14"/>
          <p:cNvGraphicFramePr>
            <a:graphicFrameLocks noChangeAspect="1"/>
          </p:cNvGraphicFramePr>
          <p:nvPr/>
        </p:nvGraphicFramePr>
        <p:xfrm>
          <a:off x="1241425" y="1757363"/>
          <a:ext cx="1352550" cy="366712"/>
        </p:xfrm>
        <a:graphic>
          <a:graphicData uri="http://schemas.openxmlformats.org/presentationml/2006/ole">
            <mc:AlternateContent xmlns:mc="http://schemas.openxmlformats.org/markup-compatibility/2006">
              <mc:Choice xmlns:v="urn:schemas-microsoft-com:vml" Requires="v">
                <p:oleObj spid="_x0000_s25601" name="公式" r:id="rId1" imgW="17983200" imgH="4876800" progId="Equation.3">
                  <p:embed/>
                </p:oleObj>
              </mc:Choice>
              <mc:Fallback>
                <p:oleObj name="公式" r:id="rId1" imgW="17983200" imgH="4876800" progId="Equation.3">
                  <p:embed/>
                  <p:pic>
                    <p:nvPicPr>
                      <p:cNvPr id="0" name="Object 14"/>
                      <p:cNvPicPr>
                        <a:picLocks noChangeAspect="1"/>
                      </p:cNvPicPr>
                      <p:nvPr/>
                    </p:nvPicPr>
                    <p:blipFill>
                      <a:blip r:embed="rId2"/>
                      <a:stretch>
                        <a:fillRect/>
                      </a:stretch>
                    </p:blipFill>
                    <p:spPr>
                      <a:xfrm>
                        <a:off x="1241425" y="1757363"/>
                        <a:ext cx="1352550" cy="366712"/>
                      </a:xfrm>
                      <a:prstGeom prst="rect">
                        <a:avLst/>
                      </a:prstGeom>
                      <a:noFill/>
                      <a:ln w="9525">
                        <a:noFill/>
                      </a:ln>
                    </p:spPr>
                  </p:pic>
                </p:oleObj>
              </mc:Fallback>
            </mc:AlternateContent>
          </a:graphicData>
        </a:graphic>
      </p:graphicFrame>
      <p:graphicFrame>
        <p:nvGraphicFramePr>
          <p:cNvPr id="89103" name="Object 15"/>
          <p:cNvGraphicFramePr>
            <a:graphicFrameLocks noChangeAspect="1"/>
          </p:cNvGraphicFramePr>
          <p:nvPr/>
        </p:nvGraphicFramePr>
        <p:xfrm>
          <a:off x="2681288" y="1573213"/>
          <a:ext cx="1366837" cy="730250"/>
        </p:xfrm>
        <a:graphic>
          <a:graphicData uri="http://schemas.openxmlformats.org/presentationml/2006/ole">
            <mc:AlternateContent xmlns:mc="http://schemas.openxmlformats.org/markup-compatibility/2006">
              <mc:Choice xmlns:v="urn:schemas-microsoft-com:vml" Requires="v">
                <p:oleObj spid="_x0000_s25603" name="公式" r:id="rId3" imgW="18288000" imgH="9753600" progId="Equation.3">
                  <p:embed/>
                </p:oleObj>
              </mc:Choice>
              <mc:Fallback>
                <p:oleObj name="公式" r:id="rId3" imgW="18288000" imgH="9753600" progId="Equation.3">
                  <p:embed/>
                  <p:pic>
                    <p:nvPicPr>
                      <p:cNvPr id="0" name="Object 15"/>
                      <p:cNvPicPr>
                        <a:picLocks noChangeAspect="1"/>
                      </p:cNvPicPr>
                      <p:nvPr/>
                    </p:nvPicPr>
                    <p:blipFill>
                      <a:blip r:embed="rId4"/>
                      <a:stretch>
                        <a:fillRect/>
                      </a:stretch>
                    </p:blipFill>
                    <p:spPr>
                      <a:xfrm>
                        <a:off x="2681288" y="1573213"/>
                        <a:ext cx="1366837" cy="730250"/>
                      </a:xfrm>
                      <a:prstGeom prst="rect">
                        <a:avLst/>
                      </a:prstGeom>
                      <a:noFill/>
                      <a:ln w="9525">
                        <a:noFill/>
                      </a:ln>
                    </p:spPr>
                  </p:pic>
                </p:oleObj>
              </mc:Fallback>
            </mc:AlternateContent>
          </a:graphicData>
        </a:graphic>
      </p:graphicFrame>
      <p:graphicFrame>
        <p:nvGraphicFramePr>
          <p:cNvPr id="89104" name="Object 16"/>
          <p:cNvGraphicFramePr>
            <a:graphicFrameLocks noChangeAspect="1"/>
          </p:cNvGraphicFramePr>
          <p:nvPr/>
        </p:nvGraphicFramePr>
        <p:xfrm>
          <a:off x="4141788" y="1803400"/>
          <a:ext cx="1190625" cy="320675"/>
        </p:xfrm>
        <a:graphic>
          <a:graphicData uri="http://schemas.openxmlformats.org/presentationml/2006/ole">
            <mc:AlternateContent xmlns:mc="http://schemas.openxmlformats.org/markup-compatibility/2006">
              <mc:Choice xmlns:v="urn:schemas-microsoft-com:vml" Requires="v">
                <p:oleObj spid="_x0000_s25604" name="公式" r:id="rId5" imgW="15849600" imgH="4267200" progId="Equation.3">
                  <p:embed/>
                </p:oleObj>
              </mc:Choice>
              <mc:Fallback>
                <p:oleObj name="公式" r:id="rId5" imgW="15849600" imgH="4267200" progId="Equation.3">
                  <p:embed/>
                  <p:pic>
                    <p:nvPicPr>
                      <p:cNvPr id="0" name="Object 16"/>
                      <p:cNvPicPr>
                        <a:picLocks noChangeAspect="1"/>
                      </p:cNvPicPr>
                      <p:nvPr/>
                    </p:nvPicPr>
                    <p:blipFill>
                      <a:blip r:embed="rId6"/>
                      <a:stretch>
                        <a:fillRect/>
                      </a:stretch>
                    </p:blipFill>
                    <p:spPr>
                      <a:xfrm>
                        <a:off x="4141788" y="1803400"/>
                        <a:ext cx="1190625" cy="320675"/>
                      </a:xfrm>
                      <a:prstGeom prst="rect">
                        <a:avLst/>
                      </a:prstGeom>
                      <a:noFill/>
                      <a:ln w="9525">
                        <a:noFill/>
                      </a:ln>
                    </p:spPr>
                  </p:pic>
                </p:oleObj>
              </mc:Fallback>
            </mc:AlternateContent>
          </a:graphicData>
        </a:graphic>
      </p:graphicFrame>
      <p:graphicFrame>
        <p:nvGraphicFramePr>
          <p:cNvPr id="89105" name="Object 17"/>
          <p:cNvGraphicFramePr>
            <a:graphicFrameLocks noChangeAspect="1"/>
          </p:cNvGraphicFramePr>
          <p:nvPr/>
        </p:nvGraphicFramePr>
        <p:xfrm>
          <a:off x="5408613" y="1797050"/>
          <a:ext cx="1008062" cy="320675"/>
        </p:xfrm>
        <a:graphic>
          <a:graphicData uri="http://schemas.openxmlformats.org/presentationml/2006/ole">
            <mc:AlternateContent xmlns:mc="http://schemas.openxmlformats.org/markup-compatibility/2006">
              <mc:Choice xmlns:v="urn:schemas-microsoft-com:vml" Requires="v">
                <p:oleObj spid="_x0000_s25605" name="公式" r:id="rId7" imgW="13411200" imgH="4267200" progId="Equation.3">
                  <p:embed/>
                </p:oleObj>
              </mc:Choice>
              <mc:Fallback>
                <p:oleObj name="公式" r:id="rId7" imgW="13411200" imgH="4267200" progId="Equation.3">
                  <p:embed/>
                  <p:pic>
                    <p:nvPicPr>
                      <p:cNvPr id="0" name="Object 17"/>
                      <p:cNvPicPr>
                        <a:picLocks noChangeAspect="1"/>
                      </p:cNvPicPr>
                      <p:nvPr/>
                    </p:nvPicPr>
                    <p:blipFill>
                      <a:blip r:embed="rId8"/>
                      <a:stretch>
                        <a:fillRect/>
                      </a:stretch>
                    </p:blipFill>
                    <p:spPr>
                      <a:xfrm>
                        <a:off x="5408613" y="1797050"/>
                        <a:ext cx="1008062" cy="320675"/>
                      </a:xfrm>
                      <a:prstGeom prst="rect">
                        <a:avLst/>
                      </a:prstGeom>
                      <a:noFill/>
                      <a:ln w="9525">
                        <a:noFill/>
                      </a:ln>
                    </p:spPr>
                  </p:pic>
                </p:oleObj>
              </mc:Fallback>
            </mc:AlternateContent>
          </a:graphicData>
        </a:graphic>
      </p:graphicFrame>
      <p:graphicFrame>
        <p:nvGraphicFramePr>
          <p:cNvPr id="89106" name="Object 18"/>
          <p:cNvGraphicFramePr>
            <a:graphicFrameLocks noChangeAspect="1"/>
          </p:cNvGraphicFramePr>
          <p:nvPr/>
        </p:nvGraphicFramePr>
        <p:xfrm>
          <a:off x="2138363" y="2317750"/>
          <a:ext cx="1982787" cy="661988"/>
        </p:xfrm>
        <a:graphic>
          <a:graphicData uri="http://schemas.openxmlformats.org/presentationml/2006/ole">
            <mc:AlternateContent xmlns:mc="http://schemas.openxmlformats.org/markup-compatibility/2006">
              <mc:Choice xmlns:v="urn:schemas-microsoft-com:vml" Requires="v">
                <p:oleObj spid="_x0000_s25606" name="公式" r:id="rId9" imgW="26517600" imgH="8839200" progId="Equation.3">
                  <p:embed/>
                </p:oleObj>
              </mc:Choice>
              <mc:Fallback>
                <p:oleObj name="公式" r:id="rId9" imgW="26517600" imgH="8839200" progId="Equation.3">
                  <p:embed/>
                  <p:pic>
                    <p:nvPicPr>
                      <p:cNvPr id="0" name="Object 18"/>
                      <p:cNvPicPr>
                        <a:picLocks noChangeAspect="1"/>
                      </p:cNvPicPr>
                      <p:nvPr/>
                    </p:nvPicPr>
                    <p:blipFill>
                      <a:blip r:embed="rId10"/>
                      <a:stretch>
                        <a:fillRect/>
                      </a:stretch>
                    </p:blipFill>
                    <p:spPr>
                      <a:xfrm>
                        <a:off x="2138363" y="2317750"/>
                        <a:ext cx="1982787" cy="661988"/>
                      </a:xfrm>
                      <a:prstGeom prst="rect">
                        <a:avLst/>
                      </a:prstGeom>
                      <a:noFill/>
                      <a:ln w="9525">
                        <a:noFill/>
                      </a:ln>
                    </p:spPr>
                  </p:pic>
                </p:oleObj>
              </mc:Fallback>
            </mc:AlternateContent>
          </a:graphicData>
        </a:graphic>
      </p:graphicFrame>
      <p:graphicFrame>
        <p:nvGraphicFramePr>
          <p:cNvPr id="89107" name="Object 19"/>
          <p:cNvGraphicFramePr>
            <a:graphicFrameLocks noChangeAspect="1"/>
          </p:cNvGraphicFramePr>
          <p:nvPr/>
        </p:nvGraphicFramePr>
        <p:xfrm>
          <a:off x="1422400" y="3067050"/>
          <a:ext cx="3743325" cy="730250"/>
        </p:xfrm>
        <a:graphic>
          <a:graphicData uri="http://schemas.openxmlformats.org/presentationml/2006/ole">
            <mc:AlternateContent xmlns:mc="http://schemas.openxmlformats.org/markup-compatibility/2006">
              <mc:Choice xmlns:v="urn:schemas-microsoft-com:vml" Requires="v">
                <p:oleObj spid="_x0000_s25607" name="公式" r:id="rId11" imgW="49987200" imgH="9753600" progId="Equation.3">
                  <p:embed/>
                </p:oleObj>
              </mc:Choice>
              <mc:Fallback>
                <p:oleObj name="公式" r:id="rId11" imgW="49987200" imgH="9753600" progId="Equation.3">
                  <p:embed/>
                  <p:pic>
                    <p:nvPicPr>
                      <p:cNvPr id="0" name="Object 19"/>
                      <p:cNvPicPr>
                        <a:picLocks noChangeAspect="1"/>
                      </p:cNvPicPr>
                      <p:nvPr/>
                    </p:nvPicPr>
                    <p:blipFill>
                      <a:blip r:embed="rId12"/>
                      <a:stretch>
                        <a:fillRect/>
                      </a:stretch>
                    </p:blipFill>
                    <p:spPr>
                      <a:xfrm>
                        <a:off x="1422400" y="3067050"/>
                        <a:ext cx="3743325" cy="730250"/>
                      </a:xfrm>
                      <a:prstGeom prst="rect">
                        <a:avLst/>
                      </a:prstGeom>
                      <a:solidFill>
                        <a:srgbClr val="CCFFFF"/>
                      </a:solidFill>
                      <a:ln w="19050" cap="flat" cmpd="sng">
                        <a:solidFill>
                          <a:srgbClr val="00FFFF"/>
                        </a:solidFill>
                        <a:prstDash val="solid"/>
                        <a:miter/>
                        <a:headEnd type="none" w="med" len="med"/>
                        <a:tailEnd type="none" w="med" len="med"/>
                      </a:ln>
                    </p:spPr>
                  </p:pic>
                </p:oleObj>
              </mc:Fallback>
            </mc:AlternateContent>
          </a:graphicData>
        </a:graphic>
      </p:graphicFrame>
      <p:sp>
        <p:nvSpPr>
          <p:cNvPr id="89108" name="Text Box 20"/>
          <p:cNvSpPr txBox="1">
            <a:spLocks noChangeArrowheads="1"/>
          </p:cNvSpPr>
          <p:nvPr/>
        </p:nvSpPr>
        <p:spPr bwMode="auto">
          <a:xfrm>
            <a:off x="438150" y="3870325"/>
            <a:ext cx="7689850" cy="1016000"/>
          </a:xfrm>
          <a:prstGeom prst="rect">
            <a:avLst/>
          </a:prstGeom>
          <a:solidFill>
            <a:srgbClr val="CCFFCC"/>
          </a:solidFill>
          <a:ln w="9525">
            <a:solidFill>
              <a:srgbClr val="00FF00"/>
            </a:solidFill>
            <a:miter lim="800000"/>
          </a:ln>
        </p:spPr>
        <p:txBody>
          <a:bodyPr>
            <a:spAutoFit/>
          </a:bodyPr>
          <a:lstStyle/>
          <a:p>
            <a:pPr>
              <a:lnSpc>
                <a:spcPct val="125000"/>
              </a:lnSpc>
            </a:pPr>
            <a:r>
              <a:rPr lang="zh-CN" altLang="en-US" b="1" i="0">
                <a:solidFill>
                  <a:srgbClr val="990000"/>
                </a:solidFill>
                <a:latin typeface="Times New Roman" panose="02020603050405020304" pitchFamily="18" charset="0"/>
              </a:rPr>
              <a:t>作用于质点的合外力在某一过程中对质点所作的功，等于质点在同一过程的始、末两个状态动能的增量。</a:t>
            </a:r>
            <a:r>
              <a:rPr lang="zh-CN" altLang="en-US" i="0">
                <a:solidFill>
                  <a:srgbClr val="990000"/>
                </a:solidFill>
                <a:latin typeface="Times New Roman" panose="02020603050405020304" pitchFamily="18" charset="0"/>
              </a:rPr>
              <a:t> </a:t>
            </a:r>
            <a:endParaRPr lang="zh-CN" altLang="en-US" i="0">
              <a:solidFill>
                <a:srgbClr val="990000"/>
              </a:solidFill>
              <a:latin typeface="Times New Roman" panose="02020603050405020304" pitchFamily="18" charset="0"/>
            </a:endParaRPr>
          </a:p>
        </p:txBody>
      </p:sp>
      <p:sp>
        <p:nvSpPr>
          <p:cNvPr id="89109" name="Text Box 21"/>
          <p:cNvSpPr txBox="1">
            <a:spLocks noChangeArrowheads="1"/>
          </p:cNvSpPr>
          <p:nvPr/>
        </p:nvSpPr>
        <p:spPr bwMode="auto">
          <a:xfrm>
            <a:off x="765175" y="5499100"/>
            <a:ext cx="5883275"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(1) </a:t>
            </a:r>
            <a:r>
              <a:rPr lang="en-US" altLang="zh-CN" b="1">
                <a:solidFill>
                  <a:srgbClr val="FF6600"/>
                </a:solidFill>
                <a:latin typeface="Times New Roman" panose="02020603050405020304" pitchFamily="18" charset="0"/>
              </a:rPr>
              <a:t>E</a:t>
            </a:r>
            <a:r>
              <a:rPr lang="en-US" altLang="zh-CN" b="1" baseline="-25000">
                <a:solidFill>
                  <a:srgbClr val="FF6600"/>
                </a:solidFill>
                <a:latin typeface="Times New Roman" panose="02020603050405020304" pitchFamily="18" charset="0"/>
              </a:rPr>
              <a:t>k </a:t>
            </a:r>
            <a:r>
              <a:rPr lang="zh-CN" altLang="en-US" b="1" i="0">
                <a:solidFill>
                  <a:schemeClr val="bg1"/>
                </a:solidFill>
                <a:latin typeface="Times New Roman" panose="02020603050405020304" pitchFamily="18" charset="0"/>
              </a:rPr>
              <a:t>是一个状态量</a:t>
            </a:r>
            <a:r>
              <a:rPr lang="en-US" altLang="zh-CN" b="1" i="0">
                <a:solidFill>
                  <a:schemeClr val="bg1"/>
                </a:solidFill>
                <a:latin typeface="Times New Roman" panose="02020603050405020304" pitchFamily="18" charset="0"/>
              </a:rPr>
              <a:t>,  </a:t>
            </a:r>
            <a:r>
              <a:rPr lang="en-US" altLang="zh-CN" b="1">
                <a:solidFill>
                  <a:srgbClr val="FF6600"/>
                </a:solidFill>
                <a:latin typeface="Times New Roman" panose="02020603050405020304" pitchFamily="18" charset="0"/>
              </a:rPr>
              <a:t>A</a:t>
            </a:r>
            <a:r>
              <a:rPr lang="en-US" altLang="zh-CN" b="1" i="0">
                <a:solidFill>
                  <a:srgbClr val="FF6600"/>
                </a:solidFill>
                <a:latin typeface="Times New Roman" panose="02020603050405020304" pitchFamily="18" charset="0"/>
              </a:rPr>
              <a:t> </a:t>
            </a:r>
            <a:r>
              <a:rPr lang="zh-CN" altLang="en-US" b="1" i="0">
                <a:solidFill>
                  <a:schemeClr val="bg1"/>
                </a:solidFill>
                <a:latin typeface="Times New Roman" panose="02020603050405020304" pitchFamily="18" charset="0"/>
              </a:rPr>
              <a:t>是过程量。</a:t>
            </a:r>
            <a:endParaRPr lang="zh-CN" altLang="en-US" b="1" i="0">
              <a:solidFill>
                <a:schemeClr val="bg1"/>
              </a:solidFill>
              <a:latin typeface="Times New Roman" panose="02020603050405020304" pitchFamily="18" charset="0"/>
            </a:endParaRPr>
          </a:p>
        </p:txBody>
      </p:sp>
      <p:sp>
        <p:nvSpPr>
          <p:cNvPr id="89110" name="Text Box 22"/>
          <p:cNvSpPr txBox="1">
            <a:spLocks noChangeArrowheads="1"/>
          </p:cNvSpPr>
          <p:nvPr/>
        </p:nvSpPr>
        <p:spPr bwMode="auto">
          <a:xfrm>
            <a:off x="762000" y="6083300"/>
            <a:ext cx="480060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动能定律只适用于</a:t>
            </a:r>
            <a:r>
              <a:rPr lang="zh-CN" altLang="en-US" b="1" i="0">
                <a:solidFill>
                  <a:srgbClr val="FF6600"/>
                </a:solidFill>
                <a:latin typeface="Times New Roman" panose="02020603050405020304" pitchFamily="18" charset="0"/>
              </a:rPr>
              <a:t>惯性系</a:t>
            </a:r>
            <a:r>
              <a:rPr lang="zh-CN" altLang="en-US" b="1" i="0">
                <a:solidFill>
                  <a:schemeClr val="bg1"/>
                </a:solidFill>
                <a:latin typeface="Times New Roman" panose="02020603050405020304" pitchFamily="18" charset="0"/>
              </a:rPr>
              <a:t>。</a:t>
            </a:r>
            <a:endParaRPr lang="zh-CN" altLang="en-US" b="1" i="0">
              <a:solidFill>
                <a:schemeClr val="bg1"/>
              </a:solidFill>
              <a:latin typeface="Times New Roman" panose="02020603050405020304" pitchFamily="18" charset="0"/>
            </a:endParaRPr>
          </a:p>
        </p:txBody>
      </p:sp>
      <p:sp>
        <p:nvSpPr>
          <p:cNvPr id="89111" name="Text Box 23"/>
          <p:cNvSpPr txBox="1">
            <a:spLocks noChangeArrowheads="1"/>
          </p:cNvSpPr>
          <p:nvPr/>
        </p:nvSpPr>
        <p:spPr bwMode="auto">
          <a:xfrm>
            <a:off x="523875" y="4987925"/>
            <a:ext cx="1752600" cy="457200"/>
          </a:xfrm>
          <a:prstGeom prst="rect">
            <a:avLst/>
          </a:prstGeom>
          <a:noFill/>
          <a:ln w="9525">
            <a:noFill/>
            <a:miter lim="800000"/>
          </a:ln>
        </p:spPr>
        <p:txBody>
          <a:bodyPr>
            <a:spAutoFit/>
          </a:bodyPr>
          <a:lstStyle/>
          <a:p>
            <a:pPr algn="l">
              <a:buClr>
                <a:srgbClr val="990033"/>
              </a:buClr>
              <a:buFont typeface="Wingdings" panose="05000000000000000000" pitchFamily="2" charset="2"/>
              <a:buNone/>
            </a:pPr>
            <a:r>
              <a:rPr lang="zh-CN" altLang="en-US" b="1" i="0">
                <a:solidFill>
                  <a:srgbClr val="FF6600"/>
                </a:solidFill>
                <a:latin typeface="Times New Roman" panose="02020603050405020304" pitchFamily="18" charset="0"/>
              </a:rPr>
              <a:t>说明</a:t>
            </a:r>
            <a:endParaRPr lang="zh-CN" altLang="en-US" b="1" i="0">
              <a:solidFill>
                <a:srgbClr val="FF6600"/>
              </a:solidFill>
              <a:latin typeface="Times New Roman" panose="02020603050405020304" pitchFamily="18" charset="0"/>
            </a:endParaRPr>
          </a:p>
        </p:txBody>
      </p:sp>
      <p:sp>
        <p:nvSpPr>
          <p:cNvPr id="89112" name="AutoShape 24"/>
          <p:cNvSpPr>
            <a:spLocks noChangeArrowheads="1"/>
          </p:cNvSpPr>
          <p:nvPr/>
        </p:nvSpPr>
        <p:spPr bwMode="auto">
          <a:xfrm>
            <a:off x="161925" y="49149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wipe(left)">
                                      <p:cBhvr>
                                        <p:cTn id="7" dur="500"/>
                                        <p:tgtEl>
                                          <p:spTgt spid="890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9091"/>
                                        </p:tgtEl>
                                        <p:attrNameLst>
                                          <p:attrName>style.visibility</p:attrName>
                                        </p:attrNameLst>
                                      </p:cBhvr>
                                      <p:to>
                                        <p:strVal val="visible"/>
                                      </p:to>
                                    </p:set>
                                    <p:animEffect transition="in" filter="wipe(left)">
                                      <p:cBhvr>
                                        <p:cTn id="12" dur="500"/>
                                        <p:tgtEl>
                                          <p:spTgt spid="8909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9102"/>
                                        </p:tgtEl>
                                        <p:attrNameLst>
                                          <p:attrName>style.visibility</p:attrName>
                                        </p:attrNameLst>
                                      </p:cBhvr>
                                      <p:to>
                                        <p:strVal val="visible"/>
                                      </p:to>
                                    </p:set>
                                    <p:animEffect transition="in" filter="wipe(left)">
                                      <p:cBhvr>
                                        <p:cTn id="17" dur="500"/>
                                        <p:tgtEl>
                                          <p:spTgt spid="891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9103"/>
                                        </p:tgtEl>
                                        <p:attrNameLst>
                                          <p:attrName>style.visibility</p:attrName>
                                        </p:attrNameLst>
                                      </p:cBhvr>
                                      <p:to>
                                        <p:strVal val="visible"/>
                                      </p:to>
                                    </p:set>
                                    <p:animEffect transition="in" filter="wipe(left)">
                                      <p:cBhvr>
                                        <p:cTn id="22" dur="500"/>
                                        <p:tgtEl>
                                          <p:spTgt spid="8910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9104"/>
                                        </p:tgtEl>
                                        <p:attrNameLst>
                                          <p:attrName>style.visibility</p:attrName>
                                        </p:attrNameLst>
                                      </p:cBhvr>
                                      <p:to>
                                        <p:strVal val="visible"/>
                                      </p:to>
                                    </p:set>
                                    <p:animEffect transition="in" filter="wipe(left)">
                                      <p:cBhvr>
                                        <p:cTn id="27" dur="500"/>
                                        <p:tgtEl>
                                          <p:spTgt spid="8910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9105"/>
                                        </p:tgtEl>
                                        <p:attrNameLst>
                                          <p:attrName>style.visibility</p:attrName>
                                        </p:attrNameLst>
                                      </p:cBhvr>
                                      <p:to>
                                        <p:strVal val="visible"/>
                                      </p:to>
                                    </p:set>
                                    <p:animEffect transition="in" filter="wipe(left)">
                                      <p:cBhvr>
                                        <p:cTn id="32" dur="500"/>
                                        <p:tgtEl>
                                          <p:spTgt spid="8910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9106"/>
                                        </p:tgtEl>
                                        <p:attrNameLst>
                                          <p:attrName>style.visibility</p:attrName>
                                        </p:attrNameLst>
                                      </p:cBhvr>
                                      <p:to>
                                        <p:strVal val="visible"/>
                                      </p:to>
                                    </p:set>
                                    <p:animEffect transition="in" filter="wipe(left)">
                                      <p:cBhvr>
                                        <p:cTn id="37" dur="500"/>
                                        <p:tgtEl>
                                          <p:spTgt spid="8910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9107"/>
                                        </p:tgtEl>
                                        <p:attrNameLst>
                                          <p:attrName>style.visibility</p:attrName>
                                        </p:attrNameLst>
                                      </p:cBhvr>
                                      <p:to>
                                        <p:strVal val="visible"/>
                                      </p:to>
                                    </p:set>
                                    <p:animEffect transition="in" filter="wipe(left)">
                                      <p:cBhvr>
                                        <p:cTn id="42" dur="500"/>
                                        <p:tgtEl>
                                          <p:spTgt spid="8910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9108"/>
                                        </p:tgtEl>
                                        <p:attrNameLst>
                                          <p:attrName>style.visibility</p:attrName>
                                        </p:attrNameLst>
                                      </p:cBhvr>
                                      <p:to>
                                        <p:strVal val="visible"/>
                                      </p:to>
                                    </p:set>
                                    <p:animEffect transition="in" filter="wipe(left)">
                                      <p:cBhvr>
                                        <p:cTn id="47" dur="500"/>
                                        <p:tgtEl>
                                          <p:spTgt spid="89108"/>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89112"/>
                                        </p:tgtEl>
                                        <p:attrNameLst>
                                          <p:attrName>style.visibility</p:attrName>
                                        </p:attrNameLst>
                                      </p:cBhvr>
                                      <p:to>
                                        <p:strVal val="visible"/>
                                      </p:to>
                                    </p:set>
                                    <p:animEffect transition="in" filter="dissolve">
                                      <p:cBhvr>
                                        <p:cTn id="52" dur="1000"/>
                                        <p:tgtEl>
                                          <p:spTgt spid="89112"/>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89111"/>
                                        </p:tgtEl>
                                        <p:attrNameLst>
                                          <p:attrName>style.visibility</p:attrName>
                                        </p:attrNameLst>
                                      </p:cBhvr>
                                      <p:to>
                                        <p:strVal val="visible"/>
                                      </p:to>
                                    </p:set>
                                    <p:animEffect transition="in" filter="wipe(left)">
                                      <p:cBhvr>
                                        <p:cTn id="56" dur="500"/>
                                        <p:tgtEl>
                                          <p:spTgt spid="891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89109"/>
                                        </p:tgtEl>
                                        <p:attrNameLst>
                                          <p:attrName>style.visibility</p:attrName>
                                        </p:attrNameLst>
                                      </p:cBhvr>
                                      <p:to>
                                        <p:strVal val="visible"/>
                                      </p:to>
                                    </p:set>
                                    <p:animEffect transition="in" filter="wipe(left)">
                                      <p:cBhvr>
                                        <p:cTn id="61" dur="500"/>
                                        <p:tgtEl>
                                          <p:spTgt spid="8910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89110"/>
                                        </p:tgtEl>
                                        <p:attrNameLst>
                                          <p:attrName>style.visibility</p:attrName>
                                        </p:attrNameLst>
                                      </p:cBhvr>
                                      <p:to>
                                        <p:strVal val="visible"/>
                                      </p:to>
                                    </p:set>
                                    <p:animEffect transition="in" filter="wipe(left)">
                                      <p:cBhvr>
                                        <p:cTn id="66" dur="500"/>
                                        <p:tgtEl>
                                          <p:spTgt spid="89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0" grpId="0" autoUpdateAnimBg="0"/>
      <p:bldP spid="89091" grpId="0" autoUpdateAnimBg="0"/>
      <p:bldP spid="89108" grpId="0" animBg="1" autoUpdateAnimBg="0"/>
      <p:bldP spid="89109" grpId="0" autoUpdateAnimBg="0"/>
      <p:bldP spid="89110" grpId="0" autoUpdateAnimBg="0"/>
      <p:bldP spid="89111" grpId="0" autoUpdateAnimBg="0"/>
      <p:bldP spid="891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ChangeArrowheads="1"/>
          </p:cNvSpPr>
          <p:nvPr/>
        </p:nvSpPr>
        <p:spPr bwMode="auto">
          <a:xfrm>
            <a:off x="1827213" y="838200"/>
            <a:ext cx="5184775" cy="936625"/>
          </a:xfrm>
          <a:prstGeom prst="rect">
            <a:avLst/>
          </a:prstGeom>
          <a:solidFill>
            <a:srgbClr val="CCFFFF"/>
          </a:solidFill>
          <a:ln w="9525" algn="ctr">
            <a:solidFill>
              <a:srgbClr val="00FFFF"/>
            </a:solidFill>
            <a:miter lim="800000"/>
          </a:ln>
        </p:spPr>
        <p:txBody>
          <a:bodyPr>
            <a:spAutoFit/>
          </a:bodyPr>
          <a:lstStyle/>
          <a:p>
            <a:pPr>
              <a:lnSpc>
                <a:spcPct val="120000"/>
              </a:lnSpc>
              <a:spcBef>
                <a:spcPct val="50000"/>
              </a:spcBef>
            </a:pPr>
            <a:r>
              <a:rPr kumimoji="0" lang="zh-CN" altLang="en-US" b="1" i="0">
                <a:solidFill>
                  <a:srgbClr val="FF0000"/>
                </a:solidFill>
                <a:latin typeface="Times New Roman" panose="02020603050405020304" pitchFamily="18" charset="0"/>
              </a:rPr>
              <a:t>质点动能定理表明：</a:t>
            </a:r>
            <a:r>
              <a:rPr kumimoji="0" lang="zh-CN" altLang="en-US" b="1" i="0">
                <a:latin typeface="Times New Roman" panose="02020603050405020304" pitchFamily="18" charset="0"/>
              </a:rPr>
              <a:t>做功与质点运动状态变化（动能变化）的关系</a:t>
            </a:r>
            <a:endParaRPr kumimoji="0" lang="zh-CN" altLang="en-US" b="1" i="0">
              <a:latin typeface="Times New Roman" panose="02020603050405020304" pitchFamily="18" charset="0"/>
            </a:endParaRPr>
          </a:p>
        </p:txBody>
      </p:sp>
      <p:sp>
        <p:nvSpPr>
          <p:cNvPr id="173059" name="Rectangle 3"/>
          <p:cNvSpPr>
            <a:spLocks noChangeArrowheads="1"/>
          </p:cNvSpPr>
          <p:nvPr/>
        </p:nvSpPr>
        <p:spPr bwMode="auto">
          <a:xfrm>
            <a:off x="566738" y="2662238"/>
            <a:ext cx="3455987" cy="1416050"/>
          </a:xfrm>
          <a:prstGeom prst="rect">
            <a:avLst/>
          </a:prstGeom>
          <a:solidFill>
            <a:srgbClr val="CCFFFF"/>
          </a:solidFill>
          <a:ln w="9525" algn="ctr">
            <a:solidFill>
              <a:srgbClr val="00FFFF"/>
            </a:solidFill>
            <a:miter lim="800000"/>
          </a:ln>
        </p:spPr>
        <p:txBody>
          <a:bodyPr>
            <a:spAutoFit/>
          </a:bodyPr>
          <a:lstStyle/>
          <a:p>
            <a:pPr>
              <a:lnSpc>
                <a:spcPct val="120000"/>
              </a:lnSpc>
              <a:spcBef>
                <a:spcPct val="50000"/>
              </a:spcBef>
            </a:pPr>
            <a:r>
              <a:rPr kumimoji="0" lang="zh-CN" altLang="en-US" b="1" i="0">
                <a:solidFill>
                  <a:schemeClr val="bg1"/>
                </a:solidFill>
                <a:latin typeface="Times New Roman" panose="02020603050405020304" pitchFamily="18" charset="0"/>
              </a:rPr>
              <a:t>质点动能的任何改变都是作用于质点的合力对质点做功所引起</a:t>
            </a:r>
            <a:endParaRPr kumimoji="0" lang="zh-CN" altLang="en-US" b="1" i="0">
              <a:solidFill>
                <a:schemeClr val="bg1"/>
              </a:solidFill>
              <a:latin typeface="Times New Roman" panose="02020603050405020304" pitchFamily="18" charset="0"/>
            </a:endParaRPr>
          </a:p>
        </p:txBody>
      </p:sp>
      <p:sp>
        <p:nvSpPr>
          <p:cNvPr id="173060" name="AutoShape 4"/>
          <p:cNvSpPr>
            <a:spLocks noChangeArrowheads="1"/>
          </p:cNvSpPr>
          <p:nvPr/>
        </p:nvSpPr>
        <p:spPr bwMode="auto">
          <a:xfrm>
            <a:off x="2627313" y="2008188"/>
            <a:ext cx="234950" cy="504825"/>
          </a:xfrm>
          <a:prstGeom prst="downArrow">
            <a:avLst>
              <a:gd name="adj1" fmla="val 50000"/>
              <a:gd name="adj2" fmla="val 53716"/>
            </a:avLst>
          </a:prstGeom>
          <a:solidFill>
            <a:srgbClr val="00FFFF"/>
          </a:solidFill>
          <a:ln w="9525" algn="ctr">
            <a:solidFill>
              <a:schemeClr val="tx1"/>
            </a:solidFill>
            <a:miter lim="800000"/>
          </a:ln>
        </p:spPr>
        <p:txBody>
          <a:bodyPr anchor="ctr">
            <a:spAutoFit/>
          </a:bodyPr>
          <a:lstStyle/>
          <a:p>
            <a:endParaRPr lang="zh-CN" altLang="en-US"/>
          </a:p>
        </p:txBody>
      </p:sp>
      <p:sp>
        <p:nvSpPr>
          <p:cNvPr id="173061" name="Rectangle 5"/>
          <p:cNvSpPr>
            <a:spLocks noChangeArrowheads="1"/>
          </p:cNvSpPr>
          <p:nvPr/>
        </p:nvSpPr>
        <p:spPr bwMode="auto">
          <a:xfrm>
            <a:off x="4381500" y="2640013"/>
            <a:ext cx="4284663" cy="1416050"/>
          </a:xfrm>
          <a:prstGeom prst="rect">
            <a:avLst/>
          </a:prstGeom>
          <a:solidFill>
            <a:srgbClr val="CCFFFF"/>
          </a:solidFill>
          <a:ln w="9525" algn="ctr">
            <a:solidFill>
              <a:srgbClr val="00FFFF"/>
            </a:solidFill>
            <a:miter lim="800000"/>
          </a:ln>
        </p:spPr>
        <p:txBody>
          <a:bodyPr>
            <a:spAutoFit/>
          </a:bodyPr>
          <a:lstStyle/>
          <a:p>
            <a:pPr>
              <a:lnSpc>
                <a:spcPct val="120000"/>
              </a:lnSpc>
              <a:spcBef>
                <a:spcPct val="50000"/>
              </a:spcBef>
            </a:pPr>
            <a:r>
              <a:rPr kumimoji="0" lang="zh-CN" altLang="en-US" b="1" i="0">
                <a:solidFill>
                  <a:schemeClr val="bg1"/>
                </a:solidFill>
                <a:latin typeface="Times New Roman" panose="02020603050405020304" pitchFamily="18" charset="0"/>
              </a:rPr>
              <a:t>作用于质点的合力在某一过程中所作的功，在量值上等于质点在同一过程中动能的增量</a:t>
            </a:r>
            <a:endParaRPr kumimoji="0" lang="zh-CN" altLang="en-US" b="1" i="0">
              <a:solidFill>
                <a:schemeClr val="bg1"/>
              </a:solidFill>
              <a:latin typeface="Times New Roman" panose="02020603050405020304" pitchFamily="18" charset="0"/>
            </a:endParaRPr>
          </a:p>
        </p:txBody>
      </p:sp>
      <p:sp>
        <p:nvSpPr>
          <p:cNvPr id="173062" name="Rectangle 6"/>
          <p:cNvSpPr>
            <a:spLocks noChangeArrowheads="1"/>
          </p:cNvSpPr>
          <p:nvPr/>
        </p:nvSpPr>
        <p:spPr bwMode="auto">
          <a:xfrm>
            <a:off x="2681288" y="5157788"/>
            <a:ext cx="3240087" cy="493712"/>
          </a:xfrm>
          <a:prstGeom prst="rect">
            <a:avLst/>
          </a:prstGeom>
          <a:solidFill>
            <a:srgbClr val="CCFFCC"/>
          </a:solidFill>
          <a:ln w="9525" algn="ctr">
            <a:solidFill>
              <a:srgbClr val="00FF00"/>
            </a:solidFill>
            <a:miter lim="800000"/>
          </a:ln>
        </p:spPr>
        <p:txBody>
          <a:bodyPr>
            <a:spAutoFit/>
          </a:bodyPr>
          <a:lstStyle/>
          <a:p>
            <a:pPr>
              <a:lnSpc>
                <a:spcPct val="120000"/>
              </a:lnSpc>
              <a:spcBef>
                <a:spcPct val="50000"/>
              </a:spcBef>
            </a:pPr>
            <a:r>
              <a:rPr kumimoji="0" lang="zh-CN" altLang="en-US" b="1" i="0">
                <a:latin typeface="Times New Roman" panose="02020603050405020304" pitchFamily="18" charset="0"/>
              </a:rPr>
              <a:t>功是动能改变的量度</a:t>
            </a:r>
            <a:endParaRPr kumimoji="0" lang="zh-CN" altLang="en-US" b="1" i="0">
              <a:latin typeface="Times New Roman" panose="02020603050405020304" pitchFamily="18" charset="0"/>
            </a:endParaRPr>
          </a:p>
        </p:txBody>
      </p:sp>
      <p:sp>
        <p:nvSpPr>
          <p:cNvPr id="173063" name="AutoShape 7"/>
          <p:cNvSpPr>
            <a:spLocks noChangeArrowheads="1"/>
          </p:cNvSpPr>
          <p:nvPr/>
        </p:nvSpPr>
        <p:spPr bwMode="auto">
          <a:xfrm>
            <a:off x="6372225" y="1962150"/>
            <a:ext cx="225425" cy="504825"/>
          </a:xfrm>
          <a:prstGeom prst="downArrow">
            <a:avLst>
              <a:gd name="adj1" fmla="val 50000"/>
              <a:gd name="adj2" fmla="val 55986"/>
            </a:avLst>
          </a:prstGeom>
          <a:solidFill>
            <a:srgbClr val="00FFFF"/>
          </a:solidFill>
          <a:ln w="9525" algn="ctr">
            <a:solidFill>
              <a:schemeClr val="tx1"/>
            </a:solidFill>
            <a:miter lim="800000"/>
          </a:ln>
        </p:spPr>
        <p:txBody>
          <a:bodyPr anchor="ctr">
            <a:spAutoFit/>
          </a:bodyPr>
          <a:lstStyle/>
          <a:p>
            <a:endParaRPr lang="zh-CN" altLang="en-US"/>
          </a:p>
        </p:txBody>
      </p:sp>
      <p:sp>
        <p:nvSpPr>
          <p:cNvPr id="173064" name="AutoShape 8"/>
          <p:cNvSpPr>
            <a:spLocks noChangeArrowheads="1"/>
          </p:cNvSpPr>
          <p:nvPr/>
        </p:nvSpPr>
        <p:spPr bwMode="auto">
          <a:xfrm>
            <a:off x="3795713" y="4329113"/>
            <a:ext cx="865187" cy="576262"/>
          </a:xfrm>
          <a:prstGeom prst="downArrow">
            <a:avLst>
              <a:gd name="adj1" fmla="val 50000"/>
              <a:gd name="adj2" fmla="val 25000"/>
            </a:avLst>
          </a:prstGeom>
          <a:solidFill>
            <a:srgbClr val="00FFFF"/>
          </a:solidFill>
          <a:ln w="9525" algn="ctr">
            <a:solidFill>
              <a:schemeClr val="tx1"/>
            </a:solidFill>
            <a:miter lim="800000"/>
          </a:ln>
        </p:spPr>
        <p:txBody>
          <a:bodyPr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73058"/>
                                        </p:tgtEl>
                                        <p:attrNameLst>
                                          <p:attrName>style.visibility</p:attrName>
                                        </p:attrNameLst>
                                      </p:cBhvr>
                                      <p:to>
                                        <p:strVal val="visible"/>
                                      </p:to>
                                    </p:set>
                                    <p:anim calcmode="lin" valueType="num">
                                      <p:cBhvr>
                                        <p:cTn id="7" dur="1000" fill="hold"/>
                                        <p:tgtEl>
                                          <p:spTgt spid="173058"/>
                                        </p:tgtEl>
                                        <p:attrNameLst>
                                          <p:attrName>ppt_w</p:attrName>
                                        </p:attrNameLst>
                                      </p:cBhvr>
                                      <p:tavLst>
                                        <p:tav tm="0">
                                          <p:val>
                                            <p:fltVal val="0"/>
                                          </p:val>
                                        </p:tav>
                                        <p:tav tm="100000">
                                          <p:val>
                                            <p:strVal val="#ppt_w"/>
                                          </p:val>
                                        </p:tav>
                                      </p:tavLst>
                                    </p:anim>
                                    <p:anim calcmode="lin" valueType="num">
                                      <p:cBhvr>
                                        <p:cTn id="8" dur="1000" fill="hold"/>
                                        <p:tgtEl>
                                          <p:spTgt spid="173058"/>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73060"/>
                                        </p:tgtEl>
                                        <p:attrNameLst>
                                          <p:attrName>style.visibility</p:attrName>
                                        </p:attrNameLst>
                                      </p:cBhvr>
                                      <p:to>
                                        <p:strVal val="visible"/>
                                      </p:to>
                                    </p:set>
                                    <p:animEffect transition="in" filter="wipe(up)">
                                      <p:cBhvr>
                                        <p:cTn id="13" dur="500"/>
                                        <p:tgtEl>
                                          <p:spTgt spid="173060"/>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73059"/>
                                        </p:tgtEl>
                                        <p:attrNameLst>
                                          <p:attrName>style.visibility</p:attrName>
                                        </p:attrNameLst>
                                      </p:cBhvr>
                                      <p:to>
                                        <p:strVal val="visible"/>
                                      </p:to>
                                    </p:set>
                                    <p:animEffect transition="in" filter="dissolve">
                                      <p:cBhvr>
                                        <p:cTn id="18" dur="1000"/>
                                        <p:tgtEl>
                                          <p:spTgt spid="173059"/>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73063"/>
                                        </p:tgtEl>
                                        <p:attrNameLst>
                                          <p:attrName>style.visibility</p:attrName>
                                        </p:attrNameLst>
                                      </p:cBhvr>
                                      <p:to>
                                        <p:strVal val="visible"/>
                                      </p:to>
                                    </p:set>
                                    <p:animEffect transition="in" filter="wipe(up)">
                                      <p:cBhvr>
                                        <p:cTn id="23" dur="500"/>
                                        <p:tgtEl>
                                          <p:spTgt spid="173063"/>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173061"/>
                                        </p:tgtEl>
                                        <p:attrNameLst>
                                          <p:attrName>style.visibility</p:attrName>
                                        </p:attrNameLst>
                                      </p:cBhvr>
                                      <p:to>
                                        <p:strVal val="visible"/>
                                      </p:to>
                                    </p:set>
                                    <p:animEffect transition="in" filter="dissolve">
                                      <p:cBhvr>
                                        <p:cTn id="28" dur="1000"/>
                                        <p:tgtEl>
                                          <p:spTgt spid="17306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173064"/>
                                        </p:tgtEl>
                                        <p:attrNameLst>
                                          <p:attrName>style.visibility</p:attrName>
                                        </p:attrNameLst>
                                      </p:cBhvr>
                                      <p:to>
                                        <p:strVal val="visible"/>
                                      </p:to>
                                    </p:set>
                                    <p:animEffect transition="in" filter="wipe(up)">
                                      <p:cBhvr>
                                        <p:cTn id="33" dur="500"/>
                                        <p:tgtEl>
                                          <p:spTgt spid="173064"/>
                                        </p:tgtEl>
                                      </p:cBhvr>
                                    </p:animEffect>
                                  </p:childTnLst>
                                </p:cTn>
                              </p:par>
                            </p:childTnLst>
                          </p:cTn>
                        </p:par>
                      </p:childTnLst>
                    </p:cTn>
                  </p:par>
                  <p:par>
                    <p:cTn id="34" fill="hold">
                      <p:stCondLst>
                        <p:cond delay="indefinite"/>
                      </p:stCondLst>
                      <p:childTnLst>
                        <p:par>
                          <p:cTn id="35" fill="hold">
                            <p:stCondLst>
                              <p:cond delay="0"/>
                            </p:stCondLst>
                            <p:childTnLst>
                              <p:par>
                                <p:cTn id="36" presetID="4" presetClass="entr" presetSubtype="16" fill="hold" grpId="0" nodeType="clickEffect">
                                  <p:stCondLst>
                                    <p:cond delay="0"/>
                                  </p:stCondLst>
                                  <p:childTnLst>
                                    <p:set>
                                      <p:cBhvr>
                                        <p:cTn id="37" dur="1" fill="hold">
                                          <p:stCondLst>
                                            <p:cond delay="0"/>
                                          </p:stCondLst>
                                        </p:cTn>
                                        <p:tgtEl>
                                          <p:spTgt spid="173062"/>
                                        </p:tgtEl>
                                        <p:attrNameLst>
                                          <p:attrName>style.visibility</p:attrName>
                                        </p:attrNameLst>
                                      </p:cBhvr>
                                      <p:to>
                                        <p:strVal val="visible"/>
                                      </p:to>
                                    </p:set>
                                    <p:animEffect transition="in" filter="box(in)">
                                      <p:cBhvr>
                                        <p:cTn id="38" dur="1000"/>
                                        <p:tgtEl>
                                          <p:spTgt spid="173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animBg="1"/>
      <p:bldP spid="173059" grpId="0" animBg="1"/>
      <p:bldP spid="173060" grpId="0" animBg="1"/>
      <p:bldP spid="173061" grpId="0" animBg="1"/>
      <p:bldP spid="173062" grpId="0" animBg="1"/>
      <p:bldP spid="173063" grpId="0" animBg="1"/>
      <p:bldP spid="17306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p:cNvSpPr txBox="1">
            <a:spLocks noChangeArrowheads="1"/>
          </p:cNvSpPr>
          <p:nvPr/>
        </p:nvSpPr>
        <p:spPr bwMode="auto">
          <a:xfrm>
            <a:off x="161925" y="458788"/>
            <a:ext cx="3902075" cy="457200"/>
          </a:xfrm>
          <a:prstGeom prst="rect">
            <a:avLst/>
          </a:prstGeom>
          <a:noFill/>
          <a:ln w="9525">
            <a:noFill/>
            <a:miter lim="800000"/>
          </a:ln>
        </p:spPr>
        <p:txBody>
          <a:bodyPr>
            <a:spAutoFit/>
          </a:bodyPr>
          <a:lstStyle/>
          <a:p>
            <a:pPr algn="l"/>
            <a:r>
              <a:rPr lang="en-US" altLang="zh-CN" b="1" i="0">
                <a:solidFill>
                  <a:schemeClr val="accent2"/>
                </a:solidFill>
                <a:latin typeface="Times New Roman" panose="02020603050405020304" pitchFamily="18" charset="0"/>
              </a:rPr>
              <a:t>2. </a:t>
            </a:r>
            <a:r>
              <a:rPr lang="zh-CN" altLang="en-US" b="1" i="0">
                <a:solidFill>
                  <a:schemeClr val="accent2"/>
                </a:solidFill>
                <a:latin typeface="Times New Roman" panose="02020603050405020304" pitchFamily="18" charset="0"/>
              </a:rPr>
              <a:t>质点系的动能定理</a:t>
            </a:r>
            <a:endParaRPr lang="zh-CN" altLang="en-US" b="1" i="0">
              <a:solidFill>
                <a:schemeClr val="accent2"/>
              </a:solidFill>
              <a:latin typeface="Times New Roman" panose="02020603050405020304" pitchFamily="18" charset="0"/>
            </a:endParaRPr>
          </a:p>
        </p:txBody>
      </p:sp>
      <p:graphicFrame>
        <p:nvGraphicFramePr>
          <p:cNvPr id="90145" name="Object 33"/>
          <p:cNvGraphicFramePr>
            <a:graphicFrameLocks noChangeAspect="1"/>
          </p:cNvGraphicFramePr>
          <p:nvPr/>
        </p:nvGraphicFramePr>
        <p:xfrm>
          <a:off x="1331913" y="2303463"/>
          <a:ext cx="3541712" cy="777875"/>
        </p:xfrm>
        <a:graphic>
          <a:graphicData uri="http://schemas.openxmlformats.org/presentationml/2006/ole">
            <mc:AlternateContent xmlns:mc="http://schemas.openxmlformats.org/markup-compatibility/2006">
              <mc:Choice xmlns:v="urn:schemas-microsoft-com:vml" Requires="v">
                <p:oleObj spid="_x0000_s26625" name="公式" r:id="rId1" imgW="47244000" imgH="10363200" progId="Equation.3">
                  <p:embed/>
                </p:oleObj>
              </mc:Choice>
              <mc:Fallback>
                <p:oleObj name="公式" r:id="rId1" imgW="47244000" imgH="10363200" progId="Equation.3">
                  <p:embed/>
                  <p:pic>
                    <p:nvPicPr>
                      <p:cNvPr id="0" name="Object 33"/>
                      <p:cNvPicPr>
                        <a:picLocks noChangeAspect="1"/>
                      </p:cNvPicPr>
                      <p:nvPr/>
                    </p:nvPicPr>
                    <p:blipFill>
                      <a:blip r:embed="rId2"/>
                      <a:stretch>
                        <a:fillRect/>
                      </a:stretch>
                    </p:blipFill>
                    <p:spPr>
                      <a:xfrm>
                        <a:off x="1331913" y="2303463"/>
                        <a:ext cx="3541712" cy="777875"/>
                      </a:xfrm>
                      <a:prstGeom prst="rect">
                        <a:avLst/>
                      </a:prstGeom>
                      <a:noFill/>
                      <a:ln w="9525">
                        <a:noFill/>
                      </a:ln>
                    </p:spPr>
                  </p:pic>
                </p:oleObj>
              </mc:Fallback>
            </mc:AlternateContent>
          </a:graphicData>
        </a:graphic>
      </p:graphicFrame>
      <p:graphicFrame>
        <p:nvGraphicFramePr>
          <p:cNvPr id="90146" name="Object 34"/>
          <p:cNvGraphicFramePr>
            <a:graphicFrameLocks noChangeAspect="1"/>
          </p:cNvGraphicFramePr>
          <p:nvPr/>
        </p:nvGraphicFramePr>
        <p:xfrm>
          <a:off x="1557338" y="3500438"/>
          <a:ext cx="1163637" cy="615950"/>
        </p:xfrm>
        <a:graphic>
          <a:graphicData uri="http://schemas.openxmlformats.org/presentationml/2006/ole">
            <mc:AlternateContent xmlns:mc="http://schemas.openxmlformats.org/markup-compatibility/2006">
              <mc:Choice xmlns:v="urn:schemas-microsoft-com:vml" Requires="v">
                <p:oleObj spid="_x0000_s26627" name="公式" r:id="rId3" imgW="15544800" imgH="8229600" progId="Equation.3">
                  <p:embed/>
                </p:oleObj>
              </mc:Choice>
              <mc:Fallback>
                <p:oleObj name="公式" r:id="rId3" imgW="15544800" imgH="8229600" progId="Equation.3">
                  <p:embed/>
                  <p:pic>
                    <p:nvPicPr>
                      <p:cNvPr id="0" name="Object 34"/>
                      <p:cNvPicPr>
                        <a:picLocks noChangeAspect="1"/>
                      </p:cNvPicPr>
                      <p:nvPr/>
                    </p:nvPicPr>
                    <p:blipFill>
                      <a:blip r:embed="rId4"/>
                      <a:stretch>
                        <a:fillRect/>
                      </a:stretch>
                    </p:blipFill>
                    <p:spPr>
                      <a:xfrm>
                        <a:off x="1557338" y="3500438"/>
                        <a:ext cx="1163637" cy="615950"/>
                      </a:xfrm>
                      <a:prstGeom prst="rect">
                        <a:avLst/>
                      </a:prstGeom>
                      <a:noFill/>
                      <a:ln w="9525">
                        <a:noFill/>
                      </a:ln>
                    </p:spPr>
                  </p:pic>
                </p:oleObj>
              </mc:Fallback>
            </mc:AlternateContent>
          </a:graphicData>
        </a:graphic>
      </p:graphicFrame>
      <p:sp>
        <p:nvSpPr>
          <p:cNvPr id="90147" name="Freeform 35" descr="水滴"/>
          <p:cNvSpPr/>
          <p:nvPr/>
        </p:nvSpPr>
        <p:spPr bwMode="auto">
          <a:xfrm>
            <a:off x="5956300" y="2362200"/>
            <a:ext cx="2767013" cy="2381250"/>
          </a:xfrm>
          <a:custGeom>
            <a:avLst/>
            <a:gdLst>
              <a:gd name="T0" fmla="*/ 2147483647 w 1743"/>
              <a:gd name="T1" fmla="*/ 2147483647 h 1500"/>
              <a:gd name="T2" fmla="*/ 2147483647 w 1743"/>
              <a:gd name="T3" fmla="*/ 2147483647 h 1500"/>
              <a:gd name="T4" fmla="*/ 2147483647 w 1743"/>
              <a:gd name="T5" fmla="*/ 2147483647 h 1500"/>
              <a:gd name="T6" fmla="*/ 2147483647 w 1743"/>
              <a:gd name="T7" fmla="*/ 2147483647 h 1500"/>
              <a:gd name="T8" fmla="*/ 2147483647 w 1743"/>
              <a:gd name="T9" fmla="*/ 2147483647 h 1500"/>
              <a:gd name="T10" fmla="*/ 2147483647 w 1743"/>
              <a:gd name="T11" fmla="*/ 2147483647 h 1500"/>
              <a:gd name="T12" fmla="*/ 2147483647 w 1743"/>
              <a:gd name="T13" fmla="*/ 2147483647 h 1500"/>
              <a:gd name="T14" fmla="*/ 0 60000 65536"/>
              <a:gd name="T15" fmla="*/ 0 60000 65536"/>
              <a:gd name="T16" fmla="*/ 0 60000 65536"/>
              <a:gd name="T17" fmla="*/ 0 60000 65536"/>
              <a:gd name="T18" fmla="*/ 0 60000 65536"/>
              <a:gd name="T19" fmla="*/ 0 60000 65536"/>
              <a:gd name="T20" fmla="*/ 0 60000 65536"/>
              <a:gd name="T21" fmla="*/ 0 w 1743"/>
              <a:gd name="T22" fmla="*/ 0 h 1500"/>
              <a:gd name="T23" fmla="*/ 1743 w 1743"/>
              <a:gd name="T24" fmla="*/ 1500 h 15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3" h="1500">
                <a:moveTo>
                  <a:pt x="889" y="24"/>
                </a:moveTo>
                <a:cubicBezTo>
                  <a:pt x="698" y="0"/>
                  <a:pt x="468" y="55"/>
                  <a:pt x="339" y="247"/>
                </a:cubicBezTo>
                <a:cubicBezTo>
                  <a:pt x="210" y="439"/>
                  <a:pt x="0" y="974"/>
                  <a:pt x="115" y="1176"/>
                </a:cubicBezTo>
                <a:cubicBezTo>
                  <a:pt x="230" y="1378"/>
                  <a:pt x="772" y="1500"/>
                  <a:pt x="1028" y="1461"/>
                </a:cubicBezTo>
                <a:cubicBezTo>
                  <a:pt x="1284" y="1422"/>
                  <a:pt x="1565" y="1136"/>
                  <a:pt x="1654" y="944"/>
                </a:cubicBezTo>
                <a:cubicBezTo>
                  <a:pt x="1743" y="752"/>
                  <a:pt x="1689" y="465"/>
                  <a:pt x="1561" y="312"/>
                </a:cubicBezTo>
                <a:cubicBezTo>
                  <a:pt x="1433" y="159"/>
                  <a:pt x="1029" y="84"/>
                  <a:pt x="889" y="24"/>
                </a:cubicBezTo>
                <a:close/>
              </a:path>
            </a:pathLst>
          </a:custGeom>
          <a:blipFill dpi="0" rotWithShape="1">
            <a:blip r:embed="rId5">
              <a:alphaModFix amt="50000"/>
            </a:blip>
            <a:srcRect/>
            <a:tile tx="0" ty="0" sx="100000" sy="100000" flip="none" algn="tl"/>
          </a:blipFill>
          <a:ln w="9525">
            <a:solidFill>
              <a:srgbClr val="66FFFF"/>
            </a:solidFill>
            <a:prstDash val="lgDash"/>
            <a:round/>
          </a:ln>
        </p:spPr>
        <p:txBody>
          <a:bodyPr/>
          <a:lstStyle/>
          <a:p>
            <a:endParaRPr lang="zh-CN" altLang="en-US"/>
          </a:p>
        </p:txBody>
      </p:sp>
      <p:grpSp>
        <p:nvGrpSpPr>
          <p:cNvPr id="2" name="Group 36"/>
          <p:cNvGrpSpPr/>
          <p:nvPr/>
        </p:nvGrpSpPr>
        <p:grpSpPr bwMode="auto">
          <a:xfrm>
            <a:off x="6637338" y="2574925"/>
            <a:ext cx="1358900" cy="493713"/>
            <a:chOff x="4080" y="1008"/>
            <a:chExt cx="856" cy="311"/>
          </a:xfrm>
        </p:grpSpPr>
        <p:sp>
          <p:nvSpPr>
            <p:cNvPr id="26658" name="Oval 37"/>
            <p:cNvSpPr>
              <a:spLocks noChangeArrowheads="1"/>
            </p:cNvSpPr>
            <p:nvPr/>
          </p:nvSpPr>
          <p:spPr bwMode="auto">
            <a:xfrm>
              <a:off x="4328" y="1105"/>
              <a:ext cx="96" cy="96"/>
            </a:xfrm>
            <a:prstGeom prst="ellipse">
              <a:avLst/>
            </a:prstGeom>
            <a:gradFill rotWithShape="1">
              <a:gsLst>
                <a:gs pos="0">
                  <a:srgbClr val="FF9900"/>
                </a:gs>
                <a:gs pos="100000">
                  <a:srgbClr val="764700"/>
                </a:gs>
              </a:gsLst>
              <a:path path="shape">
                <a:fillToRect l="50000" t="50000" r="50000" b="50000"/>
              </a:path>
            </a:gradFill>
            <a:ln w="9525">
              <a:solidFill>
                <a:srgbClr val="784700"/>
              </a:solidFill>
              <a:round/>
            </a:ln>
          </p:spPr>
          <p:txBody>
            <a:bodyPr wrap="none" anchor="ctr"/>
            <a:lstStyle/>
            <a:p>
              <a:endParaRPr lang="zh-CN" altLang="en-US"/>
            </a:p>
          </p:txBody>
        </p:sp>
        <p:sp>
          <p:nvSpPr>
            <p:cNvPr id="90150" name="Line 38"/>
            <p:cNvSpPr>
              <a:spLocks noChangeShapeType="1"/>
            </p:cNvSpPr>
            <p:nvPr/>
          </p:nvSpPr>
          <p:spPr bwMode="auto">
            <a:xfrm>
              <a:off x="4424" y="1153"/>
              <a:ext cx="288" cy="0"/>
            </a:xfrm>
            <a:prstGeom prst="line">
              <a:avLst/>
            </a:prstGeom>
            <a:noFill/>
            <a:ln w="34925">
              <a:solidFill>
                <a:srgbClr val="008000"/>
              </a:solidFill>
              <a:round/>
              <a:tailEnd type="triangle" w="med" len="med"/>
            </a:ln>
            <a:effectLst>
              <a:outerShdw dist="35921" dir="2700000" algn="ctr" rotWithShape="0">
                <a:srgbClr val="00FF00"/>
              </a:outerShdw>
            </a:effectLst>
          </p:spPr>
          <p:txBody>
            <a:bodyPr/>
            <a:lstStyle/>
            <a:p>
              <a:pPr>
                <a:defRPr/>
              </a:pPr>
              <a:endParaRPr lang="zh-CN" altLang="en-US"/>
            </a:p>
          </p:txBody>
        </p:sp>
        <p:graphicFrame>
          <p:nvGraphicFramePr>
            <p:cNvPr id="26640" name="Object 39"/>
            <p:cNvGraphicFramePr/>
            <p:nvPr/>
          </p:nvGraphicFramePr>
          <p:xfrm>
            <a:off x="4080" y="1056"/>
            <a:ext cx="224" cy="263"/>
          </p:xfrm>
          <a:graphic>
            <a:graphicData uri="http://schemas.openxmlformats.org/presentationml/2006/ole">
              <mc:AlternateContent xmlns:mc="http://schemas.openxmlformats.org/markup-compatibility/2006">
                <mc:Choice xmlns:v="urn:schemas-microsoft-com:vml" Requires="v">
                  <p:oleObj spid="_x0000_s26640" name="Equation" r:id="rId6" imgW="8534400" imgH="10058400" progId="Equation.3">
                    <p:embed/>
                  </p:oleObj>
                </mc:Choice>
                <mc:Fallback>
                  <p:oleObj name="Equation" r:id="rId6" imgW="8534400" imgH="10058400" progId="Equation.3">
                    <p:embed/>
                    <p:pic>
                      <p:nvPicPr>
                        <p:cNvPr id="0" name="Object 39"/>
                        <p:cNvPicPr/>
                        <p:nvPr/>
                      </p:nvPicPr>
                      <p:blipFill>
                        <a:blip r:embed="rId7"/>
                        <a:stretch>
                          <a:fillRect/>
                        </a:stretch>
                      </p:blipFill>
                      <p:spPr>
                        <a:xfrm>
                          <a:off x="4080" y="1056"/>
                          <a:ext cx="224" cy="263"/>
                        </a:xfrm>
                        <a:prstGeom prst="rect">
                          <a:avLst/>
                        </a:prstGeom>
                        <a:noFill/>
                        <a:ln w="9525">
                          <a:noFill/>
                        </a:ln>
                      </p:spPr>
                    </p:pic>
                  </p:oleObj>
                </mc:Fallback>
              </mc:AlternateContent>
            </a:graphicData>
          </a:graphic>
        </p:graphicFrame>
        <p:graphicFrame>
          <p:nvGraphicFramePr>
            <p:cNvPr id="26641" name="Object 40"/>
            <p:cNvGraphicFramePr/>
            <p:nvPr/>
          </p:nvGraphicFramePr>
          <p:xfrm>
            <a:off x="4752" y="1008"/>
            <a:ext cx="184" cy="263"/>
          </p:xfrm>
          <a:graphic>
            <a:graphicData uri="http://schemas.openxmlformats.org/presentationml/2006/ole">
              <mc:AlternateContent xmlns:mc="http://schemas.openxmlformats.org/markup-compatibility/2006">
                <mc:Choice xmlns:v="urn:schemas-microsoft-com:vml" Requires="v">
                  <p:oleObj spid="_x0000_s26641" name="Equation" r:id="rId8" imgW="7010400" imgH="10058400" progId="Equation.3">
                    <p:embed/>
                  </p:oleObj>
                </mc:Choice>
                <mc:Fallback>
                  <p:oleObj name="Equation" r:id="rId8" imgW="7010400" imgH="10058400" progId="Equation.3">
                    <p:embed/>
                    <p:pic>
                      <p:nvPicPr>
                        <p:cNvPr id="0" name="Object 40"/>
                        <p:cNvPicPr/>
                        <p:nvPr/>
                      </p:nvPicPr>
                      <p:blipFill>
                        <a:blip r:embed="rId9"/>
                        <a:stretch>
                          <a:fillRect/>
                        </a:stretch>
                      </p:blipFill>
                      <p:spPr>
                        <a:xfrm>
                          <a:off x="4752" y="1008"/>
                          <a:ext cx="184" cy="263"/>
                        </a:xfrm>
                        <a:prstGeom prst="rect">
                          <a:avLst/>
                        </a:prstGeom>
                        <a:noFill/>
                        <a:ln w="9525">
                          <a:noFill/>
                        </a:ln>
                      </p:spPr>
                    </p:pic>
                  </p:oleObj>
                </mc:Fallback>
              </mc:AlternateContent>
            </a:graphicData>
          </a:graphic>
        </p:graphicFrame>
      </p:grpSp>
      <p:grpSp>
        <p:nvGrpSpPr>
          <p:cNvPr id="3" name="Group 41"/>
          <p:cNvGrpSpPr/>
          <p:nvPr/>
        </p:nvGrpSpPr>
        <p:grpSpPr bwMode="auto">
          <a:xfrm>
            <a:off x="6484938" y="3152775"/>
            <a:ext cx="990600" cy="717550"/>
            <a:chOff x="3984" y="1323"/>
            <a:chExt cx="624" cy="452"/>
          </a:xfrm>
        </p:grpSpPr>
        <p:sp>
          <p:nvSpPr>
            <p:cNvPr id="26656" name="Oval 42"/>
            <p:cNvSpPr>
              <a:spLocks noChangeArrowheads="1"/>
            </p:cNvSpPr>
            <p:nvPr/>
          </p:nvSpPr>
          <p:spPr bwMode="auto">
            <a:xfrm>
              <a:off x="4184" y="1489"/>
              <a:ext cx="96" cy="96"/>
            </a:xfrm>
            <a:prstGeom prst="ellipse">
              <a:avLst/>
            </a:prstGeom>
            <a:gradFill rotWithShape="1">
              <a:gsLst>
                <a:gs pos="0">
                  <a:srgbClr val="FF9900"/>
                </a:gs>
                <a:gs pos="100000">
                  <a:srgbClr val="764700"/>
                </a:gs>
              </a:gsLst>
              <a:path path="shape">
                <a:fillToRect l="50000" t="50000" r="50000" b="50000"/>
              </a:path>
            </a:gradFill>
            <a:ln w="9525">
              <a:solidFill>
                <a:srgbClr val="784700"/>
              </a:solidFill>
              <a:round/>
            </a:ln>
          </p:spPr>
          <p:txBody>
            <a:bodyPr wrap="none" anchor="ctr"/>
            <a:lstStyle/>
            <a:p>
              <a:endParaRPr lang="zh-CN" altLang="en-US"/>
            </a:p>
          </p:txBody>
        </p:sp>
        <p:graphicFrame>
          <p:nvGraphicFramePr>
            <p:cNvPr id="26638" name="Object 43"/>
            <p:cNvGraphicFramePr/>
            <p:nvPr/>
          </p:nvGraphicFramePr>
          <p:xfrm>
            <a:off x="3984" y="1512"/>
            <a:ext cx="247" cy="263"/>
          </p:xfrm>
          <a:graphic>
            <a:graphicData uri="http://schemas.openxmlformats.org/presentationml/2006/ole">
              <mc:AlternateContent xmlns:mc="http://schemas.openxmlformats.org/markup-compatibility/2006">
                <mc:Choice xmlns:v="urn:schemas-microsoft-com:vml" Requires="v">
                  <p:oleObj spid="_x0000_s26638" name="Equation" r:id="rId10" imgW="9448800" imgH="10058400" progId="Equation.3">
                    <p:embed/>
                  </p:oleObj>
                </mc:Choice>
                <mc:Fallback>
                  <p:oleObj name="Equation" r:id="rId10" imgW="9448800" imgH="10058400" progId="Equation.3">
                    <p:embed/>
                    <p:pic>
                      <p:nvPicPr>
                        <p:cNvPr id="0" name="Object 43"/>
                        <p:cNvPicPr/>
                        <p:nvPr/>
                      </p:nvPicPr>
                      <p:blipFill>
                        <a:blip r:embed="rId11"/>
                        <a:stretch>
                          <a:fillRect/>
                        </a:stretch>
                      </p:blipFill>
                      <p:spPr>
                        <a:xfrm>
                          <a:off x="3984" y="1512"/>
                          <a:ext cx="247" cy="263"/>
                        </a:xfrm>
                        <a:prstGeom prst="rect">
                          <a:avLst/>
                        </a:prstGeom>
                        <a:noFill/>
                        <a:ln w="9525">
                          <a:noFill/>
                        </a:ln>
                      </p:spPr>
                    </p:pic>
                  </p:oleObj>
                </mc:Fallback>
              </mc:AlternateContent>
            </a:graphicData>
          </a:graphic>
        </p:graphicFrame>
        <p:sp>
          <p:nvSpPr>
            <p:cNvPr id="26657" name="Line 44"/>
            <p:cNvSpPr>
              <a:spLocks noChangeShapeType="1"/>
            </p:cNvSpPr>
            <p:nvPr/>
          </p:nvSpPr>
          <p:spPr bwMode="auto">
            <a:xfrm flipV="1">
              <a:off x="4269" y="1323"/>
              <a:ext cx="192" cy="192"/>
            </a:xfrm>
            <a:prstGeom prst="line">
              <a:avLst/>
            </a:prstGeom>
            <a:noFill/>
            <a:ln w="28575">
              <a:solidFill>
                <a:srgbClr val="008000"/>
              </a:solidFill>
              <a:round/>
              <a:tailEnd type="triangle" w="med" len="med"/>
            </a:ln>
          </p:spPr>
          <p:txBody>
            <a:bodyPr/>
            <a:lstStyle/>
            <a:p>
              <a:endParaRPr lang="zh-CN" altLang="en-US"/>
            </a:p>
          </p:txBody>
        </p:sp>
        <p:graphicFrame>
          <p:nvGraphicFramePr>
            <p:cNvPr id="26639" name="Object 45"/>
            <p:cNvGraphicFramePr/>
            <p:nvPr/>
          </p:nvGraphicFramePr>
          <p:xfrm>
            <a:off x="4399" y="1369"/>
            <a:ext cx="209" cy="263"/>
          </p:xfrm>
          <a:graphic>
            <a:graphicData uri="http://schemas.openxmlformats.org/presentationml/2006/ole">
              <mc:AlternateContent xmlns:mc="http://schemas.openxmlformats.org/markup-compatibility/2006">
                <mc:Choice xmlns:v="urn:schemas-microsoft-com:vml" Requires="v">
                  <p:oleObj spid="_x0000_s26639" name="Equation" r:id="rId12" imgW="7924800" imgH="10058400" progId="Equation.3">
                    <p:embed/>
                  </p:oleObj>
                </mc:Choice>
                <mc:Fallback>
                  <p:oleObj name="Equation" r:id="rId12" imgW="7924800" imgH="10058400" progId="Equation.3">
                    <p:embed/>
                    <p:pic>
                      <p:nvPicPr>
                        <p:cNvPr id="0" name="Object 45"/>
                        <p:cNvPicPr/>
                        <p:nvPr/>
                      </p:nvPicPr>
                      <p:blipFill>
                        <a:blip r:embed="rId13"/>
                        <a:stretch>
                          <a:fillRect/>
                        </a:stretch>
                      </p:blipFill>
                      <p:spPr>
                        <a:xfrm>
                          <a:off x="4399" y="1369"/>
                          <a:ext cx="209" cy="263"/>
                        </a:xfrm>
                        <a:prstGeom prst="rect">
                          <a:avLst/>
                        </a:prstGeom>
                        <a:noFill/>
                        <a:ln w="9525">
                          <a:noFill/>
                        </a:ln>
                      </p:spPr>
                    </p:pic>
                  </p:oleObj>
                </mc:Fallback>
              </mc:AlternateContent>
            </a:graphicData>
          </a:graphic>
        </p:graphicFrame>
      </p:grpSp>
      <p:grpSp>
        <p:nvGrpSpPr>
          <p:cNvPr id="4" name="Group 46"/>
          <p:cNvGrpSpPr/>
          <p:nvPr/>
        </p:nvGrpSpPr>
        <p:grpSpPr bwMode="auto">
          <a:xfrm>
            <a:off x="6642100" y="3968750"/>
            <a:ext cx="1003300" cy="666750"/>
            <a:chOff x="4080" y="1824"/>
            <a:chExt cx="632" cy="420"/>
          </a:xfrm>
        </p:grpSpPr>
        <p:sp>
          <p:nvSpPr>
            <p:cNvPr id="26654" name="Oval 47"/>
            <p:cNvSpPr>
              <a:spLocks noChangeArrowheads="1"/>
            </p:cNvSpPr>
            <p:nvPr/>
          </p:nvSpPr>
          <p:spPr bwMode="auto">
            <a:xfrm>
              <a:off x="4328" y="1873"/>
              <a:ext cx="96" cy="96"/>
            </a:xfrm>
            <a:prstGeom prst="ellipse">
              <a:avLst/>
            </a:prstGeom>
            <a:gradFill rotWithShape="1">
              <a:gsLst>
                <a:gs pos="0">
                  <a:srgbClr val="FF9900"/>
                </a:gs>
                <a:gs pos="100000">
                  <a:srgbClr val="764700"/>
                </a:gs>
              </a:gsLst>
              <a:path path="shape">
                <a:fillToRect l="50000" t="50000" r="50000" b="50000"/>
              </a:path>
            </a:gradFill>
            <a:ln w="9525">
              <a:solidFill>
                <a:srgbClr val="008000"/>
              </a:solidFill>
              <a:round/>
            </a:ln>
          </p:spPr>
          <p:txBody>
            <a:bodyPr wrap="none" anchor="ctr"/>
            <a:lstStyle/>
            <a:p>
              <a:endParaRPr lang="zh-CN" altLang="en-US"/>
            </a:p>
          </p:txBody>
        </p:sp>
        <p:sp>
          <p:nvSpPr>
            <p:cNvPr id="26655" name="Line 48"/>
            <p:cNvSpPr>
              <a:spLocks noChangeShapeType="1"/>
            </p:cNvSpPr>
            <p:nvPr/>
          </p:nvSpPr>
          <p:spPr bwMode="auto">
            <a:xfrm>
              <a:off x="4424" y="1921"/>
              <a:ext cx="288" cy="96"/>
            </a:xfrm>
            <a:prstGeom prst="line">
              <a:avLst/>
            </a:prstGeom>
            <a:noFill/>
            <a:ln w="28575">
              <a:solidFill>
                <a:srgbClr val="008000"/>
              </a:solidFill>
              <a:round/>
              <a:tailEnd type="triangle" w="med" len="med"/>
            </a:ln>
          </p:spPr>
          <p:txBody>
            <a:bodyPr/>
            <a:lstStyle/>
            <a:p>
              <a:endParaRPr lang="zh-CN" altLang="en-US"/>
            </a:p>
          </p:txBody>
        </p:sp>
        <p:graphicFrame>
          <p:nvGraphicFramePr>
            <p:cNvPr id="26636" name="Object 49"/>
            <p:cNvGraphicFramePr/>
            <p:nvPr/>
          </p:nvGraphicFramePr>
          <p:xfrm>
            <a:off x="4080" y="1824"/>
            <a:ext cx="240" cy="272"/>
          </p:xfrm>
          <a:graphic>
            <a:graphicData uri="http://schemas.openxmlformats.org/presentationml/2006/ole">
              <mc:AlternateContent xmlns:mc="http://schemas.openxmlformats.org/markup-compatibility/2006">
                <mc:Choice xmlns:v="urn:schemas-microsoft-com:vml" Requires="v">
                  <p:oleObj spid="_x0000_s26636" name="Equation" r:id="rId14" imgW="9144000" imgH="10363200" progId="Equation.3">
                    <p:embed/>
                  </p:oleObj>
                </mc:Choice>
                <mc:Fallback>
                  <p:oleObj name="Equation" r:id="rId14" imgW="9144000" imgH="10363200" progId="Equation.3">
                    <p:embed/>
                    <p:pic>
                      <p:nvPicPr>
                        <p:cNvPr id="0" name="Object 49"/>
                        <p:cNvPicPr/>
                        <p:nvPr/>
                      </p:nvPicPr>
                      <p:blipFill>
                        <a:blip r:embed="rId15"/>
                        <a:stretch>
                          <a:fillRect/>
                        </a:stretch>
                      </p:blipFill>
                      <p:spPr>
                        <a:xfrm>
                          <a:off x="4080" y="1824"/>
                          <a:ext cx="240" cy="272"/>
                        </a:xfrm>
                        <a:prstGeom prst="rect">
                          <a:avLst/>
                        </a:prstGeom>
                        <a:noFill/>
                        <a:ln w="9525">
                          <a:noFill/>
                        </a:ln>
                      </p:spPr>
                    </p:pic>
                  </p:oleObj>
                </mc:Fallback>
              </mc:AlternateContent>
            </a:graphicData>
          </a:graphic>
        </p:graphicFrame>
        <p:graphicFrame>
          <p:nvGraphicFramePr>
            <p:cNvPr id="26637" name="Object 50"/>
            <p:cNvGraphicFramePr/>
            <p:nvPr/>
          </p:nvGraphicFramePr>
          <p:xfrm>
            <a:off x="4479" y="1972"/>
            <a:ext cx="199" cy="272"/>
          </p:xfrm>
          <a:graphic>
            <a:graphicData uri="http://schemas.openxmlformats.org/presentationml/2006/ole">
              <mc:AlternateContent xmlns:mc="http://schemas.openxmlformats.org/markup-compatibility/2006">
                <mc:Choice xmlns:v="urn:schemas-microsoft-com:vml" Requires="v">
                  <p:oleObj spid="_x0000_s26637" name="Equation" r:id="rId16" imgW="7620000" imgH="10363200" progId="Equation.3">
                    <p:embed/>
                  </p:oleObj>
                </mc:Choice>
                <mc:Fallback>
                  <p:oleObj name="Equation" r:id="rId16" imgW="7620000" imgH="10363200" progId="Equation.3">
                    <p:embed/>
                    <p:pic>
                      <p:nvPicPr>
                        <p:cNvPr id="0" name="Object 50"/>
                        <p:cNvPicPr/>
                        <p:nvPr/>
                      </p:nvPicPr>
                      <p:blipFill>
                        <a:blip r:embed="rId17"/>
                        <a:stretch>
                          <a:fillRect/>
                        </a:stretch>
                      </p:blipFill>
                      <p:spPr>
                        <a:xfrm>
                          <a:off x="4479" y="1972"/>
                          <a:ext cx="199" cy="272"/>
                        </a:xfrm>
                        <a:prstGeom prst="rect">
                          <a:avLst/>
                        </a:prstGeom>
                        <a:noFill/>
                        <a:ln w="9525">
                          <a:noFill/>
                        </a:ln>
                      </p:spPr>
                    </p:pic>
                  </p:oleObj>
                </mc:Fallback>
              </mc:AlternateContent>
            </a:graphicData>
          </a:graphic>
        </p:graphicFrame>
      </p:grpSp>
      <p:grpSp>
        <p:nvGrpSpPr>
          <p:cNvPr id="5" name="Group 51"/>
          <p:cNvGrpSpPr/>
          <p:nvPr/>
        </p:nvGrpSpPr>
        <p:grpSpPr bwMode="auto">
          <a:xfrm>
            <a:off x="7124700" y="3035300"/>
            <a:ext cx="903288" cy="1027113"/>
            <a:chOff x="4387" y="1249"/>
            <a:chExt cx="569" cy="647"/>
          </a:xfrm>
        </p:grpSpPr>
        <p:sp>
          <p:nvSpPr>
            <p:cNvPr id="26652" name="Oval 52"/>
            <p:cNvSpPr>
              <a:spLocks noChangeArrowheads="1"/>
            </p:cNvSpPr>
            <p:nvPr/>
          </p:nvSpPr>
          <p:spPr bwMode="auto">
            <a:xfrm>
              <a:off x="4712" y="1489"/>
              <a:ext cx="96" cy="96"/>
            </a:xfrm>
            <a:prstGeom prst="ellipse">
              <a:avLst/>
            </a:prstGeom>
            <a:gradFill rotWithShape="1">
              <a:gsLst>
                <a:gs pos="0">
                  <a:srgbClr val="FF9900"/>
                </a:gs>
                <a:gs pos="100000">
                  <a:srgbClr val="764700"/>
                </a:gs>
              </a:gsLst>
              <a:path path="shape">
                <a:fillToRect l="50000" t="50000" r="50000" b="50000"/>
              </a:path>
            </a:gradFill>
            <a:ln w="9525">
              <a:solidFill>
                <a:srgbClr val="784700"/>
              </a:solidFill>
              <a:round/>
            </a:ln>
          </p:spPr>
          <p:txBody>
            <a:bodyPr wrap="none" anchor="ctr"/>
            <a:lstStyle/>
            <a:p>
              <a:endParaRPr lang="zh-CN" altLang="en-US"/>
            </a:p>
          </p:txBody>
        </p:sp>
        <p:sp>
          <p:nvSpPr>
            <p:cNvPr id="26653" name="Line 53"/>
            <p:cNvSpPr>
              <a:spLocks noChangeShapeType="1"/>
            </p:cNvSpPr>
            <p:nvPr/>
          </p:nvSpPr>
          <p:spPr bwMode="auto">
            <a:xfrm flipH="1">
              <a:off x="4590" y="1574"/>
              <a:ext cx="144" cy="192"/>
            </a:xfrm>
            <a:prstGeom prst="line">
              <a:avLst/>
            </a:prstGeom>
            <a:noFill/>
            <a:ln w="28575">
              <a:solidFill>
                <a:srgbClr val="008000"/>
              </a:solidFill>
              <a:round/>
              <a:tailEnd type="triangle" w="med" len="med"/>
            </a:ln>
          </p:spPr>
          <p:txBody>
            <a:bodyPr/>
            <a:lstStyle/>
            <a:p>
              <a:endParaRPr lang="zh-CN" altLang="en-US"/>
            </a:p>
          </p:txBody>
        </p:sp>
        <p:graphicFrame>
          <p:nvGraphicFramePr>
            <p:cNvPr id="26634" name="Object 54"/>
            <p:cNvGraphicFramePr/>
            <p:nvPr/>
          </p:nvGraphicFramePr>
          <p:xfrm>
            <a:off x="4709" y="1249"/>
            <a:ext cx="247" cy="263"/>
          </p:xfrm>
          <a:graphic>
            <a:graphicData uri="http://schemas.openxmlformats.org/presentationml/2006/ole">
              <mc:AlternateContent xmlns:mc="http://schemas.openxmlformats.org/markup-compatibility/2006">
                <mc:Choice xmlns:v="urn:schemas-microsoft-com:vml" Requires="v">
                  <p:oleObj spid="_x0000_s26634" name="Equation" r:id="rId18" imgW="9448800" imgH="10058400" progId="Equation.3">
                    <p:embed/>
                  </p:oleObj>
                </mc:Choice>
                <mc:Fallback>
                  <p:oleObj name="Equation" r:id="rId18" imgW="9448800" imgH="10058400" progId="Equation.3">
                    <p:embed/>
                    <p:pic>
                      <p:nvPicPr>
                        <p:cNvPr id="0" name="Object 54"/>
                        <p:cNvPicPr/>
                        <p:nvPr/>
                      </p:nvPicPr>
                      <p:blipFill>
                        <a:blip r:embed="rId19"/>
                        <a:stretch>
                          <a:fillRect/>
                        </a:stretch>
                      </p:blipFill>
                      <p:spPr>
                        <a:xfrm>
                          <a:off x="4709" y="1249"/>
                          <a:ext cx="247" cy="263"/>
                        </a:xfrm>
                        <a:prstGeom prst="rect">
                          <a:avLst/>
                        </a:prstGeom>
                        <a:noFill/>
                        <a:ln w="9525">
                          <a:noFill/>
                        </a:ln>
                      </p:spPr>
                    </p:pic>
                  </p:oleObj>
                </mc:Fallback>
              </mc:AlternateContent>
            </a:graphicData>
          </a:graphic>
        </p:graphicFrame>
        <p:graphicFrame>
          <p:nvGraphicFramePr>
            <p:cNvPr id="26635" name="Object 55"/>
            <p:cNvGraphicFramePr/>
            <p:nvPr/>
          </p:nvGraphicFramePr>
          <p:xfrm>
            <a:off x="4387" y="1633"/>
            <a:ext cx="209" cy="263"/>
          </p:xfrm>
          <a:graphic>
            <a:graphicData uri="http://schemas.openxmlformats.org/presentationml/2006/ole">
              <mc:AlternateContent xmlns:mc="http://schemas.openxmlformats.org/markup-compatibility/2006">
                <mc:Choice xmlns:v="urn:schemas-microsoft-com:vml" Requires="v">
                  <p:oleObj spid="_x0000_s26635" name="Equation" r:id="rId20" imgW="7924800" imgH="10058400" progId="Equation.3">
                    <p:embed/>
                  </p:oleObj>
                </mc:Choice>
                <mc:Fallback>
                  <p:oleObj name="Equation" r:id="rId20" imgW="7924800" imgH="10058400" progId="Equation.3">
                    <p:embed/>
                    <p:pic>
                      <p:nvPicPr>
                        <p:cNvPr id="0" name="Object 55"/>
                        <p:cNvPicPr/>
                        <p:nvPr/>
                      </p:nvPicPr>
                      <p:blipFill>
                        <a:blip r:embed="rId21"/>
                        <a:stretch>
                          <a:fillRect/>
                        </a:stretch>
                      </p:blipFill>
                      <p:spPr>
                        <a:xfrm>
                          <a:off x="4387" y="1633"/>
                          <a:ext cx="209" cy="263"/>
                        </a:xfrm>
                        <a:prstGeom prst="rect">
                          <a:avLst/>
                        </a:prstGeom>
                        <a:noFill/>
                        <a:ln w="9525">
                          <a:noFill/>
                        </a:ln>
                      </p:spPr>
                    </p:pic>
                  </p:oleObj>
                </mc:Fallback>
              </mc:AlternateContent>
            </a:graphicData>
          </a:graphic>
        </p:graphicFrame>
      </p:grpSp>
      <p:grpSp>
        <p:nvGrpSpPr>
          <p:cNvPr id="6" name="Group 56"/>
          <p:cNvGrpSpPr/>
          <p:nvPr/>
        </p:nvGrpSpPr>
        <p:grpSpPr bwMode="auto">
          <a:xfrm rot="3298066">
            <a:off x="8016875" y="3492500"/>
            <a:ext cx="152400" cy="609600"/>
            <a:chOff x="5040" y="2592"/>
            <a:chExt cx="96" cy="384"/>
          </a:xfrm>
        </p:grpSpPr>
        <p:sp>
          <p:nvSpPr>
            <p:cNvPr id="26650" name="Oval 57"/>
            <p:cNvSpPr>
              <a:spLocks noChangeArrowheads="1"/>
            </p:cNvSpPr>
            <p:nvPr/>
          </p:nvSpPr>
          <p:spPr bwMode="auto">
            <a:xfrm>
              <a:off x="5040" y="2880"/>
              <a:ext cx="96" cy="96"/>
            </a:xfrm>
            <a:prstGeom prst="ellipse">
              <a:avLst/>
            </a:prstGeom>
            <a:gradFill rotWithShape="1">
              <a:gsLst>
                <a:gs pos="0">
                  <a:srgbClr val="FF9900"/>
                </a:gs>
                <a:gs pos="100000">
                  <a:srgbClr val="764700"/>
                </a:gs>
              </a:gsLst>
              <a:path path="shape">
                <a:fillToRect l="50000" t="50000" r="50000" b="50000"/>
              </a:path>
            </a:gradFill>
            <a:ln w="9525">
              <a:solidFill>
                <a:srgbClr val="784700"/>
              </a:solidFill>
              <a:round/>
            </a:ln>
          </p:spPr>
          <p:txBody>
            <a:bodyPr wrap="none" anchor="ctr"/>
            <a:lstStyle/>
            <a:p>
              <a:endParaRPr lang="zh-CN" altLang="en-US"/>
            </a:p>
          </p:txBody>
        </p:sp>
        <p:sp>
          <p:nvSpPr>
            <p:cNvPr id="26651" name="Line 58"/>
            <p:cNvSpPr>
              <a:spLocks noChangeShapeType="1"/>
            </p:cNvSpPr>
            <p:nvPr/>
          </p:nvSpPr>
          <p:spPr bwMode="auto">
            <a:xfrm flipV="1">
              <a:off x="5088" y="2592"/>
              <a:ext cx="0" cy="288"/>
            </a:xfrm>
            <a:prstGeom prst="line">
              <a:avLst/>
            </a:prstGeom>
            <a:noFill/>
            <a:ln w="28575">
              <a:solidFill>
                <a:srgbClr val="008000"/>
              </a:solidFill>
              <a:round/>
              <a:tailEnd type="triangle" w="med" len="med"/>
            </a:ln>
          </p:spPr>
          <p:txBody>
            <a:bodyPr/>
            <a:lstStyle/>
            <a:p>
              <a:endParaRPr lang="zh-CN" altLang="en-US"/>
            </a:p>
          </p:txBody>
        </p:sp>
      </p:grpSp>
      <p:graphicFrame>
        <p:nvGraphicFramePr>
          <p:cNvPr id="90171" name="Object 59"/>
          <p:cNvGraphicFramePr/>
          <p:nvPr/>
        </p:nvGraphicFramePr>
        <p:xfrm>
          <a:off x="1192213" y="1204913"/>
          <a:ext cx="2659062" cy="738187"/>
        </p:xfrm>
        <a:graphic>
          <a:graphicData uri="http://schemas.openxmlformats.org/presentationml/2006/ole">
            <mc:AlternateContent xmlns:mc="http://schemas.openxmlformats.org/markup-compatibility/2006">
              <mc:Choice xmlns:v="urn:schemas-microsoft-com:vml" Requires="v">
                <p:oleObj spid="_x0000_s26628" name="公式" r:id="rId22" imgW="35356800" imgH="9753600" progId="Equation.3">
                  <p:embed/>
                </p:oleObj>
              </mc:Choice>
              <mc:Fallback>
                <p:oleObj name="公式" r:id="rId22" imgW="35356800" imgH="9753600" progId="Equation.3">
                  <p:embed/>
                  <p:pic>
                    <p:nvPicPr>
                      <p:cNvPr id="0" name="Object 59"/>
                      <p:cNvPicPr/>
                      <p:nvPr/>
                    </p:nvPicPr>
                    <p:blipFill>
                      <a:blip r:embed="rId23"/>
                      <a:stretch>
                        <a:fillRect/>
                      </a:stretch>
                    </p:blipFill>
                    <p:spPr>
                      <a:xfrm>
                        <a:off x="1192213" y="1204913"/>
                        <a:ext cx="2659062" cy="738187"/>
                      </a:xfrm>
                      <a:prstGeom prst="rect">
                        <a:avLst/>
                      </a:prstGeom>
                      <a:solidFill>
                        <a:srgbClr val="CCFFCC"/>
                      </a:solidFill>
                      <a:ln w="19050" cap="flat" cmpd="sng">
                        <a:solidFill>
                          <a:srgbClr val="00FF00">
                            <a:alpha val="50000"/>
                          </a:srgbClr>
                        </a:solidFill>
                        <a:prstDash val="solid"/>
                        <a:miter/>
                        <a:headEnd type="none" w="med" len="med"/>
                        <a:tailEnd type="none" w="med" len="med"/>
                      </a:ln>
                    </p:spPr>
                  </p:pic>
                </p:oleObj>
              </mc:Fallback>
            </mc:AlternateContent>
          </a:graphicData>
        </a:graphic>
      </p:graphicFrame>
      <p:graphicFrame>
        <p:nvGraphicFramePr>
          <p:cNvPr id="90172" name="Object 60"/>
          <p:cNvGraphicFramePr>
            <a:graphicFrameLocks noChangeAspect="1"/>
          </p:cNvGraphicFramePr>
          <p:nvPr/>
        </p:nvGraphicFramePr>
        <p:xfrm>
          <a:off x="1909763" y="4494213"/>
          <a:ext cx="1806575" cy="777875"/>
        </p:xfrm>
        <a:graphic>
          <a:graphicData uri="http://schemas.openxmlformats.org/presentationml/2006/ole">
            <mc:AlternateContent xmlns:mc="http://schemas.openxmlformats.org/markup-compatibility/2006">
              <mc:Choice xmlns:v="urn:schemas-microsoft-com:vml" Requires="v">
                <p:oleObj spid="_x0000_s26629" name="公式" r:id="rId24" imgW="24079200" imgH="10363200" progId="Equation.3">
                  <p:embed/>
                </p:oleObj>
              </mc:Choice>
              <mc:Fallback>
                <p:oleObj name="公式" r:id="rId24" imgW="24079200" imgH="10363200" progId="Equation.3">
                  <p:embed/>
                  <p:pic>
                    <p:nvPicPr>
                      <p:cNvPr id="0" name="Object 60"/>
                      <p:cNvPicPr>
                        <a:picLocks noChangeAspect="1"/>
                      </p:cNvPicPr>
                      <p:nvPr/>
                    </p:nvPicPr>
                    <p:blipFill>
                      <a:blip r:embed="rId25"/>
                      <a:stretch>
                        <a:fillRect/>
                      </a:stretch>
                    </p:blipFill>
                    <p:spPr>
                      <a:xfrm>
                        <a:off x="1909763" y="4494213"/>
                        <a:ext cx="1806575" cy="777875"/>
                      </a:xfrm>
                      <a:prstGeom prst="rect">
                        <a:avLst/>
                      </a:prstGeom>
                      <a:noFill/>
                      <a:ln w="9525">
                        <a:noFill/>
                      </a:ln>
                    </p:spPr>
                  </p:pic>
                </p:oleObj>
              </mc:Fallback>
            </mc:AlternateContent>
          </a:graphicData>
        </a:graphic>
      </p:graphicFrame>
      <p:graphicFrame>
        <p:nvGraphicFramePr>
          <p:cNvPr id="90173" name="Object 61"/>
          <p:cNvGraphicFramePr>
            <a:graphicFrameLocks noChangeAspect="1"/>
          </p:cNvGraphicFramePr>
          <p:nvPr/>
        </p:nvGraphicFramePr>
        <p:xfrm>
          <a:off x="1804988" y="5678488"/>
          <a:ext cx="1616075" cy="409575"/>
        </p:xfrm>
        <a:graphic>
          <a:graphicData uri="http://schemas.openxmlformats.org/presentationml/2006/ole">
            <mc:AlternateContent xmlns:mc="http://schemas.openxmlformats.org/markup-compatibility/2006">
              <mc:Choice xmlns:v="urn:schemas-microsoft-com:vml" Requires="v">
                <p:oleObj spid="_x0000_s26630" name="公式" r:id="rId26" imgW="21640800" imgH="5486400" progId="Equation.3">
                  <p:embed/>
                </p:oleObj>
              </mc:Choice>
              <mc:Fallback>
                <p:oleObj name="公式" r:id="rId26" imgW="21640800" imgH="5486400" progId="Equation.3">
                  <p:embed/>
                  <p:pic>
                    <p:nvPicPr>
                      <p:cNvPr id="0" name="Object 61"/>
                      <p:cNvPicPr>
                        <a:picLocks noChangeAspect="1"/>
                      </p:cNvPicPr>
                      <p:nvPr/>
                    </p:nvPicPr>
                    <p:blipFill>
                      <a:blip r:embed="rId27"/>
                      <a:stretch>
                        <a:fillRect/>
                      </a:stretch>
                    </p:blipFill>
                    <p:spPr>
                      <a:xfrm>
                        <a:off x="1804988" y="5678488"/>
                        <a:ext cx="1616075" cy="409575"/>
                      </a:xfrm>
                      <a:prstGeom prst="rect">
                        <a:avLst/>
                      </a:prstGeom>
                      <a:noFill/>
                      <a:ln w="9525">
                        <a:noFill/>
                      </a:ln>
                    </p:spPr>
                  </p:pic>
                </p:oleObj>
              </mc:Fallback>
            </mc:AlternateContent>
          </a:graphicData>
        </a:graphic>
      </p:graphicFrame>
      <p:sp>
        <p:nvSpPr>
          <p:cNvPr id="90174" name="Text Box 62"/>
          <p:cNvSpPr txBox="1">
            <a:spLocks noChangeArrowheads="1"/>
          </p:cNvSpPr>
          <p:nvPr/>
        </p:nvSpPr>
        <p:spPr bwMode="auto">
          <a:xfrm>
            <a:off x="3819525" y="5713413"/>
            <a:ext cx="3902075" cy="396875"/>
          </a:xfrm>
          <a:prstGeom prst="rect">
            <a:avLst/>
          </a:prstGeom>
          <a:noFill/>
          <a:ln w="9525">
            <a:noFill/>
            <a:miter lim="800000"/>
          </a:ln>
        </p:spPr>
        <p:txBody>
          <a:bodyPr>
            <a:spAutoFit/>
          </a:bodyPr>
          <a:lstStyle/>
          <a:p>
            <a:pPr algn="l"/>
            <a:r>
              <a:rPr lang="zh-CN" altLang="en-US" sz="2000" b="1" i="0">
                <a:solidFill>
                  <a:srgbClr val="FF6600"/>
                </a:solidFill>
                <a:latin typeface="Times New Roman" panose="02020603050405020304" pitchFamily="18" charset="0"/>
              </a:rPr>
              <a:t>（质点系动能定理）</a:t>
            </a:r>
            <a:endParaRPr lang="zh-CN" altLang="en-US" sz="2000" b="1" i="0">
              <a:solidFill>
                <a:srgbClr val="FF6600"/>
              </a:solidFill>
              <a:latin typeface="Times New Roman" panose="02020603050405020304" pitchFamily="18" charset="0"/>
            </a:endParaRPr>
          </a:p>
        </p:txBody>
      </p:sp>
      <p:graphicFrame>
        <p:nvGraphicFramePr>
          <p:cNvPr id="90175" name="Object 63"/>
          <p:cNvGraphicFramePr>
            <a:graphicFrameLocks noChangeAspect="1"/>
          </p:cNvGraphicFramePr>
          <p:nvPr/>
        </p:nvGraphicFramePr>
        <p:xfrm>
          <a:off x="7812088" y="3916363"/>
          <a:ext cx="406400" cy="457200"/>
        </p:xfrm>
        <a:graphic>
          <a:graphicData uri="http://schemas.openxmlformats.org/presentationml/2006/ole">
            <mc:AlternateContent xmlns:mc="http://schemas.openxmlformats.org/markup-compatibility/2006">
              <mc:Choice xmlns:v="urn:schemas-microsoft-com:vml" Requires="v">
                <p:oleObj spid="_x0000_s26631" name="公式" r:id="rId28" imgW="4876800" imgH="5486400" progId="Equation.3">
                  <p:embed/>
                </p:oleObj>
              </mc:Choice>
              <mc:Fallback>
                <p:oleObj name="公式" r:id="rId28" imgW="4876800" imgH="5486400" progId="Equation.3">
                  <p:embed/>
                  <p:pic>
                    <p:nvPicPr>
                      <p:cNvPr id="0" name="Object 63"/>
                      <p:cNvPicPr>
                        <a:picLocks noChangeAspect="1"/>
                      </p:cNvPicPr>
                      <p:nvPr/>
                    </p:nvPicPr>
                    <p:blipFill>
                      <a:blip r:embed="rId29"/>
                      <a:stretch>
                        <a:fillRect/>
                      </a:stretch>
                    </p:blipFill>
                    <p:spPr>
                      <a:xfrm>
                        <a:off x="7812088" y="3916363"/>
                        <a:ext cx="406400" cy="457200"/>
                      </a:xfrm>
                      <a:prstGeom prst="rect">
                        <a:avLst/>
                      </a:prstGeom>
                      <a:noFill/>
                      <a:ln w="9525">
                        <a:noFill/>
                      </a:ln>
                    </p:spPr>
                  </p:pic>
                </p:oleObj>
              </mc:Fallback>
            </mc:AlternateContent>
          </a:graphicData>
        </a:graphic>
      </p:graphicFrame>
      <p:graphicFrame>
        <p:nvGraphicFramePr>
          <p:cNvPr id="90176" name="Object 64"/>
          <p:cNvGraphicFramePr>
            <a:graphicFrameLocks noChangeAspect="1"/>
          </p:cNvGraphicFramePr>
          <p:nvPr/>
        </p:nvGraphicFramePr>
        <p:xfrm>
          <a:off x="8180388" y="3241675"/>
          <a:ext cx="306387" cy="457200"/>
        </p:xfrm>
        <a:graphic>
          <a:graphicData uri="http://schemas.openxmlformats.org/presentationml/2006/ole">
            <mc:AlternateContent xmlns:mc="http://schemas.openxmlformats.org/markup-compatibility/2006">
              <mc:Choice xmlns:v="urn:schemas-microsoft-com:vml" Requires="v">
                <p:oleObj spid="_x0000_s26632" name="公式" r:id="rId30" imgW="3657600" imgH="5486400" progId="Equation.3">
                  <p:embed/>
                </p:oleObj>
              </mc:Choice>
              <mc:Fallback>
                <p:oleObj name="公式" r:id="rId30" imgW="3657600" imgH="5486400" progId="Equation.3">
                  <p:embed/>
                  <p:pic>
                    <p:nvPicPr>
                      <p:cNvPr id="0" name="Object 64"/>
                      <p:cNvPicPr>
                        <a:picLocks noChangeAspect="1"/>
                      </p:cNvPicPr>
                      <p:nvPr/>
                    </p:nvPicPr>
                    <p:blipFill>
                      <a:blip r:embed="rId31"/>
                      <a:stretch>
                        <a:fillRect/>
                      </a:stretch>
                    </p:blipFill>
                    <p:spPr>
                      <a:xfrm>
                        <a:off x="8180388" y="3241675"/>
                        <a:ext cx="306387" cy="457200"/>
                      </a:xfrm>
                      <a:prstGeom prst="rect">
                        <a:avLst/>
                      </a:prstGeom>
                      <a:noFill/>
                      <a:ln w="9525">
                        <a:noFill/>
                      </a:ln>
                    </p:spPr>
                  </p:pic>
                </p:oleObj>
              </mc:Fallback>
            </mc:AlternateContent>
          </a:graphicData>
        </a:graphic>
      </p:graphicFrame>
      <p:graphicFrame>
        <p:nvGraphicFramePr>
          <p:cNvPr id="90177" name="Object 65"/>
          <p:cNvGraphicFramePr>
            <a:graphicFrameLocks noChangeAspect="1"/>
          </p:cNvGraphicFramePr>
          <p:nvPr/>
        </p:nvGraphicFramePr>
        <p:xfrm>
          <a:off x="2816225" y="3519488"/>
          <a:ext cx="2052638" cy="615950"/>
        </p:xfrm>
        <a:graphic>
          <a:graphicData uri="http://schemas.openxmlformats.org/presentationml/2006/ole">
            <mc:AlternateContent xmlns:mc="http://schemas.openxmlformats.org/markup-compatibility/2006">
              <mc:Choice xmlns:v="urn:schemas-microsoft-com:vml" Requires="v">
                <p:oleObj spid="_x0000_s26633" name="公式" r:id="rId32" imgW="27432000" imgH="8229600" progId="Equation.3">
                  <p:embed/>
                </p:oleObj>
              </mc:Choice>
              <mc:Fallback>
                <p:oleObj name="公式" r:id="rId32" imgW="27432000" imgH="8229600" progId="Equation.3">
                  <p:embed/>
                  <p:pic>
                    <p:nvPicPr>
                      <p:cNvPr id="0" name="Object 65"/>
                      <p:cNvPicPr>
                        <a:picLocks noChangeAspect="1"/>
                      </p:cNvPicPr>
                      <p:nvPr/>
                    </p:nvPicPr>
                    <p:blipFill>
                      <a:blip r:embed="rId33"/>
                      <a:stretch>
                        <a:fillRect/>
                      </a:stretch>
                    </p:blipFill>
                    <p:spPr>
                      <a:xfrm>
                        <a:off x="2816225" y="3519488"/>
                        <a:ext cx="2052638" cy="6159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114"/>
                                        </p:tgtEl>
                                        <p:attrNameLst>
                                          <p:attrName>style.visibility</p:attrName>
                                        </p:attrNameLst>
                                      </p:cBhvr>
                                      <p:to>
                                        <p:strVal val="visible"/>
                                      </p:to>
                                    </p:set>
                                    <p:animEffect transition="in" filter="wipe(left)">
                                      <p:cBhvr>
                                        <p:cTn id="7" dur="500"/>
                                        <p:tgtEl>
                                          <p:spTgt spid="9011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90147"/>
                                        </p:tgtEl>
                                        <p:attrNameLst>
                                          <p:attrName>style.visibility</p:attrName>
                                        </p:attrNameLst>
                                      </p:cBhvr>
                                      <p:to>
                                        <p:strVal val="visible"/>
                                      </p:to>
                                    </p:set>
                                    <p:animEffect transition="in" filter="box(out)">
                                      <p:cBhvr>
                                        <p:cTn id="12" dur="500"/>
                                        <p:tgtEl>
                                          <p:spTgt spid="9014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dissolve">
                                      <p:cBhvr>
                                        <p:cTn id="21" dur="500"/>
                                        <p:tgtEl>
                                          <p:spTgt spid="3"/>
                                        </p:tgtEl>
                                      </p:cBhvr>
                                    </p:animEffect>
                                  </p:childTnLst>
                                </p:cTn>
                              </p:par>
                            </p:childTnLst>
                          </p:cTn>
                        </p:par>
                        <p:par>
                          <p:cTn id="22" fill="hold">
                            <p:stCondLst>
                              <p:cond delay="1000"/>
                            </p:stCondLst>
                            <p:childTnLst>
                              <p:par>
                                <p:cTn id="23" presetID="9"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dissolve">
                                      <p:cBhvr>
                                        <p:cTn id="25" dur="500"/>
                                        <p:tgtEl>
                                          <p:spTgt spid="4"/>
                                        </p:tgtEl>
                                      </p:cBhvr>
                                    </p:animEffect>
                                  </p:childTnLst>
                                </p:cTn>
                              </p:par>
                            </p:childTnLst>
                          </p:cTn>
                        </p:par>
                        <p:par>
                          <p:cTn id="26" fill="hold">
                            <p:stCondLst>
                              <p:cond delay="1500"/>
                            </p:stCondLst>
                            <p:childTnLst>
                              <p:par>
                                <p:cTn id="27" presetID="9" presetClass="entr" presetSubtype="0" fill="hold" nodeType="after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dissolv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dissolve">
                                      <p:cBhvr>
                                        <p:cTn id="34" dur="500"/>
                                        <p:tgtEl>
                                          <p:spTgt spid="6"/>
                                        </p:tgtEl>
                                      </p:cBhvr>
                                    </p:animEffect>
                                  </p:childTnLst>
                                </p:cTn>
                              </p:par>
                            </p:childTnLst>
                          </p:cTn>
                        </p:par>
                        <p:par>
                          <p:cTn id="35" fill="hold">
                            <p:stCondLst>
                              <p:cond delay="500"/>
                            </p:stCondLst>
                            <p:childTnLst>
                              <p:par>
                                <p:cTn id="36" presetID="22" presetClass="entr" presetSubtype="8" fill="hold" nodeType="afterEffect">
                                  <p:stCondLst>
                                    <p:cond delay="0"/>
                                  </p:stCondLst>
                                  <p:childTnLst>
                                    <p:set>
                                      <p:cBhvr>
                                        <p:cTn id="37" dur="1" fill="hold">
                                          <p:stCondLst>
                                            <p:cond delay="0"/>
                                          </p:stCondLst>
                                        </p:cTn>
                                        <p:tgtEl>
                                          <p:spTgt spid="90175"/>
                                        </p:tgtEl>
                                        <p:attrNameLst>
                                          <p:attrName>style.visibility</p:attrName>
                                        </p:attrNameLst>
                                      </p:cBhvr>
                                      <p:to>
                                        <p:strVal val="visible"/>
                                      </p:to>
                                    </p:set>
                                    <p:animEffect transition="in" filter="wipe(left)">
                                      <p:cBhvr>
                                        <p:cTn id="38" dur="500"/>
                                        <p:tgtEl>
                                          <p:spTgt spid="90175"/>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90176"/>
                                        </p:tgtEl>
                                        <p:attrNameLst>
                                          <p:attrName>style.visibility</p:attrName>
                                        </p:attrNameLst>
                                      </p:cBhvr>
                                      <p:to>
                                        <p:strVal val="visible"/>
                                      </p:to>
                                    </p:set>
                                    <p:animEffect transition="in" filter="wipe(left)">
                                      <p:cBhvr>
                                        <p:cTn id="42" dur="500"/>
                                        <p:tgtEl>
                                          <p:spTgt spid="9017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0171"/>
                                        </p:tgtEl>
                                        <p:attrNameLst>
                                          <p:attrName>style.visibility</p:attrName>
                                        </p:attrNameLst>
                                      </p:cBhvr>
                                      <p:to>
                                        <p:strVal val="visible"/>
                                      </p:to>
                                    </p:set>
                                    <p:animEffect transition="in" filter="wipe(left)">
                                      <p:cBhvr>
                                        <p:cTn id="47" dur="500"/>
                                        <p:tgtEl>
                                          <p:spTgt spid="9017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90145"/>
                                        </p:tgtEl>
                                        <p:attrNameLst>
                                          <p:attrName>style.visibility</p:attrName>
                                        </p:attrNameLst>
                                      </p:cBhvr>
                                      <p:to>
                                        <p:strVal val="visible"/>
                                      </p:to>
                                    </p:set>
                                    <p:animEffect transition="in" filter="wipe(left)">
                                      <p:cBhvr>
                                        <p:cTn id="52" dur="500"/>
                                        <p:tgtEl>
                                          <p:spTgt spid="9014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90146"/>
                                        </p:tgtEl>
                                        <p:attrNameLst>
                                          <p:attrName>style.visibility</p:attrName>
                                        </p:attrNameLst>
                                      </p:cBhvr>
                                      <p:to>
                                        <p:strVal val="visible"/>
                                      </p:to>
                                    </p:set>
                                    <p:animEffect transition="in" filter="wipe(left)">
                                      <p:cBhvr>
                                        <p:cTn id="57" dur="500"/>
                                        <p:tgtEl>
                                          <p:spTgt spid="9014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90177"/>
                                        </p:tgtEl>
                                        <p:attrNameLst>
                                          <p:attrName>style.visibility</p:attrName>
                                        </p:attrNameLst>
                                      </p:cBhvr>
                                      <p:to>
                                        <p:strVal val="visible"/>
                                      </p:to>
                                    </p:set>
                                    <p:animEffect transition="in" filter="wipe(left)">
                                      <p:cBhvr>
                                        <p:cTn id="62" dur="500"/>
                                        <p:tgtEl>
                                          <p:spTgt spid="9017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90172"/>
                                        </p:tgtEl>
                                        <p:attrNameLst>
                                          <p:attrName>style.visibility</p:attrName>
                                        </p:attrNameLst>
                                      </p:cBhvr>
                                      <p:to>
                                        <p:strVal val="visible"/>
                                      </p:to>
                                    </p:set>
                                    <p:animEffect transition="in" filter="wipe(left)">
                                      <p:cBhvr>
                                        <p:cTn id="67" dur="500"/>
                                        <p:tgtEl>
                                          <p:spTgt spid="90172"/>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90173"/>
                                        </p:tgtEl>
                                        <p:attrNameLst>
                                          <p:attrName>style.visibility</p:attrName>
                                        </p:attrNameLst>
                                      </p:cBhvr>
                                      <p:to>
                                        <p:strVal val="visible"/>
                                      </p:to>
                                    </p:set>
                                    <p:animEffect transition="in" filter="wipe(left)">
                                      <p:cBhvr>
                                        <p:cTn id="72" dur="500"/>
                                        <p:tgtEl>
                                          <p:spTgt spid="90173"/>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90174"/>
                                        </p:tgtEl>
                                        <p:attrNameLst>
                                          <p:attrName>style.visibility</p:attrName>
                                        </p:attrNameLst>
                                      </p:cBhvr>
                                      <p:to>
                                        <p:strVal val="visible"/>
                                      </p:to>
                                    </p:set>
                                    <p:animEffect transition="in" filter="wipe(left)">
                                      <p:cBhvr>
                                        <p:cTn id="77" dur="500"/>
                                        <p:tgtEl>
                                          <p:spTgt spid="90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4" grpId="0" autoUpdateAnimBg="0"/>
      <p:bldP spid="90147" grpId="0" animBg="1"/>
      <p:bldP spid="9017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6130" name="Text Box 2"/>
          <p:cNvSpPr txBox="1">
            <a:spLocks noChangeArrowheads="1"/>
          </p:cNvSpPr>
          <p:nvPr/>
        </p:nvSpPr>
        <p:spPr bwMode="auto">
          <a:xfrm>
            <a:off x="765175" y="1179513"/>
            <a:ext cx="4111625" cy="1006475"/>
          </a:xfrm>
          <a:prstGeom prst="rect">
            <a:avLst/>
          </a:prstGeom>
          <a:noFill/>
          <a:ln w="9525">
            <a:noFill/>
            <a:miter lim="800000"/>
          </a:ln>
        </p:spPr>
        <p:txBody>
          <a:bodyPr>
            <a:spAutoFit/>
          </a:bodyPr>
          <a:lstStyle/>
          <a:p>
            <a:pPr marL="476250" indent="-476250" algn="l">
              <a:lnSpc>
                <a:spcPct val="12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内力和为零</a:t>
            </a:r>
            <a:r>
              <a:rPr lang="en-US" altLang="zh-CN" b="1" i="0">
                <a:solidFill>
                  <a:schemeClr val="bg1"/>
                </a:solidFill>
                <a:latin typeface="Times New Roman" panose="02020603050405020304" pitchFamily="18" charset="0"/>
              </a:rPr>
              <a:t>,</a:t>
            </a:r>
            <a:r>
              <a:rPr lang="zh-CN" altLang="en-US" b="1" i="0">
                <a:solidFill>
                  <a:schemeClr val="bg1"/>
                </a:solidFill>
                <a:latin typeface="Times New Roman" panose="02020603050405020304" pitchFamily="18" charset="0"/>
              </a:rPr>
              <a:t>内力功的和是否为零？</a:t>
            </a:r>
            <a:endParaRPr lang="zh-CN" altLang="en-US" b="1" i="0">
              <a:solidFill>
                <a:schemeClr val="bg1"/>
              </a:solidFill>
              <a:latin typeface="Times New Roman" panose="02020603050405020304" pitchFamily="18" charset="0"/>
            </a:endParaRPr>
          </a:p>
        </p:txBody>
      </p:sp>
      <p:sp>
        <p:nvSpPr>
          <p:cNvPr id="176131" name="Text Box 3"/>
          <p:cNvSpPr txBox="1">
            <a:spLocks noChangeArrowheads="1"/>
          </p:cNvSpPr>
          <p:nvPr/>
        </p:nvSpPr>
        <p:spPr bwMode="auto">
          <a:xfrm>
            <a:off x="1200150" y="1697038"/>
            <a:ext cx="2147888" cy="457200"/>
          </a:xfrm>
          <a:prstGeom prst="rect">
            <a:avLst/>
          </a:prstGeom>
          <a:solidFill>
            <a:srgbClr val="FFFFFF"/>
          </a:solidFill>
          <a:ln w="9525">
            <a:noFill/>
            <a:miter lim="800000"/>
          </a:ln>
        </p:spPr>
        <p:txBody>
          <a:bodyPr>
            <a:spAutoFit/>
          </a:bodyPr>
          <a:lstStyle/>
          <a:p>
            <a:pPr algn="l"/>
            <a:r>
              <a:rPr lang="zh-CN" altLang="en-US" b="1" i="0">
                <a:solidFill>
                  <a:schemeClr val="bg1"/>
                </a:solidFill>
                <a:latin typeface="Times New Roman" panose="02020603050405020304" pitchFamily="18" charset="0"/>
              </a:rPr>
              <a:t>不一定为零</a:t>
            </a:r>
            <a:endParaRPr lang="zh-CN" altLang="en-US" i="0">
              <a:solidFill>
                <a:schemeClr val="bg1"/>
              </a:solidFill>
              <a:latin typeface="Times New Roman" panose="02020603050405020304" pitchFamily="18" charset="0"/>
            </a:endParaRPr>
          </a:p>
        </p:txBody>
      </p:sp>
      <p:graphicFrame>
        <p:nvGraphicFramePr>
          <p:cNvPr id="176132" name="Object 4"/>
          <p:cNvGraphicFramePr>
            <a:graphicFrameLocks noChangeAspect="1"/>
          </p:cNvGraphicFramePr>
          <p:nvPr/>
        </p:nvGraphicFramePr>
        <p:xfrm>
          <a:off x="1458913" y="2384425"/>
          <a:ext cx="1133475" cy="414338"/>
        </p:xfrm>
        <a:graphic>
          <a:graphicData uri="http://schemas.openxmlformats.org/presentationml/2006/ole">
            <mc:AlternateContent xmlns:mc="http://schemas.openxmlformats.org/markup-compatibility/2006">
              <mc:Choice xmlns:v="urn:schemas-microsoft-com:vml" Requires="v">
                <p:oleObj spid="_x0000_s27649" name="公式" r:id="rId1" imgW="14935200" imgH="5486400" progId="Equation.3">
                  <p:embed/>
                </p:oleObj>
              </mc:Choice>
              <mc:Fallback>
                <p:oleObj name="公式" r:id="rId1" imgW="14935200" imgH="5486400" progId="Equation.3">
                  <p:embed/>
                  <p:pic>
                    <p:nvPicPr>
                      <p:cNvPr id="0" name="Object 4"/>
                      <p:cNvPicPr>
                        <a:picLocks noChangeAspect="1"/>
                      </p:cNvPicPr>
                      <p:nvPr/>
                    </p:nvPicPr>
                    <p:blipFill>
                      <a:blip r:embed="rId2"/>
                      <a:stretch>
                        <a:fillRect/>
                      </a:stretch>
                    </p:blipFill>
                    <p:spPr>
                      <a:xfrm>
                        <a:off x="1458913" y="2384425"/>
                        <a:ext cx="1133475" cy="414338"/>
                      </a:xfrm>
                      <a:prstGeom prst="rect">
                        <a:avLst/>
                      </a:prstGeom>
                      <a:noFill/>
                      <a:ln w="9525">
                        <a:noFill/>
                      </a:ln>
                    </p:spPr>
                  </p:pic>
                </p:oleObj>
              </mc:Fallback>
            </mc:AlternateContent>
          </a:graphicData>
        </a:graphic>
      </p:graphicFrame>
      <p:graphicFrame>
        <p:nvGraphicFramePr>
          <p:cNvPr id="176133" name="Object 5"/>
          <p:cNvGraphicFramePr>
            <a:graphicFrameLocks noChangeAspect="1"/>
          </p:cNvGraphicFramePr>
          <p:nvPr/>
        </p:nvGraphicFramePr>
        <p:xfrm>
          <a:off x="3581400" y="2386013"/>
          <a:ext cx="1050925" cy="457200"/>
        </p:xfrm>
        <a:graphic>
          <a:graphicData uri="http://schemas.openxmlformats.org/presentationml/2006/ole">
            <mc:AlternateContent xmlns:mc="http://schemas.openxmlformats.org/markup-compatibility/2006">
              <mc:Choice xmlns:v="urn:schemas-microsoft-com:vml" Requires="v">
                <p:oleObj spid="_x0000_s27651" name="公式" r:id="rId3" imgW="14020800" imgH="6096000" progId="Equation.3">
                  <p:embed/>
                </p:oleObj>
              </mc:Choice>
              <mc:Fallback>
                <p:oleObj name="公式" r:id="rId3" imgW="14020800" imgH="6096000" progId="Equation.3">
                  <p:embed/>
                  <p:pic>
                    <p:nvPicPr>
                      <p:cNvPr id="0" name="Object 5"/>
                      <p:cNvPicPr>
                        <a:picLocks noChangeAspect="1"/>
                      </p:cNvPicPr>
                      <p:nvPr/>
                    </p:nvPicPr>
                    <p:blipFill>
                      <a:blip r:embed="rId4"/>
                      <a:stretch>
                        <a:fillRect/>
                      </a:stretch>
                    </p:blipFill>
                    <p:spPr>
                      <a:xfrm>
                        <a:off x="3581400" y="2386013"/>
                        <a:ext cx="1050925" cy="457200"/>
                      </a:xfrm>
                      <a:prstGeom prst="rect">
                        <a:avLst/>
                      </a:prstGeom>
                      <a:noFill/>
                      <a:ln w="9525">
                        <a:noFill/>
                      </a:ln>
                    </p:spPr>
                  </p:pic>
                </p:oleObj>
              </mc:Fallback>
            </mc:AlternateContent>
          </a:graphicData>
        </a:graphic>
      </p:graphicFrame>
      <p:graphicFrame>
        <p:nvGraphicFramePr>
          <p:cNvPr id="176134" name="Object 6"/>
          <p:cNvGraphicFramePr>
            <a:graphicFrameLocks noChangeAspect="1"/>
          </p:cNvGraphicFramePr>
          <p:nvPr/>
        </p:nvGraphicFramePr>
        <p:xfrm>
          <a:off x="1370013" y="3062288"/>
          <a:ext cx="1281112" cy="366712"/>
        </p:xfrm>
        <a:graphic>
          <a:graphicData uri="http://schemas.openxmlformats.org/presentationml/2006/ole">
            <mc:AlternateContent xmlns:mc="http://schemas.openxmlformats.org/markup-compatibility/2006">
              <mc:Choice xmlns:v="urn:schemas-microsoft-com:vml" Requires="v">
                <p:oleObj spid="_x0000_s27652" name="公式" r:id="rId5" imgW="17068800" imgH="4876800" progId="Equation.3">
                  <p:embed/>
                </p:oleObj>
              </mc:Choice>
              <mc:Fallback>
                <p:oleObj name="公式" r:id="rId5" imgW="17068800" imgH="4876800" progId="Equation.3">
                  <p:embed/>
                  <p:pic>
                    <p:nvPicPr>
                      <p:cNvPr id="0" name="Object 6"/>
                      <p:cNvPicPr>
                        <a:picLocks noChangeAspect="1"/>
                      </p:cNvPicPr>
                      <p:nvPr/>
                    </p:nvPicPr>
                    <p:blipFill>
                      <a:blip r:embed="rId6"/>
                      <a:stretch>
                        <a:fillRect/>
                      </a:stretch>
                    </p:blipFill>
                    <p:spPr>
                      <a:xfrm>
                        <a:off x="1370013" y="3062288"/>
                        <a:ext cx="1281112" cy="366712"/>
                      </a:xfrm>
                      <a:prstGeom prst="rect">
                        <a:avLst/>
                      </a:prstGeom>
                      <a:noFill/>
                      <a:ln w="9525">
                        <a:noFill/>
                      </a:ln>
                    </p:spPr>
                  </p:pic>
                </p:oleObj>
              </mc:Fallback>
            </mc:AlternateContent>
          </a:graphicData>
        </a:graphic>
      </p:graphicFrame>
      <p:graphicFrame>
        <p:nvGraphicFramePr>
          <p:cNvPr id="176135" name="Object 7"/>
          <p:cNvGraphicFramePr>
            <a:graphicFrameLocks noChangeAspect="1"/>
          </p:cNvGraphicFramePr>
          <p:nvPr/>
        </p:nvGraphicFramePr>
        <p:xfrm>
          <a:off x="3563938" y="3060700"/>
          <a:ext cx="1181100" cy="368300"/>
        </p:xfrm>
        <a:graphic>
          <a:graphicData uri="http://schemas.openxmlformats.org/presentationml/2006/ole">
            <mc:AlternateContent xmlns:mc="http://schemas.openxmlformats.org/markup-compatibility/2006">
              <mc:Choice xmlns:v="urn:schemas-microsoft-com:vml" Requires="v">
                <p:oleObj spid="_x0000_s27653" name="公式" r:id="rId7" imgW="15544800" imgH="4876800" progId="Equation.3">
                  <p:embed/>
                </p:oleObj>
              </mc:Choice>
              <mc:Fallback>
                <p:oleObj name="公式" r:id="rId7" imgW="15544800" imgH="4876800" progId="Equation.3">
                  <p:embed/>
                  <p:pic>
                    <p:nvPicPr>
                      <p:cNvPr id="0" name="Object 7"/>
                      <p:cNvPicPr>
                        <a:picLocks noChangeAspect="1"/>
                      </p:cNvPicPr>
                      <p:nvPr/>
                    </p:nvPicPr>
                    <p:blipFill>
                      <a:blip r:embed="rId8"/>
                      <a:stretch>
                        <a:fillRect/>
                      </a:stretch>
                    </p:blipFill>
                    <p:spPr>
                      <a:xfrm>
                        <a:off x="3563938" y="3060700"/>
                        <a:ext cx="1181100" cy="368300"/>
                      </a:xfrm>
                      <a:prstGeom prst="rect">
                        <a:avLst/>
                      </a:prstGeom>
                      <a:noFill/>
                      <a:ln w="9525">
                        <a:noFill/>
                      </a:ln>
                    </p:spPr>
                  </p:pic>
                </p:oleObj>
              </mc:Fallback>
            </mc:AlternateContent>
          </a:graphicData>
        </a:graphic>
      </p:graphicFrame>
      <p:graphicFrame>
        <p:nvGraphicFramePr>
          <p:cNvPr id="176136" name="Object 8"/>
          <p:cNvGraphicFramePr>
            <a:graphicFrameLocks noChangeAspect="1"/>
          </p:cNvGraphicFramePr>
          <p:nvPr/>
        </p:nvGraphicFramePr>
        <p:xfrm>
          <a:off x="1673225" y="3602038"/>
          <a:ext cx="2170113" cy="457200"/>
        </p:xfrm>
        <a:graphic>
          <a:graphicData uri="http://schemas.openxmlformats.org/presentationml/2006/ole">
            <mc:AlternateContent xmlns:mc="http://schemas.openxmlformats.org/markup-compatibility/2006">
              <mc:Choice xmlns:v="urn:schemas-microsoft-com:vml" Requires="v">
                <p:oleObj spid="_x0000_s27654" name="公式" r:id="rId9" imgW="28956000" imgH="6096000" progId="Equation.3">
                  <p:embed/>
                </p:oleObj>
              </mc:Choice>
              <mc:Fallback>
                <p:oleObj name="公式" r:id="rId9" imgW="28956000" imgH="6096000" progId="Equation.3">
                  <p:embed/>
                  <p:pic>
                    <p:nvPicPr>
                      <p:cNvPr id="0" name="Object 8"/>
                      <p:cNvPicPr>
                        <a:picLocks noChangeAspect="1"/>
                      </p:cNvPicPr>
                      <p:nvPr/>
                    </p:nvPicPr>
                    <p:blipFill>
                      <a:blip r:embed="rId10"/>
                      <a:stretch>
                        <a:fillRect/>
                      </a:stretch>
                    </p:blipFill>
                    <p:spPr>
                      <a:xfrm>
                        <a:off x="1673225" y="3602038"/>
                        <a:ext cx="2170113" cy="457200"/>
                      </a:xfrm>
                      <a:prstGeom prst="rect">
                        <a:avLst/>
                      </a:prstGeom>
                      <a:noFill/>
                      <a:ln w="9525">
                        <a:noFill/>
                      </a:ln>
                    </p:spPr>
                  </p:pic>
                </p:oleObj>
              </mc:Fallback>
            </mc:AlternateContent>
          </a:graphicData>
        </a:graphic>
      </p:graphicFrame>
      <p:grpSp>
        <p:nvGrpSpPr>
          <p:cNvPr id="2" name="Group 9"/>
          <p:cNvGrpSpPr/>
          <p:nvPr/>
        </p:nvGrpSpPr>
        <p:grpSpPr bwMode="auto">
          <a:xfrm>
            <a:off x="5486400" y="1587500"/>
            <a:ext cx="3276600" cy="1008063"/>
            <a:chOff x="3522" y="1968"/>
            <a:chExt cx="2064" cy="635"/>
          </a:xfrm>
        </p:grpSpPr>
        <p:sp>
          <p:nvSpPr>
            <p:cNvPr id="27680" name="Line 10"/>
            <p:cNvSpPr>
              <a:spLocks noChangeShapeType="1"/>
            </p:cNvSpPr>
            <p:nvPr/>
          </p:nvSpPr>
          <p:spPr bwMode="auto">
            <a:xfrm>
              <a:off x="3522" y="2603"/>
              <a:ext cx="2064" cy="0"/>
            </a:xfrm>
            <a:prstGeom prst="line">
              <a:avLst/>
            </a:prstGeom>
            <a:noFill/>
            <a:ln w="76200">
              <a:solidFill>
                <a:schemeClr val="bg2"/>
              </a:solidFill>
              <a:round/>
            </a:ln>
          </p:spPr>
          <p:txBody>
            <a:bodyPr/>
            <a:lstStyle/>
            <a:p>
              <a:endParaRPr lang="zh-CN" altLang="en-US"/>
            </a:p>
          </p:txBody>
        </p:sp>
        <p:grpSp>
          <p:nvGrpSpPr>
            <p:cNvPr id="27681" name="Group 11"/>
            <p:cNvGrpSpPr/>
            <p:nvPr/>
          </p:nvGrpSpPr>
          <p:grpSpPr bwMode="auto">
            <a:xfrm>
              <a:off x="3648" y="2245"/>
              <a:ext cx="480" cy="336"/>
              <a:chOff x="3648" y="2245"/>
              <a:chExt cx="480" cy="336"/>
            </a:xfrm>
          </p:grpSpPr>
          <p:sp>
            <p:nvSpPr>
              <p:cNvPr id="27685" name="Rectangle 12" descr="花岗岩"/>
              <p:cNvSpPr>
                <a:spLocks noChangeArrowheads="1"/>
              </p:cNvSpPr>
              <p:nvPr/>
            </p:nvSpPr>
            <p:spPr bwMode="auto">
              <a:xfrm>
                <a:off x="3648" y="2245"/>
                <a:ext cx="480" cy="336"/>
              </a:xfrm>
              <a:prstGeom prst="rect">
                <a:avLst/>
              </a:prstGeom>
              <a:blipFill dpi="0" rotWithShape="1">
                <a:blip r:embed="rId11"/>
                <a:srcRect/>
                <a:tile tx="0" ty="0" sx="100000" sy="100000" flip="none" algn="tl"/>
              </a:blipFill>
              <a:ln w="9525">
                <a:solidFill>
                  <a:srgbClr val="FF99CC"/>
                </a:solidFill>
                <a:miter lim="800000"/>
              </a:ln>
            </p:spPr>
            <p:txBody>
              <a:bodyPr wrap="none" anchor="ctr"/>
              <a:lstStyle/>
              <a:p>
                <a:endParaRPr kumimoji="0" lang="zh-CN" altLang="zh-CN" sz="1800" i="0">
                  <a:solidFill>
                    <a:srgbClr val="00FFFF"/>
                  </a:solidFill>
                  <a:latin typeface="Arial" panose="020B0604020202020204" pitchFamily="34" charset="0"/>
                  <a:cs typeface="Arial" panose="020B0604020202020204" pitchFamily="34" charset="0"/>
                </a:endParaRPr>
              </a:p>
            </p:txBody>
          </p:sp>
          <p:sp>
            <p:nvSpPr>
              <p:cNvPr id="27686" name="Text Box 13"/>
              <p:cNvSpPr txBox="1">
                <a:spLocks noChangeArrowheads="1"/>
              </p:cNvSpPr>
              <p:nvPr/>
            </p:nvSpPr>
            <p:spPr bwMode="auto">
              <a:xfrm>
                <a:off x="3770" y="2267"/>
                <a:ext cx="255" cy="288"/>
              </a:xfrm>
              <a:prstGeom prst="rect">
                <a:avLst/>
              </a:prstGeom>
              <a:noFill/>
              <a:ln w="9525">
                <a:noFill/>
                <a:miter lim="800000"/>
              </a:ln>
            </p:spPr>
            <p:txBody>
              <a:bodyPr wrap="none">
                <a:spAutoFit/>
              </a:bodyPr>
              <a:lstStyle/>
              <a:p>
                <a:pPr algn="l"/>
                <a:r>
                  <a:rPr lang="en-US" altLang="zh-CN" b="1" i="0">
                    <a:solidFill>
                      <a:srgbClr val="000066"/>
                    </a:solidFill>
                    <a:latin typeface="Times New Roman" panose="02020603050405020304" pitchFamily="18" charset="0"/>
                  </a:rPr>
                  <a:t>A</a:t>
                </a:r>
                <a:endParaRPr lang="en-US" altLang="zh-CN" b="1" i="0">
                  <a:solidFill>
                    <a:srgbClr val="000066"/>
                  </a:solidFill>
                  <a:latin typeface="Times New Roman" panose="02020603050405020304" pitchFamily="18" charset="0"/>
                </a:endParaRPr>
              </a:p>
            </p:txBody>
          </p:sp>
        </p:grpSp>
        <p:grpSp>
          <p:nvGrpSpPr>
            <p:cNvPr id="27682" name="Group 14"/>
            <p:cNvGrpSpPr/>
            <p:nvPr/>
          </p:nvGrpSpPr>
          <p:grpSpPr bwMode="auto">
            <a:xfrm>
              <a:off x="3840" y="1968"/>
              <a:ext cx="288" cy="288"/>
              <a:chOff x="3840" y="1968"/>
              <a:chExt cx="288" cy="288"/>
            </a:xfrm>
          </p:grpSpPr>
          <p:sp>
            <p:nvSpPr>
              <p:cNvPr id="27683" name="Rectangle 15" descr="栎木"/>
              <p:cNvSpPr>
                <a:spLocks noChangeArrowheads="1"/>
              </p:cNvSpPr>
              <p:nvPr/>
            </p:nvSpPr>
            <p:spPr bwMode="auto">
              <a:xfrm>
                <a:off x="3840" y="1994"/>
                <a:ext cx="288" cy="240"/>
              </a:xfrm>
              <a:prstGeom prst="rect">
                <a:avLst/>
              </a:prstGeom>
              <a:blipFill dpi="0" rotWithShape="1">
                <a:blip r:embed="rId12"/>
                <a:srcRect/>
                <a:tile tx="0" ty="0" sx="100000" sy="100000" flip="none" algn="tl"/>
              </a:blipFill>
              <a:ln w="9525">
                <a:solidFill>
                  <a:srgbClr val="FFFF00"/>
                </a:solidFill>
                <a:miter lim="800000"/>
              </a:ln>
            </p:spPr>
            <p:txBody>
              <a:bodyPr wrap="none" anchor="ctr"/>
              <a:lstStyle/>
              <a:p>
                <a:endParaRPr lang="zh-CN" altLang="en-US"/>
              </a:p>
            </p:txBody>
          </p:sp>
          <p:sp>
            <p:nvSpPr>
              <p:cNvPr id="27684" name="Text Box 16"/>
              <p:cNvSpPr txBox="1">
                <a:spLocks noChangeArrowheads="1"/>
              </p:cNvSpPr>
              <p:nvPr/>
            </p:nvSpPr>
            <p:spPr bwMode="auto">
              <a:xfrm>
                <a:off x="3862" y="1968"/>
                <a:ext cx="244" cy="288"/>
              </a:xfrm>
              <a:prstGeom prst="rect">
                <a:avLst/>
              </a:prstGeom>
              <a:noFill/>
              <a:ln w="9525">
                <a:noFill/>
                <a:miter lim="800000"/>
              </a:ln>
            </p:spPr>
            <p:txBody>
              <a:bodyPr wrap="none">
                <a:spAutoFit/>
              </a:bodyPr>
              <a:lstStyle/>
              <a:p>
                <a:pPr algn="l"/>
                <a:r>
                  <a:rPr lang="en-US" altLang="zh-CN" b="1" i="0">
                    <a:solidFill>
                      <a:srgbClr val="000066"/>
                    </a:solidFill>
                    <a:latin typeface="Times New Roman" panose="02020603050405020304" pitchFamily="18" charset="0"/>
                  </a:rPr>
                  <a:t>B</a:t>
                </a:r>
                <a:endParaRPr lang="en-US" altLang="zh-CN" b="1" i="0">
                  <a:solidFill>
                    <a:srgbClr val="000066"/>
                  </a:solidFill>
                  <a:latin typeface="Times New Roman" panose="02020603050405020304" pitchFamily="18" charset="0"/>
                </a:endParaRPr>
              </a:p>
            </p:txBody>
          </p:sp>
        </p:grpSp>
      </p:grpSp>
      <p:sp>
        <p:nvSpPr>
          <p:cNvPr id="176145" name="Line 17"/>
          <p:cNvSpPr>
            <a:spLocks noChangeShapeType="1"/>
          </p:cNvSpPr>
          <p:nvPr/>
        </p:nvSpPr>
        <p:spPr bwMode="auto">
          <a:xfrm flipH="1">
            <a:off x="5229225" y="2022475"/>
            <a:ext cx="914400" cy="0"/>
          </a:xfrm>
          <a:prstGeom prst="line">
            <a:avLst/>
          </a:prstGeom>
          <a:noFill/>
          <a:ln w="38100">
            <a:solidFill>
              <a:srgbClr val="660066"/>
            </a:solidFill>
            <a:round/>
            <a:tailEnd type="triangle" w="med" len="lg"/>
          </a:ln>
        </p:spPr>
        <p:txBody>
          <a:bodyPr/>
          <a:lstStyle/>
          <a:p>
            <a:endParaRPr lang="zh-CN" altLang="en-US"/>
          </a:p>
        </p:txBody>
      </p:sp>
      <p:sp>
        <p:nvSpPr>
          <p:cNvPr id="176146" name="Line 18"/>
          <p:cNvSpPr>
            <a:spLocks noChangeShapeType="1"/>
          </p:cNvSpPr>
          <p:nvPr/>
        </p:nvSpPr>
        <p:spPr bwMode="auto">
          <a:xfrm>
            <a:off x="6143625" y="2022475"/>
            <a:ext cx="914400" cy="0"/>
          </a:xfrm>
          <a:prstGeom prst="line">
            <a:avLst/>
          </a:prstGeom>
          <a:noFill/>
          <a:ln w="38100">
            <a:solidFill>
              <a:srgbClr val="FF0000"/>
            </a:solidFill>
            <a:round/>
            <a:tailEnd type="triangle" w="med" len="lg"/>
          </a:ln>
        </p:spPr>
        <p:txBody>
          <a:bodyPr/>
          <a:lstStyle/>
          <a:p>
            <a:endParaRPr lang="zh-CN" altLang="en-US"/>
          </a:p>
        </p:txBody>
      </p:sp>
      <p:graphicFrame>
        <p:nvGraphicFramePr>
          <p:cNvPr id="176147" name="Object 19"/>
          <p:cNvGraphicFramePr/>
          <p:nvPr/>
        </p:nvGraphicFramePr>
        <p:xfrm>
          <a:off x="5181600" y="1412875"/>
          <a:ext cx="292100" cy="442913"/>
        </p:xfrm>
        <a:graphic>
          <a:graphicData uri="http://schemas.openxmlformats.org/presentationml/2006/ole">
            <mc:AlternateContent xmlns:mc="http://schemas.openxmlformats.org/markup-compatibility/2006">
              <mc:Choice xmlns:v="urn:schemas-microsoft-com:vml" Requires="v">
                <p:oleObj spid="_x0000_s27655" name="Equation" r:id="rId13" imgW="7010400" imgH="10668000" progId="Equation.3">
                  <p:embed/>
                </p:oleObj>
              </mc:Choice>
              <mc:Fallback>
                <p:oleObj name="Equation" r:id="rId13" imgW="7010400" imgH="10668000" progId="Equation.3">
                  <p:embed/>
                  <p:pic>
                    <p:nvPicPr>
                      <p:cNvPr id="0" name="Object 19"/>
                      <p:cNvPicPr/>
                      <p:nvPr/>
                    </p:nvPicPr>
                    <p:blipFill>
                      <a:blip r:embed="rId14"/>
                      <a:stretch>
                        <a:fillRect/>
                      </a:stretch>
                    </p:blipFill>
                    <p:spPr>
                      <a:xfrm>
                        <a:off x="5181600" y="1412875"/>
                        <a:ext cx="292100" cy="442913"/>
                      </a:xfrm>
                      <a:prstGeom prst="rect">
                        <a:avLst/>
                      </a:prstGeom>
                      <a:noFill/>
                      <a:ln w="9525">
                        <a:noFill/>
                      </a:ln>
                    </p:spPr>
                  </p:pic>
                </p:oleObj>
              </mc:Fallback>
            </mc:AlternateContent>
          </a:graphicData>
        </a:graphic>
      </p:graphicFrame>
      <p:graphicFrame>
        <p:nvGraphicFramePr>
          <p:cNvPr id="176148" name="Object 20"/>
          <p:cNvGraphicFramePr/>
          <p:nvPr/>
        </p:nvGraphicFramePr>
        <p:xfrm>
          <a:off x="6781800" y="1412875"/>
          <a:ext cx="331788" cy="442913"/>
        </p:xfrm>
        <a:graphic>
          <a:graphicData uri="http://schemas.openxmlformats.org/presentationml/2006/ole">
            <mc:AlternateContent xmlns:mc="http://schemas.openxmlformats.org/markup-compatibility/2006">
              <mc:Choice xmlns:v="urn:schemas-microsoft-com:vml" Requires="v">
                <p:oleObj spid="_x0000_s27656" name="Equation" r:id="rId15" imgW="7924800" imgH="10668000" progId="Equation.3">
                  <p:embed/>
                </p:oleObj>
              </mc:Choice>
              <mc:Fallback>
                <p:oleObj name="Equation" r:id="rId15" imgW="7924800" imgH="10668000" progId="Equation.3">
                  <p:embed/>
                  <p:pic>
                    <p:nvPicPr>
                      <p:cNvPr id="0" name="Object 20"/>
                      <p:cNvPicPr/>
                      <p:nvPr/>
                    </p:nvPicPr>
                    <p:blipFill>
                      <a:blip r:embed="rId16"/>
                      <a:stretch>
                        <a:fillRect/>
                      </a:stretch>
                    </p:blipFill>
                    <p:spPr>
                      <a:xfrm>
                        <a:off x="6781800" y="1412875"/>
                        <a:ext cx="331788" cy="442913"/>
                      </a:xfrm>
                      <a:prstGeom prst="rect">
                        <a:avLst/>
                      </a:prstGeom>
                      <a:noFill/>
                      <a:ln w="9525">
                        <a:noFill/>
                      </a:ln>
                    </p:spPr>
                  </p:pic>
                </p:oleObj>
              </mc:Fallback>
            </mc:AlternateContent>
          </a:graphicData>
        </a:graphic>
      </p:graphicFrame>
      <p:grpSp>
        <p:nvGrpSpPr>
          <p:cNvPr id="5" name="Group 21"/>
          <p:cNvGrpSpPr/>
          <p:nvPr/>
        </p:nvGrpSpPr>
        <p:grpSpPr bwMode="auto">
          <a:xfrm>
            <a:off x="7831138" y="1597025"/>
            <a:ext cx="762000" cy="973138"/>
            <a:chOff x="4845" y="1403"/>
            <a:chExt cx="480" cy="613"/>
          </a:xfrm>
        </p:grpSpPr>
        <p:grpSp>
          <p:nvGrpSpPr>
            <p:cNvPr id="27674" name="Group 22"/>
            <p:cNvGrpSpPr/>
            <p:nvPr/>
          </p:nvGrpSpPr>
          <p:grpSpPr bwMode="auto">
            <a:xfrm>
              <a:off x="4845" y="1680"/>
              <a:ext cx="480" cy="336"/>
              <a:chOff x="3648" y="2245"/>
              <a:chExt cx="480" cy="336"/>
            </a:xfrm>
          </p:grpSpPr>
          <p:sp>
            <p:nvSpPr>
              <p:cNvPr id="27678" name="Rectangle 23" descr="花岗岩"/>
              <p:cNvSpPr>
                <a:spLocks noChangeArrowheads="1"/>
              </p:cNvSpPr>
              <p:nvPr/>
            </p:nvSpPr>
            <p:spPr bwMode="auto">
              <a:xfrm>
                <a:off x="3648" y="2245"/>
                <a:ext cx="480" cy="336"/>
              </a:xfrm>
              <a:prstGeom prst="rect">
                <a:avLst/>
              </a:prstGeom>
              <a:blipFill dpi="0" rotWithShape="1">
                <a:blip r:embed="rId11"/>
                <a:srcRect/>
                <a:tile tx="0" ty="0" sx="100000" sy="100000" flip="none" algn="tl"/>
              </a:blipFill>
              <a:ln w="9525">
                <a:solidFill>
                  <a:srgbClr val="FF99CC"/>
                </a:solidFill>
                <a:miter lim="800000"/>
              </a:ln>
            </p:spPr>
            <p:txBody>
              <a:bodyPr wrap="none" anchor="ctr"/>
              <a:lstStyle/>
              <a:p>
                <a:endParaRPr lang="zh-CN" altLang="en-US"/>
              </a:p>
            </p:txBody>
          </p:sp>
          <p:sp>
            <p:nvSpPr>
              <p:cNvPr id="27679" name="Text Box 24"/>
              <p:cNvSpPr txBox="1">
                <a:spLocks noChangeArrowheads="1"/>
              </p:cNvSpPr>
              <p:nvPr/>
            </p:nvSpPr>
            <p:spPr bwMode="auto">
              <a:xfrm>
                <a:off x="3770" y="2267"/>
                <a:ext cx="255" cy="288"/>
              </a:xfrm>
              <a:prstGeom prst="rect">
                <a:avLst/>
              </a:prstGeom>
              <a:noFill/>
              <a:ln w="9525">
                <a:noFill/>
                <a:miter lim="800000"/>
              </a:ln>
            </p:spPr>
            <p:txBody>
              <a:bodyPr wrap="none">
                <a:spAutoFit/>
              </a:bodyPr>
              <a:lstStyle/>
              <a:p>
                <a:pPr algn="l"/>
                <a:r>
                  <a:rPr lang="en-US" altLang="zh-CN" b="1" i="0">
                    <a:solidFill>
                      <a:srgbClr val="000066"/>
                    </a:solidFill>
                    <a:latin typeface="Times New Roman" panose="02020603050405020304" pitchFamily="18" charset="0"/>
                  </a:rPr>
                  <a:t>A</a:t>
                </a:r>
                <a:endParaRPr lang="en-US" altLang="zh-CN" b="1" i="0">
                  <a:solidFill>
                    <a:srgbClr val="000066"/>
                  </a:solidFill>
                  <a:latin typeface="Times New Roman" panose="02020603050405020304" pitchFamily="18" charset="0"/>
                </a:endParaRPr>
              </a:p>
            </p:txBody>
          </p:sp>
        </p:grpSp>
        <p:grpSp>
          <p:nvGrpSpPr>
            <p:cNvPr id="27675" name="Group 25"/>
            <p:cNvGrpSpPr/>
            <p:nvPr/>
          </p:nvGrpSpPr>
          <p:grpSpPr bwMode="auto">
            <a:xfrm>
              <a:off x="4845" y="1403"/>
              <a:ext cx="288" cy="288"/>
              <a:chOff x="3840" y="1968"/>
              <a:chExt cx="288" cy="288"/>
            </a:xfrm>
          </p:grpSpPr>
          <p:sp>
            <p:nvSpPr>
              <p:cNvPr id="27676" name="Rectangle 26"/>
              <p:cNvSpPr>
                <a:spLocks noChangeArrowheads="1"/>
              </p:cNvSpPr>
              <p:nvPr/>
            </p:nvSpPr>
            <p:spPr bwMode="auto">
              <a:xfrm>
                <a:off x="3840" y="1994"/>
                <a:ext cx="288" cy="240"/>
              </a:xfrm>
              <a:prstGeom prst="rect">
                <a:avLst/>
              </a:prstGeom>
              <a:solidFill>
                <a:srgbClr val="B86E00"/>
              </a:solidFill>
              <a:ln w="9525">
                <a:solidFill>
                  <a:srgbClr val="FFFF00"/>
                </a:solidFill>
                <a:miter lim="800000"/>
              </a:ln>
            </p:spPr>
            <p:txBody>
              <a:bodyPr wrap="none" anchor="ctr"/>
              <a:lstStyle/>
              <a:p>
                <a:endParaRPr lang="zh-CN" altLang="en-US"/>
              </a:p>
            </p:txBody>
          </p:sp>
          <p:sp>
            <p:nvSpPr>
              <p:cNvPr id="27677" name="Text Box 27" descr="栎木"/>
              <p:cNvSpPr txBox="1">
                <a:spLocks noChangeArrowheads="1"/>
              </p:cNvSpPr>
              <p:nvPr/>
            </p:nvSpPr>
            <p:spPr bwMode="auto">
              <a:xfrm flipH="1">
                <a:off x="3862" y="1968"/>
                <a:ext cx="244" cy="288"/>
              </a:xfrm>
              <a:prstGeom prst="rect">
                <a:avLst/>
              </a:prstGeom>
              <a:blipFill dpi="0" rotWithShape="1">
                <a:blip r:embed="rId12"/>
                <a:srcRect/>
                <a:tile tx="0" ty="0" sx="100000" sy="100000" flip="none" algn="tl"/>
              </a:blipFill>
              <a:ln w="9525">
                <a:noFill/>
                <a:miter lim="800000"/>
              </a:ln>
            </p:spPr>
            <p:txBody>
              <a:bodyPr wrap="none">
                <a:spAutoFit/>
              </a:bodyPr>
              <a:lstStyle/>
              <a:p>
                <a:pPr algn="l"/>
                <a:r>
                  <a:rPr lang="en-US" altLang="zh-CN" b="1" i="0">
                    <a:solidFill>
                      <a:srgbClr val="000066"/>
                    </a:solidFill>
                    <a:latin typeface="Times New Roman" panose="02020603050405020304" pitchFamily="18" charset="0"/>
                  </a:rPr>
                  <a:t>B</a:t>
                </a:r>
                <a:endParaRPr lang="en-US" altLang="zh-CN" b="1" i="0">
                  <a:solidFill>
                    <a:srgbClr val="000066"/>
                  </a:solidFill>
                  <a:latin typeface="Times New Roman" panose="02020603050405020304" pitchFamily="18" charset="0"/>
                </a:endParaRPr>
              </a:p>
            </p:txBody>
          </p:sp>
        </p:grpSp>
      </p:grpSp>
      <p:sp>
        <p:nvSpPr>
          <p:cNvPr id="176156" name="Line 28"/>
          <p:cNvSpPr>
            <a:spLocks noChangeShapeType="1"/>
          </p:cNvSpPr>
          <p:nvPr/>
        </p:nvSpPr>
        <p:spPr bwMode="auto">
          <a:xfrm>
            <a:off x="6448425" y="2573338"/>
            <a:ext cx="0" cy="685800"/>
          </a:xfrm>
          <a:prstGeom prst="line">
            <a:avLst/>
          </a:prstGeom>
          <a:noFill/>
          <a:ln w="19050">
            <a:solidFill>
              <a:srgbClr val="0033CC"/>
            </a:solidFill>
            <a:round/>
          </a:ln>
        </p:spPr>
        <p:txBody>
          <a:bodyPr/>
          <a:lstStyle/>
          <a:p>
            <a:endParaRPr lang="zh-CN" altLang="en-US"/>
          </a:p>
        </p:txBody>
      </p:sp>
      <p:sp>
        <p:nvSpPr>
          <p:cNvPr id="176157" name="Line 29"/>
          <p:cNvSpPr>
            <a:spLocks noChangeShapeType="1"/>
          </p:cNvSpPr>
          <p:nvPr/>
        </p:nvSpPr>
        <p:spPr bwMode="auto">
          <a:xfrm>
            <a:off x="8305800" y="2573338"/>
            <a:ext cx="0" cy="457200"/>
          </a:xfrm>
          <a:prstGeom prst="line">
            <a:avLst/>
          </a:prstGeom>
          <a:noFill/>
          <a:ln w="19050">
            <a:solidFill>
              <a:srgbClr val="0033CC"/>
            </a:solidFill>
            <a:round/>
          </a:ln>
        </p:spPr>
        <p:txBody>
          <a:bodyPr/>
          <a:lstStyle/>
          <a:p>
            <a:endParaRPr lang="zh-CN" altLang="en-US"/>
          </a:p>
        </p:txBody>
      </p:sp>
      <p:sp>
        <p:nvSpPr>
          <p:cNvPr id="176158" name="Line 30"/>
          <p:cNvSpPr>
            <a:spLocks noChangeShapeType="1"/>
          </p:cNvSpPr>
          <p:nvPr/>
        </p:nvSpPr>
        <p:spPr bwMode="auto">
          <a:xfrm>
            <a:off x="8599488" y="2555875"/>
            <a:ext cx="0" cy="762000"/>
          </a:xfrm>
          <a:prstGeom prst="line">
            <a:avLst/>
          </a:prstGeom>
          <a:noFill/>
          <a:ln w="19050">
            <a:solidFill>
              <a:srgbClr val="0033CC"/>
            </a:solidFill>
            <a:round/>
          </a:ln>
        </p:spPr>
        <p:txBody>
          <a:bodyPr/>
          <a:lstStyle/>
          <a:p>
            <a:endParaRPr lang="zh-CN" altLang="en-US"/>
          </a:p>
        </p:txBody>
      </p:sp>
      <p:sp>
        <p:nvSpPr>
          <p:cNvPr id="176159" name="Line 31"/>
          <p:cNvSpPr>
            <a:spLocks noChangeShapeType="1"/>
          </p:cNvSpPr>
          <p:nvPr/>
        </p:nvSpPr>
        <p:spPr bwMode="auto">
          <a:xfrm>
            <a:off x="6448425" y="2801938"/>
            <a:ext cx="1857375" cy="0"/>
          </a:xfrm>
          <a:prstGeom prst="line">
            <a:avLst/>
          </a:prstGeom>
          <a:noFill/>
          <a:ln w="19050">
            <a:solidFill>
              <a:srgbClr val="0033CC"/>
            </a:solidFill>
            <a:round/>
            <a:headEnd type="triangle" w="med" len="lg"/>
            <a:tailEnd type="triangle" w="med" len="lg"/>
          </a:ln>
        </p:spPr>
        <p:txBody>
          <a:bodyPr/>
          <a:lstStyle/>
          <a:p>
            <a:endParaRPr lang="zh-CN" altLang="en-US"/>
          </a:p>
        </p:txBody>
      </p:sp>
      <p:sp>
        <p:nvSpPr>
          <p:cNvPr id="176160" name="Line 32"/>
          <p:cNvSpPr>
            <a:spLocks noChangeShapeType="1"/>
          </p:cNvSpPr>
          <p:nvPr/>
        </p:nvSpPr>
        <p:spPr bwMode="auto">
          <a:xfrm>
            <a:off x="6457950" y="3200400"/>
            <a:ext cx="2133600" cy="0"/>
          </a:xfrm>
          <a:prstGeom prst="line">
            <a:avLst/>
          </a:prstGeom>
          <a:noFill/>
          <a:ln w="19050">
            <a:solidFill>
              <a:srgbClr val="0033CC"/>
            </a:solidFill>
            <a:round/>
            <a:headEnd type="triangle" w="med" len="lg"/>
            <a:tailEnd type="triangle" w="med" len="lg"/>
          </a:ln>
        </p:spPr>
        <p:txBody>
          <a:bodyPr/>
          <a:lstStyle/>
          <a:p>
            <a:endParaRPr lang="zh-CN" altLang="en-US"/>
          </a:p>
        </p:txBody>
      </p:sp>
      <p:sp>
        <p:nvSpPr>
          <p:cNvPr id="176161" name="Text Box 33"/>
          <p:cNvSpPr txBox="1">
            <a:spLocks noChangeArrowheads="1"/>
          </p:cNvSpPr>
          <p:nvPr/>
        </p:nvSpPr>
        <p:spPr bwMode="auto">
          <a:xfrm>
            <a:off x="7185025" y="2760663"/>
            <a:ext cx="587375" cy="457200"/>
          </a:xfrm>
          <a:prstGeom prst="rect">
            <a:avLst/>
          </a:prstGeom>
          <a:noFill/>
          <a:ln w="9525">
            <a:noFill/>
            <a:miter lim="800000"/>
          </a:ln>
        </p:spPr>
        <p:txBody>
          <a:bodyPr>
            <a:spAutoFit/>
          </a:bodyPr>
          <a:lstStyle/>
          <a:p>
            <a:pPr algn="l"/>
            <a:r>
              <a:rPr lang="en-US" altLang="zh-CN" b="1">
                <a:solidFill>
                  <a:srgbClr val="000066"/>
                </a:solidFill>
                <a:latin typeface="Times New Roman" panose="02020603050405020304" pitchFamily="18" charset="0"/>
              </a:rPr>
              <a:t>S</a:t>
            </a:r>
            <a:endParaRPr lang="en-US" altLang="zh-CN" b="1">
              <a:solidFill>
                <a:srgbClr val="000066"/>
              </a:solidFill>
              <a:latin typeface="Times New Roman" panose="02020603050405020304" pitchFamily="18" charset="0"/>
            </a:endParaRPr>
          </a:p>
        </p:txBody>
      </p:sp>
      <p:sp>
        <p:nvSpPr>
          <p:cNvPr id="176162" name="Text Box 34"/>
          <p:cNvSpPr txBox="1">
            <a:spLocks noChangeArrowheads="1"/>
          </p:cNvSpPr>
          <p:nvPr/>
        </p:nvSpPr>
        <p:spPr bwMode="auto">
          <a:xfrm>
            <a:off x="7378700" y="3259138"/>
            <a:ext cx="698500" cy="457200"/>
          </a:xfrm>
          <a:prstGeom prst="rect">
            <a:avLst/>
          </a:prstGeom>
          <a:noFill/>
          <a:ln w="9525">
            <a:noFill/>
            <a:miter lim="800000"/>
          </a:ln>
        </p:spPr>
        <p:txBody>
          <a:bodyPr>
            <a:spAutoFit/>
          </a:bodyPr>
          <a:lstStyle/>
          <a:p>
            <a:pPr algn="l"/>
            <a:r>
              <a:rPr lang="en-US" altLang="zh-CN" b="1">
                <a:solidFill>
                  <a:srgbClr val="000066"/>
                </a:solidFill>
                <a:latin typeface="Times New Roman" panose="02020603050405020304" pitchFamily="18" charset="0"/>
              </a:rPr>
              <a:t>L</a:t>
            </a:r>
            <a:endParaRPr lang="en-US" altLang="zh-CN" b="1">
              <a:solidFill>
                <a:srgbClr val="000066"/>
              </a:solidFill>
              <a:latin typeface="Times New Roman" panose="02020603050405020304" pitchFamily="18" charset="0"/>
            </a:endParaRPr>
          </a:p>
        </p:txBody>
      </p:sp>
      <p:sp>
        <p:nvSpPr>
          <p:cNvPr id="176163" name="Rectangle 35"/>
          <p:cNvSpPr>
            <a:spLocks noChangeArrowheads="1"/>
          </p:cNvSpPr>
          <p:nvPr/>
        </p:nvSpPr>
        <p:spPr bwMode="auto">
          <a:xfrm>
            <a:off x="579438" y="638175"/>
            <a:ext cx="1787525" cy="457200"/>
          </a:xfrm>
          <a:prstGeom prst="rect">
            <a:avLst/>
          </a:prstGeom>
          <a:noFill/>
          <a:ln w="9525">
            <a:noFill/>
            <a:miter lim="800000"/>
          </a:ln>
        </p:spPr>
        <p:txBody>
          <a:bodyPr>
            <a:spAutoFit/>
          </a:bodyPr>
          <a:lstStyle/>
          <a:p>
            <a:pPr algn="l">
              <a:buClr>
                <a:srgbClr val="00FFFF"/>
              </a:buClr>
              <a:buFont typeface="Wingdings" panose="05000000000000000000" pitchFamily="2" charset="2"/>
              <a:buNone/>
            </a:pPr>
            <a:r>
              <a:rPr lang="zh-CN" altLang="en-US" b="1" i="0">
                <a:solidFill>
                  <a:srgbClr val="FF6600"/>
                </a:solidFill>
                <a:latin typeface="Times New Roman" panose="02020603050405020304" pitchFamily="18" charset="0"/>
              </a:rPr>
              <a:t>讨论</a:t>
            </a:r>
            <a:endParaRPr lang="zh-CN" altLang="en-US" b="1" i="0">
              <a:solidFill>
                <a:srgbClr val="FF6600"/>
              </a:solidFill>
              <a:latin typeface="Times New Roman" panose="02020603050405020304" pitchFamily="18" charset="0"/>
            </a:endParaRPr>
          </a:p>
        </p:txBody>
      </p:sp>
      <p:sp>
        <p:nvSpPr>
          <p:cNvPr id="176164" name="Text Box 36"/>
          <p:cNvSpPr txBox="1">
            <a:spLocks noChangeArrowheads="1"/>
          </p:cNvSpPr>
          <p:nvPr/>
        </p:nvSpPr>
        <p:spPr bwMode="auto">
          <a:xfrm>
            <a:off x="774700" y="4149725"/>
            <a:ext cx="6111875"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内力的功也能改变系统的动能</a:t>
            </a:r>
            <a:endParaRPr lang="zh-CN" altLang="en-US" b="1" i="0">
              <a:solidFill>
                <a:schemeClr val="bg1"/>
              </a:solidFill>
              <a:latin typeface="Times New Roman" panose="02020603050405020304" pitchFamily="18" charset="0"/>
            </a:endParaRPr>
          </a:p>
        </p:txBody>
      </p:sp>
      <p:sp>
        <p:nvSpPr>
          <p:cNvPr id="176165" name="Text Box 37"/>
          <p:cNvSpPr txBox="1">
            <a:spLocks noChangeArrowheads="1"/>
          </p:cNvSpPr>
          <p:nvPr/>
        </p:nvSpPr>
        <p:spPr bwMode="auto">
          <a:xfrm>
            <a:off x="476250" y="4733925"/>
            <a:ext cx="7918450" cy="1006475"/>
          </a:xfrm>
          <a:prstGeom prst="rect">
            <a:avLst/>
          </a:prstGeom>
          <a:noFill/>
          <a:ln w="9525">
            <a:noFill/>
            <a:miter lim="800000"/>
          </a:ln>
        </p:spPr>
        <p:txBody>
          <a:bodyPr>
            <a:spAutoFit/>
          </a:bodyPr>
          <a:lstStyle/>
          <a:p>
            <a:pPr algn="l">
              <a:lnSpc>
                <a:spcPct val="125000"/>
              </a:lnSpc>
            </a:pPr>
            <a:r>
              <a:rPr lang="zh-CN" altLang="en-US" b="1" i="0">
                <a:solidFill>
                  <a:srgbClr val="FF0000"/>
                </a:solidFill>
                <a:latin typeface="Times New Roman" panose="02020603050405020304" pitchFamily="18" charset="0"/>
              </a:rPr>
              <a:t>例</a:t>
            </a:r>
            <a:r>
              <a:rPr lang="en-US" altLang="zh-CN" b="1" i="0">
                <a:solidFill>
                  <a:srgbClr val="FF0000"/>
                </a:solidFill>
                <a:latin typeface="Times New Roman" panose="02020603050405020304" pitchFamily="18" charset="0"/>
              </a:rPr>
              <a:t>:</a:t>
            </a:r>
            <a:r>
              <a:rPr lang="zh-CN" altLang="en-US" b="1" i="0">
                <a:solidFill>
                  <a:schemeClr val="bg1"/>
                </a:solidFill>
                <a:latin typeface="Times New Roman" panose="02020603050405020304" pitchFamily="18" charset="0"/>
              </a:rPr>
              <a:t>炸弹爆炸，过程内力和为零，但内力所做的功转化为弹片的动能。</a:t>
            </a:r>
            <a:endParaRPr lang="zh-CN" altLang="en-US" b="1" i="0">
              <a:solidFill>
                <a:schemeClr val="bg1"/>
              </a:solidFill>
              <a:latin typeface="Times New Roman" panose="02020603050405020304" pitchFamily="18" charset="0"/>
            </a:endParaRPr>
          </a:p>
        </p:txBody>
      </p:sp>
      <p:sp>
        <p:nvSpPr>
          <p:cNvPr id="176166" name="AutoShape 38"/>
          <p:cNvSpPr>
            <a:spLocks noChangeArrowheads="1"/>
          </p:cNvSpPr>
          <p:nvPr/>
        </p:nvSpPr>
        <p:spPr bwMode="auto">
          <a:xfrm>
            <a:off x="250825" y="55721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76166"/>
                                        </p:tgtEl>
                                        <p:attrNameLst>
                                          <p:attrName>style.visibility</p:attrName>
                                        </p:attrNameLst>
                                      </p:cBhvr>
                                      <p:to>
                                        <p:strVal val="visible"/>
                                      </p:to>
                                    </p:set>
                                    <p:animEffect transition="in" filter="dissolve">
                                      <p:cBhvr>
                                        <p:cTn id="7" dur="1000"/>
                                        <p:tgtEl>
                                          <p:spTgt spid="17616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76163"/>
                                        </p:tgtEl>
                                        <p:attrNameLst>
                                          <p:attrName>style.visibility</p:attrName>
                                        </p:attrNameLst>
                                      </p:cBhvr>
                                      <p:to>
                                        <p:strVal val="visible"/>
                                      </p:to>
                                    </p:set>
                                    <p:animEffect transition="in" filter="wipe(left)">
                                      <p:cBhvr>
                                        <p:cTn id="11" dur="500"/>
                                        <p:tgtEl>
                                          <p:spTgt spid="17616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76130"/>
                                        </p:tgtEl>
                                        <p:attrNameLst>
                                          <p:attrName>style.visibility</p:attrName>
                                        </p:attrNameLst>
                                      </p:cBhvr>
                                      <p:to>
                                        <p:strVal val="visible"/>
                                      </p:to>
                                    </p:set>
                                    <p:animEffect transition="in" filter="wipe(left)">
                                      <p:cBhvr>
                                        <p:cTn id="16" dur="500"/>
                                        <p:tgtEl>
                                          <p:spTgt spid="176130"/>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5"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blinds(vertical)">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176145"/>
                                        </p:tgtEl>
                                        <p:attrNameLst>
                                          <p:attrName>style.visibility</p:attrName>
                                        </p:attrNameLst>
                                      </p:cBhvr>
                                      <p:to>
                                        <p:strVal val="visible"/>
                                      </p:to>
                                    </p:set>
                                    <p:animEffect transition="in" filter="wipe(right)">
                                      <p:cBhvr>
                                        <p:cTn id="26" dur="500"/>
                                        <p:tgtEl>
                                          <p:spTgt spid="176145"/>
                                        </p:tgtEl>
                                      </p:cBhvr>
                                    </p:animEffect>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499"/>
                                          </p:stCondLst>
                                        </p:cTn>
                                        <p:tgtEl>
                                          <p:spTgt spid="17614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6146"/>
                                        </p:tgtEl>
                                        <p:attrNameLst>
                                          <p:attrName>style.visibility</p:attrName>
                                        </p:attrNameLst>
                                      </p:cBhvr>
                                      <p:to>
                                        <p:strVal val="visible"/>
                                      </p:to>
                                    </p:set>
                                    <p:animEffect transition="in" filter="wipe(left)">
                                      <p:cBhvr>
                                        <p:cTn id="34" dur="500"/>
                                        <p:tgtEl>
                                          <p:spTgt spid="176146"/>
                                        </p:tgtEl>
                                      </p:cBhvr>
                                    </p:animEffec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499"/>
                                          </p:stCondLst>
                                        </p:cTn>
                                        <p:tgtEl>
                                          <p:spTgt spid="17614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6132"/>
                                        </p:tgtEl>
                                        <p:attrNameLst>
                                          <p:attrName>style.visibility</p:attrName>
                                        </p:attrNameLst>
                                      </p:cBhvr>
                                      <p:to>
                                        <p:strVal val="visible"/>
                                      </p:to>
                                    </p:set>
                                    <p:animEffect transition="in" filter="wipe(left)">
                                      <p:cBhvr>
                                        <p:cTn id="42" dur="500"/>
                                        <p:tgtEl>
                                          <p:spTgt spid="1761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76133"/>
                                        </p:tgtEl>
                                        <p:attrNameLst>
                                          <p:attrName>style.visibility</p:attrName>
                                        </p:attrNameLst>
                                      </p:cBhvr>
                                      <p:to>
                                        <p:strVal val="visible"/>
                                      </p:to>
                                    </p:set>
                                    <p:animEffect transition="in" filter="wipe(left)">
                                      <p:cBhvr>
                                        <p:cTn id="47" dur="500"/>
                                        <p:tgtEl>
                                          <p:spTgt spid="176133"/>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slide(fromLeft)">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176156"/>
                                        </p:tgtEl>
                                        <p:attrNameLst>
                                          <p:attrName>style.visibility</p:attrName>
                                        </p:attrNameLst>
                                      </p:cBhvr>
                                      <p:to>
                                        <p:strVal val="visible"/>
                                      </p:to>
                                    </p:set>
                                    <p:animEffect transition="in" filter="wipe(up)">
                                      <p:cBhvr>
                                        <p:cTn id="57" dur="500"/>
                                        <p:tgtEl>
                                          <p:spTgt spid="176156"/>
                                        </p:tgtEl>
                                      </p:cBhvr>
                                    </p:animEffect>
                                  </p:childTnLst>
                                </p:cTn>
                              </p:par>
                            </p:childTnLst>
                          </p:cTn>
                        </p:par>
                        <p:par>
                          <p:cTn id="58" fill="hold">
                            <p:stCondLst>
                              <p:cond delay="500"/>
                            </p:stCondLst>
                            <p:childTnLst>
                              <p:par>
                                <p:cTn id="59" presetID="22" presetClass="entr" presetSubtype="1" fill="hold" grpId="0" nodeType="afterEffect">
                                  <p:stCondLst>
                                    <p:cond delay="0"/>
                                  </p:stCondLst>
                                  <p:childTnLst>
                                    <p:set>
                                      <p:cBhvr>
                                        <p:cTn id="60" dur="1" fill="hold">
                                          <p:stCondLst>
                                            <p:cond delay="0"/>
                                          </p:stCondLst>
                                        </p:cTn>
                                        <p:tgtEl>
                                          <p:spTgt spid="176157"/>
                                        </p:tgtEl>
                                        <p:attrNameLst>
                                          <p:attrName>style.visibility</p:attrName>
                                        </p:attrNameLst>
                                      </p:cBhvr>
                                      <p:to>
                                        <p:strVal val="visible"/>
                                      </p:to>
                                    </p:set>
                                    <p:animEffect transition="in" filter="wipe(up)">
                                      <p:cBhvr>
                                        <p:cTn id="61" dur="500"/>
                                        <p:tgtEl>
                                          <p:spTgt spid="176157"/>
                                        </p:tgtEl>
                                      </p:cBhvr>
                                    </p:animEffect>
                                  </p:childTnLst>
                                </p:cTn>
                              </p:par>
                            </p:childTnLst>
                          </p:cTn>
                        </p:par>
                        <p:par>
                          <p:cTn id="62" fill="hold">
                            <p:stCondLst>
                              <p:cond delay="1000"/>
                            </p:stCondLst>
                            <p:childTnLst>
                              <p:par>
                                <p:cTn id="63" presetID="16" presetClass="entr" presetSubtype="37" fill="hold" grpId="0" nodeType="afterEffect">
                                  <p:stCondLst>
                                    <p:cond delay="0"/>
                                  </p:stCondLst>
                                  <p:childTnLst>
                                    <p:set>
                                      <p:cBhvr>
                                        <p:cTn id="64" dur="1" fill="hold">
                                          <p:stCondLst>
                                            <p:cond delay="0"/>
                                          </p:stCondLst>
                                        </p:cTn>
                                        <p:tgtEl>
                                          <p:spTgt spid="176159"/>
                                        </p:tgtEl>
                                        <p:attrNameLst>
                                          <p:attrName>style.visibility</p:attrName>
                                        </p:attrNameLst>
                                      </p:cBhvr>
                                      <p:to>
                                        <p:strVal val="visible"/>
                                      </p:to>
                                    </p:set>
                                    <p:animEffect transition="in" filter="barn(outVertical)">
                                      <p:cBhvr>
                                        <p:cTn id="65" dur="500"/>
                                        <p:tgtEl>
                                          <p:spTgt spid="176159"/>
                                        </p:tgtEl>
                                      </p:cBhvr>
                                    </p:animEffect>
                                  </p:childTnLst>
                                </p:cTn>
                              </p:par>
                            </p:childTnLst>
                          </p:cTn>
                        </p:par>
                        <p:par>
                          <p:cTn id="66" fill="hold">
                            <p:stCondLst>
                              <p:cond delay="1500"/>
                            </p:stCondLst>
                            <p:childTnLst>
                              <p:par>
                                <p:cTn id="67" presetID="1" presetClass="entr" presetSubtype="0" fill="hold" grpId="0" nodeType="afterEffect">
                                  <p:stCondLst>
                                    <p:cond delay="0"/>
                                  </p:stCondLst>
                                  <p:childTnLst>
                                    <p:set>
                                      <p:cBhvr>
                                        <p:cTn id="68" dur="1" fill="hold">
                                          <p:stCondLst>
                                            <p:cond delay="499"/>
                                          </p:stCondLst>
                                        </p:cTn>
                                        <p:tgtEl>
                                          <p:spTgt spid="17616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176158"/>
                                        </p:tgtEl>
                                        <p:attrNameLst>
                                          <p:attrName>style.visibility</p:attrName>
                                        </p:attrNameLst>
                                      </p:cBhvr>
                                      <p:to>
                                        <p:strVal val="visible"/>
                                      </p:to>
                                    </p:set>
                                    <p:animEffect transition="in" filter="wipe(up)">
                                      <p:cBhvr>
                                        <p:cTn id="73" dur="500"/>
                                        <p:tgtEl>
                                          <p:spTgt spid="176158"/>
                                        </p:tgtEl>
                                      </p:cBhvr>
                                    </p:animEffect>
                                  </p:childTnLst>
                                </p:cTn>
                              </p:par>
                            </p:childTnLst>
                          </p:cTn>
                        </p:par>
                        <p:par>
                          <p:cTn id="74" fill="hold">
                            <p:stCondLst>
                              <p:cond delay="500"/>
                            </p:stCondLst>
                            <p:childTnLst>
                              <p:par>
                                <p:cTn id="75" presetID="16" presetClass="entr" presetSubtype="37" fill="hold" grpId="0" nodeType="afterEffect">
                                  <p:stCondLst>
                                    <p:cond delay="0"/>
                                  </p:stCondLst>
                                  <p:childTnLst>
                                    <p:set>
                                      <p:cBhvr>
                                        <p:cTn id="76" dur="1" fill="hold">
                                          <p:stCondLst>
                                            <p:cond delay="0"/>
                                          </p:stCondLst>
                                        </p:cTn>
                                        <p:tgtEl>
                                          <p:spTgt spid="176160"/>
                                        </p:tgtEl>
                                        <p:attrNameLst>
                                          <p:attrName>style.visibility</p:attrName>
                                        </p:attrNameLst>
                                      </p:cBhvr>
                                      <p:to>
                                        <p:strVal val="visible"/>
                                      </p:to>
                                    </p:set>
                                    <p:animEffect transition="in" filter="barn(outVertical)">
                                      <p:cBhvr>
                                        <p:cTn id="77" dur="500"/>
                                        <p:tgtEl>
                                          <p:spTgt spid="176160"/>
                                        </p:tgtEl>
                                      </p:cBhvr>
                                    </p:animEffect>
                                  </p:childTnLst>
                                </p:cTn>
                              </p:par>
                            </p:childTnLst>
                          </p:cTn>
                        </p:par>
                        <p:par>
                          <p:cTn id="78" fill="hold">
                            <p:stCondLst>
                              <p:cond delay="1000"/>
                            </p:stCondLst>
                            <p:childTnLst>
                              <p:par>
                                <p:cTn id="79" presetID="1" presetClass="entr" presetSubtype="0" fill="hold" grpId="0" nodeType="afterEffect">
                                  <p:stCondLst>
                                    <p:cond delay="0"/>
                                  </p:stCondLst>
                                  <p:childTnLst>
                                    <p:set>
                                      <p:cBhvr>
                                        <p:cTn id="80" dur="1" fill="hold">
                                          <p:stCondLst>
                                            <p:cond delay="499"/>
                                          </p:stCondLst>
                                        </p:cTn>
                                        <p:tgtEl>
                                          <p:spTgt spid="176162"/>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176134"/>
                                        </p:tgtEl>
                                        <p:attrNameLst>
                                          <p:attrName>style.visibility</p:attrName>
                                        </p:attrNameLst>
                                      </p:cBhvr>
                                      <p:to>
                                        <p:strVal val="visible"/>
                                      </p:to>
                                    </p:set>
                                    <p:animEffect transition="in" filter="wipe(left)">
                                      <p:cBhvr>
                                        <p:cTn id="85" dur="500"/>
                                        <p:tgtEl>
                                          <p:spTgt spid="176134"/>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76135"/>
                                        </p:tgtEl>
                                        <p:attrNameLst>
                                          <p:attrName>style.visibility</p:attrName>
                                        </p:attrNameLst>
                                      </p:cBhvr>
                                      <p:to>
                                        <p:strVal val="visible"/>
                                      </p:to>
                                    </p:set>
                                    <p:animEffect transition="in" filter="wipe(left)">
                                      <p:cBhvr>
                                        <p:cTn id="90" dur="500"/>
                                        <p:tgtEl>
                                          <p:spTgt spid="176135"/>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76136"/>
                                        </p:tgtEl>
                                        <p:attrNameLst>
                                          <p:attrName>style.visibility</p:attrName>
                                        </p:attrNameLst>
                                      </p:cBhvr>
                                      <p:to>
                                        <p:strVal val="visible"/>
                                      </p:to>
                                    </p:set>
                                    <p:animEffect transition="in" filter="wipe(left)">
                                      <p:cBhvr>
                                        <p:cTn id="95" dur="500"/>
                                        <p:tgtEl>
                                          <p:spTgt spid="176136"/>
                                        </p:tgtEl>
                                      </p:cBhvr>
                                    </p:animEffect>
                                  </p:childTnLst>
                                </p:cTn>
                              </p:par>
                            </p:childTnLst>
                          </p:cTn>
                        </p:par>
                      </p:childTnLst>
                    </p:cTn>
                  </p:par>
                  <p:par>
                    <p:cTn id="96" fill="hold">
                      <p:stCondLst>
                        <p:cond delay="indefinite"/>
                      </p:stCondLst>
                      <p:childTnLst>
                        <p:par>
                          <p:cTn id="97" fill="hold">
                            <p:stCondLst>
                              <p:cond delay="0"/>
                            </p:stCondLst>
                            <p:childTnLst>
                              <p:par>
                                <p:cTn id="98" presetID="4" presetClass="entr" presetSubtype="32" fill="hold" grpId="0" nodeType="clickEffect">
                                  <p:stCondLst>
                                    <p:cond delay="0"/>
                                  </p:stCondLst>
                                  <p:childTnLst>
                                    <p:set>
                                      <p:cBhvr>
                                        <p:cTn id="99" dur="1" fill="hold">
                                          <p:stCondLst>
                                            <p:cond delay="0"/>
                                          </p:stCondLst>
                                        </p:cTn>
                                        <p:tgtEl>
                                          <p:spTgt spid="176131"/>
                                        </p:tgtEl>
                                        <p:attrNameLst>
                                          <p:attrName>style.visibility</p:attrName>
                                        </p:attrNameLst>
                                      </p:cBhvr>
                                      <p:to>
                                        <p:strVal val="visible"/>
                                      </p:to>
                                    </p:set>
                                    <p:animEffect transition="in" filter="box(out)">
                                      <p:cBhvr>
                                        <p:cTn id="100" dur="500"/>
                                        <p:tgtEl>
                                          <p:spTgt spid="176131"/>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8" fill="hold" grpId="0" nodeType="clickEffect">
                                  <p:stCondLst>
                                    <p:cond delay="0"/>
                                  </p:stCondLst>
                                  <p:childTnLst>
                                    <p:set>
                                      <p:cBhvr>
                                        <p:cTn id="104" dur="1" fill="hold">
                                          <p:stCondLst>
                                            <p:cond delay="0"/>
                                          </p:stCondLst>
                                        </p:cTn>
                                        <p:tgtEl>
                                          <p:spTgt spid="176164"/>
                                        </p:tgtEl>
                                        <p:attrNameLst>
                                          <p:attrName>style.visibility</p:attrName>
                                        </p:attrNameLst>
                                      </p:cBhvr>
                                      <p:to>
                                        <p:strVal val="visible"/>
                                      </p:to>
                                    </p:set>
                                    <p:animEffect transition="in" filter="wipe(left)">
                                      <p:cBhvr>
                                        <p:cTn id="105" dur="500"/>
                                        <p:tgtEl>
                                          <p:spTgt spid="176164"/>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176165"/>
                                        </p:tgtEl>
                                        <p:attrNameLst>
                                          <p:attrName>style.visibility</p:attrName>
                                        </p:attrNameLst>
                                      </p:cBhvr>
                                      <p:to>
                                        <p:strVal val="visible"/>
                                      </p:to>
                                    </p:set>
                                    <p:animEffect transition="in" filter="wipe(left)">
                                      <p:cBhvr>
                                        <p:cTn id="110" dur="500"/>
                                        <p:tgtEl>
                                          <p:spTgt spid="176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0" grpId="0" autoUpdateAnimBg="0"/>
      <p:bldP spid="176131" grpId="0" animBg="1" autoUpdateAnimBg="0"/>
      <p:bldP spid="176145" grpId="0" animBg="1"/>
      <p:bldP spid="176146" grpId="0" animBg="1"/>
      <p:bldP spid="176156" grpId="0" animBg="1"/>
      <p:bldP spid="176157" grpId="0" animBg="1"/>
      <p:bldP spid="176158" grpId="0" animBg="1"/>
      <p:bldP spid="176159" grpId="0" animBg="1"/>
      <p:bldP spid="176160" grpId="0" animBg="1"/>
      <p:bldP spid="176161" grpId="0" autoUpdateAnimBg="0"/>
      <p:bldP spid="176162" grpId="0" autoUpdateAnimBg="0"/>
      <p:bldP spid="176163" grpId="0" autoUpdateAnimBg="0"/>
      <p:bldP spid="176164" grpId="0" autoUpdateAnimBg="0"/>
      <p:bldP spid="176165" grpId="0" autoUpdateAnimBg="0"/>
      <p:bldP spid="176166"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Text Box 2"/>
          <p:cNvSpPr txBox="1">
            <a:spLocks noChangeArrowheads="1"/>
          </p:cNvSpPr>
          <p:nvPr/>
        </p:nvSpPr>
        <p:spPr bwMode="auto">
          <a:xfrm>
            <a:off x="206375" y="541338"/>
            <a:ext cx="7974013" cy="479425"/>
          </a:xfrm>
          <a:prstGeom prst="rect">
            <a:avLst/>
          </a:prstGeom>
          <a:noFill/>
          <a:ln w="9525">
            <a:noFill/>
            <a:miter lim="800000"/>
          </a:ln>
        </p:spPr>
        <p:txBody>
          <a:bodyPr>
            <a:spAutoFit/>
          </a:bodyPr>
          <a:lstStyle/>
          <a:p>
            <a:pPr algn="l">
              <a:lnSpc>
                <a:spcPct val="115000"/>
              </a:lnSpc>
            </a:pPr>
            <a:r>
              <a:rPr lang="zh-CN" altLang="en-US" b="1" i="0">
                <a:solidFill>
                  <a:srgbClr val="3333CC"/>
                </a:solidFill>
                <a:latin typeface="Times New Roman" panose="02020603050405020304" pitchFamily="18" charset="0"/>
              </a:rPr>
              <a:t>应用动能定理求解力学问题时，一般可按以下步骤：</a:t>
            </a:r>
            <a:endParaRPr lang="zh-CN" altLang="en-US" b="1" i="0">
              <a:solidFill>
                <a:srgbClr val="3333CC"/>
              </a:solidFill>
              <a:latin typeface="Times New Roman" panose="02020603050405020304" pitchFamily="18" charset="0"/>
            </a:endParaRPr>
          </a:p>
        </p:txBody>
      </p:sp>
      <p:sp>
        <p:nvSpPr>
          <p:cNvPr id="177155" name="Text Box 3"/>
          <p:cNvSpPr txBox="1">
            <a:spLocks noChangeArrowheads="1"/>
          </p:cNvSpPr>
          <p:nvPr/>
        </p:nvSpPr>
        <p:spPr bwMode="auto">
          <a:xfrm>
            <a:off x="836613" y="1262063"/>
            <a:ext cx="5686425" cy="479425"/>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(1)</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选取研究对象</a:t>
            </a:r>
            <a:endParaRPr lang="zh-CN" altLang="en-US" b="1" i="0">
              <a:solidFill>
                <a:srgbClr val="FF6600"/>
              </a:solidFill>
              <a:latin typeface="Times New Roman" panose="02020603050405020304" pitchFamily="18" charset="0"/>
            </a:endParaRPr>
          </a:p>
        </p:txBody>
      </p:sp>
      <p:sp>
        <p:nvSpPr>
          <p:cNvPr id="177156" name="Text Box 4"/>
          <p:cNvSpPr txBox="1">
            <a:spLocks noChangeArrowheads="1"/>
          </p:cNvSpPr>
          <p:nvPr/>
        </p:nvSpPr>
        <p:spPr bwMode="auto">
          <a:xfrm>
            <a:off x="836613" y="1898650"/>
            <a:ext cx="6769100" cy="479425"/>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(2)</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分析研究对象受力情况和各力的做功情况</a:t>
            </a:r>
            <a:endParaRPr lang="zh-CN" altLang="en-US" b="1" i="0">
              <a:solidFill>
                <a:srgbClr val="FF6600"/>
              </a:solidFill>
              <a:latin typeface="Times New Roman" panose="02020603050405020304" pitchFamily="18" charset="0"/>
            </a:endParaRPr>
          </a:p>
        </p:txBody>
      </p:sp>
      <p:sp>
        <p:nvSpPr>
          <p:cNvPr id="177157" name="Text Box 5"/>
          <p:cNvSpPr txBox="1">
            <a:spLocks noChangeArrowheads="1"/>
          </p:cNvSpPr>
          <p:nvPr/>
        </p:nvSpPr>
        <p:spPr bwMode="auto">
          <a:xfrm>
            <a:off x="836613" y="2573338"/>
            <a:ext cx="7632700" cy="933450"/>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(3)</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选定研究过程</a:t>
            </a:r>
            <a:r>
              <a:rPr lang="zh-CN" altLang="en-US" b="1" i="0">
                <a:solidFill>
                  <a:schemeClr val="bg1"/>
                </a:solidFill>
                <a:latin typeface="Times New Roman" panose="02020603050405020304" pitchFamily="18" charset="0"/>
              </a:rPr>
              <a:t>－－－明确过程的初状态和末状态，</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   确定初、末状态的动能</a:t>
            </a:r>
            <a:endParaRPr lang="zh-CN" altLang="en-US" b="1" i="0">
              <a:solidFill>
                <a:schemeClr val="bg1"/>
              </a:solidFill>
              <a:latin typeface="Times New Roman" panose="02020603050405020304" pitchFamily="18" charset="0"/>
            </a:endParaRPr>
          </a:p>
        </p:txBody>
      </p:sp>
      <p:sp>
        <p:nvSpPr>
          <p:cNvPr id="177158" name="Text Box 6"/>
          <p:cNvSpPr txBox="1">
            <a:spLocks noChangeArrowheads="1"/>
          </p:cNvSpPr>
          <p:nvPr/>
        </p:nvSpPr>
        <p:spPr bwMode="auto">
          <a:xfrm>
            <a:off x="836613" y="3698875"/>
            <a:ext cx="7470775" cy="933450"/>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(4)</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列方程</a:t>
            </a:r>
            <a:r>
              <a:rPr lang="zh-CN" altLang="en-US" b="1" i="0">
                <a:solidFill>
                  <a:schemeClr val="bg1"/>
                </a:solidFill>
                <a:latin typeface="Times New Roman" panose="02020603050405020304" pitchFamily="18" charset="0"/>
              </a:rPr>
              <a:t>－－－根据动能定理列出方程，还要列出必</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   要的辅助性方程</a:t>
            </a:r>
            <a:endParaRPr lang="zh-CN" altLang="en-US" b="1" i="0">
              <a:solidFill>
                <a:srgbClr val="FFFFFF"/>
              </a:solidFill>
              <a:latin typeface="Times New Roman" panose="02020603050405020304" pitchFamily="18" charset="0"/>
            </a:endParaRPr>
          </a:p>
        </p:txBody>
      </p:sp>
      <p:sp>
        <p:nvSpPr>
          <p:cNvPr id="177159" name="Text Box 7"/>
          <p:cNvSpPr txBox="1">
            <a:spLocks noChangeArrowheads="1"/>
          </p:cNvSpPr>
          <p:nvPr/>
        </p:nvSpPr>
        <p:spPr bwMode="auto">
          <a:xfrm>
            <a:off x="836613" y="4778375"/>
            <a:ext cx="7804150" cy="479425"/>
          </a:xfrm>
          <a:prstGeom prst="rect">
            <a:avLst/>
          </a:prstGeom>
          <a:noFill/>
          <a:ln w="9525">
            <a:noFill/>
            <a:miter lim="800000"/>
          </a:ln>
        </p:spPr>
        <p:txBody>
          <a:bodyPr>
            <a:spAutoFit/>
          </a:bodyPr>
          <a:lstStyle/>
          <a:p>
            <a:pPr algn="l">
              <a:lnSpc>
                <a:spcPct val="115000"/>
              </a:lnSpc>
            </a:pPr>
            <a:r>
              <a:rPr lang="en-US" altLang="zh-CN" b="1" i="0">
                <a:latin typeface="Times New Roman" panose="02020603050405020304" pitchFamily="18" charset="0"/>
              </a:rPr>
              <a:t>(5)</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解方程，求出结果</a:t>
            </a:r>
            <a:r>
              <a:rPr lang="zh-CN" altLang="en-US" b="1" i="0">
                <a:latin typeface="Times New Roman" panose="02020603050405020304" pitchFamily="18" charset="0"/>
              </a:rPr>
              <a:t>－－－对结果进行必要的讨论</a:t>
            </a:r>
            <a:endParaRPr lang="zh-CN" altLang="en-US" b="1" i="0">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7154"/>
                                        </p:tgtEl>
                                        <p:attrNameLst>
                                          <p:attrName>style.visibility</p:attrName>
                                        </p:attrNameLst>
                                      </p:cBhvr>
                                      <p:to>
                                        <p:strVal val="visible"/>
                                      </p:to>
                                    </p:set>
                                    <p:animEffect transition="in" filter="wipe(left)">
                                      <p:cBhvr>
                                        <p:cTn id="7" dur="500"/>
                                        <p:tgtEl>
                                          <p:spTgt spid="177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7155"/>
                                        </p:tgtEl>
                                        <p:attrNameLst>
                                          <p:attrName>style.visibility</p:attrName>
                                        </p:attrNameLst>
                                      </p:cBhvr>
                                      <p:to>
                                        <p:strVal val="visible"/>
                                      </p:to>
                                    </p:set>
                                    <p:animEffect transition="in" filter="wipe(left)">
                                      <p:cBhvr>
                                        <p:cTn id="12" dur="500"/>
                                        <p:tgtEl>
                                          <p:spTgt spid="17715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7156"/>
                                        </p:tgtEl>
                                        <p:attrNameLst>
                                          <p:attrName>style.visibility</p:attrName>
                                        </p:attrNameLst>
                                      </p:cBhvr>
                                      <p:to>
                                        <p:strVal val="visible"/>
                                      </p:to>
                                    </p:set>
                                    <p:animEffect transition="in" filter="wipe(left)">
                                      <p:cBhvr>
                                        <p:cTn id="17" dur="500"/>
                                        <p:tgtEl>
                                          <p:spTgt spid="17715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7157"/>
                                        </p:tgtEl>
                                        <p:attrNameLst>
                                          <p:attrName>style.visibility</p:attrName>
                                        </p:attrNameLst>
                                      </p:cBhvr>
                                      <p:to>
                                        <p:strVal val="visible"/>
                                      </p:to>
                                    </p:set>
                                    <p:animEffect transition="in" filter="wipe(left)">
                                      <p:cBhvr>
                                        <p:cTn id="22" dur="500"/>
                                        <p:tgtEl>
                                          <p:spTgt spid="1771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77158"/>
                                        </p:tgtEl>
                                        <p:attrNameLst>
                                          <p:attrName>style.visibility</p:attrName>
                                        </p:attrNameLst>
                                      </p:cBhvr>
                                      <p:to>
                                        <p:strVal val="visible"/>
                                      </p:to>
                                    </p:set>
                                    <p:animEffect transition="in" filter="wipe(left)">
                                      <p:cBhvr>
                                        <p:cTn id="27" dur="500"/>
                                        <p:tgtEl>
                                          <p:spTgt spid="17715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7159"/>
                                        </p:tgtEl>
                                        <p:attrNameLst>
                                          <p:attrName>style.visibility</p:attrName>
                                        </p:attrNameLst>
                                      </p:cBhvr>
                                      <p:to>
                                        <p:strVal val="visible"/>
                                      </p:to>
                                    </p:set>
                                    <p:animEffect transition="in" filter="wipe(left)">
                                      <p:cBhvr>
                                        <p:cTn id="32" dur="500"/>
                                        <p:tgtEl>
                                          <p:spTgt spid="177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54" grpId="0" autoUpdateAnimBg="0"/>
      <p:bldP spid="177155" grpId="0" autoUpdateAnimBg="0"/>
      <p:bldP spid="177156" grpId="0" autoUpdateAnimBg="0"/>
      <p:bldP spid="177157" grpId="0" autoUpdateAnimBg="0"/>
      <p:bldP spid="177158" grpId="0" autoUpdateAnimBg="0"/>
      <p:bldP spid="17715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ChangeArrowheads="1"/>
          </p:cNvSpPr>
          <p:nvPr/>
        </p:nvSpPr>
        <p:spPr bwMode="auto">
          <a:xfrm>
            <a:off x="611188" y="414338"/>
            <a:ext cx="8326437" cy="1354137"/>
          </a:xfrm>
          <a:prstGeom prst="rect">
            <a:avLst/>
          </a:prstGeom>
          <a:noFill/>
          <a:ln w="9525">
            <a:noFill/>
            <a:miter lim="800000"/>
          </a:ln>
        </p:spPr>
        <p:txBody>
          <a:bodyPr>
            <a:spAutoFit/>
          </a:bodyPr>
          <a:lstStyle/>
          <a:p>
            <a:pPr algn="l">
              <a:lnSpc>
                <a:spcPct val="115000"/>
              </a:lnSpc>
            </a:pPr>
            <a:r>
              <a:rPr lang="en-US" altLang="zh-CN" b="1" i="0">
                <a:solidFill>
                  <a:srgbClr val="FFFF66"/>
                </a:solidFill>
                <a:latin typeface="Times New Roman" panose="02020603050405020304" pitchFamily="18" charset="0"/>
              </a:rPr>
              <a:t> </a:t>
            </a:r>
            <a:r>
              <a:rPr lang="zh-CN" altLang="en-US" b="1" i="0">
                <a:solidFill>
                  <a:schemeClr val="bg1"/>
                </a:solidFill>
                <a:latin typeface="宋体" panose="02010600030101010101" pitchFamily="2" charset="-122"/>
              </a:rPr>
              <a:t>一轻弹簧的劲度系数为 </a:t>
            </a:r>
            <a:r>
              <a:rPr lang="en-US" altLang="zh-CN" b="1">
                <a:solidFill>
                  <a:srgbClr val="FF6600"/>
                </a:solidFill>
                <a:latin typeface="Times New Roman" panose="02020603050405020304" pitchFamily="18" charset="0"/>
              </a:rPr>
              <a:t>k </a:t>
            </a:r>
            <a:r>
              <a:rPr lang="en-US" altLang="zh-CN" b="1" i="0">
                <a:solidFill>
                  <a:srgbClr val="FF6600"/>
                </a:solidFill>
                <a:latin typeface="Times New Roman" panose="02020603050405020304" pitchFamily="18" charset="0"/>
              </a:rPr>
              <a:t>=100 N/m </a:t>
            </a:r>
            <a:r>
              <a:rPr lang="zh-CN" altLang="en-US" b="1" i="0">
                <a:solidFill>
                  <a:schemeClr val="bg1"/>
                </a:solidFill>
                <a:latin typeface="宋体" panose="02010600030101010101" pitchFamily="2" charset="-122"/>
              </a:rPr>
              <a:t>，用手推一质量 </a:t>
            </a:r>
            <a:r>
              <a:rPr lang="en-US" altLang="zh-CN" b="1">
                <a:solidFill>
                  <a:srgbClr val="FF6600"/>
                </a:solidFill>
                <a:latin typeface="Times New Roman" panose="02020603050405020304" pitchFamily="18" charset="0"/>
              </a:rPr>
              <a:t>m </a:t>
            </a:r>
            <a:r>
              <a:rPr lang="en-US" altLang="zh-CN" b="1" i="0">
                <a:solidFill>
                  <a:srgbClr val="FF6600"/>
                </a:solidFill>
                <a:latin typeface="Times New Roman" panose="02020603050405020304" pitchFamily="18" charset="0"/>
              </a:rPr>
              <a:t>= 0.1</a:t>
            </a:r>
            <a:r>
              <a:rPr lang="en-US" altLang="zh-CN" b="1" i="0">
                <a:solidFill>
                  <a:schemeClr val="bg1"/>
                </a:solidFill>
                <a:latin typeface="宋体" panose="02010600030101010101" pitchFamily="2" charset="-122"/>
              </a:rPr>
              <a:t> </a:t>
            </a:r>
            <a:r>
              <a:rPr lang="en-US" altLang="zh-CN" b="1" i="0">
                <a:solidFill>
                  <a:srgbClr val="FF6600"/>
                </a:solidFill>
                <a:latin typeface="Times New Roman" panose="02020603050405020304" pitchFamily="18" charset="0"/>
              </a:rPr>
              <a:t>kg</a:t>
            </a:r>
            <a:r>
              <a:rPr lang="en-US" altLang="zh-CN" b="1" i="0">
                <a:solidFill>
                  <a:srgbClr val="66FFFF"/>
                </a:solidFill>
                <a:latin typeface="宋体" panose="02010600030101010101" pitchFamily="2" charset="-122"/>
              </a:rPr>
              <a:t> </a:t>
            </a:r>
            <a:r>
              <a:rPr lang="zh-CN" altLang="en-US" b="1" i="0">
                <a:solidFill>
                  <a:schemeClr val="bg1"/>
                </a:solidFill>
                <a:latin typeface="宋体" panose="02010600030101010101" pitchFamily="2" charset="-122"/>
              </a:rPr>
              <a:t>的物体把弹簧压缩到离平衡位置为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1 </a:t>
            </a:r>
            <a:r>
              <a:rPr lang="en-US" altLang="zh-CN" b="1" i="0">
                <a:solidFill>
                  <a:srgbClr val="FF6600"/>
                </a:solidFill>
                <a:latin typeface="Times New Roman" panose="02020603050405020304" pitchFamily="18" charset="0"/>
              </a:rPr>
              <a:t>= 0.02 m </a:t>
            </a:r>
            <a:r>
              <a:rPr lang="zh-CN" altLang="en-US" b="1" i="0">
                <a:solidFill>
                  <a:schemeClr val="bg1"/>
                </a:solidFill>
                <a:latin typeface="宋体" panose="02010600030101010101" pitchFamily="2" charset="-122"/>
              </a:rPr>
              <a:t>处</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如图所示。放手后，物体沿水平面移动到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2 </a:t>
            </a:r>
            <a:r>
              <a:rPr lang="en-US" altLang="zh-CN" b="1" i="0">
                <a:solidFill>
                  <a:srgbClr val="FF6600"/>
                </a:solidFill>
                <a:latin typeface="Times New Roman" panose="02020603050405020304" pitchFamily="18" charset="0"/>
              </a:rPr>
              <a:t>=0.1 m </a:t>
            </a:r>
            <a:r>
              <a:rPr lang="zh-CN" altLang="en-US" b="1" i="0">
                <a:solidFill>
                  <a:schemeClr val="bg1"/>
                </a:solidFill>
                <a:latin typeface="宋体" panose="02010600030101010101" pitchFamily="2" charset="-122"/>
              </a:rPr>
              <a:t>而停止。</a:t>
            </a:r>
            <a:endParaRPr lang="zh-CN" altLang="en-US" b="1" i="0">
              <a:solidFill>
                <a:schemeClr val="bg1"/>
              </a:solidFill>
              <a:latin typeface="宋体" panose="02010600030101010101" pitchFamily="2" charset="-122"/>
            </a:endParaRPr>
          </a:p>
        </p:txBody>
      </p:sp>
      <p:sp>
        <p:nvSpPr>
          <p:cNvPr id="178179" name="Rectangle 3"/>
          <p:cNvSpPr>
            <a:spLocks noChangeArrowheads="1"/>
          </p:cNvSpPr>
          <p:nvPr/>
        </p:nvSpPr>
        <p:spPr bwMode="auto">
          <a:xfrm>
            <a:off x="722313" y="2349500"/>
            <a:ext cx="8001000" cy="933450"/>
          </a:xfrm>
          <a:prstGeom prst="rect">
            <a:avLst/>
          </a:prstGeom>
          <a:noFill/>
          <a:ln w="9525">
            <a:noFill/>
            <a:miter lim="800000"/>
          </a:ln>
        </p:spPr>
        <p:txBody>
          <a:bodyPr>
            <a:spAutoFit/>
          </a:bodyPr>
          <a:lstStyle/>
          <a:p>
            <a:pPr algn="just">
              <a:lnSpc>
                <a:spcPct val="115000"/>
              </a:lnSpc>
            </a:pPr>
            <a:r>
              <a:rPr lang="zh-CN" altLang="en-US" b="1" i="0">
                <a:solidFill>
                  <a:schemeClr val="bg1"/>
                </a:solidFill>
                <a:latin typeface="Times New Roman" panose="02020603050405020304" pitchFamily="18" charset="0"/>
              </a:rPr>
              <a:t>放手后，物体运动到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1</a:t>
            </a:r>
            <a:r>
              <a:rPr lang="en-US" altLang="zh-CN" b="1">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处和弹簧分离。在整个过程中，</a:t>
            </a:r>
            <a:r>
              <a:rPr lang="zh-CN" altLang="en-US" b="1" i="0">
                <a:solidFill>
                  <a:srgbClr val="FF6600"/>
                </a:solidFill>
                <a:latin typeface="Times New Roman" panose="02020603050405020304" pitchFamily="18" charset="0"/>
              </a:rPr>
              <a:t>有两个力作功</a:t>
            </a:r>
            <a:endParaRPr lang="zh-CN" altLang="en-US" b="1" i="0">
              <a:solidFill>
                <a:srgbClr val="FF6600"/>
              </a:solidFill>
              <a:latin typeface="Times New Roman" panose="02020603050405020304" pitchFamily="18" charset="0"/>
            </a:endParaRPr>
          </a:p>
        </p:txBody>
      </p:sp>
      <p:sp>
        <p:nvSpPr>
          <p:cNvPr id="178180" name="Rectangle 4"/>
          <p:cNvSpPr>
            <a:spLocks noChangeArrowheads="1"/>
          </p:cNvSpPr>
          <p:nvPr/>
        </p:nvSpPr>
        <p:spPr bwMode="auto">
          <a:xfrm>
            <a:off x="161925" y="2349500"/>
            <a:ext cx="492125"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178181" name="Rectangle 5"/>
          <p:cNvSpPr>
            <a:spLocks noChangeArrowheads="1"/>
          </p:cNvSpPr>
          <p:nvPr/>
        </p:nvSpPr>
        <p:spPr bwMode="auto">
          <a:xfrm>
            <a:off x="161925" y="458788"/>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178182" name="Rectangle 6"/>
          <p:cNvSpPr>
            <a:spLocks noChangeArrowheads="1"/>
          </p:cNvSpPr>
          <p:nvPr/>
        </p:nvSpPr>
        <p:spPr bwMode="auto">
          <a:xfrm>
            <a:off x="668338" y="1844675"/>
            <a:ext cx="57943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物体与水平面间的滑动摩擦系数。</a:t>
            </a:r>
            <a:endParaRPr lang="zh-CN" altLang="en-US" b="1" i="0">
              <a:solidFill>
                <a:schemeClr val="bg1"/>
              </a:solidFill>
              <a:latin typeface="Times New Roman" panose="02020603050405020304" pitchFamily="18" charset="0"/>
            </a:endParaRPr>
          </a:p>
        </p:txBody>
      </p:sp>
      <p:sp>
        <p:nvSpPr>
          <p:cNvPr id="178183" name="Rectangle 7"/>
          <p:cNvSpPr>
            <a:spLocks noChangeArrowheads="1"/>
          </p:cNvSpPr>
          <p:nvPr/>
        </p:nvSpPr>
        <p:spPr bwMode="auto">
          <a:xfrm>
            <a:off x="161925" y="1827213"/>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graphicFrame>
        <p:nvGraphicFramePr>
          <p:cNvPr id="178184" name="Object 8"/>
          <p:cNvGraphicFramePr>
            <a:graphicFrameLocks noChangeAspect="1"/>
          </p:cNvGraphicFramePr>
          <p:nvPr/>
        </p:nvGraphicFramePr>
        <p:xfrm>
          <a:off x="3222625" y="3278188"/>
          <a:ext cx="647700" cy="690562"/>
        </p:xfrm>
        <a:graphic>
          <a:graphicData uri="http://schemas.openxmlformats.org/presentationml/2006/ole">
            <mc:AlternateContent xmlns:mc="http://schemas.openxmlformats.org/markup-compatibility/2006">
              <mc:Choice xmlns:v="urn:schemas-microsoft-com:vml" Requires="v">
                <p:oleObj spid="_x0000_s28673" name="公式" r:id="rId1" imgW="9144000" imgH="9753600" progId="Equation.3">
                  <p:embed/>
                </p:oleObj>
              </mc:Choice>
              <mc:Fallback>
                <p:oleObj name="公式" r:id="rId1" imgW="9144000" imgH="9753600" progId="Equation.3">
                  <p:embed/>
                  <p:pic>
                    <p:nvPicPr>
                      <p:cNvPr id="0" name="Object 8"/>
                      <p:cNvPicPr>
                        <a:picLocks noChangeAspect="1"/>
                      </p:cNvPicPr>
                      <p:nvPr/>
                    </p:nvPicPr>
                    <p:blipFill>
                      <a:blip r:embed="rId2"/>
                      <a:stretch>
                        <a:fillRect/>
                      </a:stretch>
                    </p:blipFill>
                    <p:spPr>
                      <a:xfrm>
                        <a:off x="3222625" y="3278188"/>
                        <a:ext cx="647700" cy="690562"/>
                      </a:xfrm>
                      <a:prstGeom prst="rect">
                        <a:avLst/>
                      </a:prstGeom>
                      <a:noFill/>
                      <a:ln w="9525">
                        <a:noFill/>
                      </a:ln>
                    </p:spPr>
                  </p:pic>
                </p:oleObj>
              </mc:Fallback>
            </mc:AlternateContent>
          </a:graphicData>
        </a:graphic>
      </p:graphicFrame>
      <p:graphicFrame>
        <p:nvGraphicFramePr>
          <p:cNvPr id="178185" name="Object 9"/>
          <p:cNvGraphicFramePr>
            <a:graphicFrameLocks noChangeAspect="1"/>
          </p:cNvGraphicFramePr>
          <p:nvPr/>
        </p:nvGraphicFramePr>
        <p:xfrm>
          <a:off x="2997200" y="4102100"/>
          <a:ext cx="993775" cy="366713"/>
        </p:xfrm>
        <a:graphic>
          <a:graphicData uri="http://schemas.openxmlformats.org/presentationml/2006/ole">
            <mc:AlternateContent xmlns:mc="http://schemas.openxmlformats.org/markup-compatibility/2006">
              <mc:Choice xmlns:v="urn:schemas-microsoft-com:vml" Requires="v">
                <p:oleObj spid="_x0000_s28675" name="公式" r:id="rId3" imgW="14020800" imgH="5181600" progId="Equation.3">
                  <p:embed/>
                </p:oleObj>
              </mc:Choice>
              <mc:Fallback>
                <p:oleObj name="公式" r:id="rId3" imgW="14020800" imgH="5181600" progId="Equation.3">
                  <p:embed/>
                  <p:pic>
                    <p:nvPicPr>
                      <p:cNvPr id="0" name="Object 9"/>
                      <p:cNvPicPr>
                        <a:picLocks noChangeAspect="1"/>
                      </p:cNvPicPr>
                      <p:nvPr/>
                    </p:nvPicPr>
                    <p:blipFill>
                      <a:blip r:embed="rId4"/>
                      <a:stretch>
                        <a:fillRect/>
                      </a:stretch>
                    </p:blipFill>
                    <p:spPr>
                      <a:xfrm>
                        <a:off x="2997200" y="4102100"/>
                        <a:ext cx="993775" cy="366713"/>
                      </a:xfrm>
                      <a:prstGeom prst="rect">
                        <a:avLst/>
                      </a:prstGeom>
                      <a:noFill/>
                      <a:ln w="9525">
                        <a:noFill/>
                      </a:ln>
                    </p:spPr>
                  </p:pic>
                </p:oleObj>
              </mc:Fallback>
            </mc:AlternateContent>
          </a:graphicData>
        </a:graphic>
      </p:graphicFrame>
      <p:sp>
        <p:nvSpPr>
          <p:cNvPr id="178186" name="Text Box 10"/>
          <p:cNvSpPr txBox="1">
            <a:spLocks noChangeArrowheads="1"/>
          </p:cNvSpPr>
          <p:nvPr/>
        </p:nvSpPr>
        <p:spPr bwMode="auto">
          <a:xfrm>
            <a:off x="722313" y="4051300"/>
            <a:ext cx="2895600" cy="457200"/>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摩擦力作功</a:t>
            </a:r>
            <a:endParaRPr lang="zh-CN" altLang="en-US" i="0">
              <a:solidFill>
                <a:srgbClr val="006600"/>
              </a:solidFill>
              <a:latin typeface="Times New Roman" panose="02020603050405020304" pitchFamily="18" charset="0"/>
            </a:endParaRPr>
          </a:p>
        </p:txBody>
      </p:sp>
      <p:sp>
        <p:nvSpPr>
          <p:cNvPr id="178187" name="Text Box 11"/>
          <p:cNvSpPr txBox="1">
            <a:spLocks noChangeArrowheads="1"/>
          </p:cNvSpPr>
          <p:nvPr/>
        </p:nvSpPr>
        <p:spPr bwMode="auto">
          <a:xfrm>
            <a:off x="722313" y="3332163"/>
            <a:ext cx="3352800" cy="457200"/>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弹簧弹性力作功</a:t>
            </a:r>
            <a:endParaRPr lang="zh-CN" altLang="en-US" i="0">
              <a:solidFill>
                <a:srgbClr val="006600"/>
              </a:solidFill>
              <a:latin typeface="Times New Roman" panose="02020603050405020304" pitchFamily="18" charset="0"/>
            </a:endParaRPr>
          </a:p>
        </p:txBody>
      </p:sp>
      <p:grpSp>
        <p:nvGrpSpPr>
          <p:cNvPr id="2" name="Group 12"/>
          <p:cNvGrpSpPr/>
          <p:nvPr/>
        </p:nvGrpSpPr>
        <p:grpSpPr bwMode="auto">
          <a:xfrm>
            <a:off x="4437063" y="3244850"/>
            <a:ext cx="4114800" cy="860425"/>
            <a:chOff x="3012" y="2892"/>
            <a:chExt cx="2592" cy="542"/>
          </a:xfrm>
        </p:grpSpPr>
        <p:pic>
          <p:nvPicPr>
            <p:cNvPr id="28699" name="Picture 13"/>
            <p:cNvPicPr>
              <a:picLocks noChangeAspect="1" noChangeArrowheads="1"/>
            </p:cNvPicPr>
            <p:nvPr/>
          </p:nvPicPr>
          <p:blipFill>
            <a:blip r:embed="rId5"/>
            <a:srcRect/>
            <a:stretch>
              <a:fillRect/>
            </a:stretch>
          </p:blipFill>
          <p:spPr bwMode="auto">
            <a:xfrm>
              <a:off x="3012" y="2892"/>
              <a:ext cx="2256" cy="542"/>
            </a:xfrm>
            <a:prstGeom prst="rect">
              <a:avLst/>
            </a:prstGeom>
            <a:noFill/>
            <a:ln w="9525">
              <a:noFill/>
              <a:miter lim="800000"/>
              <a:headEnd/>
              <a:tailEnd/>
            </a:ln>
          </p:spPr>
        </p:pic>
        <p:sp>
          <p:nvSpPr>
            <p:cNvPr id="28700" name="Rectangle 14" descr="栎木"/>
            <p:cNvSpPr>
              <a:spLocks noChangeArrowheads="1"/>
            </p:cNvSpPr>
            <p:nvPr/>
          </p:nvSpPr>
          <p:spPr bwMode="auto">
            <a:xfrm>
              <a:off x="4668" y="3084"/>
              <a:ext cx="264" cy="336"/>
            </a:xfrm>
            <a:prstGeom prst="rect">
              <a:avLst/>
            </a:prstGeom>
            <a:blipFill dpi="0" rotWithShape="1">
              <a:blip r:embed="rId6"/>
              <a:srcRect/>
              <a:tile tx="0" ty="0" sx="100000" sy="100000" flip="none" algn="tl"/>
            </a:blipFill>
            <a:ln w="28575">
              <a:noFill/>
              <a:miter lim="800000"/>
            </a:ln>
          </p:spPr>
          <p:txBody>
            <a:bodyPr wrap="none" anchor="ctr"/>
            <a:lstStyle/>
            <a:p>
              <a:endParaRPr lang="zh-CN" altLang="en-US"/>
            </a:p>
          </p:txBody>
        </p:sp>
        <p:sp>
          <p:nvSpPr>
            <p:cNvPr id="28701" name="Line 15"/>
            <p:cNvSpPr>
              <a:spLocks noChangeShapeType="1"/>
            </p:cNvSpPr>
            <p:nvPr/>
          </p:nvSpPr>
          <p:spPr bwMode="auto">
            <a:xfrm>
              <a:off x="3012" y="3434"/>
              <a:ext cx="2592" cy="0"/>
            </a:xfrm>
            <a:prstGeom prst="line">
              <a:avLst/>
            </a:prstGeom>
            <a:noFill/>
            <a:ln w="28575">
              <a:solidFill>
                <a:srgbClr val="00CC00"/>
              </a:solidFill>
              <a:round/>
            </a:ln>
          </p:spPr>
          <p:txBody>
            <a:bodyPr/>
            <a:lstStyle/>
            <a:p>
              <a:endParaRPr lang="zh-CN" altLang="en-US"/>
            </a:p>
          </p:txBody>
        </p:sp>
      </p:grpSp>
      <p:sp>
        <p:nvSpPr>
          <p:cNvPr id="178192" name="Line 16"/>
          <p:cNvSpPr>
            <a:spLocks noChangeShapeType="1"/>
          </p:cNvSpPr>
          <p:nvPr/>
        </p:nvSpPr>
        <p:spPr bwMode="auto">
          <a:xfrm>
            <a:off x="6559550" y="4119563"/>
            <a:ext cx="0" cy="685800"/>
          </a:xfrm>
          <a:prstGeom prst="line">
            <a:avLst/>
          </a:prstGeom>
          <a:noFill/>
          <a:ln w="19050">
            <a:solidFill>
              <a:srgbClr val="0033CC"/>
            </a:solidFill>
            <a:round/>
          </a:ln>
        </p:spPr>
        <p:txBody>
          <a:bodyPr/>
          <a:lstStyle/>
          <a:p>
            <a:endParaRPr lang="zh-CN" altLang="en-US"/>
          </a:p>
        </p:txBody>
      </p:sp>
      <p:sp>
        <p:nvSpPr>
          <p:cNvPr id="178193" name="Line 17"/>
          <p:cNvSpPr>
            <a:spLocks noChangeShapeType="1"/>
          </p:cNvSpPr>
          <p:nvPr/>
        </p:nvSpPr>
        <p:spPr bwMode="auto">
          <a:xfrm>
            <a:off x="7283450" y="4119563"/>
            <a:ext cx="0" cy="304800"/>
          </a:xfrm>
          <a:prstGeom prst="line">
            <a:avLst/>
          </a:prstGeom>
          <a:noFill/>
          <a:ln w="19050">
            <a:solidFill>
              <a:srgbClr val="0033CC"/>
            </a:solidFill>
            <a:round/>
          </a:ln>
        </p:spPr>
        <p:txBody>
          <a:bodyPr/>
          <a:lstStyle/>
          <a:p>
            <a:endParaRPr lang="zh-CN" altLang="en-US"/>
          </a:p>
        </p:txBody>
      </p:sp>
      <p:sp>
        <p:nvSpPr>
          <p:cNvPr id="178194" name="Line 18"/>
          <p:cNvSpPr>
            <a:spLocks noChangeShapeType="1"/>
          </p:cNvSpPr>
          <p:nvPr/>
        </p:nvSpPr>
        <p:spPr bwMode="auto">
          <a:xfrm>
            <a:off x="8312150" y="4138613"/>
            <a:ext cx="0" cy="685800"/>
          </a:xfrm>
          <a:prstGeom prst="line">
            <a:avLst/>
          </a:prstGeom>
          <a:noFill/>
          <a:ln w="19050">
            <a:solidFill>
              <a:srgbClr val="0033CC"/>
            </a:solidFill>
            <a:round/>
          </a:ln>
        </p:spPr>
        <p:txBody>
          <a:bodyPr/>
          <a:lstStyle/>
          <a:p>
            <a:endParaRPr lang="zh-CN" altLang="en-US"/>
          </a:p>
        </p:txBody>
      </p:sp>
      <p:sp>
        <p:nvSpPr>
          <p:cNvPr id="178195" name="Line 19"/>
          <p:cNvSpPr>
            <a:spLocks noChangeShapeType="1"/>
          </p:cNvSpPr>
          <p:nvPr/>
        </p:nvSpPr>
        <p:spPr bwMode="auto">
          <a:xfrm>
            <a:off x="6564313" y="4233863"/>
            <a:ext cx="719137" cy="0"/>
          </a:xfrm>
          <a:prstGeom prst="line">
            <a:avLst/>
          </a:prstGeom>
          <a:noFill/>
          <a:ln w="19050">
            <a:solidFill>
              <a:srgbClr val="0033CC"/>
            </a:solidFill>
            <a:round/>
            <a:headEnd type="triangle" w="med" len="lg"/>
            <a:tailEnd type="triangle" w="med" len="lg"/>
          </a:ln>
        </p:spPr>
        <p:txBody>
          <a:bodyPr/>
          <a:lstStyle/>
          <a:p>
            <a:endParaRPr lang="zh-CN" altLang="en-US"/>
          </a:p>
        </p:txBody>
      </p:sp>
      <p:sp>
        <p:nvSpPr>
          <p:cNvPr id="178196" name="Line 20"/>
          <p:cNvSpPr>
            <a:spLocks noChangeShapeType="1"/>
          </p:cNvSpPr>
          <p:nvPr/>
        </p:nvSpPr>
        <p:spPr bwMode="auto">
          <a:xfrm>
            <a:off x="6559550" y="4729163"/>
            <a:ext cx="1752600" cy="0"/>
          </a:xfrm>
          <a:prstGeom prst="line">
            <a:avLst/>
          </a:prstGeom>
          <a:noFill/>
          <a:ln w="19050">
            <a:solidFill>
              <a:srgbClr val="0033CC"/>
            </a:solidFill>
            <a:round/>
            <a:headEnd type="triangle" w="med" len="lg"/>
            <a:tailEnd type="triangle" w="med" len="lg"/>
          </a:ln>
        </p:spPr>
        <p:txBody>
          <a:bodyPr/>
          <a:lstStyle/>
          <a:p>
            <a:endParaRPr lang="zh-CN" altLang="en-US"/>
          </a:p>
        </p:txBody>
      </p:sp>
      <p:graphicFrame>
        <p:nvGraphicFramePr>
          <p:cNvPr id="178197" name="Object 21"/>
          <p:cNvGraphicFramePr>
            <a:graphicFrameLocks noChangeAspect="1"/>
          </p:cNvGraphicFramePr>
          <p:nvPr/>
        </p:nvGraphicFramePr>
        <p:xfrm>
          <a:off x="6767513" y="4279900"/>
          <a:ext cx="323850" cy="387350"/>
        </p:xfrm>
        <a:graphic>
          <a:graphicData uri="http://schemas.openxmlformats.org/presentationml/2006/ole">
            <mc:AlternateContent xmlns:mc="http://schemas.openxmlformats.org/markup-compatibility/2006">
              <mc:Choice xmlns:v="urn:schemas-microsoft-com:vml" Requires="v">
                <p:oleObj spid="_x0000_s28676" name="公式" r:id="rId7" imgW="4267200" imgH="5181600" progId="Equation.3">
                  <p:embed/>
                </p:oleObj>
              </mc:Choice>
              <mc:Fallback>
                <p:oleObj name="公式" r:id="rId7" imgW="4267200" imgH="5181600" progId="Equation.3">
                  <p:embed/>
                  <p:pic>
                    <p:nvPicPr>
                      <p:cNvPr id="0" name="Object 21"/>
                      <p:cNvPicPr>
                        <a:picLocks noChangeAspect="1"/>
                      </p:cNvPicPr>
                      <p:nvPr/>
                    </p:nvPicPr>
                    <p:blipFill>
                      <a:blip r:embed="rId8"/>
                      <a:stretch>
                        <a:fillRect/>
                      </a:stretch>
                    </p:blipFill>
                    <p:spPr>
                      <a:xfrm>
                        <a:off x="6767513" y="4279900"/>
                        <a:ext cx="323850" cy="387350"/>
                      </a:xfrm>
                      <a:prstGeom prst="rect">
                        <a:avLst/>
                      </a:prstGeom>
                      <a:noFill/>
                      <a:ln w="9525">
                        <a:noFill/>
                      </a:ln>
                    </p:spPr>
                  </p:pic>
                </p:oleObj>
              </mc:Fallback>
            </mc:AlternateContent>
          </a:graphicData>
        </a:graphic>
      </p:graphicFrame>
      <p:graphicFrame>
        <p:nvGraphicFramePr>
          <p:cNvPr id="178198" name="Object 22"/>
          <p:cNvGraphicFramePr>
            <a:graphicFrameLocks noChangeAspect="1"/>
          </p:cNvGraphicFramePr>
          <p:nvPr/>
        </p:nvGraphicFramePr>
        <p:xfrm>
          <a:off x="7440613" y="4364038"/>
          <a:ext cx="346075" cy="388937"/>
        </p:xfrm>
        <a:graphic>
          <a:graphicData uri="http://schemas.openxmlformats.org/presentationml/2006/ole">
            <mc:AlternateContent xmlns:mc="http://schemas.openxmlformats.org/markup-compatibility/2006">
              <mc:Choice xmlns:v="urn:schemas-microsoft-com:vml" Requires="v">
                <p:oleObj spid="_x0000_s28677" name="公式" r:id="rId9" imgW="4572000" imgH="5181600" progId="Equation.3">
                  <p:embed/>
                </p:oleObj>
              </mc:Choice>
              <mc:Fallback>
                <p:oleObj name="公式" r:id="rId9" imgW="4572000" imgH="5181600" progId="Equation.3">
                  <p:embed/>
                  <p:pic>
                    <p:nvPicPr>
                      <p:cNvPr id="0" name="Object 22"/>
                      <p:cNvPicPr>
                        <a:picLocks noChangeAspect="1"/>
                      </p:cNvPicPr>
                      <p:nvPr/>
                    </p:nvPicPr>
                    <p:blipFill>
                      <a:blip r:embed="rId10"/>
                      <a:stretch>
                        <a:fillRect/>
                      </a:stretch>
                    </p:blipFill>
                    <p:spPr>
                      <a:xfrm>
                        <a:off x="7440613" y="4364038"/>
                        <a:ext cx="346075" cy="388937"/>
                      </a:xfrm>
                      <a:prstGeom prst="rect">
                        <a:avLst/>
                      </a:prstGeom>
                      <a:noFill/>
                      <a:ln w="9525">
                        <a:noFill/>
                      </a:ln>
                    </p:spPr>
                  </p:pic>
                </p:oleObj>
              </mc:Fallback>
            </mc:AlternateContent>
          </a:graphicData>
        </a:graphic>
      </p:graphicFrame>
      <p:sp>
        <p:nvSpPr>
          <p:cNvPr id="178199" name="Rectangle 23" descr="栎木"/>
          <p:cNvSpPr>
            <a:spLocks noChangeArrowheads="1"/>
          </p:cNvSpPr>
          <p:nvPr/>
        </p:nvSpPr>
        <p:spPr bwMode="auto">
          <a:xfrm>
            <a:off x="6330950" y="3548063"/>
            <a:ext cx="419100" cy="533400"/>
          </a:xfrm>
          <a:prstGeom prst="rect">
            <a:avLst/>
          </a:prstGeom>
          <a:blipFill dpi="0" rotWithShape="1">
            <a:blip r:embed="rId6"/>
            <a:srcRect/>
            <a:tile tx="0" ty="0" sx="100000" sy="100000" flip="none" algn="tl"/>
          </a:blipFill>
          <a:ln w="28575">
            <a:solidFill>
              <a:srgbClr val="663300"/>
            </a:solidFill>
            <a:prstDash val="dash"/>
            <a:miter lim="800000"/>
          </a:ln>
        </p:spPr>
        <p:txBody>
          <a:bodyPr wrap="none" anchor="ctr"/>
          <a:lstStyle/>
          <a:p>
            <a:endParaRPr lang="zh-CN" altLang="en-US"/>
          </a:p>
        </p:txBody>
      </p:sp>
      <p:sp>
        <p:nvSpPr>
          <p:cNvPr id="178200" name="Rectangle 24" descr="栎木"/>
          <p:cNvSpPr>
            <a:spLocks noChangeArrowheads="1"/>
          </p:cNvSpPr>
          <p:nvPr/>
        </p:nvSpPr>
        <p:spPr bwMode="auto">
          <a:xfrm>
            <a:off x="8102600" y="3548063"/>
            <a:ext cx="400050" cy="533400"/>
          </a:xfrm>
          <a:prstGeom prst="rect">
            <a:avLst/>
          </a:prstGeom>
          <a:blipFill dpi="0" rotWithShape="1">
            <a:blip r:embed="rId6"/>
            <a:srcRect/>
            <a:tile tx="0" ty="0" sx="100000" sy="100000" flip="none" algn="tl"/>
          </a:blipFill>
          <a:ln w="28575">
            <a:solidFill>
              <a:srgbClr val="663300"/>
            </a:solidFill>
            <a:prstDash val="dash"/>
            <a:miter lim="800000"/>
          </a:ln>
        </p:spPr>
        <p:txBody>
          <a:bodyPr wrap="none" anchor="ctr"/>
          <a:lstStyle/>
          <a:p>
            <a:endParaRPr lang="zh-CN" altLang="en-US"/>
          </a:p>
        </p:txBody>
      </p:sp>
      <p:graphicFrame>
        <p:nvGraphicFramePr>
          <p:cNvPr id="178201" name="Object 25"/>
          <p:cNvGraphicFramePr>
            <a:graphicFrameLocks noChangeAspect="1"/>
          </p:cNvGraphicFramePr>
          <p:nvPr/>
        </p:nvGraphicFramePr>
        <p:xfrm>
          <a:off x="2051050" y="5589588"/>
          <a:ext cx="1273175" cy="777875"/>
        </p:xfrm>
        <a:graphic>
          <a:graphicData uri="http://schemas.openxmlformats.org/presentationml/2006/ole">
            <mc:AlternateContent xmlns:mc="http://schemas.openxmlformats.org/markup-compatibility/2006">
              <mc:Choice xmlns:v="urn:schemas-microsoft-com:vml" Requires="v">
                <p:oleObj spid="_x0000_s28678" name="公式" r:id="rId11" imgW="17983200" imgH="10972800" progId="Equation.3">
                  <p:embed/>
                </p:oleObj>
              </mc:Choice>
              <mc:Fallback>
                <p:oleObj name="公式" r:id="rId11" imgW="17983200" imgH="10972800" progId="Equation.3">
                  <p:embed/>
                  <p:pic>
                    <p:nvPicPr>
                      <p:cNvPr id="0" name="Object 25"/>
                      <p:cNvPicPr>
                        <a:picLocks noChangeAspect="1"/>
                      </p:cNvPicPr>
                      <p:nvPr/>
                    </p:nvPicPr>
                    <p:blipFill>
                      <a:blip r:embed="rId12"/>
                      <a:stretch>
                        <a:fillRect/>
                      </a:stretch>
                    </p:blipFill>
                    <p:spPr>
                      <a:xfrm>
                        <a:off x="2051050" y="5589588"/>
                        <a:ext cx="1273175" cy="777875"/>
                      </a:xfrm>
                      <a:prstGeom prst="rect">
                        <a:avLst/>
                      </a:prstGeom>
                      <a:noFill/>
                      <a:ln w="9525">
                        <a:noFill/>
                      </a:ln>
                    </p:spPr>
                  </p:pic>
                </p:oleObj>
              </mc:Fallback>
            </mc:AlternateContent>
          </a:graphicData>
        </a:graphic>
      </p:graphicFrame>
      <p:graphicFrame>
        <p:nvGraphicFramePr>
          <p:cNvPr id="178202" name="Object 26"/>
          <p:cNvGraphicFramePr>
            <a:graphicFrameLocks noChangeAspect="1"/>
          </p:cNvGraphicFramePr>
          <p:nvPr/>
        </p:nvGraphicFramePr>
        <p:xfrm>
          <a:off x="3311525" y="4689475"/>
          <a:ext cx="2397125" cy="690563"/>
        </p:xfrm>
        <a:graphic>
          <a:graphicData uri="http://schemas.openxmlformats.org/presentationml/2006/ole">
            <mc:AlternateContent xmlns:mc="http://schemas.openxmlformats.org/markup-compatibility/2006">
              <mc:Choice xmlns:v="urn:schemas-microsoft-com:vml" Requires="v">
                <p:oleObj spid="_x0000_s28679" name="公式" r:id="rId13" imgW="33832800" imgH="9753600" progId="Equation.3">
                  <p:embed/>
                </p:oleObj>
              </mc:Choice>
              <mc:Fallback>
                <p:oleObj name="公式" r:id="rId13" imgW="33832800" imgH="9753600" progId="Equation.3">
                  <p:embed/>
                  <p:pic>
                    <p:nvPicPr>
                      <p:cNvPr id="0" name="Object 26"/>
                      <p:cNvPicPr>
                        <a:picLocks noChangeAspect="1"/>
                      </p:cNvPicPr>
                      <p:nvPr/>
                    </p:nvPicPr>
                    <p:blipFill>
                      <a:blip r:embed="rId14"/>
                      <a:stretch>
                        <a:fillRect/>
                      </a:stretch>
                    </p:blipFill>
                    <p:spPr>
                      <a:xfrm>
                        <a:off x="3311525" y="4689475"/>
                        <a:ext cx="2397125" cy="690563"/>
                      </a:xfrm>
                      <a:prstGeom prst="rect">
                        <a:avLst/>
                      </a:prstGeom>
                      <a:noFill/>
                      <a:ln w="9525">
                        <a:noFill/>
                      </a:ln>
                    </p:spPr>
                  </p:pic>
                </p:oleObj>
              </mc:Fallback>
            </mc:AlternateContent>
          </a:graphicData>
        </a:graphic>
      </p:graphicFrame>
      <p:sp>
        <p:nvSpPr>
          <p:cNvPr id="178203" name="Text Box 27"/>
          <p:cNvSpPr txBox="1">
            <a:spLocks noChangeArrowheads="1"/>
          </p:cNvSpPr>
          <p:nvPr/>
        </p:nvSpPr>
        <p:spPr bwMode="auto">
          <a:xfrm>
            <a:off x="722313" y="4772025"/>
            <a:ext cx="3886200" cy="457200"/>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根据动能定理有</a:t>
            </a:r>
            <a:endParaRPr lang="zh-CN" altLang="en-US" i="0">
              <a:solidFill>
                <a:srgbClr val="006600"/>
              </a:solidFill>
              <a:latin typeface="Times New Roman" panose="02020603050405020304" pitchFamily="18" charset="0"/>
            </a:endParaRPr>
          </a:p>
        </p:txBody>
      </p:sp>
      <p:graphicFrame>
        <p:nvGraphicFramePr>
          <p:cNvPr id="178204" name="Object 28"/>
          <p:cNvGraphicFramePr>
            <a:graphicFrameLocks noChangeAspect="1"/>
          </p:cNvGraphicFramePr>
          <p:nvPr/>
        </p:nvGraphicFramePr>
        <p:xfrm>
          <a:off x="3444875" y="5595938"/>
          <a:ext cx="2027238" cy="712787"/>
        </p:xfrm>
        <a:graphic>
          <a:graphicData uri="http://schemas.openxmlformats.org/presentationml/2006/ole">
            <mc:AlternateContent xmlns:mc="http://schemas.openxmlformats.org/markup-compatibility/2006">
              <mc:Choice xmlns:v="urn:schemas-microsoft-com:vml" Requires="v">
                <p:oleObj spid="_x0000_s28680" name="公式" r:id="rId15" imgW="28651200" imgH="10058400" progId="Equation.3">
                  <p:embed/>
                </p:oleObj>
              </mc:Choice>
              <mc:Fallback>
                <p:oleObj name="公式" r:id="rId15" imgW="28651200" imgH="10058400" progId="Equation.3">
                  <p:embed/>
                  <p:pic>
                    <p:nvPicPr>
                      <p:cNvPr id="0" name="Object 28"/>
                      <p:cNvPicPr>
                        <a:picLocks noChangeAspect="1"/>
                      </p:cNvPicPr>
                      <p:nvPr/>
                    </p:nvPicPr>
                    <p:blipFill>
                      <a:blip r:embed="rId16"/>
                      <a:stretch>
                        <a:fillRect/>
                      </a:stretch>
                    </p:blipFill>
                    <p:spPr>
                      <a:xfrm>
                        <a:off x="3444875" y="5595938"/>
                        <a:ext cx="2027238" cy="712787"/>
                      </a:xfrm>
                      <a:prstGeom prst="rect">
                        <a:avLst/>
                      </a:prstGeom>
                      <a:noFill/>
                      <a:ln w="9525">
                        <a:noFill/>
                      </a:ln>
                    </p:spPr>
                  </p:pic>
                </p:oleObj>
              </mc:Fallback>
            </mc:AlternateContent>
          </a:graphicData>
        </a:graphic>
      </p:graphicFrame>
      <p:graphicFrame>
        <p:nvGraphicFramePr>
          <p:cNvPr id="178205" name="Object 29"/>
          <p:cNvGraphicFramePr>
            <a:graphicFrameLocks noChangeAspect="1"/>
          </p:cNvGraphicFramePr>
          <p:nvPr/>
        </p:nvGraphicFramePr>
        <p:xfrm>
          <a:off x="5516563" y="5815013"/>
          <a:ext cx="733425" cy="303212"/>
        </p:xfrm>
        <a:graphic>
          <a:graphicData uri="http://schemas.openxmlformats.org/presentationml/2006/ole">
            <mc:AlternateContent xmlns:mc="http://schemas.openxmlformats.org/markup-compatibility/2006">
              <mc:Choice xmlns:v="urn:schemas-microsoft-com:vml" Requires="v">
                <p:oleObj spid="_x0000_s28681" name="公式" r:id="rId17" imgW="10363200" imgH="4267200" progId="Equation.3">
                  <p:embed/>
                </p:oleObj>
              </mc:Choice>
              <mc:Fallback>
                <p:oleObj name="公式" r:id="rId17" imgW="10363200" imgH="4267200" progId="Equation.3">
                  <p:embed/>
                  <p:pic>
                    <p:nvPicPr>
                      <p:cNvPr id="0" name="Object 29"/>
                      <p:cNvPicPr>
                        <a:picLocks noChangeAspect="1"/>
                      </p:cNvPicPr>
                      <p:nvPr/>
                    </p:nvPicPr>
                    <p:blipFill>
                      <a:blip r:embed="rId18"/>
                      <a:stretch>
                        <a:fillRect/>
                      </a:stretch>
                    </p:blipFill>
                    <p:spPr>
                      <a:xfrm>
                        <a:off x="5516563" y="5815013"/>
                        <a:ext cx="733425" cy="303212"/>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81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78178"/>
                                        </p:tgtEl>
                                        <p:attrNameLst>
                                          <p:attrName>style.visibility</p:attrName>
                                        </p:attrNameLst>
                                      </p:cBhvr>
                                      <p:to>
                                        <p:strVal val="visible"/>
                                      </p:to>
                                    </p:set>
                                    <p:animEffect transition="in" filter="wipe(left)">
                                      <p:cBhvr>
                                        <p:cTn id="11" dur="500"/>
                                        <p:tgtEl>
                                          <p:spTgt spid="1781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2" fill="hold" grpId="0" nodeType="clickEffect">
                                  <p:stCondLst>
                                    <p:cond delay="0"/>
                                  </p:stCondLst>
                                  <p:childTnLst>
                                    <p:set>
                                      <p:cBhvr>
                                        <p:cTn id="20" dur="1" fill="hold">
                                          <p:stCondLst>
                                            <p:cond delay="0"/>
                                          </p:stCondLst>
                                        </p:cTn>
                                        <p:tgtEl>
                                          <p:spTgt spid="178199"/>
                                        </p:tgtEl>
                                        <p:attrNameLst>
                                          <p:attrName>style.visibility</p:attrName>
                                        </p:attrNameLst>
                                      </p:cBhvr>
                                      <p:to>
                                        <p:strVal val="visible"/>
                                      </p:to>
                                    </p:set>
                                    <p:animEffect transition="in" filter="slide(fromRight)">
                                      <p:cBhvr>
                                        <p:cTn id="21" dur="500"/>
                                        <p:tgtEl>
                                          <p:spTgt spid="17819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78192"/>
                                        </p:tgtEl>
                                        <p:attrNameLst>
                                          <p:attrName>style.visibility</p:attrName>
                                        </p:attrNameLst>
                                      </p:cBhvr>
                                      <p:to>
                                        <p:strVal val="visible"/>
                                      </p:to>
                                    </p:set>
                                    <p:animEffect transition="in" filter="wipe(up)">
                                      <p:cBhvr>
                                        <p:cTn id="26" dur="500"/>
                                        <p:tgtEl>
                                          <p:spTgt spid="178192"/>
                                        </p:tgtEl>
                                      </p:cBhvr>
                                    </p:animEffect>
                                  </p:childTnLst>
                                </p:cTn>
                              </p:par>
                            </p:childTnLst>
                          </p:cTn>
                        </p:par>
                        <p:par>
                          <p:cTn id="27" fill="hold">
                            <p:stCondLst>
                              <p:cond delay="500"/>
                            </p:stCondLst>
                            <p:childTnLst>
                              <p:par>
                                <p:cTn id="28" presetID="22" presetClass="entr" presetSubtype="1" fill="hold" grpId="0" nodeType="afterEffect">
                                  <p:stCondLst>
                                    <p:cond delay="0"/>
                                  </p:stCondLst>
                                  <p:childTnLst>
                                    <p:set>
                                      <p:cBhvr>
                                        <p:cTn id="29" dur="1" fill="hold">
                                          <p:stCondLst>
                                            <p:cond delay="0"/>
                                          </p:stCondLst>
                                        </p:cTn>
                                        <p:tgtEl>
                                          <p:spTgt spid="178193"/>
                                        </p:tgtEl>
                                        <p:attrNameLst>
                                          <p:attrName>style.visibility</p:attrName>
                                        </p:attrNameLst>
                                      </p:cBhvr>
                                      <p:to>
                                        <p:strVal val="visible"/>
                                      </p:to>
                                    </p:set>
                                    <p:animEffect transition="in" filter="wipe(up)">
                                      <p:cBhvr>
                                        <p:cTn id="30" dur="500"/>
                                        <p:tgtEl>
                                          <p:spTgt spid="178193"/>
                                        </p:tgtEl>
                                      </p:cBhvr>
                                    </p:animEffect>
                                  </p:childTnLst>
                                </p:cTn>
                              </p:par>
                            </p:childTnLst>
                          </p:cTn>
                        </p:par>
                        <p:par>
                          <p:cTn id="31" fill="hold">
                            <p:stCondLst>
                              <p:cond delay="1000"/>
                            </p:stCondLst>
                            <p:childTnLst>
                              <p:par>
                                <p:cTn id="32" presetID="16" presetClass="entr" presetSubtype="37" fill="hold" grpId="0" nodeType="afterEffect">
                                  <p:stCondLst>
                                    <p:cond delay="0"/>
                                  </p:stCondLst>
                                  <p:childTnLst>
                                    <p:set>
                                      <p:cBhvr>
                                        <p:cTn id="33" dur="1" fill="hold">
                                          <p:stCondLst>
                                            <p:cond delay="0"/>
                                          </p:stCondLst>
                                        </p:cTn>
                                        <p:tgtEl>
                                          <p:spTgt spid="178195"/>
                                        </p:tgtEl>
                                        <p:attrNameLst>
                                          <p:attrName>style.visibility</p:attrName>
                                        </p:attrNameLst>
                                      </p:cBhvr>
                                      <p:to>
                                        <p:strVal val="visible"/>
                                      </p:to>
                                    </p:set>
                                    <p:animEffect transition="in" filter="barn(outVertical)">
                                      <p:cBhvr>
                                        <p:cTn id="34" dur="500"/>
                                        <p:tgtEl>
                                          <p:spTgt spid="178195"/>
                                        </p:tgtEl>
                                      </p:cBhvr>
                                    </p:animEffect>
                                  </p:childTnLst>
                                </p:cTn>
                              </p:par>
                            </p:childTnLst>
                          </p:cTn>
                        </p:par>
                        <p:par>
                          <p:cTn id="35" fill="hold">
                            <p:stCondLst>
                              <p:cond delay="1500"/>
                            </p:stCondLst>
                            <p:childTnLst>
                              <p:par>
                                <p:cTn id="36" presetID="1" presetClass="entr" presetSubtype="0" fill="hold" nodeType="afterEffect">
                                  <p:stCondLst>
                                    <p:cond delay="0"/>
                                  </p:stCondLst>
                                  <p:childTnLst>
                                    <p:set>
                                      <p:cBhvr>
                                        <p:cTn id="37" dur="1" fill="hold">
                                          <p:stCondLst>
                                            <p:cond delay="499"/>
                                          </p:stCondLst>
                                        </p:cTn>
                                        <p:tgtEl>
                                          <p:spTgt spid="17819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178200"/>
                                        </p:tgtEl>
                                        <p:attrNameLst>
                                          <p:attrName>style.visibility</p:attrName>
                                        </p:attrNameLst>
                                      </p:cBhvr>
                                      <p:to>
                                        <p:strVal val="visible"/>
                                      </p:to>
                                    </p:set>
                                    <p:animEffect transition="in" filter="slide(fromLeft)">
                                      <p:cBhvr>
                                        <p:cTn id="42" dur="500"/>
                                        <p:tgtEl>
                                          <p:spTgt spid="17820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78194"/>
                                        </p:tgtEl>
                                        <p:attrNameLst>
                                          <p:attrName>style.visibility</p:attrName>
                                        </p:attrNameLst>
                                      </p:cBhvr>
                                      <p:to>
                                        <p:strVal val="visible"/>
                                      </p:to>
                                    </p:set>
                                    <p:animEffect transition="in" filter="wipe(up)">
                                      <p:cBhvr>
                                        <p:cTn id="47" dur="500"/>
                                        <p:tgtEl>
                                          <p:spTgt spid="178194"/>
                                        </p:tgtEl>
                                      </p:cBhvr>
                                    </p:animEffect>
                                  </p:childTnLst>
                                </p:cTn>
                              </p:par>
                            </p:childTnLst>
                          </p:cTn>
                        </p:par>
                        <p:par>
                          <p:cTn id="48" fill="hold">
                            <p:stCondLst>
                              <p:cond delay="500"/>
                            </p:stCondLst>
                            <p:childTnLst>
                              <p:par>
                                <p:cTn id="49" presetID="16" presetClass="entr" presetSubtype="37" fill="hold" grpId="0" nodeType="afterEffect">
                                  <p:stCondLst>
                                    <p:cond delay="0"/>
                                  </p:stCondLst>
                                  <p:childTnLst>
                                    <p:set>
                                      <p:cBhvr>
                                        <p:cTn id="50" dur="1" fill="hold">
                                          <p:stCondLst>
                                            <p:cond delay="0"/>
                                          </p:stCondLst>
                                        </p:cTn>
                                        <p:tgtEl>
                                          <p:spTgt spid="178196"/>
                                        </p:tgtEl>
                                        <p:attrNameLst>
                                          <p:attrName>style.visibility</p:attrName>
                                        </p:attrNameLst>
                                      </p:cBhvr>
                                      <p:to>
                                        <p:strVal val="visible"/>
                                      </p:to>
                                    </p:set>
                                    <p:animEffect transition="in" filter="barn(outVertical)">
                                      <p:cBhvr>
                                        <p:cTn id="51" dur="500"/>
                                        <p:tgtEl>
                                          <p:spTgt spid="178196"/>
                                        </p:tgtEl>
                                      </p:cBhvr>
                                    </p:animEffect>
                                  </p:childTnLst>
                                </p:cTn>
                              </p:par>
                            </p:childTnLst>
                          </p:cTn>
                        </p:par>
                        <p:par>
                          <p:cTn id="52" fill="hold">
                            <p:stCondLst>
                              <p:cond delay="1000"/>
                            </p:stCondLst>
                            <p:childTnLst>
                              <p:par>
                                <p:cTn id="53" presetID="1" presetClass="entr" presetSubtype="0" fill="hold" nodeType="afterEffect">
                                  <p:stCondLst>
                                    <p:cond delay="0"/>
                                  </p:stCondLst>
                                  <p:childTnLst>
                                    <p:set>
                                      <p:cBhvr>
                                        <p:cTn id="54" dur="1" fill="hold">
                                          <p:stCondLst>
                                            <p:cond delay="499"/>
                                          </p:stCondLst>
                                        </p:cTn>
                                        <p:tgtEl>
                                          <p:spTgt spid="17819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499"/>
                                          </p:stCondLst>
                                        </p:cTn>
                                        <p:tgtEl>
                                          <p:spTgt spid="17818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178182"/>
                                        </p:tgtEl>
                                        <p:attrNameLst>
                                          <p:attrName>style.visibility</p:attrName>
                                        </p:attrNameLst>
                                      </p:cBhvr>
                                      <p:to>
                                        <p:strVal val="visible"/>
                                      </p:to>
                                    </p:set>
                                    <p:animEffect transition="in" filter="wipe(left)">
                                      <p:cBhvr>
                                        <p:cTn id="63" dur="500"/>
                                        <p:tgtEl>
                                          <p:spTgt spid="17818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499"/>
                                          </p:stCondLst>
                                        </p:cTn>
                                        <p:tgtEl>
                                          <p:spTgt spid="178180"/>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8179"/>
                                        </p:tgtEl>
                                        <p:attrNameLst>
                                          <p:attrName>style.visibility</p:attrName>
                                        </p:attrNameLst>
                                      </p:cBhvr>
                                      <p:to>
                                        <p:strVal val="visible"/>
                                      </p:to>
                                    </p:set>
                                    <p:animEffect transition="in" filter="wipe(left)">
                                      <p:cBhvr>
                                        <p:cTn id="72" dur="500"/>
                                        <p:tgtEl>
                                          <p:spTgt spid="178179"/>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78187"/>
                                        </p:tgtEl>
                                        <p:attrNameLst>
                                          <p:attrName>style.visibility</p:attrName>
                                        </p:attrNameLst>
                                      </p:cBhvr>
                                      <p:to>
                                        <p:strVal val="visible"/>
                                      </p:to>
                                    </p:set>
                                    <p:animEffect transition="in" filter="wipe(left)">
                                      <p:cBhvr>
                                        <p:cTn id="77" dur="500"/>
                                        <p:tgtEl>
                                          <p:spTgt spid="17818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78184"/>
                                        </p:tgtEl>
                                        <p:attrNameLst>
                                          <p:attrName>style.visibility</p:attrName>
                                        </p:attrNameLst>
                                      </p:cBhvr>
                                      <p:to>
                                        <p:strVal val="visible"/>
                                      </p:to>
                                    </p:set>
                                    <p:animEffect transition="in" filter="wipe(left)">
                                      <p:cBhvr>
                                        <p:cTn id="82" dur="500"/>
                                        <p:tgtEl>
                                          <p:spTgt spid="17818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178186"/>
                                        </p:tgtEl>
                                        <p:attrNameLst>
                                          <p:attrName>style.visibility</p:attrName>
                                        </p:attrNameLst>
                                      </p:cBhvr>
                                      <p:to>
                                        <p:strVal val="visible"/>
                                      </p:to>
                                    </p:set>
                                    <p:animEffect transition="in" filter="wipe(left)">
                                      <p:cBhvr>
                                        <p:cTn id="87" dur="500"/>
                                        <p:tgtEl>
                                          <p:spTgt spid="178186"/>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178185"/>
                                        </p:tgtEl>
                                        <p:attrNameLst>
                                          <p:attrName>style.visibility</p:attrName>
                                        </p:attrNameLst>
                                      </p:cBhvr>
                                      <p:to>
                                        <p:strVal val="visible"/>
                                      </p:to>
                                    </p:set>
                                    <p:animEffect transition="in" filter="wipe(left)">
                                      <p:cBhvr>
                                        <p:cTn id="92" dur="500"/>
                                        <p:tgtEl>
                                          <p:spTgt spid="17818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178203"/>
                                        </p:tgtEl>
                                        <p:attrNameLst>
                                          <p:attrName>style.visibility</p:attrName>
                                        </p:attrNameLst>
                                      </p:cBhvr>
                                      <p:to>
                                        <p:strVal val="visible"/>
                                      </p:to>
                                    </p:set>
                                    <p:animEffect transition="in" filter="wipe(left)">
                                      <p:cBhvr>
                                        <p:cTn id="97" dur="500"/>
                                        <p:tgtEl>
                                          <p:spTgt spid="178203"/>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178202"/>
                                        </p:tgtEl>
                                        <p:attrNameLst>
                                          <p:attrName>style.visibility</p:attrName>
                                        </p:attrNameLst>
                                      </p:cBhvr>
                                      <p:to>
                                        <p:strVal val="visible"/>
                                      </p:to>
                                    </p:set>
                                    <p:animEffect transition="in" filter="wipe(left)">
                                      <p:cBhvr>
                                        <p:cTn id="102" dur="500"/>
                                        <p:tgtEl>
                                          <p:spTgt spid="178202"/>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78201"/>
                                        </p:tgtEl>
                                        <p:attrNameLst>
                                          <p:attrName>style.visibility</p:attrName>
                                        </p:attrNameLst>
                                      </p:cBhvr>
                                      <p:to>
                                        <p:strVal val="visible"/>
                                      </p:to>
                                    </p:set>
                                    <p:animEffect transition="in" filter="wipe(left)">
                                      <p:cBhvr>
                                        <p:cTn id="107" dur="500"/>
                                        <p:tgtEl>
                                          <p:spTgt spid="178201"/>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178204"/>
                                        </p:tgtEl>
                                        <p:attrNameLst>
                                          <p:attrName>style.visibility</p:attrName>
                                        </p:attrNameLst>
                                      </p:cBhvr>
                                      <p:to>
                                        <p:strVal val="visible"/>
                                      </p:to>
                                    </p:set>
                                    <p:animEffect transition="in" filter="wipe(left)">
                                      <p:cBhvr>
                                        <p:cTn id="112" dur="500"/>
                                        <p:tgtEl>
                                          <p:spTgt spid="178204"/>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178205"/>
                                        </p:tgtEl>
                                        <p:attrNameLst>
                                          <p:attrName>style.visibility</p:attrName>
                                        </p:attrNameLst>
                                      </p:cBhvr>
                                      <p:to>
                                        <p:strVal val="visible"/>
                                      </p:to>
                                    </p:set>
                                    <p:animEffect transition="in" filter="wipe(left)">
                                      <p:cBhvr>
                                        <p:cTn id="117" dur="500"/>
                                        <p:tgtEl>
                                          <p:spTgt spid="1782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78" grpId="0" autoUpdateAnimBg="0"/>
      <p:bldP spid="178179" grpId="0" autoUpdateAnimBg="0"/>
      <p:bldP spid="178180" grpId="0" autoUpdateAnimBg="0"/>
      <p:bldP spid="178181" grpId="0" autoUpdateAnimBg="0"/>
      <p:bldP spid="178182" grpId="0" autoUpdateAnimBg="0"/>
      <p:bldP spid="178183" grpId="0" autoUpdateAnimBg="0"/>
      <p:bldP spid="178186" grpId="0" autoUpdateAnimBg="0"/>
      <p:bldP spid="178187" grpId="0" autoUpdateAnimBg="0"/>
      <p:bldP spid="178192" grpId="0" animBg="1"/>
      <p:bldP spid="178193" grpId="0" animBg="1"/>
      <p:bldP spid="178194" grpId="0" animBg="1"/>
      <p:bldP spid="178195" grpId="0" animBg="1"/>
      <p:bldP spid="178196" grpId="0" animBg="1"/>
      <p:bldP spid="178199" grpId="0" animBg="1"/>
      <p:bldP spid="178200" grpId="0" animBg="1"/>
      <p:bldP spid="178203" grpId="0"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566738" y="396875"/>
            <a:ext cx="8577262" cy="1006475"/>
          </a:xfrm>
          <a:prstGeom prst="rect">
            <a:avLst/>
          </a:prstGeom>
          <a:noFill/>
          <a:ln w="9525">
            <a:noFill/>
            <a:miter lim="800000"/>
          </a:ln>
        </p:spPr>
        <p:txBody>
          <a:bodyPr>
            <a:spAutoFit/>
          </a:bodyPr>
          <a:lstStyle/>
          <a:p>
            <a:pPr algn="l">
              <a:lnSpc>
                <a:spcPct val="125000"/>
              </a:lnSpc>
            </a:pPr>
            <a:r>
              <a:rPr lang="zh-CN" altLang="en-US" b="1" i="0">
                <a:solidFill>
                  <a:schemeClr val="bg1"/>
                </a:solidFill>
                <a:latin typeface="宋体" panose="02010600030101010101" pitchFamily="2" charset="-122"/>
              </a:rPr>
              <a:t>长为 </a:t>
            </a:r>
            <a:r>
              <a:rPr lang="en-US" altLang="zh-CN" b="1">
                <a:solidFill>
                  <a:srgbClr val="FF6600"/>
                </a:solidFill>
                <a:latin typeface="Times New Roman" panose="02020603050405020304" pitchFamily="18" charset="0"/>
              </a:rPr>
              <a:t>l </a:t>
            </a:r>
            <a:r>
              <a:rPr lang="zh-CN" altLang="en-US" b="1" i="0">
                <a:solidFill>
                  <a:schemeClr val="bg1"/>
                </a:solidFill>
                <a:latin typeface="宋体" panose="02010600030101010101" pitchFamily="2" charset="-122"/>
              </a:rPr>
              <a:t>的均质链条，部分置于水平面上，另一部分自然下垂</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已知链条与水平面间静摩擦系数为 </a:t>
            </a:r>
            <a:r>
              <a:rPr lang="zh-CN" altLang="en-US" b="1">
                <a:solidFill>
                  <a:srgbClr val="FF6600"/>
                </a:solidFill>
                <a:latin typeface="Times New Roman" panose="02020603050405020304" pitchFamily="18" charset="0"/>
                <a:sym typeface="Symbol" panose="05050102010706020507" pitchFamily="18" charset="2"/>
              </a:rPr>
              <a:t></a:t>
            </a:r>
            <a:r>
              <a:rPr lang="en-US" altLang="zh-CN" b="1" i="0" baseline="-25000">
                <a:solidFill>
                  <a:srgbClr val="FF6600"/>
                </a:solidFill>
                <a:latin typeface="Times New Roman" panose="02020603050405020304" pitchFamily="18" charset="0"/>
              </a:rPr>
              <a:t>0 </a:t>
            </a:r>
            <a:r>
              <a:rPr lang="en-US" altLang="zh-CN" b="1" i="0" baseline="-25000">
                <a:solidFill>
                  <a:srgbClr val="66FFFF"/>
                </a:solidFill>
                <a:latin typeface="Times New Roman" panose="02020603050405020304" pitchFamily="18" charset="0"/>
              </a:rPr>
              <a:t> </a:t>
            </a:r>
            <a:r>
              <a:rPr lang="zh-CN" altLang="en-US" b="1" i="0">
                <a:solidFill>
                  <a:schemeClr val="bg1"/>
                </a:solidFill>
                <a:latin typeface="宋体" panose="02010600030101010101" pitchFamily="2" charset="-122"/>
              </a:rPr>
              <a:t>，滑动摩擦系数为 </a:t>
            </a:r>
            <a:r>
              <a:rPr lang="zh-CN" altLang="en-US" b="1">
                <a:solidFill>
                  <a:srgbClr val="FF6600"/>
                </a:solidFill>
                <a:latin typeface="Times New Roman" panose="02020603050405020304" pitchFamily="18" charset="0"/>
                <a:sym typeface="Symbol" panose="05050102010706020507" pitchFamily="18" charset="2"/>
              </a:rPr>
              <a:t></a:t>
            </a:r>
            <a:endParaRPr lang="zh-CN" altLang="en-US" b="1">
              <a:solidFill>
                <a:srgbClr val="FF6600"/>
              </a:solidFill>
              <a:latin typeface="Times New Roman" panose="02020603050405020304" pitchFamily="18" charset="0"/>
            </a:endParaRPr>
          </a:p>
        </p:txBody>
      </p:sp>
      <p:sp>
        <p:nvSpPr>
          <p:cNvPr id="94211" name="Text Box 3"/>
          <p:cNvSpPr txBox="1">
            <a:spLocks noChangeArrowheads="1"/>
          </p:cNvSpPr>
          <p:nvPr/>
        </p:nvSpPr>
        <p:spPr bwMode="auto">
          <a:xfrm>
            <a:off x="762000" y="3322638"/>
            <a:ext cx="6645275" cy="1006475"/>
          </a:xfrm>
          <a:prstGeom prst="rect">
            <a:avLst/>
          </a:prstGeom>
          <a:noFill/>
          <a:ln w="9525">
            <a:noFill/>
            <a:miter lim="800000"/>
          </a:ln>
        </p:spPr>
        <p:txBody>
          <a:bodyPr>
            <a:spAutoFit/>
          </a:bodyPr>
          <a:lstStyle/>
          <a:p>
            <a:pPr marL="476250" indent="-476250" algn="l">
              <a:lnSpc>
                <a:spcPct val="125000"/>
              </a:lnSpc>
            </a:pPr>
            <a:r>
              <a:rPr lang="en-US" altLang="zh-CN" b="1" i="0">
                <a:latin typeface="Times New Roman" panose="02020603050405020304" pitchFamily="18" charset="0"/>
              </a:rPr>
              <a:t>(1)  </a:t>
            </a:r>
            <a:r>
              <a:rPr lang="zh-CN" altLang="en-US" b="1" i="0">
                <a:latin typeface="Times New Roman" panose="02020603050405020304" pitchFamily="18" charset="0"/>
              </a:rPr>
              <a:t>以链条的水平部分为研究对象，设链条每单位长度的质量为 </a:t>
            </a:r>
            <a:r>
              <a:rPr lang="zh-CN" altLang="en-US" b="1">
                <a:solidFill>
                  <a:srgbClr val="FF6600"/>
                </a:solidFill>
                <a:latin typeface="Times New Roman" panose="02020603050405020304" pitchFamily="18" charset="0"/>
                <a:sym typeface="Symbol" panose="05050102010706020507" pitchFamily="18" charset="2"/>
              </a:rPr>
              <a:t> </a:t>
            </a:r>
            <a:r>
              <a:rPr lang="zh-CN" altLang="en-US" b="1" i="0">
                <a:latin typeface="Times New Roman" panose="02020603050405020304" pitchFamily="18" charset="0"/>
              </a:rPr>
              <a:t>，沿铅垂向下取 </a:t>
            </a:r>
            <a:r>
              <a:rPr lang="en-US" altLang="zh-CN" b="1">
                <a:solidFill>
                  <a:srgbClr val="FF6600"/>
                </a:solidFill>
                <a:latin typeface="Times New Roman" panose="02020603050405020304" pitchFamily="18" charset="0"/>
              </a:rPr>
              <a:t>Oy</a:t>
            </a:r>
            <a:r>
              <a:rPr lang="en-US" altLang="zh-CN" b="1">
                <a:latin typeface="Times New Roman" panose="02020603050405020304" pitchFamily="18" charset="0"/>
              </a:rPr>
              <a:t>  </a:t>
            </a:r>
            <a:r>
              <a:rPr lang="zh-CN" altLang="en-US" b="1" i="0">
                <a:latin typeface="Times New Roman" panose="02020603050405020304" pitchFamily="18" charset="0"/>
              </a:rPr>
              <a:t>轴。</a:t>
            </a:r>
            <a:endParaRPr lang="zh-CN" altLang="en-US" b="1" i="0">
              <a:latin typeface="Times New Roman" panose="02020603050405020304" pitchFamily="18" charset="0"/>
            </a:endParaRPr>
          </a:p>
        </p:txBody>
      </p:sp>
      <p:sp>
        <p:nvSpPr>
          <p:cNvPr id="94212" name="Rectangle 4"/>
          <p:cNvSpPr>
            <a:spLocks noChangeArrowheads="1"/>
          </p:cNvSpPr>
          <p:nvPr/>
        </p:nvSpPr>
        <p:spPr bwMode="auto">
          <a:xfrm>
            <a:off x="115888" y="3332163"/>
            <a:ext cx="517525" cy="457200"/>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94213" name="Rectangle 5"/>
          <p:cNvSpPr>
            <a:spLocks noChangeArrowheads="1"/>
          </p:cNvSpPr>
          <p:nvPr/>
        </p:nvSpPr>
        <p:spPr bwMode="auto">
          <a:xfrm>
            <a:off x="115888" y="450850"/>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94214" name="Rectangle 6"/>
          <p:cNvSpPr>
            <a:spLocks noChangeArrowheads="1"/>
          </p:cNvSpPr>
          <p:nvPr/>
        </p:nvSpPr>
        <p:spPr bwMode="auto">
          <a:xfrm>
            <a:off x="119063" y="1485900"/>
            <a:ext cx="492125" cy="457200"/>
          </a:xfrm>
          <a:prstGeom prst="rect">
            <a:avLst/>
          </a:prstGeom>
          <a:noFill/>
          <a:ln w="9525">
            <a:noFill/>
            <a:miter lim="800000"/>
          </a:ln>
        </p:spPr>
        <p:txBody>
          <a:bodyPr wrap="none">
            <a:spAutoFit/>
          </a:bodyPr>
          <a:lstStyle/>
          <a:p>
            <a:r>
              <a:rPr lang="zh-CN" altLang="en-US" b="1" i="0">
                <a:solidFill>
                  <a:srgbClr val="FF0000"/>
                </a:solidFill>
                <a:latin typeface="宋体" panose="02010600030101010101" pitchFamily="2" charset="-122"/>
              </a:rPr>
              <a:t>求</a:t>
            </a:r>
            <a:endParaRPr lang="zh-CN" altLang="en-US" b="1" i="0">
              <a:solidFill>
                <a:srgbClr val="FF0000"/>
              </a:solidFill>
              <a:latin typeface="宋体" panose="02010600030101010101" pitchFamily="2" charset="-122"/>
            </a:endParaRPr>
          </a:p>
        </p:txBody>
      </p:sp>
      <p:sp>
        <p:nvSpPr>
          <p:cNvPr id="94215" name="Rectangle 7"/>
          <p:cNvSpPr>
            <a:spLocks noChangeArrowheads="1"/>
          </p:cNvSpPr>
          <p:nvPr/>
        </p:nvSpPr>
        <p:spPr bwMode="auto">
          <a:xfrm>
            <a:off x="615950" y="1428750"/>
            <a:ext cx="5759450" cy="1920875"/>
          </a:xfrm>
          <a:prstGeom prst="rect">
            <a:avLst/>
          </a:prstGeom>
          <a:noFill/>
          <a:ln w="9525">
            <a:noFill/>
            <a:miter lim="800000"/>
          </a:ln>
        </p:spPr>
        <p:txBody>
          <a:bodyPr>
            <a:spAutoFit/>
          </a:bodyPr>
          <a:lstStyle/>
          <a:p>
            <a:pPr marL="476250" indent="-476250" algn="l">
              <a:lnSpc>
                <a:spcPct val="125000"/>
              </a:lnSpc>
              <a:buFontTx/>
              <a:buAutoNum type="arabicParenBoth"/>
            </a:pPr>
            <a:r>
              <a:rPr lang="zh-CN" altLang="en-US" b="1" i="0">
                <a:solidFill>
                  <a:schemeClr val="bg1"/>
                </a:solidFill>
                <a:latin typeface="宋体" panose="02010600030101010101" pitchFamily="2" charset="-122"/>
              </a:rPr>
              <a:t>满足什么条件时，链条将开始滑动</a:t>
            </a:r>
            <a:endParaRPr lang="zh-CN" altLang="en-US" b="1" i="0">
              <a:solidFill>
                <a:schemeClr val="bg1"/>
              </a:solidFill>
              <a:latin typeface="宋体" panose="02010600030101010101" pitchFamily="2" charset="-122"/>
            </a:endParaRPr>
          </a:p>
          <a:p>
            <a:pPr marL="476250" indent="-476250" algn="l">
              <a:lnSpc>
                <a:spcPct val="125000"/>
              </a:lnSpc>
            </a:pPr>
            <a:r>
              <a:rPr lang="zh-CN" altLang="en-US" b="1" i="0">
                <a:solidFill>
                  <a:schemeClr val="bg1"/>
                </a:solidFill>
                <a:latin typeface="Times New Roman" panose="02020603050405020304" pitchFamily="18" charset="0"/>
              </a:rPr>
              <a:t> </a:t>
            </a:r>
            <a:r>
              <a:rPr lang="en-US" altLang="zh-CN" b="1" i="0">
                <a:solidFill>
                  <a:schemeClr val="bg1"/>
                </a:solidFill>
                <a:latin typeface="Times New Roman" panose="02020603050405020304" pitchFamily="18" charset="0"/>
              </a:rPr>
              <a:t>(2) </a:t>
            </a:r>
            <a:r>
              <a:rPr lang="zh-CN" altLang="en-US" b="1" i="0">
                <a:solidFill>
                  <a:schemeClr val="bg1"/>
                </a:solidFill>
                <a:latin typeface="宋体" panose="02010600030101010101" pitchFamily="2" charset="-122"/>
              </a:rPr>
              <a:t>若下垂部分长度为</a:t>
            </a:r>
            <a:r>
              <a:rPr lang="en-US" altLang="zh-CN" b="1">
                <a:solidFill>
                  <a:srgbClr val="FF6600"/>
                </a:solidFill>
                <a:latin typeface="Times New Roman" panose="02020603050405020304" pitchFamily="18" charset="0"/>
              </a:rPr>
              <a:t>b</a:t>
            </a:r>
            <a:r>
              <a:rPr lang="en-US" altLang="zh-CN" b="1">
                <a:solidFill>
                  <a:srgbClr val="66FFFF"/>
                </a:solidFill>
                <a:latin typeface="Times New Roman" panose="02020603050405020304" pitchFamily="18" charset="0"/>
              </a:rPr>
              <a:t> </a:t>
            </a:r>
            <a:r>
              <a:rPr lang="zh-CN" altLang="en-US" b="1" i="0">
                <a:solidFill>
                  <a:schemeClr val="bg1"/>
                </a:solidFill>
                <a:latin typeface="宋体" panose="02010600030101010101" pitchFamily="2" charset="-122"/>
              </a:rPr>
              <a:t>时，链条自静止开始滑动，当链条末端刚刚滑离桌面时，其速度等于多少？</a:t>
            </a:r>
            <a:endParaRPr lang="zh-CN" altLang="en-US" b="1" i="0">
              <a:solidFill>
                <a:schemeClr val="bg1"/>
              </a:solidFill>
              <a:latin typeface="宋体" panose="02010600030101010101" pitchFamily="2" charset="-122"/>
            </a:endParaRPr>
          </a:p>
        </p:txBody>
      </p:sp>
      <p:sp>
        <p:nvSpPr>
          <p:cNvPr id="94216" name="Rectangle 8"/>
          <p:cNvSpPr>
            <a:spLocks noChangeArrowheads="1"/>
          </p:cNvSpPr>
          <p:nvPr/>
        </p:nvSpPr>
        <p:spPr bwMode="auto">
          <a:xfrm>
            <a:off x="1047750" y="5894388"/>
            <a:ext cx="7889875" cy="506412"/>
          </a:xfrm>
          <a:prstGeom prst="rect">
            <a:avLst/>
          </a:prstGeom>
          <a:noFill/>
          <a:ln w="9525">
            <a:noFill/>
            <a:miter lim="800000"/>
          </a:ln>
        </p:spPr>
        <p:txBody>
          <a:bodyPr>
            <a:spAutoFit/>
          </a:bodyPr>
          <a:lstStyle/>
          <a:p>
            <a:pPr algn="l">
              <a:lnSpc>
                <a:spcPct val="125000"/>
              </a:lnSpc>
            </a:pPr>
            <a:r>
              <a:rPr lang="zh-CN" altLang="en-US" b="1" i="0">
                <a:solidFill>
                  <a:schemeClr val="bg1"/>
                </a:solidFill>
                <a:latin typeface="Times New Roman" panose="02020603050405020304" pitchFamily="18" charset="0"/>
              </a:rPr>
              <a:t>当 </a:t>
            </a:r>
            <a:r>
              <a:rPr lang="en-US" altLang="zh-CN" b="1">
                <a:solidFill>
                  <a:srgbClr val="FF6600"/>
                </a:solidFill>
                <a:latin typeface="Times New Roman" panose="02020603050405020304" pitchFamily="18" charset="0"/>
              </a:rPr>
              <a:t>y &gt; b</a:t>
            </a:r>
            <a:r>
              <a:rPr lang="en-US" altLang="zh-CN" b="1" i="0" baseline="-25000">
                <a:solidFill>
                  <a:srgbClr val="FF6600"/>
                </a:solidFill>
                <a:latin typeface="Times New Roman" panose="02020603050405020304" pitchFamily="18" charset="0"/>
              </a:rPr>
              <a:t>0</a:t>
            </a:r>
            <a:r>
              <a:rPr lang="en-US" altLang="zh-CN" b="1">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，拉力大于最大静摩擦力时，链条将开始滑动。</a:t>
            </a:r>
            <a:r>
              <a:rPr lang="zh-CN" altLang="en-US" b="1" i="0">
                <a:solidFill>
                  <a:srgbClr val="66FFFF"/>
                </a:solidFill>
                <a:latin typeface="Times New Roman" panose="02020603050405020304" pitchFamily="18" charset="0"/>
              </a:rPr>
              <a:t> </a:t>
            </a:r>
            <a:endParaRPr lang="zh-CN" altLang="en-US" b="1" i="0">
              <a:solidFill>
                <a:srgbClr val="66FFFF"/>
              </a:solidFill>
              <a:latin typeface="Times New Roman" panose="02020603050405020304" pitchFamily="18" charset="0"/>
            </a:endParaRPr>
          </a:p>
        </p:txBody>
      </p:sp>
      <p:sp>
        <p:nvSpPr>
          <p:cNvPr id="94217" name="Text Box 9"/>
          <p:cNvSpPr txBox="1">
            <a:spLocks noChangeArrowheads="1"/>
          </p:cNvSpPr>
          <p:nvPr/>
        </p:nvSpPr>
        <p:spPr bwMode="auto">
          <a:xfrm>
            <a:off x="1270000" y="4457700"/>
            <a:ext cx="609282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设链条下落长度 </a:t>
            </a:r>
            <a:r>
              <a:rPr lang="en-US" altLang="zh-CN" b="1">
                <a:solidFill>
                  <a:srgbClr val="FF6600"/>
                </a:solidFill>
                <a:latin typeface="Times New Roman" panose="02020603050405020304" pitchFamily="18" charset="0"/>
              </a:rPr>
              <a:t>y = b</a:t>
            </a:r>
            <a:r>
              <a:rPr lang="en-US" altLang="zh-CN" b="1" i="0" baseline="-25000">
                <a:solidFill>
                  <a:srgbClr val="FF6600"/>
                </a:solidFill>
                <a:latin typeface="Times New Roman" panose="02020603050405020304" pitchFamily="18" charset="0"/>
              </a:rPr>
              <a:t>0</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时，处于临界状态</a:t>
            </a:r>
            <a:endParaRPr lang="zh-CN" altLang="en-US" b="1" i="0">
              <a:solidFill>
                <a:schemeClr val="bg1"/>
              </a:solidFill>
              <a:latin typeface="Times New Roman" panose="02020603050405020304" pitchFamily="18" charset="0"/>
            </a:endParaRPr>
          </a:p>
        </p:txBody>
      </p:sp>
      <p:graphicFrame>
        <p:nvGraphicFramePr>
          <p:cNvPr id="94218" name="Object 10"/>
          <p:cNvGraphicFramePr>
            <a:graphicFrameLocks noChangeAspect="1"/>
          </p:cNvGraphicFramePr>
          <p:nvPr/>
        </p:nvGraphicFramePr>
        <p:xfrm>
          <a:off x="1781175" y="5221288"/>
          <a:ext cx="2994025" cy="457200"/>
        </p:xfrm>
        <a:graphic>
          <a:graphicData uri="http://schemas.openxmlformats.org/presentationml/2006/ole">
            <mc:AlternateContent xmlns:mc="http://schemas.openxmlformats.org/markup-compatibility/2006">
              <mc:Choice xmlns:v="urn:schemas-microsoft-com:vml" Requires="v">
                <p:oleObj spid="_x0000_s29697" name="公式" r:id="rId1" imgW="35966400" imgH="5486400" progId="Equation.3">
                  <p:embed/>
                </p:oleObj>
              </mc:Choice>
              <mc:Fallback>
                <p:oleObj name="公式" r:id="rId1" imgW="35966400" imgH="5486400" progId="Equation.3">
                  <p:embed/>
                  <p:pic>
                    <p:nvPicPr>
                      <p:cNvPr id="0" name="Object 10"/>
                      <p:cNvPicPr>
                        <a:picLocks noChangeAspect="1"/>
                      </p:cNvPicPr>
                      <p:nvPr/>
                    </p:nvPicPr>
                    <p:blipFill>
                      <a:blip r:embed="rId2"/>
                      <a:stretch>
                        <a:fillRect/>
                      </a:stretch>
                    </p:blipFill>
                    <p:spPr>
                      <a:xfrm>
                        <a:off x="1781175" y="5221288"/>
                        <a:ext cx="2994025" cy="457200"/>
                      </a:xfrm>
                      <a:prstGeom prst="rect">
                        <a:avLst/>
                      </a:prstGeom>
                      <a:noFill/>
                      <a:ln w="9525">
                        <a:noFill/>
                      </a:ln>
                    </p:spPr>
                  </p:pic>
                </p:oleObj>
              </mc:Fallback>
            </mc:AlternateContent>
          </a:graphicData>
        </a:graphic>
      </p:graphicFrame>
      <p:graphicFrame>
        <p:nvGraphicFramePr>
          <p:cNvPr id="94219" name="Object 11"/>
          <p:cNvGraphicFramePr>
            <a:graphicFrameLocks noChangeAspect="1"/>
          </p:cNvGraphicFramePr>
          <p:nvPr/>
        </p:nvGraphicFramePr>
        <p:xfrm>
          <a:off x="5697538" y="5013325"/>
          <a:ext cx="1576387" cy="890588"/>
        </p:xfrm>
        <a:graphic>
          <a:graphicData uri="http://schemas.openxmlformats.org/presentationml/2006/ole">
            <mc:AlternateContent xmlns:mc="http://schemas.openxmlformats.org/markup-compatibility/2006">
              <mc:Choice xmlns:v="urn:schemas-microsoft-com:vml" Requires="v">
                <p:oleObj spid="_x0000_s29699" name="公式" r:id="rId3" imgW="18897600" imgH="10668000" progId="Equation.3">
                  <p:embed/>
                </p:oleObj>
              </mc:Choice>
              <mc:Fallback>
                <p:oleObj name="公式" r:id="rId3" imgW="18897600" imgH="10668000" progId="Equation.3">
                  <p:embed/>
                  <p:pic>
                    <p:nvPicPr>
                      <p:cNvPr id="0" name="Object 11"/>
                      <p:cNvPicPr>
                        <a:picLocks noChangeAspect="1"/>
                      </p:cNvPicPr>
                      <p:nvPr/>
                    </p:nvPicPr>
                    <p:blipFill>
                      <a:blip r:embed="rId4"/>
                      <a:stretch>
                        <a:fillRect/>
                      </a:stretch>
                    </p:blipFill>
                    <p:spPr>
                      <a:xfrm>
                        <a:off x="5697538" y="5013325"/>
                        <a:ext cx="1576387" cy="890588"/>
                      </a:xfrm>
                      <a:prstGeom prst="rect">
                        <a:avLst/>
                      </a:prstGeom>
                      <a:noFill/>
                      <a:ln w="9525">
                        <a:noFill/>
                      </a:ln>
                    </p:spPr>
                  </p:pic>
                </p:oleObj>
              </mc:Fallback>
            </mc:AlternateContent>
          </a:graphicData>
        </a:graphic>
      </p:graphicFrame>
      <p:sp>
        <p:nvSpPr>
          <p:cNvPr id="94220" name="AutoShape 12"/>
          <p:cNvSpPr>
            <a:spLocks noChangeArrowheads="1"/>
          </p:cNvSpPr>
          <p:nvPr/>
        </p:nvSpPr>
        <p:spPr bwMode="auto">
          <a:xfrm>
            <a:off x="5021263" y="5316538"/>
            <a:ext cx="457200" cy="228600"/>
          </a:xfrm>
          <a:prstGeom prst="rightArrow">
            <a:avLst>
              <a:gd name="adj1" fmla="val 50000"/>
              <a:gd name="adj2" fmla="val 50000"/>
            </a:avLst>
          </a:prstGeom>
          <a:solidFill>
            <a:srgbClr val="3366FF">
              <a:alpha val="50195"/>
            </a:srgbClr>
          </a:solidFill>
          <a:ln w="9525">
            <a:solidFill>
              <a:srgbClr val="0000FF">
                <a:alpha val="50195"/>
              </a:srgbClr>
            </a:solidFill>
            <a:miter lim="800000"/>
          </a:ln>
        </p:spPr>
        <p:txBody>
          <a:bodyPr wrap="none" anchor="ctr"/>
          <a:lstStyle/>
          <a:p>
            <a:endParaRPr lang="zh-CN" altLang="en-US"/>
          </a:p>
        </p:txBody>
      </p:sp>
      <p:sp>
        <p:nvSpPr>
          <p:cNvPr id="29709" name="Freeform 13"/>
          <p:cNvSpPr/>
          <p:nvPr/>
        </p:nvSpPr>
        <p:spPr bwMode="auto">
          <a:xfrm>
            <a:off x="7929563" y="2027238"/>
            <a:ext cx="1587" cy="15875"/>
          </a:xfrm>
          <a:custGeom>
            <a:avLst/>
            <a:gdLst>
              <a:gd name="T0" fmla="*/ 0 w 1587"/>
              <a:gd name="T1" fmla="*/ 2147483647 h 10"/>
              <a:gd name="T2" fmla="*/ 0 w 1587"/>
              <a:gd name="T3" fmla="*/ 2147483647 h 10"/>
              <a:gd name="T4" fmla="*/ 0 w 1587"/>
              <a:gd name="T5" fmla="*/ 0 h 10"/>
              <a:gd name="T6" fmla="*/ 0 w 1587"/>
              <a:gd name="T7" fmla="*/ 2147483647 h 10"/>
              <a:gd name="T8" fmla="*/ 0 60000 65536"/>
              <a:gd name="T9" fmla="*/ 0 60000 65536"/>
              <a:gd name="T10" fmla="*/ 0 60000 65536"/>
              <a:gd name="T11" fmla="*/ 0 60000 65536"/>
              <a:gd name="T12" fmla="*/ 0 w 1587"/>
              <a:gd name="T13" fmla="*/ 0 h 10"/>
              <a:gd name="T14" fmla="*/ 1587 w 1587"/>
              <a:gd name="T15" fmla="*/ 10 h 10"/>
            </a:gdLst>
            <a:ahLst/>
            <a:cxnLst>
              <a:cxn ang="T8">
                <a:pos x="T0" y="T1"/>
              </a:cxn>
              <a:cxn ang="T9">
                <a:pos x="T2" y="T3"/>
              </a:cxn>
              <a:cxn ang="T10">
                <a:pos x="T4" y="T5"/>
              </a:cxn>
              <a:cxn ang="T11">
                <a:pos x="T6" y="T7"/>
              </a:cxn>
            </a:cxnLst>
            <a:rect l="T12" t="T13" r="T14" b="T15"/>
            <a:pathLst>
              <a:path w="1587" h="10">
                <a:moveTo>
                  <a:pt x="0" y="10"/>
                </a:moveTo>
                <a:lnTo>
                  <a:pt x="0" y="10"/>
                </a:lnTo>
                <a:lnTo>
                  <a:pt x="0" y="0"/>
                </a:lnTo>
                <a:lnTo>
                  <a:pt x="0" y="10"/>
                </a:lnTo>
                <a:close/>
              </a:path>
            </a:pathLst>
          </a:custGeom>
          <a:solidFill>
            <a:srgbClr val="18A3A9"/>
          </a:solidFill>
          <a:ln w="9525">
            <a:noFill/>
            <a:round/>
          </a:ln>
        </p:spPr>
        <p:txBody>
          <a:bodyPr/>
          <a:lstStyle/>
          <a:p>
            <a:endParaRPr lang="zh-CN" altLang="en-US"/>
          </a:p>
        </p:txBody>
      </p:sp>
      <p:sp>
        <p:nvSpPr>
          <p:cNvPr id="29710" name="Freeform 14"/>
          <p:cNvSpPr/>
          <p:nvPr/>
        </p:nvSpPr>
        <p:spPr bwMode="auto">
          <a:xfrm>
            <a:off x="7929563" y="2209800"/>
            <a:ext cx="1587" cy="7938"/>
          </a:xfrm>
          <a:custGeom>
            <a:avLst/>
            <a:gdLst>
              <a:gd name="T0" fmla="*/ 0 w 1587"/>
              <a:gd name="T1" fmla="*/ 2147483647 h 5"/>
              <a:gd name="T2" fmla="*/ 0 w 1587"/>
              <a:gd name="T3" fmla="*/ 2147483647 h 5"/>
              <a:gd name="T4" fmla="*/ 0 w 1587"/>
              <a:gd name="T5" fmla="*/ 0 h 5"/>
              <a:gd name="T6" fmla="*/ 0 w 1587"/>
              <a:gd name="T7" fmla="*/ 2147483647 h 5"/>
              <a:gd name="T8" fmla="*/ 0 60000 65536"/>
              <a:gd name="T9" fmla="*/ 0 60000 65536"/>
              <a:gd name="T10" fmla="*/ 0 60000 65536"/>
              <a:gd name="T11" fmla="*/ 0 60000 65536"/>
              <a:gd name="T12" fmla="*/ 0 w 1587"/>
              <a:gd name="T13" fmla="*/ 0 h 5"/>
              <a:gd name="T14" fmla="*/ 1587 w 1587"/>
              <a:gd name="T15" fmla="*/ 5 h 5"/>
            </a:gdLst>
            <a:ahLst/>
            <a:cxnLst>
              <a:cxn ang="T8">
                <a:pos x="T0" y="T1"/>
              </a:cxn>
              <a:cxn ang="T9">
                <a:pos x="T2" y="T3"/>
              </a:cxn>
              <a:cxn ang="T10">
                <a:pos x="T4" y="T5"/>
              </a:cxn>
              <a:cxn ang="T11">
                <a:pos x="T6" y="T7"/>
              </a:cxn>
            </a:cxnLst>
            <a:rect l="T12" t="T13" r="T14" b="T15"/>
            <a:pathLst>
              <a:path w="1587" h="5">
                <a:moveTo>
                  <a:pt x="0" y="5"/>
                </a:moveTo>
                <a:lnTo>
                  <a:pt x="0" y="5"/>
                </a:lnTo>
                <a:lnTo>
                  <a:pt x="0" y="0"/>
                </a:lnTo>
                <a:lnTo>
                  <a:pt x="0" y="5"/>
                </a:lnTo>
                <a:close/>
              </a:path>
            </a:pathLst>
          </a:custGeom>
          <a:solidFill>
            <a:srgbClr val="18A3A9"/>
          </a:solidFill>
          <a:ln w="9525">
            <a:noFill/>
            <a:round/>
          </a:ln>
        </p:spPr>
        <p:txBody>
          <a:bodyPr/>
          <a:lstStyle/>
          <a:p>
            <a:endParaRPr lang="zh-CN" altLang="en-US"/>
          </a:p>
        </p:txBody>
      </p:sp>
      <p:sp>
        <p:nvSpPr>
          <p:cNvPr id="29711" name="Freeform 15"/>
          <p:cNvSpPr/>
          <p:nvPr/>
        </p:nvSpPr>
        <p:spPr bwMode="auto">
          <a:xfrm>
            <a:off x="7929563" y="2382838"/>
            <a:ext cx="1587" cy="15875"/>
          </a:xfrm>
          <a:custGeom>
            <a:avLst/>
            <a:gdLst>
              <a:gd name="T0" fmla="*/ 0 w 1587"/>
              <a:gd name="T1" fmla="*/ 2147483647 h 10"/>
              <a:gd name="T2" fmla="*/ 0 w 1587"/>
              <a:gd name="T3" fmla="*/ 2147483647 h 10"/>
              <a:gd name="T4" fmla="*/ 0 w 1587"/>
              <a:gd name="T5" fmla="*/ 0 h 10"/>
              <a:gd name="T6" fmla="*/ 0 w 1587"/>
              <a:gd name="T7" fmla="*/ 2147483647 h 10"/>
              <a:gd name="T8" fmla="*/ 0 60000 65536"/>
              <a:gd name="T9" fmla="*/ 0 60000 65536"/>
              <a:gd name="T10" fmla="*/ 0 60000 65536"/>
              <a:gd name="T11" fmla="*/ 0 60000 65536"/>
              <a:gd name="T12" fmla="*/ 0 w 1587"/>
              <a:gd name="T13" fmla="*/ 0 h 10"/>
              <a:gd name="T14" fmla="*/ 1587 w 1587"/>
              <a:gd name="T15" fmla="*/ 10 h 10"/>
            </a:gdLst>
            <a:ahLst/>
            <a:cxnLst>
              <a:cxn ang="T8">
                <a:pos x="T0" y="T1"/>
              </a:cxn>
              <a:cxn ang="T9">
                <a:pos x="T2" y="T3"/>
              </a:cxn>
              <a:cxn ang="T10">
                <a:pos x="T4" y="T5"/>
              </a:cxn>
              <a:cxn ang="T11">
                <a:pos x="T6" y="T7"/>
              </a:cxn>
            </a:cxnLst>
            <a:rect l="T12" t="T13" r="T14" b="T15"/>
            <a:pathLst>
              <a:path w="1587" h="10">
                <a:moveTo>
                  <a:pt x="0" y="10"/>
                </a:moveTo>
                <a:lnTo>
                  <a:pt x="0" y="10"/>
                </a:lnTo>
                <a:lnTo>
                  <a:pt x="0" y="0"/>
                </a:lnTo>
                <a:lnTo>
                  <a:pt x="0" y="10"/>
                </a:lnTo>
                <a:close/>
              </a:path>
            </a:pathLst>
          </a:custGeom>
          <a:solidFill>
            <a:srgbClr val="18A3A9"/>
          </a:solidFill>
          <a:ln w="9525">
            <a:noFill/>
            <a:round/>
          </a:ln>
        </p:spPr>
        <p:txBody>
          <a:bodyPr/>
          <a:lstStyle/>
          <a:p>
            <a:endParaRPr lang="zh-CN" altLang="en-US"/>
          </a:p>
        </p:txBody>
      </p:sp>
      <p:sp>
        <p:nvSpPr>
          <p:cNvPr id="29712" name="Freeform 16"/>
          <p:cNvSpPr/>
          <p:nvPr/>
        </p:nvSpPr>
        <p:spPr bwMode="auto">
          <a:xfrm>
            <a:off x="7929563" y="2563813"/>
            <a:ext cx="1587" cy="9525"/>
          </a:xfrm>
          <a:custGeom>
            <a:avLst/>
            <a:gdLst>
              <a:gd name="T0" fmla="*/ 0 w 1587"/>
              <a:gd name="T1" fmla="*/ 2147483647 h 6"/>
              <a:gd name="T2" fmla="*/ 0 w 1587"/>
              <a:gd name="T3" fmla="*/ 2147483647 h 6"/>
              <a:gd name="T4" fmla="*/ 0 w 1587"/>
              <a:gd name="T5" fmla="*/ 0 h 6"/>
              <a:gd name="T6" fmla="*/ 0 w 1587"/>
              <a:gd name="T7" fmla="*/ 2147483647 h 6"/>
              <a:gd name="T8" fmla="*/ 0 60000 65536"/>
              <a:gd name="T9" fmla="*/ 0 60000 65536"/>
              <a:gd name="T10" fmla="*/ 0 60000 65536"/>
              <a:gd name="T11" fmla="*/ 0 60000 65536"/>
              <a:gd name="T12" fmla="*/ 0 w 1587"/>
              <a:gd name="T13" fmla="*/ 0 h 6"/>
              <a:gd name="T14" fmla="*/ 1587 w 1587"/>
              <a:gd name="T15" fmla="*/ 6 h 6"/>
            </a:gdLst>
            <a:ahLst/>
            <a:cxnLst>
              <a:cxn ang="T8">
                <a:pos x="T0" y="T1"/>
              </a:cxn>
              <a:cxn ang="T9">
                <a:pos x="T2" y="T3"/>
              </a:cxn>
              <a:cxn ang="T10">
                <a:pos x="T4" y="T5"/>
              </a:cxn>
              <a:cxn ang="T11">
                <a:pos x="T6" y="T7"/>
              </a:cxn>
            </a:cxnLst>
            <a:rect l="T12" t="T13" r="T14" b="T15"/>
            <a:pathLst>
              <a:path w="1587" h="6">
                <a:moveTo>
                  <a:pt x="0" y="6"/>
                </a:moveTo>
                <a:lnTo>
                  <a:pt x="0" y="6"/>
                </a:lnTo>
                <a:lnTo>
                  <a:pt x="0" y="0"/>
                </a:lnTo>
                <a:lnTo>
                  <a:pt x="0" y="6"/>
                </a:lnTo>
                <a:close/>
              </a:path>
            </a:pathLst>
          </a:custGeom>
          <a:solidFill>
            <a:srgbClr val="18A3A9"/>
          </a:solidFill>
          <a:ln w="9525">
            <a:noFill/>
            <a:round/>
          </a:ln>
        </p:spPr>
        <p:txBody>
          <a:bodyPr/>
          <a:lstStyle/>
          <a:p>
            <a:endParaRPr lang="zh-CN" altLang="en-US"/>
          </a:p>
        </p:txBody>
      </p:sp>
      <p:sp>
        <p:nvSpPr>
          <p:cNvPr id="29713" name="Freeform 17"/>
          <p:cNvSpPr/>
          <p:nvPr/>
        </p:nvSpPr>
        <p:spPr bwMode="auto">
          <a:xfrm>
            <a:off x="7929563" y="2738438"/>
            <a:ext cx="1587" cy="15875"/>
          </a:xfrm>
          <a:custGeom>
            <a:avLst/>
            <a:gdLst>
              <a:gd name="T0" fmla="*/ 0 w 1587"/>
              <a:gd name="T1" fmla="*/ 2147483647 h 10"/>
              <a:gd name="T2" fmla="*/ 0 w 1587"/>
              <a:gd name="T3" fmla="*/ 2147483647 h 10"/>
              <a:gd name="T4" fmla="*/ 0 w 1587"/>
              <a:gd name="T5" fmla="*/ 0 h 10"/>
              <a:gd name="T6" fmla="*/ 0 w 1587"/>
              <a:gd name="T7" fmla="*/ 2147483647 h 10"/>
              <a:gd name="T8" fmla="*/ 0 60000 65536"/>
              <a:gd name="T9" fmla="*/ 0 60000 65536"/>
              <a:gd name="T10" fmla="*/ 0 60000 65536"/>
              <a:gd name="T11" fmla="*/ 0 60000 65536"/>
              <a:gd name="T12" fmla="*/ 0 w 1587"/>
              <a:gd name="T13" fmla="*/ 0 h 10"/>
              <a:gd name="T14" fmla="*/ 1587 w 1587"/>
              <a:gd name="T15" fmla="*/ 10 h 10"/>
            </a:gdLst>
            <a:ahLst/>
            <a:cxnLst>
              <a:cxn ang="T8">
                <a:pos x="T0" y="T1"/>
              </a:cxn>
              <a:cxn ang="T9">
                <a:pos x="T2" y="T3"/>
              </a:cxn>
              <a:cxn ang="T10">
                <a:pos x="T4" y="T5"/>
              </a:cxn>
              <a:cxn ang="T11">
                <a:pos x="T6" y="T7"/>
              </a:cxn>
            </a:cxnLst>
            <a:rect l="T12" t="T13" r="T14" b="T15"/>
            <a:pathLst>
              <a:path w="1587" h="10">
                <a:moveTo>
                  <a:pt x="0" y="10"/>
                </a:moveTo>
                <a:lnTo>
                  <a:pt x="0" y="10"/>
                </a:lnTo>
                <a:lnTo>
                  <a:pt x="0" y="0"/>
                </a:lnTo>
                <a:lnTo>
                  <a:pt x="0" y="10"/>
                </a:lnTo>
                <a:close/>
              </a:path>
            </a:pathLst>
          </a:custGeom>
          <a:solidFill>
            <a:srgbClr val="18A3A9"/>
          </a:solidFill>
          <a:ln w="9525">
            <a:noFill/>
            <a:round/>
          </a:ln>
        </p:spPr>
        <p:txBody>
          <a:bodyPr/>
          <a:lstStyle/>
          <a:p>
            <a:endParaRPr lang="zh-CN" altLang="en-US"/>
          </a:p>
        </p:txBody>
      </p:sp>
      <p:sp>
        <p:nvSpPr>
          <p:cNvPr id="29714" name="Freeform 18"/>
          <p:cNvSpPr/>
          <p:nvPr/>
        </p:nvSpPr>
        <p:spPr bwMode="auto">
          <a:xfrm>
            <a:off x="7929563" y="2919413"/>
            <a:ext cx="1587" cy="9525"/>
          </a:xfrm>
          <a:custGeom>
            <a:avLst/>
            <a:gdLst>
              <a:gd name="T0" fmla="*/ 0 w 1587"/>
              <a:gd name="T1" fmla="*/ 2147483647 h 6"/>
              <a:gd name="T2" fmla="*/ 0 w 1587"/>
              <a:gd name="T3" fmla="*/ 2147483647 h 6"/>
              <a:gd name="T4" fmla="*/ 0 w 1587"/>
              <a:gd name="T5" fmla="*/ 0 h 6"/>
              <a:gd name="T6" fmla="*/ 0 w 1587"/>
              <a:gd name="T7" fmla="*/ 2147483647 h 6"/>
              <a:gd name="T8" fmla="*/ 0 60000 65536"/>
              <a:gd name="T9" fmla="*/ 0 60000 65536"/>
              <a:gd name="T10" fmla="*/ 0 60000 65536"/>
              <a:gd name="T11" fmla="*/ 0 60000 65536"/>
              <a:gd name="T12" fmla="*/ 0 w 1587"/>
              <a:gd name="T13" fmla="*/ 0 h 6"/>
              <a:gd name="T14" fmla="*/ 1587 w 1587"/>
              <a:gd name="T15" fmla="*/ 6 h 6"/>
            </a:gdLst>
            <a:ahLst/>
            <a:cxnLst>
              <a:cxn ang="T8">
                <a:pos x="T0" y="T1"/>
              </a:cxn>
              <a:cxn ang="T9">
                <a:pos x="T2" y="T3"/>
              </a:cxn>
              <a:cxn ang="T10">
                <a:pos x="T4" y="T5"/>
              </a:cxn>
              <a:cxn ang="T11">
                <a:pos x="T6" y="T7"/>
              </a:cxn>
            </a:cxnLst>
            <a:rect l="T12" t="T13" r="T14" b="T15"/>
            <a:pathLst>
              <a:path w="1587" h="6">
                <a:moveTo>
                  <a:pt x="0" y="6"/>
                </a:moveTo>
                <a:lnTo>
                  <a:pt x="0" y="6"/>
                </a:lnTo>
                <a:lnTo>
                  <a:pt x="0" y="0"/>
                </a:lnTo>
                <a:lnTo>
                  <a:pt x="0" y="6"/>
                </a:lnTo>
                <a:close/>
              </a:path>
            </a:pathLst>
          </a:custGeom>
          <a:solidFill>
            <a:srgbClr val="18A3A9"/>
          </a:solidFill>
          <a:ln w="9525">
            <a:noFill/>
            <a:round/>
          </a:ln>
        </p:spPr>
        <p:txBody>
          <a:bodyPr/>
          <a:lstStyle/>
          <a:p>
            <a:endParaRPr lang="zh-CN" altLang="en-US"/>
          </a:p>
        </p:txBody>
      </p:sp>
      <p:sp>
        <p:nvSpPr>
          <p:cNvPr id="29715" name="Freeform 19"/>
          <p:cNvSpPr/>
          <p:nvPr/>
        </p:nvSpPr>
        <p:spPr bwMode="auto">
          <a:xfrm>
            <a:off x="7929563" y="3094038"/>
            <a:ext cx="1587" cy="15875"/>
          </a:xfrm>
          <a:custGeom>
            <a:avLst/>
            <a:gdLst>
              <a:gd name="T0" fmla="*/ 0 w 1587"/>
              <a:gd name="T1" fmla="*/ 2147483647 h 10"/>
              <a:gd name="T2" fmla="*/ 0 w 1587"/>
              <a:gd name="T3" fmla="*/ 2147483647 h 10"/>
              <a:gd name="T4" fmla="*/ 0 w 1587"/>
              <a:gd name="T5" fmla="*/ 0 h 10"/>
              <a:gd name="T6" fmla="*/ 0 w 1587"/>
              <a:gd name="T7" fmla="*/ 2147483647 h 10"/>
              <a:gd name="T8" fmla="*/ 0 60000 65536"/>
              <a:gd name="T9" fmla="*/ 0 60000 65536"/>
              <a:gd name="T10" fmla="*/ 0 60000 65536"/>
              <a:gd name="T11" fmla="*/ 0 60000 65536"/>
              <a:gd name="T12" fmla="*/ 0 w 1587"/>
              <a:gd name="T13" fmla="*/ 0 h 10"/>
              <a:gd name="T14" fmla="*/ 1587 w 1587"/>
              <a:gd name="T15" fmla="*/ 10 h 10"/>
            </a:gdLst>
            <a:ahLst/>
            <a:cxnLst>
              <a:cxn ang="T8">
                <a:pos x="T0" y="T1"/>
              </a:cxn>
              <a:cxn ang="T9">
                <a:pos x="T2" y="T3"/>
              </a:cxn>
              <a:cxn ang="T10">
                <a:pos x="T4" y="T5"/>
              </a:cxn>
              <a:cxn ang="T11">
                <a:pos x="T6" y="T7"/>
              </a:cxn>
            </a:cxnLst>
            <a:rect l="T12" t="T13" r="T14" b="T15"/>
            <a:pathLst>
              <a:path w="1587" h="10">
                <a:moveTo>
                  <a:pt x="0" y="10"/>
                </a:moveTo>
                <a:lnTo>
                  <a:pt x="0" y="10"/>
                </a:lnTo>
                <a:lnTo>
                  <a:pt x="0" y="0"/>
                </a:lnTo>
                <a:lnTo>
                  <a:pt x="0" y="10"/>
                </a:lnTo>
                <a:close/>
              </a:path>
            </a:pathLst>
          </a:custGeom>
          <a:solidFill>
            <a:srgbClr val="18A3A9"/>
          </a:solidFill>
          <a:ln w="9525">
            <a:noFill/>
            <a:round/>
          </a:ln>
        </p:spPr>
        <p:txBody>
          <a:bodyPr/>
          <a:lstStyle/>
          <a:p>
            <a:endParaRPr lang="zh-CN" altLang="en-US"/>
          </a:p>
        </p:txBody>
      </p:sp>
      <p:sp>
        <p:nvSpPr>
          <p:cNvPr id="29716" name="Freeform 20"/>
          <p:cNvSpPr/>
          <p:nvPr/>
        </p:nvSpPr>
        <p:spPr bwMode="auto">
          <a:xfrm>
            <a:off x="7929563" y="3259138"/>
            <a:ext cx="1587" cy="7937"/>
          </a:xfrm>
          <a:custGeom>
            <a:avLst/>
            <a:gdLst>
              <a:gd name="T0" fmla="*/ 0 w 1587"/>
              <a:gd name="T1" fmla="*/ 2147483647 h 5"/>
              <a:gd name="T2" fmla="*/ 0 w 1587"/>
              <a:gd name="T3" fmla="*/ 2147483647 h 5"/>
              <a:gd name="T4" fmla="*/ 0 w 1587"/>
              <a:gd name="T5" fmla="*/ 0 h 5"/>
              <a:gd name="T6" fmla="*/ 0 w 1587"/>
              <a:gd name="T7" fmla="*/ 2147483647 h 5"/>
              <a:gd name="T8" fmla="*/ 0 60000 65536"/>
              <a:gd name="T9" fmla="*/ 0 60000 65536"/>
              <a:gd name="T10" fmla="*/ 0 60000 65536"/>
              <a:gd name="T11" fmla="*/ 0 60000 65536"/>
              <a:gd name="T12" fmla="*/ 0 w 1587"/>
              <a:gd name="T13" fmla="*/ 0 h 5"/>
              <a:gd name="T14" fmla="*/ 1587 w 1587"/>
              <a:gd name="T15" fmla="*/ 5 h 5"/>
            </a:gdLst>
            <a:ahLst/>
            <a:cxnLst>
              <a:cxn ang="T8">
                <a:pos x="T0" y="T1"/>
              </a:cxn>
              <a:cxn ang="T9">
                <a:pos x="T2" y="T3"/>
              </a:cxn>
              <a:cxn ang="T10">
                <a:pos x="T4" y="T5"/>
              </a:cxn>
              <a:cxn ang="T11">
                <a:pos x="T6" y="T7"/>
              </a:cxn>
            </a:cxnLst>
            <a:rect l="T12" t="T13" r="T14" b="T15"/>
            <a:pathLst>
              <a:path w="1587" h="5">
                <a:moveTo>
                  <a:pt x="0" y="5"/>
                </a:moveTo>
                <a:lnTo>
                  <a:pt x="0" y="5"/>
                </a:lnTo>
                <a:lnTo>
                  <a:pt x="0" y="0"/>
                </a:lnTo>
                <a:lnTo>
                  <a:pt x="0" y="5"/>
                </a:lnTo>
                <a:close/>
              </a:path>
            </a:pathLst>
          </a:custGeom>
          <a:solidFill>
            <a:srgbClr val="18A3A9"/>
          </a:solidFill>
          <a:ln w="9525">
            <a:noFill/>
            <a:round/>
          </a:ln>
        </p:spPr>
        <p:txBody>
          <a:bodyPr/>
          <a:lstStyle/>
          <a:p>
            <a:endParaRPr lang="zh-CN" altLang="en-US"/>
          </a:p>
        </p:txBody>
      </p:sp>
      <p:sp>
        <p:nvSpPr>
          <p:cNvPr id="29717" name="Freeform 21"/>
          <p:cNvSpPr/>
          <p:nvPr/>
        </p:nvSpPr>
        <p:spPr bwMode="auto">
          <a:xfrm>
            <a:off x="6638925" y="1885950"/>
            <a:ext cx="7938" cy="1588"/>
          </a:xfrm>
          <a:custGeom>
            <a:avLst/>
            <a:gdLst>
              <a:gd name="T0" fmla="*/ 2147483647 w 5"/>
              <a:gd name="T1" fmla="*/ 0 h 1588"/>
              <a:gd name="T2" fmla="*/ 2147483647 w 5"/>
              <a:gd name="T3" fmla="*/ 0 h 1588"/>
              <a:gd name="T4" fmla="*/ 0 w 5"/>
              <a:gd name="T5" fmla="*/ 0 h 1588"/>
              <a:gd name="T6" fmla="*/ 2147483647 w 5"/>
              <a:gd name="T7" fmla="*/ 0 h 1588"/>
              <a:gd name="T8" fmla="*/ 0 60000 65536"/>
              <a:gd name="T9" fmla="*/ 0 60000 65536"/>
              <a:gd name="T10" fmla="*/ 0 60000 65536"/>
              <a:gd name="T11" fmla="*/ 0 60000 65536"/>
              <a:gd name="T12" fmla="*/ 0 w 5"/>
              <a:gd name="T13" fmla="*/ 0 h 1588"/>
              <a:gd name="T14" fmla="*/ 5 w 5"/>
              <a:gd name="T15" fmla="*/ 1588 h 1588"/>
            </a:gdLst>
            <a:ahLst/>
            <a:cxnLst>
              <a:cxn ang="T8">
                <a:pos x="T0" y="T1"/>
              </a:cxn>
              <a:cxn ang="T9">
                <a:pos x="T2" y="T3"/>
              </a:cxn>
              <a:cxn ang="T10">
                <a:pos x="T4" y="T5"/>
              </a:cxn>
              <a:cxn ang="T11">
                <a:pos x="T6" y="T7"/>
              </a:cxn>
            </a:cxnLst>
            <a:rect l="T12" t="T13" r="T14" b="T15"/>
            <a:pathLst>
              <a:path w="5" h="1588">
                <a:moveTo>
                  <a:pt x="5" y="0"/>
                </a:moveTo>
                <a:lnTo>
                  <a:pt x="5" y="0"/>
                </a:lnTo>
                <a:lnTo>
                  <a:pt x="0" y="0"/>
                </a:lnTo>
                <a:lnTo>
                  <a:pt x="5" y="0"/>
                </a:lnTo>
                <a:close/>
              </a:path>
            </a:pathLst>
          </a:custGeom>
          <a:solidFill>
            <a:srgbClr val="18A3A9"/>
          </a:solidFill>
          <a:ln w="9525">
            <a:noFill/>
            <a:round/>
          </a:ln>
        </p:spPr>
        <p:txBody>
          <a:bodyPr/>
          <a:lstStyle/>
          <a:p>
            <a:endParaRPr lang="zh-CN" altLang="en-US"/>
          </a:p>
        </p:txBody>
      </p:sp>
      <p:sp>
        <p:nvSpPr>
          <p:cNvPr id="29718" name="Freeform 22"/>
          <p:cNvSpPr/>
          <p:nvPr/>
        </p:nvSpPr>
        <p:spPr bwMode="auto">
          <a:xfrm>
            <a:off x="6813550" y="1885950"/>
            <a:ext cx="15875" cy="1588"/>
          </a:xfrm>
          <a:custGeom>
            <a:avLst/>
            <a:gdLst>
              <a:gd name="T0" fmla="*/ 2147483647 w 10"/>
              <a:gd name="T1" fmla="*/ 0 h 1588"/>
              <a:gd name="T2" fmla="*/ 2147483647 w 10"/>
              <a:gd name="T3" fmla="*/ 0 h 1588"/>
              <a:gd name="T4" fmla="*/ 0 w 10"/>
              <a:gd name="T5" fmla="*/ 0 h 1588"/>
              <a:gd name="T6" fmla="*/ 2147483647 w 10"/>
              <a:gd name="T7" fmla="*/ 0 h 1588"/>
              <a:gd name="T8" fmla="*/ 0 60000 65536"/>
              <a:gd name="T9" fmla="*/ 0 60000 65536"/>
              <a:gd name="T10" fmla="*/ 0 60000 65536"/>
              <a:gd name="T11" fmla="*/ 0 60000 65536"/>
              <a:gd name="T12" fmla="*/ 0 w 10"/>
              <a:gd name="T13" fmla="*/ 0 h 1588"/>
              <a:gd name="T14" fmla="*/ 10 w 10"/>
              <a:gd name="T15" fmla="*/ 1588 h 1588"/>
            </a:gdLst>
            <a:ahLst/>
            <a:cxnLst>
              <a:cxn ang="T8">
                <a:pos x="T0" y="T1"/>
              </a:cxn>
              <a:cxn ang="T9">
                <a:pos x="T2" y="T3"/>
              </a:cxn>
              <a:cxn ang="T10">
                <a:pos x="T4" y="T5"/>
              </a:cxn>
              <a:cxn ang="T11">
                <a:pos x="T6" y="T7"/>
              </a:cxn>
            </a:cxnLst>
            <a:rect l="T12" t="T13" r="T14" b="T15"/>
            <a:pathLst>
              <a:path w="10" h="1588">
                <a:moveTo>
                  <a:pt x="10" y="0"/>
                </a:moveTo>
                <a:lnTo>
                  <a:pt x="10" y="0"/>
                </a:lnTo>
                <a:lnTo>
                  <a:pt x="0" y="0"/>
                </a:lnTo>
                <a:lnTo>
                  <a:pt x="10" y="0"/>
                </a:lnTo>
                <a:close/>
              </a:path>
            </a:pathLst>
          </a:custGeom>
          <a:solidFill>
            <a:srgbClr val="18A3A9"/>
          </a:solidFill>
          <a:ln w="9525">
            <a:noFill/>
            <a:round/>
          </a:ln>
        </p:spPr>
        <p:txBody>
          <a:bodyPr/>
          <a:lstStyle/>
          <a:p>
            <a:endParaRPr lang="zh-CN" altLang="en-US"/>
          </a:p>
        </p:txBody>
      </p:sp>
      <p:sp>
        <p:nvSpPr>
          <p:cNvPr id="29719" name="Freeform 23"/>
          <p:cNvSpPr/>
          <p:nvPr/>
        </p:nvSpPr>
        <p:spPr bwMode="auto">
          <a:xfrm>
            <a:off x="6994525" y="1885950"/>
            <a:ext cx="7938" cy="1588"/>
          </a:xfrm>
          <a:custGeom>
            <a:avLst/>
            <a:gdLst>
              <a:gd name="T0" fmla="*/ 2147483647 w 5"/>
              <a:gd name="T1" fmla="*/ 0 h 1588"/>
              <a:gd name="T2" fmla="*/ 2147483647 w 5"/>
              <a:gd name="T3" fmla="*/ 0 h 1588"/>
              <a:gd name="T4" fmla="*/ 0 w 5"/>
              <a:gd name="T5" fmla="*/ 0 h 1588"/>
              <a:gd name="T6" fmla="*/ 2147483647 w 5"/>
              <a:gd name="T7" fmla="*/ 0 h 1588"/>
              <a:gd name="T8" fmla="*/ 0 60000 65536"/>
              <a:gd name="T9" fmla="*/ 0 60000 65536"/>
              <a:gd name="T10" fmla="*/ 0 60000 65536"/>
              <a:gd name="T11" fmla="*/ 0 60000 65536"/>
              <a:gd name="T12" fmla="*/ 0 w 5"/>
              <a:gd name="T13" fmla="*/ 0 h 1588"/>
              <a:gd name="T14" fmla="*/ 5 w 5"/>
              <a:gd name="T15" fmla="*/ 1588 h 1588"/>
            </a:gdLst>
            <a:ahLst/>
            <a:cxnLst>
              <a:cxn ang="T8">
                <a:pos x="T0" y="T1"/>
              </a:cxn>
              <a:cxn ang="T9">
                <a:pos x="T2" y="T3"/>
              </a:cxn>
              <a:cxn ang="T10">
                <a:pos x="T4" y="T5"/>
              </a:cxn>
              <a:cxn ang="T11">
                <a:pos x="T6" y="T7"/>
              </a:cxn>
            </a:cxnLst>
            <a:rect l="T12" t="T13" r="T14" b="T15"/>
            <a:pathLst>
              <a:path w="5" h="1588">
                <a:moveTo>
                  <a:pt x="5" y="0"/>
                </a:moveTo>
                <a:lnTo>
                  <a:pt x="5" y="0"/>
                </a:lnTo>
                <a:lnTo>
                  <a:pt x="0" y="0"/>
                </a:lnTo>
                <a:lnTo>
                  <a:pt x="5" y="0"/>
                </a:lnTo>
                <a:close/>
              </a:path>
            </a:pathLst>
          </a:custGeom>
          <a:solidFill>
            <a:srgbClr val="18A3A9"/>
          </a:solidFill>
          <a:ln w="9525">
            <a:noFill/>
            <a:round/>
          </a:ln>
        </p:spPr>
        <p:txBody>
          <a:bodyPr/>
          <a:lstStyle/>
          <a:p>
            <a:endParaRPr lang="zh-CN" altLang="en-US"/>
          </a:p>
        </p:txBody>
      </p:sp>
      <p:sp>
        <p:nvSpPr>
          <p:cNvPr id="29720" name="Freeform 24"/>
          <p:cNvSpPr/>
          <p:nvPr/>
        </p:nvSpPr>
        <p:spPr bwMode="auto">
          <a:xfrm>
            <a:off x="7169150" y="1885950"/>
            <a:ext cx="15875" cy="1588"/>
          </a:xfrm>
          <a:custGeom>
            <a:avLst/>
            <a:gdLst>
              <a:gd name="T0" fmla="*/ 2147483647 w 10"/>
              <a:gd name="T1" fmla="*/ 0 h 1588"/>
              <a:gd name="T2" fmla="*/ 2147483647 w 10"/>
              <a:gd name="T3" fmla="*/ 0 h 1588"/>
              <a:gd name="T4" fmla="*/ 0 w 10"/>
              <a:gd name="T5" fmla="*/ 0 h 1588"/>
              <a:gd name="T6" fmla="*/ 2147483647 w 10"/>
              <a:gd name="T7" fmla="*/ 0 h 1588"/>
              <a:gd name="T8" fmla="*/ 0 60000 65536"/>
              <a:gd name="T9" fmla="*/ 0 60000 65536"/>
              <a:gd name="T10" fmla="*/ 0 60000 65536"/>
              <a:gd name="T11" fmla="*/ 0 60000 65536"/>
              <a:gd name="T12" fmla="*/ 0 w 10"/>
              <a:gd name="T13" fmla="*/ 0 h 1588"/>
              <a:gd name="T14" fmla="*/ 10 w 10"/>
              <a:gd name="T15" fmla="*/ 1588 h 1588"/>
            </a:gdLst>
            <a:ahLst/>
            <a:cxnLst>
              <a:cxn ang="T8">
                <a:pos x="T0" y="T1"/>
              </a:cxn>
              <a:cxn ang="T9">
                <a:pos x="T2" y="T3"/>
              </a:cxn>
              <a:cxn ang="T10">
                <a:pos x="T4" y="T5"/>
              </a:cxn>
              <a:cxn ang="T11">
                <a:pos x="T6" y="T7"/>
              </a:cxn>
            </a:cxnLst>
            <a:rect l="T12" t="T13" r="T14" b="T15"/>
            <a:pathLst>
              <a:path w="10" h="1588">
                <a:moveTo>
                  <a:pt x="10" y="0"/>
                </a:moveTo>
                <a:lnTo>
                  <a:pt x="10" y="0"/>
                </a:lnTo>
                <a:lnTo>
                  <a:pt x="0" y="0"/>
                </a:lnTo>
                <a:lnTo>
                  <a:pt x="10" y="0"/>
                </a:lnTo>
                <a:close/>
              </a:path>
            </a:pathLst>
          </a:custGeom>
          <a:solidFill>
            <a:srgbClr val="18A3A9"/>
          </a:solidFill>
          <a:ln w="9525">
            <a:noFill/>
            <a:round/>
          </a:ln>
        </p:spPr>
        <p:txBody>
          <a:bodyPr/>
          <a:lstStyle/>
          <a:p>
            <a:endParaRPr lang="zh-CN" altLang="en-US"/>
          </a:p>
        </p:txBody>
      </p:sp>
      <p:sp>
        <p:nvSpPr>
          <p:cNvPr id="29721" name="Freeform 25"/>
          <p:cNvSpPr/>
          <p:nvPr/>
        </p:nvSpPr>
        <p:spPr bwMode="auto">
          <a:xfrm>
            <a:off x="7350125" y="1885950"/>
            <a:ext cx="9525" cy="1588"/>
          </a:xfrm>
          <a:custGeom>
            <a:avLst/>
            <a:gdLst>
              <a:gd name="T0" fmla="*/ 2147483647 w 6"/>
              <a:gd name="T1" fmla="*/ 0 h 1588"/>
              <a:gd name="T2" fmla="*/ 2147483647 w 6"/>
              <a:gd name="T3" fmla="*/ 0 h 1588"/>
              <a:gd name="T4" fmla="*/ 0 w 6"/>
              <a:gd name="T5" fmla="*/ 0 h 1588"/>
              <a:gd name="T6" fmla="*/ 2147483647 w 6"/>
              <a:gd name="T7" fmla="*/ 0 h 1588"/>
              <a:gd name="T8" fmla="*/ 0 60000 65536"/>
              <a:gd name="T9" fmla="*/ 0 60000 65536"/>
              <a:gd name="T10" fmla="*/ 0 60000 65536"/>
              <a:gd name="T11" fmla="*/ 0 60000 65536"/>
              <a:gd name="T12" fmla="*/ 0 w 6"/>
              <a:gd name="T13" fmla="*/ 0 h 1588"/>
              <a:gd name="T14" fmla="*/ 6 w 6"/>
              <a:gd name="T15" fmla="*/ 1588 h 1588"/>
            </a:gdLst>
            <a:ahLst/>
            <a:cxnLst>
              <a:cxn ang="T8">
                <a:pos x="T0" y="T1"/>
              </a:cxn>
              <a:cxn ang="T9">
                <a:pos x="T2" y="T3"/>
              </a:cxn>
              <a:cxn ang="T10">
                <a:pos x="T4" y="T5"/>
              </a:cxn>
              <a:cxn ang="T11">
                <a:pos x="T6" y="T7"/>
              </a:cxn>
            </a:cxnLst>
            <a:rect l="T12" t="T13" r="T14" b="T15"/>
            <a:pathLst>
              <a:path w="6" h="1588">
                <a:moveTo>
                  <a:pt x="6" y="0"/>
                </a:moveTo>
                <a:lnTo>
                  <a:pt x="6" y="0"/>
                </a:lnTo>
                <a:lnTo>
                  <a:pt x="0" y="0"/>
                </a:lnTo>
                <a:lnTo>
                  <a:pt x="6" y="0"/>
                </a:lnTo>
                <a:close/>
              </a:path>
            </a:pathLst>
          </a:custGeom>
          <a:solidFill>
            <a:srgbClr val="18A3A9"/>
          </a:solidFill>
          <a:ln w="9525">
            <a:noFill/>
            <a:round/>
          </a:ln>
        </p:spPr>
        <p:txBody>
          <a:bodyPr/>
          <a:lstStyle/>
          <a:p>
            <a:endParaRPr lang="zh-CN" altLang="en-US"/>
          </a:p>
        </p:txBody>
      </p:sp>
      <p:sp>
        <p:nvSpPr>
          <p:cNvPr id="29722" name="Freeform 26"/>
          <p:cNvSpPr/>
          <p:nvPr/>
        </p:nvSpPr>
        <p:spPr bwMode="auto">
          <a:xfrm>
            <a:off x="7524750" y="1885950"/>
            <a:ext cx="15875" cy="1588"/>
          </a:xfrm>
          <a:custGeom>
            <a:avLst/>
            <a:gdLst>
              <a:gd name="T0" fmla="*/ 2147483647 w 10"/>
              <a:gd name="T1" fmla="*/ 0 h 1588"/>
              <a:gd name="T2" fmla="*/ 2147483647 w 10"/>
              <a:gd name="T3" fmla="*/ 0 h 1588"/>
              <a:gd name="T4" fmla="*/ 0 w 10"/>
              <a:gd name="T5" fmla="*/ 0 h 1588"/>
              <a:gd name="T6" fmla="*/ 2147483647 w 10"/>
              <a:gd name="T7" fmla="*/ 0 h 1588"/>
              <a:gd name="T8" fmla="*/ 0 60000 65536"/>
              <a:gd name="T9" fmla="*/ 0 60000 65536"/>
              <a:gd name="T10" fmla="*/ 0 60000 65536"/>
              <a:gd name="T11" fmla="*/ 0 60000 65536"/>
              <a:gd name="T12" fmla="*/ 0 w 10"/>
              <a:gd name="T13" fmla="*/ 0 h 1588"/>
              <a:gd name="T14" fmla="*/ 10 w 10"/>
              <a:gd name="T15" fmla="*/ 1588 h 1588"/>
            </a:gdLst>
            <a:ahLst/>
            <a:cxnLst>
              <a:cxn ang="T8">
                <a:pos x="T0" y="T1"/>
              </a:cxn>
              <a:cxn ang="T9">
                <a:pos x="T2" y="T3"/>
              </a:cxn>
              <a:cxn ang="T10">
                <a:pos x="T4" y="T5"/>
              </a:cxn>
              <a:cxn ang="T11">
                <a:pos x="T6" y="T7"/>
              </a:cxn>
            </a:cxnLst>
            <a:rect l="T12" t="T13" r="T14" b="T15"/>
            <a:pathLst>
              <a:path w="10" h="1588">
                <a:moveTo>
                  <a:pt x="10" y="0"/>
                </a:moveTo>
                <a:lnTo>
                  <a:pt x="10" y="0"/>
                </a:lnTo>
                <a:lnTo>
                  <a:pt x="0" y="0"/>
                </a:lnTo>
                <a:lnTo>
                  <a:pt x="10" y="0"/>
                </a:lnTo>
                <a:close/>
              </a:path>
            </a:pathLst>
          </a:custGeom>
          <a:solidFill>
            <a:srgbClr val="18A3A9"/>
          </a:solidFill>
          <a:ln w="9525">
            <a:noFill/>
            <a:round/>
          </a:ln>
        </p:spPr>
        <p:txBody>
          <a:bodyPr/>
          <a:lstStyle/>
          <a:p>
            <a:endParaRPr lang="zh-CN" altLang="en-US"/>
          </a:p>
        </p:txBody>
      </p:sp>
      <p:sp>
        <p:nvSpPr>
          <p:cNvPr id="29723" name="Freeform 27"/>
          <p:cNvSpPr/>
          <p:nvPr/>
        </p:nvSpPr>
        <p:spPr bwMode="auto">
          <a:xfrm>
            <a:off x="7707313" y="1885950"/>
            <a:ext cx="7937" cy="1588"/>
          </a:xfrm>
          <a:custGeom>
            <a:avLst/>
            <a:gdLst>
              <a:gd name="T0" fmla="*/ 2147483647 w 5"/>
              <a:gd name="T1" fmla="*/ 0 h 1588"/>
              <a:gd name="T2" fmla="*/ 2147483647 w 5"/>
              <a:gd name="T3" fmla="*/ 0 h 1588"/>
              <a:gd name="T4" fmla="*/ 0 w 5"/>
              <a:gd name="T5" fmla="*/ 0 h 1588"/>
              <a:gd name="T6" fmla="*/ 2147483647 w 5"/>
              <a:gd name="T7" fmla="*/ 0 h 1588"/>
              <a:gd name="T8" fmla="*/ 0 60000 65536"/>
              <a:gd name="T9" fmla="*/ 0 60000 65536"/>
              <a:gd name="T10" fmla="*/ 0 60000 65536"/>
              <a:gd name="T11" fmla="*/ 0 60000 65536"/>
              <a:gd name="T12" fmla="*/ 0 w 5"/>
              <a:gd name="T13" fmla="*/ 0 h 1588"/>
              <a:gd name="T14" fmla="*/ 5 w 5"/>
              <a:gd name="T15" fmla="*/ 1588 h 1588"/>
            </a:gdLst>
            <a:ahLst/>
            <a:cxnLst>
              <a:cxn ang="T8">
                <a:pos x="T0" y="T1"/>
              </a:cxn>
              <a:cxn ang="T9">
                <a:pos x="T2" y="T3"/>
              </a:cxn>
              <a:cxn ang="T10">
                <a:pos x="T4" y="T5"/>
              </a:cxn>
              <a:cxn ang="T11">
                <a:pos x="T6" y="T7"/>
              </a:cxn>
            </a:cxnLst>
            <a:rect l="T12" t="T13" r="T14" b="T15"/>
            <a:pathLst>
              <a:path w="5" h="1588">
                <a:moveTo>
                  <a:pt x="5" y="0"/>
                </a:moveTo>
                <a:lnTo>
                  <a:pt x="5" y="0"/>
                </a:lnTo>
                <a:lnTo>
                  <a:pt x="0" y="0"/>
                </a:lnTo>
                <a:lnTo>
                  <a:pt x="5" y="0"/>
                </a:lnTo>
                <a:close/>
              </a:path>
            </a:pathLst>
          </a:custGeom>
          <a:solidFill>
            <a:srgbClr val="18A3A9"/>
          </a:solidFill>
          <a:ln w="9525">
            <a:noFill/>
            <a:round/>
          </a:ln>
        </p:spPr>
        <p:txBody>
          <a:bodyPr/>
          <a:lstStyle/>
          <a:p>
            <a:endParaRPr lang="zh-CN" altLang="en-US"/>
          </a:p>
        </p:txBody>
      </p:sp>
      <p:sp>
        <p:nvSpPr>
          <p:cNvPr id="29724" name="Freeform 28"/>
          <p:cNvSpPr/>
          <p:nvPr/>
        </p:nvSpPr>
        <p:spPr bwMode="auto">
          <a:xfrm>
            <a:off x="7880350" y="1885950"/>
            <a:ext cx="7938" cy="1588"/>
          </a:xfrm>
          <a:custGeom>
            <a:avLst/>
            <a:gdLst>
              <a:gd name="T0" fmla="*/ 2147483647 w 5"/>
              <a:gd name="T1" fmla="*/ 0 h 1588"/>
              <a:gd name="T2" fmla="*/ 2147483647 w 5"/>
              <a:gd name="T3" fmla="*/ 0 h 1588"/>
              <a:gd name="T4" fmla="*/ 0 w 5"/>
              <a:gd name="T5" fmla="*/ 0 h 1588"/>
              <a:gd name="T6" fmla="*/ 2147483647 w 5"/>
              <a:gd name="T7" fmla="*/ 0 h 1588"/>
              <a:gd name="T8" fmla="*/ 0 60000 65536"/>
              <a:gd name="T9" fmla="*/ 0 60000 65536"/>
              <a:gd name="T10" fmla="*/ 0 60000 65536"/>
              <a:gd name="T11" fmla="*/ 0 60000 65536"/>
              <a:gd name="T12" fmla="*/ 0 w 5"/>
              <a:gd name="T13" fmla="*/ 0 h 1588"/>
              <a:gd name="T14" fmla="*/ 5 w 5"/>
              <a:gd name="T15" fmla="*/ 1588 h 1588"/>
            </a:gdLst>
            <a:ahLst/>
            <a:cxnLst>
              <a:cxn ang="T8">
                <a:pos x="T0" y="T1"/>
              </a:cxn>
              <a:cxn ang="T9">
                <a:pos x="T2" y="T3"/>
              </a:cxn>
              <a:cxn ang="T10">
                <a:pos x="T4" y="T5"/>
              </a:cxn>
              <a:cxn ang="T11">
                <a:pos x="T6" y="T7"/>
              </a:cxn>
            </a:cxnLst>
            <a:rect l="T12" t="T13" r="T14" b="T15"/>
            <a:pathLst>
              <a:path w="5" h="1588">
                <a:moveTo>
                  <a:pt x="5" y="0"/>
                </a:moveTo>
                <a:lnTo>
                  <a:pt x="5" y="0"/>
                </a:lnTo>
                <a:lnTo>
                  <a:pt x="0" y="0"/>
                </a:lnTo>
                <a:lnTo>
                  <a:pt x="5" y="0"/>
                </a:lnTo>
                <a:close/>
              </a:path>
            </a:pathLst>
          </a:custGeom>
          <a:solidFill>
            <a:srgbClr val="18A3A9"/>
          </a:solidFill>
          <a:ln w="9525">
            <a:noFill/>
            <a:round/>
          </a:ln>
        </p:spPr>
        <p:txBody>
          <a:bodyPr/>
          <a:lstStyle/>
          <a:p>
            <a:endParaRPr lang="zh-CN" altLang="en-US"/>
          </a:p>
        </p:txBody>
      </p:sp>
      <p:grpSp>
        <p:nvGrpSpPr>
          <p:cNvPr id="2" name="Group 29"/>
          <p:cNvGrpSpPr/>
          <p:nvPr/>
        </p:nvGrpSpPr>
        <p:grpSpPr bwMode="auto">
          <a:xfrm>
            <a:off x="7902575" y="1752600"/>
            <a:ext cx="846138" cy="1981200"/>
            <a:chOff x="4944" y="218"/>
            <a:chExt cx="533" cy="1248"/>
          </a:xfrm>
        </p:grpSpPr>
        <p:sp>
          <p:nvSpPr>
            <p:cNvPr id="29880" name="Line 30"/>
            <p:cNvSpPr>
              <a:spLocks noChangeShapeType="1"/>
            </p:cNvSpPr>
            <p:nvPr/>
          </p:nvSpPr>
          <p:spPr bwMode="auto">
            <a:xfrm>
              <a:off x="4944" y="288"/>
              <a:ext cx="288" cy="0"/>
            </a:xfrm>
            <a:prstGeom prst="line">
              <a:avLst/>
            </a:prstGeom>
            <a:noFill/>
            <a:ln w="28575">
              <a:solidFill>
                <a:srgbClr val="0033CC"/>
              </a:solidFill>
              <a:round/>
            </a:ln>
          </p:spPr>
          <p:txBody>
            <a:bodyPr/>
            <a:lstStyle/>
            <a:p>
              <a:endParaRPr lang="zh-CN" altLang="en-US"/>
            </a:p>
          </p:txBody>
        </p:sp>
        <p:sp>
          <p:nvSpPr>
            <p:cNvPr id="29881" name="Line 31"/>
            <p:cNvSpPr>
              <a:spLocks noChangeShapeType="1"/>
            </p:cNvSpPr>
            <p:nvPr/>
          </p:nvSpPr>
          <p:spPr bwMode="auto">
            <a:xfrm>
              <a:off x="5088" y="288"/>
              <a:ext cx="0" cy="1104"/>
            </a:xfrm>
            <a:prstGeom prst="line">
              <a:avLst/>
            </a:prstGeom>
            <a:noFill/>
            <a:ln w="28575">
              <a:solidFill>
                <a:srgbClr val="0033CC"/>
              </a:solidFill>
              <a:round/>
              <a:tailEnd type="triangle" w="med" len="med"/>
            </a:ln>
          </p:spPr>
          <p:txBody>
            <a:bodyPr/>
            <a:lstStyle/>
            <a:p>
              <a:endParaRPr lang="zh-CN" altLang="en-US"/>
            </a:p>
          </p:txBody>
        </p:sp>
        <p:sp>
          <p:nvSpPr>
            <p:cNvPr id="29882" name="Text Box 32"/>
            <p:cNvSpPr txBox="1">
              <a:spLocks noChangeArrowheads="1"/>
            </p:cNvSpPr>
            <p:nvPr/>
          </p:nvSpPr>
          <p:spPr bwMode="auto">
            <a:xfrm>
              <a:off x="5222" y="218"/>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sp>
          <p:nvSpPr>
            <p:cNvPr id="29883" name="Text Box 33"/>
            <p:cNvSpPr txBox="1">
              <a:spLocks noChangeArrowheads="1"/>
            </p:cNvSpPr>
            <p:nvPr/>
          </p:nvSpPr>
          <p:spPr bwMode="auto">
            <a:xfrm>
              <a:off x="5174" y="1178"/>
              <a:ext cx="201"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y</a:t>
              </a:r>
              <a:endParaRPr lang="en-US" altLang="zh-CN" b="1">
                <a:solidFill>
                  <a:srgbClr val="0033CC"/>
                </a:solidFill>
                <a:latin typeface="Times New Roman" panose="02020603050405020304" pitchFamily="18" charset="0"/>
              </a:endParaRPr>
            </a:p>
          </p:txBody>
        </p:sp>
      </p:grpSp>
      <p:grpSp>
        <p:nvGrpSpPr>
          <p:cNvPr id="3" name="Group 34"/>
          <p:cNvGrpSpPr/>
          <p:nvPr/>
        </p:nvGrpSpPr>
        <p:grpSpPr bwMode="auto">
          <a:xfrm>
            <a:off x="6284913" y="1820863"/>
            <a:ext cx="1639887" cy="2417762"/>
            <a:chOff x="3959" y="1152"/>
            <a:chExt cx="1033" cy="1523"/>
          </a:xfrm>
        </p:grpSpPr>
        <p:sp>
          <p:nvSpPr>
            <p:cNvPr id="29735" name="Freeform 35"/>
            <p:cNvSpPr/>
            <p:nvPr/>
          </p:nvSpPr>
          <p:spPr bwMode="auto">
            <a:xfrm>
              <a:off x="3959" y="1204"/>
              <a:ext cx="991" cy="172"/>
            </a:xfrm>
            <a:custGeom>
              <a:avLst/>
              <a:gdLst>
                <a:gd name="T0" fmla="*/ 0 w 991"/>
                <a:gd name="T1" fmla="*/ 172 h 172"/>
                <a:gd name="T2" fmla="*/ 0 w 991"/>
                <a:gd name="T3" fmla="*/ 0 h 172"/>
                <a:gd name="T4" fmla="*/ 991 w 991"/>
                <a:gd name="T5" fmla="*/ 0 h 172"/>
                <a:gd name="T6" fmla="*/ 991 w 991"/>
                <a:gd name="T7" fmla="*/ 172 h 172"/>
                <a:gd name="T8" fmla="*/ 0 w 991"/>
                <a:gd name="T9" fmla="*/ 172 h 172"/>
                <a:gd name="T10" fmla="*/ 0 w 991"/>
                <a:gd name="T11" fmla="*/ 172 h 172"/>
                <a:gd name="T12" fmla="*/ 0 60000 65536"/>
                <a:gd name="T13" fmla="*/ 0 60000 65536"/>
                <a:gd name="T14" fmla="*/ 0 60000 65536"/>
                <a:gd name="T15" fmla="*/ 0 60000 65536"/>
                <a:gd name="T16" fmla="*/ 0 60000 65536"/>
                <a:gd name="T17" fmla="*/ 0 60000 65536"/>
                <a:gd name="T18" fmla="*/ 0 w 991"/>
                <a:gd name="T19" fmla="*/ 0 h 172"/>
                <a:gd name="T20" fmla="*/ 991 w 991"/>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991" h="172">
                  <a:moveTo>
                    <a:pt x="0" y="172"/>
                  </a:moveTo>
                  <a:lnTo>
                    <a:pt x="0" y="0"/>
                  </a:lnTo>
                  <a:lnTo>
                    <a:pt x="991" y="0"/>
                  </a:lnTo>
                  <a:lnTo>
                    <a:pt x="991" y="172"/>
                  </a:lnTo>
                  <a:lnTo>
                    <a:pt x="0" y="172"/>
                  </a:lnTo>
                  <a:close/>
                </a:path>
              </a:pathLst>
            </a:custGeom>
            <a:solidFill>
              <a:srgbClr val="CC0099"/>
            </a:solidFill>
            <a:ln w="9525">
              <a:noFill/>
              <a:round/>
            </a:ln>
          </p:spPr>
          <p:txBody>
            <a:bodyPr/>
            <a:lstStyle/>
            <a:p>
              <a:endParaRPr lang="zh-CN" altLang="en-US"/>
            </a:p>
          </p:txBody>
        </p:sp>
        <p:sp>
          <p:nvSpPr>
            <p:cNvPr id="29736" name="Freeform 36"/>
            <p:cNvSpPr/>
            <p:nvPr/>
          </p:nvSpPr>
          <p:spPr bwMode="auto">
            <a:xfrm>
              <a:off x="4735" y="1196"/>
              <a:ext cx="146" cy="1479"/>
            </a:xfrm>
            <a:custGeom>
              <a:avLst/>
              <a:gdLst>
                <a:gd name="T0" fmla="*/ 146 w 146"/>
                <a:gd name="T1" fmla="*/ 1479 h 1479"/>
                <a:gd name="T2" fmla="*/ 0 w 146"/>
                <a:gd name="T3" fmla="*/ 1479 h 1479"/>
                <a:gd name="T4" fmla="*/ 0 w 146"/>
                <a:gd name="T5" fmla="*/ 0 h 1479"/>
                <a:gd name="T6" fmla="*/ 146 w 146"/>
                <a:gd name="T7" fmla="*/ 0 h 1479"/>
                <a:gd name="T8" fmla="*/ 146 w 146"/>
                <a:gd name="T9" fmla="*/ 1479 h 1479"/>
                <a:gd name="T10" fmla="*/ 146 w 146"/>
                <a:gd name="T11" fmla="*/ 1479 h 1479"/>
                <a:gd name="T12" fmla="*/ 0 60000 65536"/>
                <a:gd name="T13" fmla="*/ 0 60000 65536"/>
                <a:gd name="T14" fmla="*/ 0 60000 65536"/>
                <a:gd name="T15" fmla="*/ 0 60000 65536"/>
                <a:gd name="T16" fmla="*/ 0 60000 65536"/>
                <a:gd name="T17" fmla="*/ 0 60000 65536"/>
                <a:gd name="T18" fmla="*/ 0 w 146"/>
                <a:gd name="T19" fmla="*/ 0 h 1479"/>
                <a:gd name="T20" fmla="*/ 146 w 146"/>
                <a:gd name="T21" fmla="*/ 1479 h 1479"/>
              </a:gdLst>
              <a:ahLst/>
              <a:cxnLst>
                <a:cxn ang="T12">
                  <a:pos x="T0" y="T1"/>
                </a:cxn>
                <a:cxn ang="T13">
                  <a:pos x="T2" y="T3"/>
                </a:cxn>
                <a:cxn ang="T14">
                  <a:pos x="T4" y="T5"/>
                </a:cxn>
                <a:cxn ang="T15">
                  <a:pos x="T6" y="T7"/>
                </a:cxn>
                <a:cxn ang="T16">
                  <a:pos x="T8" y="T9"/>
                </a:cxn>
                <a:cxn ang="T17">
                  <a:pos x="T10" y="T11"/>
                </a:cxn>
              </a:cxnLst>
              <a:rect l="T18" t="T19" r="T20" b="T21"/>
              <a:pathLst>
                <a:path w="146" h="1479">
                  <a:moveTo>
                    <a:pt x="146" y="1479"/>
                  </a:moveTo>
                  <a:lnTo>
                    <a:pt x="0" y="1479"/>
                  </a:lnTo>
                  <a:lnTo>
                    <a:pt x="0" y="0"/>
                  </a:lnTo>
                  <a:lnTo>
                    <a:pt x="146" y="0"/>
                  </a:lnTo>
                  <a:lnTo>
                    <a:pt x="146" y="1479"/>
                  </a:lnTo>
                  <a:close/>
                </a:path>
              </a:pathLst>
            </a:custGeom>
            <a:solidFill>
              <a:srgbClr val="CC0099"/>
            </a:solidFill>
            <a:ln w="9525">
              <a:noFill/>
              <a:round/>
            </a:ln>
          </p:spPr>
          <p:txBody>
            <a:bodyPr/>
            <a:lstStyle/>
            <a:p>
              <a:endParaRPr lang="zh-CN" altLang="en-US"/>
            </a:p>
          </p:txBody>
        </p:sp>
        <p:sp>
          <p:nvSpPr>
            <p:cNvPr id="29737" name="Freeform 37"/>
            <p:cNvSpPr/>
            <p:nvPr/>
          </p:nvSpPr>
          <p:spPr bwMode="auto">
            <a:xfrm>
              <a:off x="4934" y="1267"/>
              <a:ext cx="21" cy="20"/>
            </a:xfrm>
            <a:custGeom>
              <a:avLst/>
              <a:gdLst>
                <a:gd name="T0" fmla="*/ 21 w 21"/>
                <a:gd name="T1" fmla="*/ 5 h 20"/>
                <a:gd name="T2" fmla="*/ 21 w 21"/>
                <a:gd name="T3" fmla="*/ 5 h 20"/>
                <a:gd name="T4" fmla="*/ 16 w 21"/>
                <a:gd name="T5" fmla="*/ 0 h 20"/>
                <a:gd name="T6" fmla="*/ 0 w 21"/>
                <a:gd name="T7" fmla="*/ 0 h 20"/>
                <a:gd name="T8" fmla="*/ 6 w 21"/>
                <a:gd name="T9" fmla="*/ 15 h 20"/>
                <a:gd name="T10" fmla="*/ 21 w 21"/>
                <a:gd name="T11" fmla="*/ 20 h 20"/>
                <a:gd name="T12" fmla="*/ 21 w 21"/>
                <a:gd name="T13" fmla="*/ 5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21" y="5"/>
                  </a:moveTo>
                  <a:lnTo>
                    <a:pt x="21" y="5"/>
                  </a:lnTo>
                  <a:lnTo>
                    <a:pt x="16" y="0"/>
                  </a:lnTo>
                  <a:lnTo>
                    <a:pt x="0" y="0"/>
                  </a:lnTo>
                  <a:lnTo>
                    <a:pt x="6" y="15"/>
                  </a:lnTo>
                  <a:lnTo>
                    <a:pt x="21" y="20"/>
                  </a:lnTo>
                  <a:lnTo>
                    <a:pt x="21" y="5"/>
                  </a:lnTo>
                  <a:close/>
                </a:path>
              </a:pathLst>
            </a:custGeom>
            <a:solidFill>
              <a:schemeClr val="tx2"/>
            </a:solidFill>
            <a:ln w="9525">
              <a:solidFill>
                <a:schemeClr val="tx2"/>
              </a:solidFill>
              <a:round/>
            </a:ln>
          </p:spPr>
          <p:txBody>
            <a:bodyPr/>
            <a:lstStyle/>
            <a:p>
              <a:endParaRPr lang="zh-CN" altLang="en-US"/>
            </a:p>
          </p:txBody>
        </p:sp>
        <p:sp>
          <p:nvSpPr>
            <p:cNvPr id="29738" name="Freeform 38"/>
            <p:cNvSpPr>
              <a:spLocks noEditPoints="1"/>
            </p:cNvSpPr>
            <p:nvPr/>
          </p:nvSpPr>
          <p:spPr bwMode="auto">
            <a:xfrm>
              <a:off x="4934" y="1214"/>
              <a:ext cx="16" cy="53"/>
            </a:xfrm>
            <a:custGeom>
              <a:avLst/>
              <a:gdLst>
                <a:gd name="T0" fmla="*/ 16 w 16"/>
                <a:gd name="T1" fmla="*/ 53 h 53"/>
                <a:gd name="T2" fmla="*/ 16 w 16"/>
                <a:gd name="T3" fmla="*/ 0 h 53"/>
                <a:gd name="T4" fmla="*/ 0 w 16"/>
                <a:gd name="T5" fmla="*/ 0 h 53"/>
                <a:gd name="T6" fmla="*/ 0 w 16"/>
                <a:gd name="T7" fmla="*/ 53 h 53"/>
                <a:gd name="T8" fmla="*/ 16 w 16"/>
                <a:gd name="T9" fmla="*/ 53 h 53"/>
                <a:gd name="T10" fmla="*/ 0 w 16"/>
                <a:gd name="T11" fmla="*/ 53 h 53"/>
                <a:gd name="T12" fmla="*/ 0 w 16"/>
                <a:gd name="T13" fmla="*/ 53 h 53"/>
                <a:gd name="T14" fmla="*/ 11 w 16"/>
                <a:gd name="T15" fmla="*/ 53 h 53"/>
                <a:gd name="T16" fmla="*/ 0 w 16"/>
                <a:gd name="T17" fmla="*/ 5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16" y="53"/>
                  </a:moveTo>
                  <a:lnTo>
                    <a:pt x="16" y="0"/>
                  </a:lnTo>
                  <a:lnTo>
                    <a:pt x="0" y="0"/>
                  </a:lnTo>
                  <a:lnTo>
                    <a:pt x="0" y="53"/>
                  </a:lnTo>
                  <a:lnTo>
                    <a:pt x="16" y="53"/>
                  </a:lnTo>
                  <a:close/>
                  <a:moveTo>
                    <a:pt x="0" y="53"/>
                  </a:moveTo>
                  <a:lnTo>
                    <a:pt x="0" y="53"/>
                  </a:lnTo>
                  <a:lnTo>
                    <a:pt x="11" y="53"/>
                  </a:lnTo>
                  <a:lnTo>
                    <a:pt x="0" y="53"/>
                  </a:lnTo>
                  <a:close/>
                </a:path>
              </a:pathLst>
            </a:custGeom>
            <a:solidFill>
              <a:schemeClr val="tx2"/>
            </a:solidFill>
            <a:ln w="9525">
              <a:solidFill>
                <a:schemeClr val="tx2"/>
              </a:solidFill>
              <a:round/>
            </a:ln>
          </p:spPr>
          <p:txBody>
            <a:bodyPr/>
            <a:lstStyle/>
            <a:p>
              <a:endParaRPr lang="zh-CN" altLang="en-US"/>
            </a:p>
          </p:txBody>
        </p:sp>
        <p:sp>
          <p:nvSpPr>
            <p:cNvPr id="29739" name="Freeform 39"/>
            <p:cNvSpPr>
              <a:spLocks noEditPoints="1"/>
            </p:cNvSpPr>
            <p:nvPr/>
          </p:nvSpPr>
          <p:spPr bwMode="auto">
            <a:xfrm>
              <a:off x="4934" y="1199"/>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740" name="Freeform 40"/>
            <p:cNvSpPr>
              <a:spLocks noEditPoints="1"/>
            </p:cNvSpPr>
            <p:nvPr/>
          </p:nvSpPr>
          <p:spPr bwMode="auto">
            <a:xfrm>
              <a:off x="4955" y="1199"/>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41" name="Freeform 41"/>
            <p:cNvSpPr>
              <a:spLocks noEditPoints="1"/>
            </p:cNvSpPr>
            <p:nvPr/>
          </p:nvSpPr>
          <p:spPr bwMode="auto">
            <a:xfrm>
              <a:off x="4971" y="1199"/>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42" name="Freeform 42"/>
            <p:cNvSpPr>
              <a:spLocks noEditPoints="1"/>
            </p:cNvSpPr>
            <p:nvPr/>
          </p:nvSpPr>
          <p:spPr bwMode="auto">
            <a:xfrm>
              <a:off x="4976" y="1214"/>
              <a:ext cx="16" cy="53"/>
            </a:xfrm>
            <a:custGeom>
              <a:avLst/>
              <a:gdLst>
                <a:gd name="T0" fmla="*/ 0 w 16"/>
                <a:gd name="T1" fmla="*/ 0 h 53"/>
                <a:gd name="T2" fmla="*/ 0 w 16"/>
                <a:gd name="T3" fmla="*/ 53 h 53"/>
                <a:gd name="T4" fmla="*/ 16 w 16"/>
                <a:gd name="T5" fmla="*/ 53 h 53"/>
                <a:gd name="T6" fmla="*/ 16 w 16"/>
                <a:gd name="T7" fmla="*/ 0 h 53"/>
                <a:gd name="T8" fmla="*/ 0 w 16"/>
                <a:gd name="T9" fmla="*/ 0 h 53"/>
                <a:gd name="T10" fmla="*/ 16 w 16"/>
                <a:gd name="T11" fmla="*/ 0 h 53"/>
                <a:gd name="T12" fmla="*/ 16 w 16"/>
                <a:gd name="T13" fmla="*/ 0 h 53"/>
                <a:gd name="T14" fmla="*/ 5 w 16"/>
                <a:gd name="T15" fmla="*/ 0 h 53"/>
                <a:gd name="T16" fmla="*/ 16 w 16"/>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0" y="0"/>
                  </a:moveTo>
                  <a:lnTo>
                    <a:pt x="0" y="53"/>
                  </a:lnTo>
                  <a:lnTo>
                    <a:pt x="16" y="53"/>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43" name="Freeform 43"/>
            <p:cNvSpPr>
              <a:spLocks noEditPoints="1"/>
            </p:cNvSpPr>
            <p:nvPr/>
          </p:nvSpPr>
          <p:spPr bwMode="auto">
            <a:xfrm>
              <a:off x="4971" y="1267"/>
              <a:ext cx="21" cy="20"/>
            </a:xfrm>
            <a:custGeom>
              <a:avLst/>
              <a:gdLst>
                <a:gd name="T0" fmla="*/ 5 w 21"/>
                <a:gd name="T1" fmla="*/ 0 h 20"/>
                <a:gd name="T2" fmla="*/ 5 w 21"/>
                <a:gd name="T3" fmla="*/ 5 h 20"/>
                <a:gd name="T4" fmla="*/ 0 w 21"/>
                <a:gd name="T5" fmla="*/ 5 h 20"/>
                <a:gd name="T6" fmla="*/ 0 w 21"/>
                <a:gd name="T7" fmla="*/ 20 h 20"/>
                <a:gd name="T8" fmla="*/ 16 w 21"/>
                <a:gd name="T9" fmla="*/ 15 h 20"/>
                <a:gd name="T10" fmla="*/ 21 w 21"/>
                <a:gd name="T11" fmla="*/ 0 h 20"/>
                <a:gd name="T12" fmla="*/ 5 w 21"/>
                <a:gd name="T13" fmla="*/ 0 h 20"/>
                <a:gd name="T14" fmla="*/ 21 w 21"/>
                <a:gd name="T15" fmla="*/ 0 h 20"/>
                <a:gd name="T16" fmla="*/ 21 w 21"/>
                <a:gd name="T17" fmla="*/ 0 h 20"/>
                <a:gd name="T18" fmla="*/ 10 w 21"/>
                <a:gd name="T19" fmla="*/ 0 h 20"/>
                <a:gd name="T20" fmla="*/ 21 w 21"/>
                <a:gd name="T21" fmla="*/ 0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5" y="0"/>
                  </a:moveTo>
                  <a:lnTo>
                    <a:pt x="5" y="5"/>
                  </a:lnTo>
                  <a:lnTo>
                    <a:pt x="0" y="5"/>
                  </a:lnTo>
                  <a:lnTo>
                    <a:pt x="0" y="20"/>
                  </a:lnTo>
                  <a:lnTo>
                    <a:pt x="16" y="15"/>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44" name="Freeform 44"/>
            <p:cNvSpPr>
              <a:spLocks noEditPoints="1"/>
            </p:cNvSpPr>
            <p:nvPr/>
          </p:nvSpPr>
          <p:spPr bwMode="auto">
            <a:xfrm>
              <a:off x="4955" y="1272"/>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29745" name="Freeform 45"/>
            <p:cNvSpPr/>
            <p:nvPr/>
          </p:nvSpPr>
          <p:spPr bwMode="auto">
            <a:xfrm>
              <a:off x="4934" y="1381"/>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29746" name="Freeform 46"/>
            <p:cNvSpPr>
              <a:spLocks noEditPoints="1"/>
            </p:cNvSpPr>
            <p:nvPr/>
          </p:nvSpPr>
          <p:spPr bwMode="auto">
            <a:xfrm>
              <a:off x="4934" y="1329"/>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47" name="Freeform 47"/>
            <p:cNvSpPr>
              <a:spLocks noEditPoints="1"/>
            </p:cNvSpPr>
            <p:nvPr/>
          </p:nvSpPr>
          <p:spPr bwMode="auto">
            <a:xfrm>
              <a:off x="4934" y="1308"/>
              <a:ext cx="21" cy="21"/>
            </a:xfrm>
            <a:custGeom>
              <a:avLst/>
              <a:gdLst>
                <a:gd name="T0" fmla="*/ 16 w 21"/>
                <a:gd name="T1" fmla="*/ 21 h 21"/>
                <a:gd name="T2" fmla="*/ 21 w 21"/>
                <a:gd name="T3" fmla="*/ 21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748" name="Freeform 48"/>
            <p:cNvSpPr>
              <a:spLocks noEditPoints="1"/>
            </p:cNvSpPr>
            <p:nvPr/>
          </p:nvSpPr>
          <p:spPr bwMode="auto">
            <a:xfrm>
              <a:off x="4955" y="1308"/>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749" name="Freeform 49"/>
            <p:cNvSpPr>
              <a:spLocks noEditPoints="1"/>
            </p:cNvSpPr>
            <p:nvPr/>
          </p:nvSpPr>
          <p:spPr bwMode="auto">
            <a:xfrm>
              <a:off x="4971" y="1308"/>
              <a:ext cx="21" cy="21"/>
            </a:xfrm>
            <a:custGeom>
              <a:avLst/>
              <a:gdLst>
                <a:gd name="T0" fmla="*/ 0 w 21"/>
                <a:gd name="T1" fmla="*/ 16 h 21"/>
                <a:gd name="T2" fmla="*/ 5 w 21"/>
                <a:gd name="T3" fmla="*/ 21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750" name="Freeform 50"/>
            <p:cNvSpPr>
              <a:spLocks noEditPoints="1"/>
            </p:cNvSpPr>
            <p:nvPr/>
          </p:nvSpPr>
          <p:spPr bwMode="auto">
            <a:xfrm>
              <a:off x="4976" y="1329"/>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51" name="Freeform 51"/>
            <p:cNvSpPr>
              <a:spLocks noEditPoints="1"/>
            </p:cNvSpPr>
            <p:nvPr/>
          </p:nvSpPr>
          <p:spPr bwMode="auto">
            <a:xfrm>
              <a:off x="4971" y="1381"/>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52" name="Freeform 52"/>
            <p:cNvSpPr>
              <a:spLocks noEditPoints="1"/>
            </p:cNvSpPr>
            <p:nvPr/>
          </p:nvSpPr>
          <p:spPr bwMode="auto">
            <a:xfrm>
              <a:off x="4955" y="1381"/>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29753" name="Rectangle 53"/>
            <p:cNvSpPr>
              <a:spLocks noChangeArrowheads="1"/>
            </p:cNvSpPr>
            <p:nvPr/>
          </p:nvSpPr>
          <p:spPr bwMode="auto">
            <a:xfrm>
              <a:off x="4955" y="1246"/>
              <a:ext cx="16" cy="83"/>
            </a:xfrm>
            <a:prstGeom prst="rect">
              <a:avLst/>
            </a:prstGeom>
            <a:solidFill>
              <a:schemeClr val="tx2"/>
            </a:solidFill>
            <a:ln w="9525">
              <a:solidFill>
                <a:schemeClr val="tx2"/>
              </a:solidFill>
              <a:miter lim="800000"/>
            </a:ln>
          </p:spPr>
          <p:txBody>
            <a:bodyPr/>
            <a:lstStyle/>
            <a:p>
              <a:endParaRPr lang="zh-CN" altLang="en-US"/>
            </a:p>
          </p:txBody>
        </p:sp>
        <p:sp>
          <p:nvSpPr>
            <p:cNvPr id="29754" name="Freeform 54"/>
            <p:cNvSpPr/>
            <p:nvPr/>
          </p:nvSpPr>
          <p:spPr bwMode="auto">
            <a:xfrm>
              <a:off x="4934" y="1490"/>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29755" name="Freeform 55"/>
            <p:cNvSpPr>
              <a:spLocks noEditPoints="1"/>
            </p:cNvSpPr>
            <p:nvPr/>
          </p:nvSpPr>
          <p:spPr bwMode="auto">
            <a:xfrm>
              <a:off x="4934" y="1438"/>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56" name="Freeform 56"/>
            <p:cNvSpPr>
              <a:spLocks noEditPoints="1"/>
            </p:cNvSpPr>
            <p:nvPr/>
          </p:nvSpPr>
          <p:spPr bwMode="auto">
            <a:xfrm>
              <a:off x="4934" y="1423"/>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757" name="Freeform 57"/>
            <p:cNvSpPr>
              <a:spLocks noEditPoints="1"/>
            </p:cNvSpPr>
            <p:nvPr/>
          </p:nvSpPr>
          <p:spPr bwMode="auto">
            <a:xfrm>
              <a:off x="4955" y="1423"/>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58" name="Freeform 58"/>
            <p:cNvSpPr>
              <a:spLocks noEditPoints="1"/>
            </p:cNvSpPr>
            <p:nvPr/>
          </p:nvSpPr>
          <p:spPr bwMode="auto">
            <a:xfrm>
              <a:off x="4971" y="1423"/>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59" name="Freeform 59"/>
            <p:cNvSpPr>
              <a:spLocks noEditPoints="1"/>
            </p:cNvSpPr>
            <p:nvPr/>
          </p:nvSpPr>
          <p:spPr bwMode="auto">
            <a:xfrm>
              <a:off x="4976" y="1438"/>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60" name="Freeform 60"/>
            <p:cNvSpPr>
              <a:spLocks noEditPoints="1"/>
            </p:cNvSpPr>
            <p:nvPr/>
          </p:nvSpPr>
          <p:spPr bwMode="auto">
            <a:xfrm>
              <a:off x="4971" y="1490"/>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61" name="Freeform 61"/>
            <p:cNvSpPr>
              <a:spLocks noEditPoints="1"/>
            </p:cNvSpPr>
            <p:nvPr/>
          </p:nvSpPr>
          <p:spPr bwMode="auto">
            <a:xfrm>
              <a:off x="4955" y="1496"/>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29762" name="Rectangle 62"/>
            <p:cNvSpPr>
              <a:spLocks noChangeArrowheads="1"/>
            </p:cNvSpPr>
            <p:nvPr/>
          </p:nvSpPr>
          <p:spPr bwMode="auto">
            <a:xfrm>
              <a:off x="4955" y="1360"/>
              <a:ext cx="16" cy="78"/>
            </a:xfrm>
            <a:prstGeom prst="rect">
              <a:avLst/>
            </a:prstGeom>
            <a:solidFill>
              <a:schemeClr val="tx2"/>
            </a:solidFill>
            <a:ln w="9525">
              <a:solidFill>
                <a:schemeClr val="tx2"/>
              </a:solidFill>
              <a:miter lim="800000"/>
            </a:ln>
          </p:spPr>
          <p:txBody>
            <a:bodyPr/>
            <a:lstStyle/>
            <a:p>
              <a:endParaRPr lang="zh-CN" altLang="en-US"/>
            </a:p>
          </p:txBody>
        </p:sp>
        <p:sp>
          <p:nvSpPr>
            <p:cNvPr id="29763" name="Freeform 63"/>
            <p:cNvSpPr/>
            <p:nvPr/>
          </p:nvSpPr>
          <p:spPr bwMode="auto">
            <a:xfrm>
              <a:off x="4934" y="1605"/>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29764" name="Freeform 64"/>
            <p:cNvSpPr>
              <a:spLocks noEditPoints="1"/>
            </p:cNvSpPr>
            <p:nvPr/>
          </p:nvSpPr>
          <p:spPr bwMode="auto">
            <a:xfrm>
              <a:off x="4934" y="1553"/>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65" name="Freeform 65"/>
            <p:cNvSpPr>
              <a:spLocks noEditPoints="1"/>
            </p:cNvSpPr>
            <p:nvPr/>
          </p:nvSpPr>
          <p:spPr bwMode="auto">
            <a:xfrm>
              <a:off x="4934" y="153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766" name="Freeform 66"/>
            <p:cNvSpPr>
              <a:spLocks noEditPoints="1"/>
            </p:cNvSpPr>
            <p:nvPr/>
          </p:nvSpPr>
          <p:spPr bwMode="auto">
            <a:xfrm>
              <a:off x="4955" y="1532"/>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767" name="Freeform 67"/>
            <p:cNvSpPr>
              <a:spLocks noEditPoints="1"/>
            </p:cNvSpPr>
            <p:nvPr/>
          </p:nvSpPr>
          <p:spPr bwMode="auto">
            <a:xfrm>
              <a:off x="4971" y="153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768" name="Freeform 68"/>
            <p:cNvSpPr>
              <a:spLocks noEditPoints="1"/>
            </p:cNvSpPr>
            <p:nvPr/>
          </p:nvSpPr>
          <p:spPr bwMode="auto">
            <a:xfrm>
              <a:off x="4976" y="1553"/>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69" name="Freeform 69"/>
            <p:cNvSpPr>
              <a:spLocks noEditPoints="1"/>
            </p:cNvSpPr>
            <p:nvPr/>
          </p:nvSpPr>
          <p:spPr bwMode="auto">
            <a:xfrm>
              <a:off x="4971" y="1605"/>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70" name="Freeform 70"/>
            <p:cNvSpPr>
              <a:spLocks noEditPoints="1"/>
            </p:cNvSpPr>
            <p:nvPr/>
          </p:nvSpPr>
          <p:spPr bwMode="auto">
            <a:xfrm>
              <a:off x="4955" y="1605"/>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29771" name="Rectangle 71"/>
            <p:cNvSpPr>
              <a:spLocks noChangeArrowheads="1"/>
            </p:cNvSpPr>
            <p:nvPr/>
          </p:nvSpPr>
          <p:spPr bwMode="auto">
            <a:xfrm>
              <a:off x="4955" y="1470"/>
              <a:ext cx="16" cy="83"/>
            </a:xfrm>
            <a:prstGeom prst="rect">
              <a:avLst/>
            </a:prstGeom>
            <a:solidFill>
              <a:schemeClr val="tx2"/>
            </a:solidFill>
            <a:ln w="9525">
              <a:solidFill>
                <a:schemeClr val="tx2"/>
              </a:solidFill>
              <a:miter lim="800000"/>
            </a:ln>
          </p:spPr>
          <p:txBody>
            <a:bodyPr/>
            <a:lstStyle/>
            <a:p>
              <a:endParaRPr lang="zh-CN" altLang="en-US"/>
            </a:p>
          </p:txBody>
        </p:sp>
        <p:sp>
          <p:nvSpPr>
            <p:cNvPr id="29772" name="Freeform 72"/>
            <p:cNvSpPr/>
            <p:nvPr/>
          </p:nvSpPr>
          <p:spPr bwMode="auto">
            <a:xfrm>
              <a:off x="4934" y="1714"/>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29773" name="Freeform 73"/>
            <p:cNvSpPr>
              <a:spLocks noEditPoints="1"/>
            </p:cNvSpPr>
            <p:nvPr/>
          </p:nvSpPr>
          <p:spPr bwMode="auto">
            <a:xfrm>
              <a:off x="4934" y="1662"/>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74" name="Freeform 74"/>
            <p:cNvSpPr>
              <a:spLocks noEditPoints="1"/>
            </p:cNvSpPr>
            <p:nvPr/>
          </p:nvSpPr>
          <p:spPr bwMode="auto">
            <a:xfrm>
              <a:off x="4934" y="1647"/>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775" name="Freeform 75"/>
            <p:cNvSpPr>
              <a:spLocks noEditPoints="1"/>
            </p:cNvSpPr>
            <p:nvPr/>
          </p:nvSpPr>
          <p:spPr bwMode="auto">
            <a:xfrm>
              <a:off x="4955" y="1647"/>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76" name="Freeform 76"/>
            <p:cNvSpPr>
              <a:spLocks noEditPoints="1"/>
            </p:cNvSpPr>
            <p:nvPr/>
          </p:nvSpPr>
          <p:spPr bwMode="auto">
            <a:xfrm>
              <a:off x="4971" y="1647"/>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77" name="Freeform 77"/>
            <p:cNvSpPr>
              <a:spLocks noEditPoints="1"/>
            </p:cNvSpPr>
            <p:nvPr/>
          </p:nvSpPr>
          <p:spPr bwMode="auto">
            <a:xfrm>
              <a:off x="4976" y="1662"/>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78" name="Freeform 78"/>
            <p:cNvSpPr>
              <a:spLocks noEditPoints="1"/>
            </p:cNvSpPr>
            <p:nvPr/>
          </p:nvSpPr>
          <p:spPr bwMode="auto">
            <a:xfrm>
              <a:off x="4971" y="1714"/>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79" name="Freeform 79"/>
            <p:cNvSpPr>
              <a:spLocks noEditPoints="1"/>
            </p:cNvSpPr>
            <p:nvPr/>
          </p:nvSpPr>
          <p:spPr bwMode="auto">
            <a:xfrm>
              <a:off x="4955" y="1720"/>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29780" name="Rectangle 80"/>
            <p:cNvSpPr>
              <a:spLocks noChangeArrowheads="1"/>
            </p:cNvSpPr>
            <p:nvPr/>
          </p:nvSpPr>
          <p:spPr bwMode="auto">
            <a:xfrm>
              <a:off x="4955" y="1584"/>
              <a:ext cx="16" cy="78"/>
            </a:xfrm>
            <a:prstGeom prst="rect">
              <a:avLst/>
            </a:prstGeom>
            <a:solidFill>
              <a:schemeClr val="tx2"/>
            </a:solidFill>
            <a:ln w="9525">
              <a:solidFill>
                <a:schemeClr val="tx2"/>
              </a:solidFill>
              <a:miter lim="800000"/>
            </a:ln>
          </p:spPr>
          <p:txBody>
            <a:bodyPr/>
            <a:lstStyle/>
            <a:p>
              <a:endParaRPr lang="zh-CN" altLang="en-US"/>
            </a:p>
          </p:txBody>
        </p:sp>
        <p:sp>
          <p:nvSpPr>
            <p:cNvPr id="29781" name="Freeform 81"/>
            <p:cNvSpPr/>
            <p:nvPr/>
          </p:nvSpPr>
          <p:spPr bwMode="auto">
            <a:xfrm>
              <a:off x="4934" y="1829"/>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29782" name="Freeform 82"/>
            <p:cNvSpPr>
              <a:spLocks noEditPoints="1"/>
            </p:cNvSpPr>
            <p:nvPr/>
          </p:nvSpPr>
          <p:spPr bwMode="auto">
            <a:xfrm>
              <a:off x="4934" y="1777"/>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83" name="Freeform 83"/>
            <p:cNvSpPr>
              <a:spLocks noEditPoints="1"/>
            </p:cNvSpPr>
            <p:nvPr/>
          </p:nvSpPr>
          <p:spPr bwMode="auto">
            <a:xfrm>
              <a:off x="4934" y="1756"/>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784" name="Freeform 84"/>
            <p:cNvSpPr>
              <a:spLocks noEditPoints="1"/>
            </p:cNvSpPr>
            <p:nvPr/>
          </p:nvSpPr>
          <p:spPr bwMode="auto">
            <a:xfrm>
              <a:off x="4955" y="1756"/>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0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785" name="Freeform 85"/>
            <p:cNvSpPr>
              <a:spLocks noEditPoints="1"/>
            </p:cNvSpPr>
            <p:nvPr/>
          </p:nvSpPr>
          <p:spPr bwMode="auto">
            <a:xfrm>
              <a:off x="4971" y="1756"/>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786" name="Freeform 86"/>
            <p:cNvSpPr>
              <a:spLocks noEditPoints="1"/>
            </p:cNvSpPr>
            <p:nvPr/>
          </p:nvSpPr>
          <p:spPr bwMode="auto">
            <a:xfrm>
              <a:off x="4976" y="1777"/>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87" name="Freeform 87"/>
            <p:cNvSpPr>
              <a:spLocks noEditPoints="1"/>
            </p:cNvSpPr>
            <p:nvPr/>
          </p:nvSpPr>
          <p:spPr bwMode="auto">
            <a:xfrm>
              <a:off x="4971" y="1829"/>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88" name="Freeform 88"/>
            <p:cNvSpPr>
              <a:spLocks noEditPoints="1"/>
            </p:cNvSpPr>
            <p:nvPr/>
          </p:nvSpPr>
          <p:spPr bwMode="auto">
            <a:xfrm>
              <a:off x="4955" y="1829"/>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29789" name="Rectangle 89"/>
            <p:cNvSpPr>
              <a:spLocks noChangeArrowheads="1"/>
            </p:cNvSpPr>
            <p:nvPr/>
          </p:nvSpPr>
          <p:spPr bwMode="auto">
            <a:xfrm>
              <a:off x="4955" y="1694"/>
              <a:ext cx="16" cy="83"/>
            </a:xfrm>
            <a:prstGeom prst="rect">
              <a:avLst/>
            </a:prstGeom>
            <a:solidFill>
              <a:schemeClr val="tx2"/>
            </a:solidFill>
            <a:ln w="9525">
              <a:solidFill>
                <a:schemeClr val="tx2"/>
              </a:solidFill>
              <a:miter lim="800000"/>
            </a:ln>
          </p:spPr>
          <p:txBody>
            <a:bodyPr/>
            <a:lstStyle/>
            <a:p>
              <a:endParaRPr lang="zh-CN" altLang="en-US"/>
            </a:p>
          </p:txBody>
        </p:sp>
        <p:sp>
          <p:nvSpPr>
            <p:cNvPr id="29790" name="Freeform 90"/>
            <p:cNvSpPr/>
            <p:nvPr/>
          </p:nvSpPr>
          <p:spPr bwMode="auto">
            <a:xfrm>
              <a:off x="4934" y="1938"/>
              <a:ext cx="21" cy="21"/>
            </a:xfrm>
            <a:custGeom>
              <a:avLst/>
              <a:gdLst>
                <a:gd name="T0" fmla="*/ 21 w 21"/>
                <a:gd name="T1" fmla="*/ 5 h 21"/>
                <a:gd name="T2" fmla="*/ 21 w 21"/>
                <a:gd name="T3" fmla="*/ 5 h 21"/>
                <a:gd name="T4" fmla="*/ 16 w 21"/>
                <a:gd name="T5" fmla="*/ 0 h 21"/>
                <a:gd name="T6" fmla="*/ 0 w 21"/>
                <a:gd name="T7" fmla="*/ 0 h 21"/>
                <a:gd name="T8" fmla="*/ 6 w 21"/>
                <a:gd name="T9" fmla="*/ 16 h 21"/>
                <a:gd name="T10" fmla="*/ 21 w 21"/>
                <a:gd name="T11" fmla="*/ 21 h 21"/>
                <a:gd name="T12" fmla="*/ 21 w 21"/>
                <a:gd name="T13" fmla="*/ 5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5"/>
                  </a:moveTo>
                  <a:lnTo>
                    <a:pt x="21" y="5"/>
                  </a:lnTo>
                  <a:lnTo>
                    <a:pt x="16" y="0"/>
                  </a:lnTo>
                  <a:lnTo>
                    <a:pt x="0" y="0"/>
                  </a:lnTo>
                  <a:lnTo>
                    <a:pt x="6" y="16"/>
                  </a:lnTo>
                  <a:lnTo>
                    <a:pt x="21" y="21"/>
                  </a:lnTo>
                  <a:lnTo>
                    <a:pt x="21" y="5"/>
                  </a:lnTo>
                  <a:close/>
                </a:path>
              </a:pathLst>
            </a:custGeom>
            <a:solidFill>
              <a:schemeClr val="tx2"/>
            </a:solidFill>
            <a:ln w="9525">
              <a:solidFill>
                <a:schemeClr val="tx2"/>
              </a:solidFill>
              <a:round/>
            </a:ln>
          </p:spPr>
          <p:txBody>
            <a:bodyPr/>
            <a:lstStyle/>
            <a:p>
              <a:endParaRPr lang="zh-CN" altLang="en-US"/>
            </a:p>
          </p:txBody>
        </p:sp>
        <p:sp>
          <p:nvSpPr>
            <p:cNvPr id="29791" name="Freeform 91"/>
            <p:cNvSpPr>
              <a:spLocks noEditPoints="1"/>
            </p:cNvSpPr>
            <p:nvPr/>
          </p:nvSpPr>
          <p:spPr bwMode="auto">
            <a:xfrm>
              <a:off x="4934" y="1886"/>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792" name="Freeform 92"/>
            <p:cNvSpPr>
              <a:spLocks noEditPoints="1"/>
            </p:cNvSpPr>
            <p:nvPr/>
          </p:nvSpPr>
          <p:spPr bwMode="auto">
            <a:xfrm>
              <a:off x="4934" y="1871"/>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793" name="Freeform 93"/>
            <p:cNvSpPr>
              <a:spLocks noEditPoints="1"/>
            </p:cNvSpPr>
            <p:nvPr/>
          </p:nvSpPr>
          <p:spPr bwMode="auto">
            <a:xfrm>
              <a:off x="4955" y="1871"/>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94" name="Freeform 94"/>
            <p:cNvSpPr>
              <a:spLocks noEditPoints="1"/>
            </p:cNvSpPr>
            <p:nvPr/>
          </p:nvSpPr>
          <p:spPr bwMode="auto">
            <a:xfrm>
              <a:off x="4971" y="1871"/>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29795" name="Freeform 95"/>
            <p:cNvSpPr>
              <a:spLocks noEditPoints="1"/>
            </p:cNvSpPr>
            <p:nvPr/>
          </p:nvSpPr>
          <p:spPr bwMode="auto">
            <a:xfrm>
              <a:off x="4976" y="1886"/>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796" name="Freeform 96"/>
            <p:cNvSpPr>
              <a:spLocks noEditPoints="1"/>
            </p:cNvSpPr>
            <p:nvPr/>
          </p:nvSpPr>
          <p:spPr bwMode="auto">
            <a:xfrm>
              <a:off x="4971" y="1938"/>
              <a:ext cx="21" cy="21"/>
            </a:xfrm>
            <a:custGeom>
              <a:avLst/>
              <a:gdLst>
                <a:gd name="T0" fmla="*/ 5 w 21"/>
                <a:gd name="T1" fmla="*/ 0 h 21"/>
                <a:gd name="T2" fmla="*/ 5 w 21"/>
                <a:gd name="T3" fmla="*/ 5 h 21"/>
                <a:gd name="T4" fmla="*/ 0 w 21"/>
                <a:gd name="T5" fmla="*/ 5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5"/>
                  </a:lnTo>
                  <a:lnTo>
                    <a:pt x="0" y="5"/>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797" name="Freeform 97"/>
            <p:cNvSpPr>
              <a:spLocks noEditPoints="1"/>
            </p:cNvSpPr>
            <p:nvPr/>
          </p:nvSpPr>
          <p:spPr bwMode="auto">
            <a:xfrm>
              <a:off x="4955" y="1943"/>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6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6"/>
                  </a:lnTo>
                  <a:lnTo>
                    <a:pt x="16" y="16"/>
                  </a:lnTo>
                  <a:close/>
                </a:path>
              </a:pathLst>
            </a:custGeom>
            <a:solidFill>
              <a:schemeClr val="tx2"/>
            </a:solidFill>
            <a:ln w="9525">
              <a:solidFill>
                <a:schemeClr val="tx2"/>
              </a:solidFill>
              <a:round/>
            </a:ln>
          </p:spPr>
          <p:txBody>
            <a:bodyPr/>
            <a:lstStyle/>
            <a:p>
              <a:endParaRPr lang="zh-CN" altLang="en-US"/>
            </a:p>
          </p:txBody>
        </p:sp>
        <p:sp>
          <p:nvSpPr>
            <p:cNvPr id="29798" name="Rectangle 98"/>
            <p:cNvSpPr>
              <a:spLocks noChangeArrowheads="1"/>
            </p:cNvSpPr>
            <p:nvPr/>
          </p:nvSpPr>
          <p:spPr bwMode="auto">
            <a:xfrm>
              <a:off x="4955" y="1808"/>
              <a:ext cx="16" cy="78"/>
            </a:xfrm>
            <a:prstGeom prst="rect">
              <a:avLst/>
            </a:prstGeom>
            <a:solidFill>
              <a:schemeClr val="tx2"/>
            </a:solidFill>
            <a:ln w="9525">
              <a:solidFill>
                <a:schemeClr val="tx2"/>
              </a:solidFill>
              <a:miter lim="800000"/>
            </a:ln>
          </p:spPr>
          <p:txBody>
            <a:bodyPr/>
            <a:lstStyle/>
            <a:p>
              <a:endParaRPr lang="zh-CN" altLang="en-US"/>
            </a:p>
          </p:txBody>
        </p:sp>
        <p:sp>
          <p:nvSpPr>
            <p:cNvPr id="29799" name="Freeform 99"/>
            <p:cNvSpPr/>
            <p:nvPr/>
          </p:nvSpPr>
          <p:spPr bwMode="auto">
            <a:xfrm>
              <a:off x="4934" y="2042"/>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29800" name="Freeform 100"/>
            <p:cNvSpPr>
              <a:spLocks noEditPoints="1"/>
            </p:cNvSpPr>
            <p:nvPr/>
          </p:nvSpPr>
          <p:spPr bwMode="auto">
            <a:xfrm>
              <a:off x="4934" y="1990"/>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29801" name="Freeform 101"/>
            <p:cNvSpPr>
              <a:spLocks noEditPoints="1"/>
            </p:cNvSpPr>
            <p:nvPr/>
          </p:nvSpPr>
          <p:spPr bwMode="auto">
            <a:xfrm>
              <a:off x="4934" y="1969"/>
              <a:ext cx="21" cy="21"/>
            </a:xfrm>
            <a:custGeom>
              <a:avLst/>
              <a:gdLst>
                <a:gd name="T0" fmla="*/ 16 w 21"/>
                <a:gd name="T1" fmla="*/ 21 h 21"/>
                <a:gd name="T2" fmla="*/ 21 w 21"/>
                <a:gd name="T3" fmla="*/ 21 h 21"/>
                <a:gd name="T4" fmla="*/ 21 w 21"/>
                <a:gd name="T5" fmla="*/ 16 h 21"/>
                <a:gd name="T6" fmla="*/ 21 w 21"/>
                <a:gd name="T7" fmla="*/ 0 h 21"/>
                <a:gd name="T8" fmla="*/ 6 w 21"/>
                <a:gd name="T9" fmla="*/ 6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6"/>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802" name="Freeform 102"/>
            <p:cNvSpPr>
              <a:spLocks noEditPoints="1"/>
            </p:cNvSpPr>
            <p:nvPr/>
          </p:nvSpPr>
          <p:spPr bwMode="auto">
            <a:xfrm>
              <a:off x="4955" y="1969"/>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803" name="Freeform 103"/>
            <p:cNvSpPr>
              <a:spLocks noEditPoints="1"/>
            </p:cNvSpPr>
            <p:nvPr/>
          </p:nvSpPr>
          <p:spPr bwMode="auto">
            <a:xfrm>
              <a:off x="4971" y="1969"/>
              <a:ext cx="21" cy="21"/>
            </a:xfrm>
            <a:custGeom>
              <a:avLst/>
              <a:gdLst>
                <a:gd name="T0" fmla="*/ 0 w 21"/>
                <a:gd name="T1" fmla="*/ 16 h 21"/>
                <a:gd name="T2" fmla="*/ 5 w 21"/>
                <a:gd name="T3" fmla="*/ 21 h 21"/>
                <a:gd name="T4" fmla="*/ 5 w 21"/>
                <a:gd name="T5" fmla="*/ 21 h 21"/>
                <a:gd name="T6" fmla="*/ 21 w 21"/>
                <a:gd name="T7" fmla="*/ 21 h 21"/>
                <a:gd name="T8" fmla="*/ 16 w 21"/>
                <a:gd name="T9" fmla="*/ 6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6"/>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29804" name="Freeform 104"/>
            <p:cNvSpPr>
              <a:spLocks noEditPoints="1"/>
            </p:cNvSpPr>
            <p:nvPr/>
          </p:nvSpPr>
          <p:spPr bwMode="auto">
            <a:xfrm>
              <a:off x="4976" y="1990"/>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29805" name="Freeform 105"/>
            <p:cNvSpPr>
              <a:spLocks noEditPoints="1"/>
            </p:cNvSpPr>
            <p:nvPr/>
          </p:nvSpPr>
          <p:spPr bwMode="auto">
            <a:xfrm>
              <a:off x="4971" y="2042"/>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29806" name="Freeform 106"/>
            <p:cNvSpPr>
              <a:spLocks noEditPoints="1"/>
            </p:cNvSpPr>
            <p:nvPr/>
          </p:nvSpPr>
          <p:spPr bwMode="auto">
            <a:xfrm>
              <a:off x="4955" y="2042"/>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29807" name="Rectangle 107"/>
            <p:cNvSpPr>
              <a:spLocks noChangeArrowheads="1"/>
            </p:cNvSpPr>
            <p:nvPr/>
          </p:nvSpPr>
          <p:spPr bwMode="auto">
            <a:xfrm>
              <a:off x="4955" y="1917"/>
              <a:ext cx="16" cy="84"/>
            </a:xfrm>
            <a:prstGeom prst="rect">
              <a:avLst/>
            </a:prstGeom>
            <a:solidFill>
              <a:schemeClr val="tx2"/>
            </a:solidFill>
            <a:ln w="9525">
              <a:solidFill>
                <a:schemeClr val="tx2"/>
              </a:solidFill>
              <a:miter lim="800000"/>
            </a:ln>
          </p:spPr>
          <p:txBody>
            <a:bodyPr/>
            <a:lstStyle/>
            <a:p>
              <a:endParaRPr lang="zh-CN" altLang="en-US"/>
            </a:p>
          </p:txBody>
        </p:sp>
        <p:sp>
          <p:nvSpPr>
            <p:cNvPr id="29808" name="Freeform 108"/>
            <p:cNvSpPr/>
            <p:nvPr/>
          </p:nvSpPr>
          <p:spPr bwMode="auto">
            <a:xfrm>
              <a:off x="4132" y="1188"/>
              <a:ext cx="15" cy="21"/>
            </a:xfrm>
            <a:custGeom>
              <a:avLst/>
              <a:gdLst>
                <a:gd name="T0" fmla="*/ 0 w 15"/>
                <a:gd name="T1" fmla="*/ 0 h 21"/>
                <a:gd name="T2" fmla="*/ 0 w 15"/>
                <a:gd name="T3" fmla="*/ 6 h 21"/>
                <a:gd name="T4" fmla="*/ 0 w 15"/>
                <a:gd name="T5" fmla="*/ 6 h 21"/>
                <a:gd name="T6" fmla="*/ 0 w 15"/>
                <a:gd name="T7" fmla="*/ 21 h 21"/>
                <a:gd name="T8" fmla="*/ 10 w 15"/>
                <a:gd name="T9" fmla="*/ 16 h 21"/>
                <a:gd name="T10" fmla="*/ 15 w 15"/>
                <a:gd name="T11" fmla="*/ 0 h 21"/>
                <a:gd name="T12" fmla="*/ 0 w 15"/>
                <a:gd name="T13" fmla="*/ 0 h 21"/>
                <a:gd name="T14" fmla="*/ 0 60000 65536"/>
                <a:gd name="T15" fmla="*/ 0 60000 65536"/>
                <a:gd name="T16" fmla="*/ 0 60000 65536"/>
                <a:gd name="T17" fmla="*/ 0 60000 65536"/>
                <a:gd name="T18" fmla="*/ 0 60000 65536"/>
                <a:gd name="T19" fmla="*/ 0 60000 65536"/>
                <a:gd name="T20" fmla="*/ 0 60000 65536"/>
                <a:gd name="T21" fmla="*/ 0 w 15"/>
                <a:gd name="T22" fmla="*/ 0 h 21"/>
                <a:gd name="T23" fmla="*/ 15 w 15"/>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1">
                  <a:moveTo>
                    <a:pt x="0" y="0"/>
                  </a:moveTo>
                  <a:lnTo>
                    <a:pt x="0" y="6"/>
                  </a:lnTo>
                  <a:lnTo>
                    <a:pt x="0" y="21"/>
                  </a:lnTo>
                  <a:lnTo>
                    <a:pt x="10" y="16"/>
                  </a:lnTo>
                  <a:lnTo>
                    <a:pt x="15" y="0"/>
                  </a:lnTo>
                  <a:lnTo>
                    <a:pt x="0" y="0"/>
                  </a:lnTo>
                  <a:close/>
                </a:path>
              </a:pathLst>
            </a:custGeom>
            <a:solidFill>
              <a:schemeClr val="tx2"/>
            </a:solidFill>
            <a:ln w="9525">
              <a:solidFill>
                <a:schemeClr val="tx2"/>
              </a:solidFill>
              <a:round/>
            </a:ln>
          </p:spPr>
          <p:txBody>
            <a:bodyPr/>
            <a:lstStyle/>
            <a:p>
              <a:endParaRPr lang="zh-CN" altLang="en-US"/>
            </a:p>
          </p:txBody>
        </p:sp>
        <p:sp>
          <p:nvSpPr>
            <p:cNvPr id="29809" name="Freeform 109"/>
            <p:cNvSpPr>
              <a:spLocks noEditPoints="1"/>
            </p:cNvSpPr>
            <p:nvPr/>
          </p:nvSpPr>
          <p:spPr bwMode="auto">
            <a:xfrm>
              <a:off x="4074" y="1194"/>
              <a:ext cx="58" cy="15"/>
            </a:xfrm>
            <a:custGeom>
              <a:avLst/>
              <a:gdLst>
                <a:gd name="T0" fmla="*/ 58 w 58"/>
                <a:gd name="T1" fmla="*/ 0 h 15"/>
                <a:gd name="T2" fmla="*/ 0 w 58"/>
                <a:gd name="T3" fmla="*/ 0 h 15"/>
                <a:gd name="T4" fmla="*/ 0 w 58"/>
                <a:gd name="T5" fmla="*/ 15 h 15"/>
                <a:gd name="T6" fmla="*/ 58 w 58"/>
                <a:gd name="T7" fmla="*/ 15 h 15"/>
                <a:gd name="T8" fmla="*/ 58 w 58"/>
                <a:gd name="T9" fmla="*/ 0 h 15"/>
                <a:gd name="T10" fmla="*/ 58 w 58"/>
                <a:gd name="T11" fmla="*/ 15 h 15"/>
                <a:gd name="T12" fmla="*/ 58 w 58"/>
                <a:gd name="T13" fmla="*/ 15 h 15"/>
                <a:gd name="T14" fmla="*/ 58 w 58"/>
                <a:gd name="T15" fmla="*/ 5 h 15"/>
                <a:gd name="T16" fmla="*/ 58 w 58"/>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5"/>
                <a:gd name="T29" fmla="*/ 58 w 58"/>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5">
                  <a:moveTo>
                    <a:pt x="58" y="0"/>
                  </a:moveTo>
                  <a:lnTo>
                    <a:pt x="0" y="0"/>
                  </a:lnTo>
                  <a:lnTo>
                    <a:pt x="0" y="15"/>
                  </a:lnTo>
                  <a:lnTo>
                    <a:pt x="58" y="15"/>
                  </a:lnTo>
                  <a:lnTo>
                    <a:pt x="58" y="0"/>
                  </a:lnTo>
                  <a:close/>
                  <a:moveTo>
                    <a:pt x="58" y="15"/>
                  </a:moveTo>
                  <a:lnTo>
                    <a:pt x="58" y="15"/>
                  </a:lnTo>
                  <a:lnTo>
                    <a:pt x="58" y="5"/>
                  </a:lnTo>
                  <a:lnTo>
                    <a:pt x="58" y="15"/>
                  </a:lnTo>
                  <a:close/>
                </a:path>
              </a:pathLst>
            </a:custGeom>
            <a:solidFill>
              <a:schemeClr val="tx2"/>
            </a:solidFill>
            <a:ln w="9525">
              <a:solidFill>
                <a:schemeClr val="tx2"/>
              </a:solidFill>
              <a:round/>
            </a:ln>
          </p:spPr>
          <p:txBody>
            <a:bodyPr/>
            <a:lstStyle/>
            <a:p>
              <a:endParaRPr lang="zh-CN" altLang="en-US"/>
            </a:p>
          </p:txBody>
        </p:sp>
        <p:sp>
          <p:nvSpPr>
            <p:cNvPr id="29810" name="Freeform 110"/>
            <p:cNvSpPr>
              <a:spLocks noEditPoints="1"/>
            </p:cNvSpPr>
            <p:nvPr/>
          </p:nvSpPr>
          <p:spPr bwMode="auto">
            <a:xfrm>
              <a:off x="4059"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29811" name="Freeform 111"/>
            <p:cNvSpPr>
              <a:spLocks noEditPoints="1"/>
            </p:cNvSpPr>
            <p:nvPr/>
          </p:nvSpPr>
          <p:spPr bwMode="auto">
            <a:xfrm>
              <a:off x="4059"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29812" name="Freeform 112"/>
            <p:cNvSpPr>
              <a:spLocks noEditPoints="1"/>
            </p:cNvSpPr>
            <p:nvPr/>
          </p:nvSpPr>
          <p:spPr bwMode="auto">
            <a:xfrm>
              <a:off x="4059"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29813" name="Freeform 113"/>
            <p:cNvSpPr>
              <a:spLocks noEditPoints="1"/>
            </p:cNvSpPr>
            <p:nvPr/>
          </p:nvSpPr>
          <p:spPr bwMode="auto">
            <a:xfrm>
              <a:off x="4074" y="1152"/>
              <a:ext cx="58" cy="16"/>
            </a:xfrm>
            <a:custGeom>
              <a:avLst/>
              <a:gdLst>
                <a:gd name="T0" fmla="*/ 0 w 58"/>
                <a:gd name="T1" fmla="*/ 16 h 16"/>
                <a:gd name="T2" fmla="*/ 58 w 58"/>
                <a:gd name="T3" fmla="*/ 16 h 16"/>
                <a:gd name="T4" fmla="*/ 58 w 58"/>
                <a:gd name="T5" fmla="*/ 0 h 16"/>
                <a:gd name="T6" fmla="*/ 0 w 58"/>
                <a:gd name="T7" fmla="*/ 0 h 16"/>
                <a:gd name="T8" fmla="*/ 0 w 58"/>
                <a:gd name="T9" fmla="*/ 16 h 16"/>
                <a:gd name="T10" fmla="*/ 0 w 58"/>
                <a:gd name="T11" fmla="*/ 0 h 16"/>
                <a:gd name="T12" fmla="*/ 0 w 58"/>
                <a:gd name="T13" fmla="*/ 0 h 16"/>
                <a:gd name="T14" fmla="*/ 0 w 58"/>
                <a:gd name="T15" fmla="*/ 10 h 16"/>
                <a:gd name="T16" fmla="*/ 0 w 58"/>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6"/>
                <a:gd name="T29" fmla="*/ 58 w 5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6">
                  <a:moveTo>
                    <a:pt x="0" y="16"/>
                  </a:moveTo>
                  <a:lnTo>
                    <a:pt x="58" y="16"/>
                  </a:lnTo>
                  <a:lnTo>
                    <a:pt x="58"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14" name="Freeform 114"/>
            <p:cNvSpPr>
              <a:spLocks noEditPoints="1"/>
            </p:cNvSpPr>
            <p:nvPr/>
          </p:nvSpPr>
          <p:spPr bwMode="auto">
            <a:xfrm>
              <a:off x="4132" y="1152"/>
              <a:ext cx="15" cy="21"/>
            </a:xfrm>
            <a:custGeom>
              <a:avLst/>
              <a:gdLst>
                <a:gd name="T0" fmla="*/ 0 w 15"/>
                <a:gd name="T1" fmla="*/ 16 h 21"/>
                <a:gd name="T2" fmla="*/ 0 w 15"/>
                <a:gd name="T3" fmla="*/ 16 h 21"/>
                <a:gd name="T4" fmla="*/ 0 w 15"/>
                <a:gd name="T5" fmla="*/ 21 h 21"/>
                <a:gd name="T6" fmla="*/ 15 w 15"/>
                <a:gd name="T7" fmla="*/ 21 h 21"/>
                <a:gd name="T8" fmla="*/ 10 w 15"/>
                <a:gd name="T9" fmla="*/ 5 h 21"/>
                <a:gd name="T10" fmla="*/ 0 w 15"/>
                <a:gd name="T11" fmla="*/ 0 h 21"/>
                <a:gd name="T12" fmla="*/ 0 w 15"/>
                <a:gd name="T13" fmla="*/ 16 h 21"/>
                <a:gd name="T14" fmla="*/ 0 w 15"/>
                <a:gd name="T15" fmla="*/ 0 h 21"/>
                <a:gd name="T16" fmla="*/ 0 w 15"/>
                <a:gd name="T17" fmla="*/ 0 h 21"/>
                <a:gd name="T18" fmla="*/ 0 w 15"/>
                <a:gd name="T19" fmla="*/ 10 h 21"/>
                <a:gd name="T20" fmla="*/ 0 w 15"/>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0" y="16"/>
                  </a:moveTo>
                  <a:lnTo>
                    <a:pt x="0" y="16"/>
                  </a:lnTo>
                  <a:lnTo>
                    <a:pt x="0" y="21"/>
                  </a:lnTo>
                  <a:lnTo>
                    <a:pt x="15" y="21"/>
                  </a:lnTo>
                  <a:lnTo>
                    <a:pt x="10"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15" name="Freeform 115"/>
            <p:cNvSpPr>
              <a:spLocks noEditPoints="1"/>
            </p:cNvSpPr>
            <p:nvPr/>
          </p:nvSpPr>
          <p:spPr bwMode="auto">
            <a:xfrm>
              <a:off x="4132"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29816" name="Freeform 116"/>
            <p:cNvSpPr/>
            <p:nvPr/>
          </p:nvSpPr>
          <p:spPr bwMode="auto">
            <a:xfrm>
              <a:off x="4241"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29817" name="Freeform 117"/>
            <p:cNvSpPr>
              <a:spLocks noEditPoints="1"/>
            </p:cNvSpPr>
            <p:nvPr/>
          </p:nvSpPr>
          <p:spPr bwMode="auto">
            <a:xfrm>
              <a:off x="4189"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29818" name="Freeform 118"/>
            <p:cNvSpPr>
              <a:spLocks noEditPoints="1"/>
            </p:cNvSpPr>
            <p:nvPr/>
          </p:nvSpPr>
          <p:spPr bwMode="auto">
            <a:xfrm>
              <a:off x="4168" y="1188"/>
              <a:ext cx="21" cy="21"/>
            </a:xfrm>
            <a:custGeom>
              <a:avLst/>
              <a:gdLst>
                <a:gd name="T0" fmla="*/ 21 w 21"/>
                <a:gd name="T1" fmla="*/ 6 h 21"/>
                <a:gd name="T2" fmla="*/ 21 w 21"/>
                <a:gd name="T3" fmla="*/ 6 h 21"/>
                <a:gd name="T4" fmla="*/ 16 w 21"/>
                <a:gd name="T5" fmla="*/ 0 h 21"/>
                <a:gd name="T6" fmla="*/ 0 w 21"/>
                <a:gd name="T7" fmla="*/ 0 h 21"/>
                <a:gd name="T8" fmla="*/ 5 w 21"/>
                <a:gd name="T9" fmla="*/ 16 h 21"/>
                <a:gd name="T10" fmla="*/ 21 w 21"/>
                <a:gd name="T11" fmla="*/ 21 h 21"/>
                <a:gd name="T12" fmla="*/ 21 w 21"/>
                <a:gd name="T13" fmla="*/ 6 h 21"/>
                <a:gd name="T14" fmla="*/ 21 w 21"/>
                <a:gd name="T15" fmla="*/ 21 h 21"/>
                <a:gd name="T16" fmla="*/ 21 w 21"/>
                <a:gd name="T17" fmla="*/ 21 h 21"/>
                <a:gd name="T18" fmla="*/ 21 w 21"/>
                <a:gd name="T19" fmla="*/ 21 h 21"/>
                <a:gd name="T20" fmla="*/ 21 w 21"/>
                <a:gd name="T21" fmla="*/ 11 h 21"/>
                <a:gd name="T22" fmla="*/ 21 w 21"/>
                <a:gd name="T23" fmla="*/ 2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1"/>
                <a:gd name="T38" fmla="*/ 21 w 21"/>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1">
                  <a:moveTo>
                    <a:pt x="21" y="6"/>
                  </a:moveTo>
                  <a:lnTo>
                    <a:pt x="21" y="6"/>
                  </a:lnTo>
                  <a:lnTo>
                    <a:pt x="16" y="0"/>
                  </a:lnTo>
                  <a:lnTo>
                    <a:pt x="0" y="0"/>
                  </a:lnTo>
                  <a:lnTo>
                    <a:pt x="5"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29819" name="Freeform 119"/>
            <p:cNvSpPr>
              <a:spLocks noEditPoints="1"/>
            </p:cNvSpPr>
            <p:nvPr/>
          </p:nvSpPr>
          <p:spPr bwMode="auto">
            <a:xfrm>
              <a:off x="4168"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820" name="Freeform 120"/>
            <p:cNvSpPr>
              <a:spLocks noEditPoints="1"/>
            </p:cNvSpPr>
            <p:nvPr/>
          </p:nvSpPr>
          <p:spPr bwMode="auto">
            <a:xfrm>
              <a:off x="4168" y="1152"/>
              <a:ext cx="21" cy="21"/>
            </a:xfrm>
            <a:custGeom>
              <a:avLst/>
              <a:gdLst>
                <a:gd name="T0" fmla="*/ 16 w 21"/>
                <a:gd name="T1" fmla="*/ 21 h 21"/>
                <a:gd name="T2" fmla="*/ 21 w 21"/>
                <a:gd name="T3" fmla="*/ 16 h 21"/>
                <a:gd name="T4" fmla="*/ 21 w 21"/>
                <a:gd name="T5" fmla="*/ 16 h 21"/>
                <a:gd name="T6" fmla="*/ 21 w 21"/>
                <a:gd name="T7" fmla="*/ 0 h 21"/>
                <a:gd name="T8" fmla="*/ 5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5"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821" name="Freeform 121"/>
            <p:cNvSpPr>
              <a:spLocks noEditPoints="1"/>
            </p:cNvSpPr>
            <p:nvPr/>
          </p:nvSpPr>
          <p:spPr bwMode="auto">
            <a:xfrm>
              <a:off x="4189"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16 h 16"/>
                <a:gd name="T12" fmla="*/ 0 w 52"/>
                <a:gd name="T13" fmla="*/ 16 h 16"/>
                <a:gd name="T14" fmla="*/ 0 w 52"/>
                <a:gd name="T15" fmla="*/ 16 h 16"/>
                <a:gd name="T16" fmla="*/ 0 w 52"/>
                <a:gd name="T17" fmla="*/ 10 h 16"/>
                <a:gd name="T18" fmla="*/ 0 w 52"/>
                <a:gd name="T19" fmla="*/ 1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
                <a:gd name="T32" fmla="*/ 52 w 5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
                  <a:moveTo>
                    <a:pt x="0" y="16"/>
                  </a:moveTo>
                  <a:lnTo>
                    <a:pt x="52" y="16"/>
                  </a:lnTo>
                  <a:lnTo>
                    <a:pt x="52" y="0"/>
                  </a:lnTo>
                  <a:lnTo>
                    <a:pt x="0" y="0"/>
                  </a:lnTo>
                  <a:lnTo>
                    <a:pt x="0" y="16"/>
                  </a:lnTo>
                  <a:close/>
                  <a:moveTo>
                    <a:pt x="0" y="16"/>
                  </a:moveTo>
                  <a:lnTo>
                    <a:pt x="0" y="16"/>
                  </a:lnTo>
                  <a:lnTo>
                    <a:pt x="0" y="10"/>
                  </a:lnTo>
                  <a:lnTo>
                    <a:pt x="0" y="16"/>
                  </a:lnTo>
                  <a:close/>
                </a:path>
              </a:pathLst>
            </a:custGeom>
            <a:solidFill>
              <a:schemeClr val="tx2"/>
            </a:solidFill>
            <a:ln w="9525">
              <a:solidFill>
                <a:schemeClr val="tx2"/>
              </a:solidFill>
              <a:round/>
            </a:ln>
          </p:spPr>
          <p:txBody>
            <a:bodyPr/>
            <a:lstStyle/>
            <a:p>
              <a:endParaRPr lang="zh-CN" altLang="en-US"/>
            </a:p>
          </p:txBody>
        </p:sp>
        <p:sp>
          <p:nvSpPr>
            <p:cNvPr id="29822" name="Freeform 122"/>
            <p:cNvSpPr>
              <a:spLocks noEditPoints="1"/>
            </p:cNvSpPr>
            <p:nvPr/>
          </p:nvSpPr>
          <p:spPr bwMode="auto">
            <a:xfrm>
              <a:off x="4241"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23" name="Freeform 123"/>
            <p:cNvSpPr>
              <a:spLocks noEditPoints="1"/>
            </p:cNvSpPr>
            <p:nvPr/>
          </p:nvSpPr>
          <p:spPr bwMode="auto">
            <a:xfrm>
              <a:off x="4246"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6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6" y="0"/>
                  </a:lnTo>
                  <a:lnTo>
                    <a:pt x="16" y="0"/>
                  </a:lnTo>
                  <a:close/>
                </a:path>
              </a:pathLst>
            </a:custGeom>
            <a:solidFill>
              <a:schemeClr val="tx2"/>
            </a:solidFill>
            <a:ln w="9525">
              <a:solidFill>
                <a:schemeClr val="tx2"/>
              </a:solidFill>
              <a:round/>
            </a:ln>
          </p:spPr>
          <p:txBody>
            <a:bodyPr/>
            <a:lstStyle/>
            <a:p>
              <a:endParaRPr lang="zh-CN" altLang="en-US"/>
            </a:p>
          </p:txBody>
        </p:sp>
        <p:sp>
          <p:nvSpPr>
            <p:cNvPr id="29824" name="Rectangle 124"/>
            <p:cNvSpPr>
              <a:spLocks noChangeArrowheads="1"/>
            </p:cNvSpPr>
            <p:nvPr/>
          </p:nvSpPr>
          <p:spPr bwMode="auto">
            <a:xfrm>
              <a:off x="412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25" name="Freeform 125"/>
            <p:cNvSpPr/>
            <p:nvPr/>
          </p:nvSpPr>
          <p:spPr bwMode="auto">
            <a:xfrm>
              <a:off x="4351" y="1188"/>
              <a:ext cx="20" cy="21"/>
            </a:xfrm>
            <a:custGeom>
              <a:avLst/>
              <a:gdLst>
                <a:gd name="T0" fmla="*/ 5 w 20"/>
                <a:gd name="T1" fmla="*/ 0 h 21"/>
                <a:gd name="T2" fmla="*/ 5 w 20"/>
                <a:gd name="T3" fmla="*/ 6 h 21"/>
                <a:gd name="T4" fmla="*/ 0 w 20"/>
                <a:gd name="T5" fmla="*/ 6 h 21"/>
                <a:gd name="T6" fmla="*/ 0 w 20"/>
                <a:gd name="T7" fmla="*/ 21 h 21"/>
                <a:gd name="T8" fmla="*/ 15 w 20"/>
                <a:gd name="T9" fmla="*/ 16 h 21"/>
                <a:gd name="T10" fmla="*/ 20 w 20"/>
                <a:gd name="T11" fmla="*/ 0 h 21"/>
                <a:gd name="T12" fmla="*/ 5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5" y="0"/>
                  </a:moveTo>
                  <a:lnTo>
                    <a:pt x="5" y="6"/>
                  </a:lnTo>
                  <a:lnTo>
                    <a:pt x="0" y="6"/>
                  </a:lnTo>
                  <a:lnTo>
                    <a:pt x="0" y="21"/>
                  </a:lnTo>
                  <a:lnTo>
                    <a:pt x="15" y="16"/>
                  </a:lnTo>
                  <a:lnTo>
                    <a:pt x="20" y="0"/>
                  </a:lnTo>
                  <a:lnTo>
                    <a:pt x="5" y="0"/>
                  </a:lnTo>
                  <a:close/>
                </a:path>
              </a:pathLst>
            </a:custGeom>
            <a:solidFill>
              <a:schemeClr val="tx2"/>
            </a:solidFill>
            <a:ln w="9525">
              <a:solidFill>
                <a:schemeClr val="tx2"/>
              </a:solidFill>
              <a:round/>
            </a:ln>
          </p:spPr>
          <p:txBody>
            <a:bodyPr/>
            <a:lstStyle/>
            <a:p>
              <a:endParaRPr lang="zh-CN" altLang="en-US"/>
            </a:p>
          </p:txBody>
        </p:sp>
        <p:sp>
          <p:nvSpPr>
            <p:cNvPr id="29826" name="Freeform 126"/>
            <p:cNvSpPr>
              <a:spLocks noEditPoints="1"/>
            </p:cNvSpPr>
            <p:nvPr/>
          </p:nvSpPr>
          <p:spPr bwMode="auto">
            <a:xfrm>
              <a:off x="4298"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29827" name="Freeform 127"/>
            <p:cNvSpPr>
              <a:spLocks noEditPoints="1"/>
            </p:cNvSpPr>
            <p:nvPr/>
          </p:nvSpPr>
          <p:spPr bwMode="auto">
            <a:xfrm>
              <a:off x="4283"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29828" name="Freeform 128"/>
            <p:cNvSpPr>
              <a:spLocks noEditPoints="1"/>
            </p:cNvSpPr>
            <p:nvPr/>
          </p:nvSpPr>
          <p:spPr bwMode="auto">
            <a:xfrm>
              <a:off x="4283"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29829" name="Freeform 129"/>
            <p:cNvSpPr>
              <a:spLocks noEditPoints="1"/>
            </p:cNvSpPr>
            <p:nvPr/>
          </p:nvSpPr>
          <p:spPr bwMode="auto">
            <a:xfrm>
              <a:off x="4283"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29830" name="Freeform 130"/>
            <p:cNvSpPr>
              <a:spLocks noEditPoints="1"/>
            </p:cNvSpPr>
            <p:nvPr/>
          </p:nvSpPr>
          <p:spPr bwMode="auto">
            <a:xfrm>
              <a:off x="4298"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31" name="Freeform 131"/>
            <p:cNvSpPr>
              <a:spLocks noEditPoints="1"/>
            </p:cNvSpPr>
            <p:nvPr/>
          </p:nvSpPr>
          <p:spPr bwMode="auto">
            <a:xfrm>
              <a:off x="4351" y="1152"/>
              <a:ext cx="20" cy="21"/>
            </a:xfrm>
            <a:custGeom>
              <a:avLst/>
              <a:gdLst>
                <a:gd name="T0" fmla="*/ 0 w 20"/>
                <a:gd name="T1" fmla="*/ 16 h 21"/>
                <a:gd name="T2" fmla="*/ 5 w 20"/>
                <a:gd name="T3" fmla="*/ 16 h 21"/>
                <a:gd name="T4" fmla="*/ 5 w 20"/>
                <a:gd name="T5" fmla="*/ 21 h 21"/>
                <a:gd name="T6" fmla="*/ 20 w 20"/>
                <a:gd name="T7" fmla="*/ 21 h 21"/>
                <a:gd name="T8" fmla="*/ 15 w 20"/>
                <a:gd name="T9" fmla="*/ 5 h 21"/>
                <a:gd name="T10" fmla="*/ 0 w 20"/>
                <a:gd name="T11" fmla="*/ 0 h 21"/>
                <a:gd name="T12" fmla="*/ 0 w 20"/>
                <a:gd name="T13" fmla="*/ 16 h 21"/>
                <a:gd name="T14" fmla="*/ 0 w 20"/>
                <a:gd name="T15" fmla="*/ 0 h 21"/>
                <a:gd name="T16" fmla="*/ 0 w 20"/>
                <a:gd name="T17" fmla="*/ 0 h 21"/>
                <a:gd name="T18" fmla="*/ 0 w 20"/>
                <a:gd name="T19" fmla="*/ 10 h 21"/>
                <a:gd name="T20" fmla="*/ 0 w 20"/>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0" y="16"/>
                  </a:moveTo>
                  <a:lnTo>
                    <a:pt x="5" y="16"/>
                  </a:lnTo>
                  <a:lnTo>
                    <a:pt x="5" y="21"/>
                  </a:lnTo>
                  <a:lnTo>
                    <a:pt x="20"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32" name="Freeform 132"/>
            <p:cNvSpPr>
              <a:spLocks noEditPoints="1"/>
            </p:cNvSpPr>
            <p:nvPr/>
          </p:nvSpPr>
          <p:spPr bwMode="auto">
            <a:xfrm>
              <a:off x="4356"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29833" name="Rectangle 133"/>
            <p:cNvSpPr>
              <a:spLocks noChangeArrowheads="1"/>
            </p:cNvSpPr>
            <p:nvPr/>
          </p:nvSpPr>
          <p:spPr bwMode="auto">
            <a:xfrm>
              <a:off x="423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34" name="Freeform 134"/>
            <p:cNvSpPr/>
            <p:nvPr/>
          </p:nvSpPr>
          <p:spPr bwMode="auto">
            <a:xfrm>
              <a:off x="4465"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29835" name="Freeform 135"/>
            <p:cNvSpPr>
              <a:spLocks noEditPoints="1"/>
            </p:cNvSpPr>
            <p:nvPr/>
          </p:nvSpPr>
          <p:spPr bwMode="auto">
            <a:xfrm>
              <a:off x="441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29836" name="Freeform 136"/>
            <p:cNvSpPr>
              <a:spLocks noEditPoints="1"/>
            </p:cNvSpPr>
            <p:nvPr/>
          </p:nvSpPr>
          <p:spPr bwMode="auto">
            <a:xfrm>
              <a:off x="4392"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29837" name="Freeform 137"/>
            <p:cNvSpPr>
              <a:spLocks noEditPoints="1"/>
            </p:cNvSpPr>
            <p:nvPr/>
          </p:nvSpPr>
          <p:spPr bwMode="auto">
            <a:xfrm>
              <a:off x="4392"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838" name="Freeform 138"/>
            <p:cNvSpPr>
              <a:spLocks noEditPoints="1"/>
            </p:cNvSpPr>
            <p:nvPr/>
          </p:nvSpPr>
          <p:spPr bwMode="auto">
            <a:xfrm>
              <a:off x="4392"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839" name="Freeform 139"/>
            <p:cNvSpPr>
              <a:spLocks noEditPoints="1"/>
            </p:cNvSpPr>
            <p:nvPr/>
          </p:nvSpPr>
          <p:spPr bwMode="auto">
            <a:xfrm>
              <a:off x="441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40" name="Freeform 140"/>
            <p:cNvSpPr>
              <a:spLocks noEditPoints="1"/>
            </p:cNvSpPr>
            <p:nvPr/>
          </p:nvSpPr>
          <p:spPr bwMode="auto">
            <a:xfrm>
              <a:off x="4465"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41" name="Freeform 141"/>
            <p:cNvSpPr>
              <a:spLocks noEditPoints="1"/>
            </p:cNvSpPr>
            <p:nvPr/>
          </p:nvSpPr>
          <p:spPr bwMode="auto">
            <a:xfrm>
              <a:off x="4471"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29842" name="Rectangle 142"/>
            <p:cNvSpPr>
              <a:spLocks noChangeArrowheads="1"/>
            </p:cNvSpPr>
            <p:nvPr/>
          </p:nvSpPr>
          <p:spPr bwMode="auto">
            <a:xfrm>
              <a:off x="4345" y="1173"/>
              <a:ext cx="79" cy="15"/>
            </a:xfrm>
            <a:prstGeom prst="rect">
              <a:avLst/>
            </a:prstGeom>
            <a:solidFill>
              <a:schemeClr val="tx2"/>
            </a:solidFill>
            <a:ln w="9525">
              <a:solidFill>
                <a:schemeClr val="tx2"/>
              </a:solidFill>
              <a:miter lim="800000"/>
            </a:ln>
          </p:spPr>
          <p:txBody>
            <a:bodyPr/>
            <a:lstStyle/>
            <a:p>
              <a:endParaRPr lang="zh-CN" altLang="en-US"/>
            </a:p>
          </p:txBody>
        </p:sp>
        <p:sp>
          <p:nvSpPr>
            <p:cNvPr id="29843" name="Freeform 143"/>
            <p:cNvSpPr/>
            <p:nvPr/>
          </p:nvSpPr>
          <p:spPr bwMode="auto">
            <a:xfrm>
              <a:off x="4575" y="1188"/>
              <a:ext cx="21" cy="21"/>
            </a:xfrm>
            <a:custGeom>
              <a:avLst/>
              <a:gdLst>
                <a:gd name="T0" fmla="*/ 5 w 21"/>
                <a:gd name="T1" fmla="*/ 0 h 21"/>
                <a:gd name="T2" fmla="*/ 5 w 21"/>
                <a:gd name="T3" fmla="*/ 6 h 21"/>
                <a:gd name="T4" fmla="*/ 0 w 21"/>
                <a:gd name="T5" fmla="*/ 6 h 21"/>
                <a:gd name="T6" fmla="*/ 0 w 21"/>
                <a:gd name="T7" fmla="*/ 21 h 21"/>
                <a:gd name="T8" fmla="*/ 15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5"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29844" name="Freeform 144"/>
            <p:cNvSpPr>
              <a:spLocks noEditPoints="1"/>
            </p:cNvSpPr>
            <p:nvPr/>
          </p:nvSpPr>
          <p:spPr bwMode="auto">
            <a:xfrm>
              <a:off x="452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29845" name="Freeform 145"/>
            <p:cNvSpPr>
              <a:spLocks noEditPoints="1"/>
            </p:cNvSpPr>
            <p:nvPr/>
          </p:nvSpPr>
          <p:spPr bwMode="auto">
            <a:xfrm>
              <a:off x="4507"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29846" name="Freeform 146"/>
            <p:cNvSpPr>
              <a:spLocks noEditPoints="1"/>
            </p:cNvSpPr>
            <p:nvPr/>
          </p:nvSpPr>
          <p:spPr bwMode="auto">
            <a:xfrm>
              <a:off x="4507"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29847" name="Freeform 147"/>
            <p:cNvSpPr>
              <a:spLocks noEditPoints="1"/>
            </p:cNvSpPr>
            <p:nvPr/>
          </p:nvSpPr>
          <p:spPr bwMode="auto">
            <a:xfrm>
              <a:off x="4507"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29848" name="Freeform 148"/>
            <p:cNvSpPr>
              <a:spLocks noEditPoints="1"/>
            </p:cNvSpPr>
            <p:nvPr/>
          </p:nvSpPr>
          <p:spPr bwMode="auto">
            <a:xfrm>
              <a:off x="452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49" name="Freeform 149"/>
            <p:cNvSpPr>
              <a:spLocks noEditPoints="1"/>
            </p:cNvSpPr>
            <p:nvPr/>
          </p:nvSpPr>
          <p:spPr bwMode="auto">
            <a:xfrm>
              <a:off x="4575" y="1152"/>
              <a:ext cx="21" cy="21"/>
            </a:xfrm>
            <a:custGeom>
              <a:avLst/>
              <a:gdLst>
                <a:gd name="T0" fmla="*/ 0 w 21"/>
                <a:gd name="T1" fmla="*/ 16 h 21"/>
                <a:gd name="T2" fmla="*/ 5 w 21"/>
                <a:gd name="T3" fmla="*/ 16 h 21"/>
                <a:gd name="T4" fmla="*/ 5 w 21"/>
                <a:gd name="T5" fmla="*/ 21 h 21"/>
                <a:gd name="T6" fmla="*/ 21 w 21"/>
                <a:gd name="T7" fmla="*/ 21 h 21"/>
                <a:gd name="T8" fmla="*/ 15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50" name="Freeform 150"/>
            <p:cNvSpPr>
              <a:spLocks noEditPoints="1"/>
            </p:cNvSpPr>
            <p:nvPr/>
          </p:nvSpPr>
          <p:spPr bwMode="auto">
            <a:xfrm>
              <a:off x="4580"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0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0" y="0"/>
                  </a:lnTo>
                  <a:lnTo>
                    <a:pt x="16" y="0"/>
                  </a:lnTo>
                  <a:close/>
                </a:path>
              </a:pathLst>
            </a:custGeom>
            <a:solidFill>
              <a:schemeClr val="tx2"/>
            </a:solidFill>
            <a:ln w="9525">
              <a:solidFill>
                <a:schemeClr val="tx2"/>
              </a:solidFill>
              <a:round/>
            </a:ln>
          </p:spPr>
          <p:txBody>
            <a:bodyPr/>
            <a:lstStyle/>
            <a:p>
              <a:endParaRPr lang="zh-CN" altLang="en-US"/>
            </a:p>
          </p:txBody>
        </p:sp>
        <p:sp>
          <p:nvSpPr>
            <p:cNvPr id="29851" name="Rectangle 151"/>
            <p:cNvSpPr>
              <a:spLocks noChangeArrowheads="1"/>
            </p:cNvSpPr>
            <p:nvPr/>
          </p:nvSpPr>
          <p:spPr bwMode="auto">
            <a:xfrm>
              <a:off x="4455"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52" name="Freeform 152"/>
            <p:cNvSpPr/>
            <p:nvPr/>
          </p:nvSpPr>
          <p:spPr bwMode="auto">
            <a:xfrm>
              <a:off x="4689"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29853" name="Freeform 153"/>
            <p:cNvSpPr>
              <a:spLocks noEditPoints="1"/>
            </p:cNvSpPr>
            <p:nvPr/>
          </p:nvSpPr>
          <p:spPr bwMode="auto">
            <a:xfrm>
              <a:off x="463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29854" name="Freeform 154"/>
            <p:cNvSpPr>
              <a:spLocks noEditPoints="1"/>
            </p:cNvSpPr>
            <p:nvPr/>
          </p:nvSpPr>
          <p:spPr bwMode="auto">
            <a:xfrm>
              <a:off x="4616"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29855" name="Freeform 155"/>
            <p:cNvSpPr>
              <a:spLocks noEditPoints="1"/>
            </p:cNvSpPr>
            <p:nvPr/>
          </p:nvSpPr>
          <p:spPr bwMode="auto">
            <a:xfrm>
              <a:off x="4616"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29856" name="Freeform 156"/>
            <p:cNvSpPr>
              <a:spLocks noEditPoints="1"/>
            </p:cNvSpPr>
            <p:nvPr/>
          </p:nvSpPr>
          <p:spPr bwMode="auto">
            <a:xfrm>
              <a:off x="4616"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29857" name="Freeform 157"/>
            <p:cNvSpPr>
              <a:spLocks noEditPoints="1"/>
            </p:cNvSpPr>
            <p:nvPr/>
          </p:nvSpPr>
          <p:spPr bwMode="auto">
            <a:xfrm>
              <a:off x="463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58" name="Freeform 158"/>
            <p:cNvSpPr>
              <a:spLocks noEditPoints="1"/>
            </p:cNvSpPr>
            <p:nvPr/>
          </p:nvSpPr>
          <p:spPr bwMode="auto">
            <a:xfrm>
              <a:off x="4689"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59" name="Freeform 159"/>
            <p:cNvSpPr>
              <a:spLocks noEditPoints="1"/>
            </p:cNvSpPr>
            <p:nvPr/>
          </p:nvSpPr>
          <p:spPr bwMode="auto">
            <a:xfrm>
              <a:off x="4695"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29860" name="Rectangle 160"/>
            <p:cNvSpPr>
              <a:spLocks noChangeArrowheads="1"/>
            </p:cNvSpPr>
            <p:nvPr/>
          </p:nvSpPr>
          <p:spPr bwMode="auto">
            <a:xfrm>
              <a:off x="4570"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61" name="Freeform 161"/>
            <p:cNvSpPr/>
            <p:nvPr/>
          </p:nvSpPr>
          <p:spPr bwMode="auto">
            <a:xfrm>
              <a:off x="4799"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29862" name="Freeform 162"/>
            <p:cNvSpPr>
              <a:spLocks noEditPoints="1"/>
            </p:cNvSpPr>
            <p:nvPr/>
          </p:nvSpPr>
          <p:spPr bwMode="auto">
            <a:xfrm>
              <a:off x="474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29863" name="Freeform 163"/>
            <p:cNvSpPr>
              <a:spLocks noEditPoints="1"/>
            </p:cNvSpPr>
            <p:nvPr/>
          </p:nvSpPr>
          <p:spPr bwMode="auto">
            <a:xfrm>
              <a:off x="4731"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29864" name="Freeform 164"/>
            <p:cNvSpPr>
              <a:spLocks noEditPoints="1"/>
            </p:cNvSpPr>
            <p:nvPr/>
          </p:nvSpPr>
          <p:spPr bwMode="auto">
            <a:xfrm>
              <a:off x="4731"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29865" name="Freeform 165"/>
            <p:cNvSpPr>
              <a:spLocks noEditPoints="1"/>
            </p:cNvSpPr>
            <p:nvPr/>
          </p:nvSpPr>
          <p:spPr bwMode="auto">
            <a:xfrm>
              <a:off x="4731"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29866" name="Freeform 166"/>
            <p:cNvSpPr>
              <a:spLocks noEditPoints="1"/>
            </p:cNvSpPr>
            <p:nvPr/>
          </p:nvSpPr>
          <p:spPr bwMode="auto">
            <a:xfrm>
              <a:off x="474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67" name="Freeform 167"/>
            <p:cNvSpPr>
              <a:spLocks noEditPoints="1"/>
            </p:cNvSpPr>
            <p:nvPr/>
          </p:nvSpPr>
          <p:spPr bwMode="auto">
            <a:xfrm>
              <a:off x="4799"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68" name="Freeform 168"/>
            <p:cNvSpPr>
              <a:spLocks noEditPoints="1"/>
            </p:cNvSpPr>
            <p:nvPr/>
          </p:nvSpPr>
          <p:spPr bwMode="auto">
            <a:xfrm>
              <a:off x="4804"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1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1" y="0"/>
                  </a:lnTo>
                  <a:lnTo>
                    <a:pt x="16" y="0"/>
                  </a:lnTo>
                  <a:close/>
                </a:path>
              </a:pathLst>
            </a:custGeom>
            <a:solidFill>
              <a:schemeClr val="tx2"/>
            </a:solidFill>
            <a:ln w="9525">
              <a:solidFill>
                <a:schemeClr val="tx2"/>
              </a:solidFill>
              <a:round/>
            </a:ln>
          </p:spPr>
          <p:txBody>
            <a:bodyPr/>
            <a:lstStyle/>
            <a:p>
              <a:endParaRPr lang="zh-CN" altLang="en-US"/>
            </a:p>
          </p:txBody>
        </p:sp>
        <p:sp>
          <p:nvSpPr>
            <p:cNvPr id="29869" name="Rectangle 169"/>
            <p:cNvSpPr>
              <a:spLocks noChangeArrowheads="1"/>
            </p:cNvSpPr>
            <p:nvPr/>
          </p:nvSpPr>
          <p:spPr bwMode="auto">
            <a:xfrm>
              <a:off x="4679"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70" name="Freeform 170"/>
            <p:cNvSpPr/>
            <p:nvPr/>
          </p:nvSpPr>
          <p:spPr bwMode="auto">
            <a:xfrm>
              <a:off x="4914" y="1188"/>
              <a:ext cx="20" cy="21"/>
            </a:xfrm>
            <a:custGeom>
              <a:avLst/>
              <a:gdLst>
                <a:gd name="T0" fmla="*/ 0 w 20"/>
                <a:gd name="T1" fmla="*/ 0 h 21"/>
                <a:gd name="T2" fmla="*/ 0 w 20"/>
                <a:gd name="T3" fmla="*/ 6 h 21"/>
                <a:gd name="T4" fmla="*/ 0 w 20"/>
                <a:gd name="T5" fmla="*/ 6 h 21"/>
                <a:gd name="T6" fmla="*/ 0 w 20"/>
                <a:gd name="T7" fmla="*/ 21 h 21"/>
                <a:gd name="T8" fmla="*/ 15 w 20"/>
                <a:gd name="T9" fmla="*/ 16 h 21"/>
                <a:gd name="T10" fmla="*/ 20 w 20"/>
                <a:gd name="T11" fmla="*/ 0 h 21"/>
                <a:gd name="T12" fmla="*/ 0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0" y="0"/>
                  </a:moveTo>
                  <a:lnTo>
                    <a:pt x="0" y="6"/>
                  </a:lnTo>
                  <a:lnTo>
                    <a:pt x="0" y="21"/>
                  </a:lnTo>
                  <a:lnTo>
                    <a:pt x="15" y="16"/>
                  </a:lnTo>
                  <a:lnTo>
                    <a:pt x="20" y="0"/>
                  </a:lnTo>
                  <a:lnTo>
                    <a:pt x="0" y="0"/>
                  </a:lnTo>
                  <a:close/>
                </a:path>
              </a:pathLst>
            </a:custGeom>
            <a:solidFill>
              <a:schemeClr val="tx2"/>
            </a:solidFill>
            <a:ln w="9525">
              <a:solidFill>
                <a:schemeClr val="tx2"/>
              </a:solidFill>
              <a:round/>
            </a:ln>
          </p:spPr>
          <p:txBody>
            <a:bodyPr/>
            <a:lstStyle/>
            <a:p>
              <a:endParaRPr lang="zh-CN" altLang="en-US"/>
            </a:p>
          </p:txBody>
        </p:sp>
        <p:sp>
          <p:nvSpPr>
            <p:cNvPr id="29871" name="Freeform 171"/>
            <p:cNvSpPr>
              <a:spLocks noEditPoints="1"/>
            </p:cNvSpPr>
            <p:nvPr/>
          </p:nvSpPr>
          <p:spPr bwMode="auto">
            <a:xfrm>
              <a:off x="4861"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29872" name="Freeform 172"/>
            <p:cNvSpPr>
              <a:spLocks noEditPoints="1"/>
            </p:cNvSpPr>
            <p:nvPr/>
          </p:nvSpPr>
          <p:spPr bwMode="auto">
            <a:xfrm>
              <a:off x="4841" y="1188"/>
              <a:ext cx="20" cy="21"/>
            </a:xfrm>
            <a:custGeom>
              <a:avLst/>
              <a:gdLst>
                <a:gd name="T0" fmla="*/ 20 w 20"/>
                <a:gd name="T1" fmla="*/ 6 h 21"/>
                <a:gd name="T2" fmla="*/ 20 w 20"/>
                <a:gd name="T3" fmla="*/ 6 h 21"/>
                <a:gd name="T4" fmla="*/ 15 w 20"/>
                <a:gd name="T5" fmla="*/ 0 h 21"/>
                <a:gd name="T6" fmla="*/ 0 w 20"/>
                <a:gd name="T7" fmla="*/ 0 h 21"/>
                <a:gd name="T8" fmla="*/ 5 w 20"/>
                <a:gd name="T9" fmla="*/ 16 h 21"/>
                <a:gd name="T10" fmla="*/ 20 w 20"/>
                <a:gd name="T11" fmla="*/ 21 h 21"/>
                <a:gd name="T12" fmla="*/ 20 w 20"/>
                <a:gd name="T13" fmla="*/ 6 h 21"/>
                <a:gd name="T14" fmla="*/ 20 w 20"/>
                <a:gd name="T15" fmla="*/ 21 h 21"/>
                <a:gd name="T16" fmla="*/ 20 w 20"/>
                <a:gd name="T17" fmla="*/ 21 h 21"/>
                <a:gd name="T18" fmla="*/ 20 w 20"/>
                <a:gd name="T19" fmla="*/ 11 h 21"/>
                <a:gd name="T20" fmla="*/ 2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20" y="6"/>
                  </a:moveTo>
                  <a:lnTo>
                    <a:pt x="20" y="6"/>
                  </a:lnTo>
                  <a:lnTo>
                    <a:pt x="15" y="0"/>
                  </a:lnTo>
                  <a:lnTo>
                    <a:pt x="0" y="0"/>
                  </a:lnTo>
                  <a:lnTo>
                    <a:pt x="5" y="16"/>
                  </a:lnTo>
                  <a:lnTo>
                    <a:pt x="20" y="21"/>
                  </a:lnTo>
                  <a:lnTo>
                    <a:pt x="20" y="6"/>
                  </a:lnTo>
                  <a:close/>
                  <a:moveTo>
                    <a:pt x="20" y="21"/>
                  </a:moveTo>
                  <a:lnTo>
                    <a:pt x="20" y="21"/>
                  </a:lnTo>
                  <a:lnTo>
                    <a:pt x="20" y="11"/>
                  </a:lnTo>
                  <a:lnTo>
                    <a:pt x="20" y="21"/>
                  </a:lnTo>
                  <a:close/>
                </a:path>
              </a:pathLst>
            </a:custGeom>
            <a:solidFill>
              <a:schemeClr val="tx2"/>
            </a:solidFill>
            <a:ln w="9525">
              <a:solidFill>
                <a:schemeClr val="tx2"/>
              </a:solidFill>
              <a:round/>
            </a:ln>
          </p:spPr>
          <p:txBody>
            <a:bodyPr/>
            <a:lstStyle/>
            <a:p>
              <a:endParaRPr lang="zh-CN" altLang="en-US"/>
            </a:p>
          </p:txBody>
        </p:sp>
        <p:sp>
          <p:nvSpPr>
            <p:cNvPr id="29873" name="Freeform 173"/>
            <p:cNvSpPr>
              <a:spLocks noEditPoints="1"/>
            </p:cNvSpPr>
            <p:nvPr/>
          </p:nvSpPr>
          <p:spPr bwMode="auto">
            <a:xfrm>
              <a:off x="4841"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10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10" y="15"/>
                  </a:lnTo>
                  <a:lnTo>
                    <a:pt x="0" y="15"/>
                  </a:lnTo>
                  <a:close/>
                </a:path>
              </a:pathLst>
            </a:custGeom>
            <a:solidFill>
              <a:schemeClr val="tx2"/>
            </a:solidFill>
            <a:ln w="9525">
              <a:solidFill>
                <a:schemeClr val="tx2"/>
              </a:solidFill>
              <a:round/>
            </a:ln>
          </p:spPr>
          <p:txBody>
            <a:bodyPr/>
            <a:lstStyle/>
            <a:p>
              <a:endParaRPr lang="zh-CN" altLang="en-US"/>
            </a:p>
          </p:txBody>
        </p:sp>
        <p:sp>
          <p:nvSpPr>
            <p:cNvPr id="29874" name="Freeform 174"/>
            <p:cNvSpPr>
              <a:spLocks noEditPoints="1"/>
            </p:cNvSpPr>
            <p:nvPr/>
          </p:nvSpPr>
          <p:spPr bwMode="auto">
            <a:xfrm>
              <a:off x="4841" y="1152"/>
              <a:ext cx="20" cy="21"/>
            </a:xfrm>
            <a:custGeom>
              <a:avLst/>
              <a:gdLst>
                <a:gd name="T0" fmla="*/ 15 w 20"/>
                <a:gd name="T1" fmla="*/ 21 h 21"/>
                <a:gd name="T2" fmla="*/ 20 w 20"/>
                <a:gd name="T3" fmla="*/ 16 h 21"/>
                <a:gd name="T4" fmla="*/ 20 w 20"/>
                <a:gd name="T5" fmla="*/ 16 h 21"/>
                <a:gd name="T6" fmla="*/ 20 w 20"/>
                <a:gd name="T7" fmla="*/ 0 h 21"/>
                <a:gd name="T8" fmla="*/ 5 w 20"/>
                <a:gd name="T9" fmla="*/ 5 h 21"/>
                <a:gd name="T10" fmla="*/ 0 w 20"/>
                <a:gd name="T11" fmla="*/ 21 h 21"/>
                <a:gd name="T12" fmla="*/ 15 w 20"/>
                <a:gd name="T13" fmla="*/ 21 h 21"/>
                <a:gd name="T14" fmla="*/ 0 w 20"/>
                <a:gd name="T15" fmla="*/ 21 h 21"/>
                <a:gd name="T16" fmla="*/ 0 w 20"/>
                <a:gd name="T17" fmla="*/ 21 h 21"/>
                <a:gd name="T18" fmla="*/ 10 w 20"/>
                <a:gd name="T19" fmla="*/ 21 h 21"/>
                <a:gd name="T20" fmla="*/ 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15" y="21"/>
                  </a:moveTo>
                  <a:lnTo>
                    <a:pt x="20" y="16"/>
                  </a:lnTo>
                  <a:lnTo>
                    <a:pt x="20" y="0"/>
                  </a:lnTo>
                  <a:lnTo>
                    <a:pt x="5" y="5"/>
                  </a:lnTo>
                  <a:lnTo>
                    <a:pt x="0" y="21"/>
                  </a:lnTo>
                  <a:lnTo>
                    <a:pt x="15" y="21"/>
                  </a:lnTo>
                  <a:close/>
                  <a:moveTo>
                    <a:pt x="0" y="21"/>
                  </a:moveTo>
                  <a:lnTo>
                    <a:pt x="0" y="21"/>
                  </a:lnTo>
                  <a:lnTo>
                    <a:pt x="10" y="21"/>
                  </a:lnTo>
                  <a:lnTo>
                    <a:pt x="0" y="21"/>
                  </a:lnTo>
                  <a:close/>
                </a:path>
              </a:pathLst>
            </a:custGeom>
            <a:solidFill>
              <a:schemeClr val="tx2"/>
            </a:solidFill>
            <a:ln w="9525">
              <a:solidFill>
                <a:schemeClr val="tx2"/>
              </a:solidFill>
              <a:round/>
            </a:ln>
          </p:spPr>
          <p:txBody>
            <a:bodyPr/>
            <a:lstStyle/>
            <a:p>
              <a:endParaRPr lang="zh-CN" altLang="en-US"/>
            </a:p>
          </p:txBody>
        </p:sp>
        <p:sp>
          <p:nvSpPr>
            <p:cNvPr id="29875" name="Freeform 175"/>
            <p:cNvSpPr>
              <a:spLocks noEditPoints="1"/>
            </p:cNvSpPr>
            <p:nvPr/>
          </p:nvSpPr>
          <p:spPr bwMode="auto">
            <a:xfrm>
              <a:off x="4861"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76" name="Freeform 176"/>
            <p:cNvSpPr>
              <a:spLocks noEditPoints="1"/>
            </p:cNvSpPr>
            <p:nvPr/>
          </p:nvSpPr>
          <p:spPr bwMode="auto">
            <a:xfrm>
              <a:off x="4914" y="1152"/>
              <a:ext cx="15" cy="21"/>
            </a:xfrm>
            <a:custGeom>
              <a:avLst/>
              <a:gdLst>
                <a:gd name="T0" fmla="*/ 0 w 15"/>
                <a:gd name="T1" fmla="*/ 16 h 21"/>
                <a:gd name="T2" fmla="*/ 0 w 15"/>
                <a:gd name="T3" fmla="*/ 16 h 21"/>
                <a:gd name="T4" fmla="*/ 5 w 15"/>
                <a:gd name="T5" fmla="*/ 21 h 21"/>
                <a:gd name="T6" fmla="*/ 15 w 15"/>
                <a:gd name="T7" fmla="*/ 21 h 21"/>
                <a:gd name="T8" fmla="*/ 15 w 15"/>
                <a:gd name="T9" fmla="*/ 16 h 21"/>
                <a:gd name="T10" fmla="*/ 15 w 15"/>
                <a:gd name="T11" fmla="*/ 5 h 21"/>
                <a:gd name="T12" fmla="*/ 0 w 15"/>
                <a:gd name="T13" fmla="*/ 0 h 21"/>
                <a:gd name="T14" fmla="*/ 0 w 15"/>
                <a:gd name="T15" fmla="*/ 16 h 21"/>
                <a:gd name="T16" fmla="*/ 0 w 15"/>
                <a:gd name="T17" fmla="*/ 0 h 21"/>
                <a:gd name="T18" fmla="*/ 0 w 15"/>
                <a:gd name="T19" fmla="*/ 0 h 21"/>
                <a:gd name="T20" fmla="*/ 0 w 15"/>
                <a:gd name="T21" fmla="*/ 10 h 21"/>
                <a:gd name="T22" fmla="*/ 0 w 15"/>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1"/>
                <a:gd name="T38" fmla="*/ 15 w 15"/>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1">
                  <a:moveTo>
                    <a:pt x="0" y="16"/>
                  </a:moveTo>
                  <a:lnTo>
                    <a:pt x="0" y="16"/>
                  </a:lnTo>
                  <a:lnTo>
                    <a:pt x="5" y="21"/>
                  </a:lnTo>
                  <a:lnTo>
                    <a:pt x="15" y="21"/>
                  </a:lnTo>
                  <a:lnTo>
                    <a:pt x="15" y="16"/>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29877" name="Freeform 177"/>
            <p:cNvSpPr>
              <a:spLocks noEditPoints="1"/>
            </p:cNvSpPr>
            <p:nvPr/>
          </p:nvSpPr>
          <p:spPr bwMode="auto">
            <a:xfrm>
              <a:off x="4914"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29878" name="Rectangle 178"/>
            <p:cNvSpPr>
              <a:spLocks noChangeArrowheads="1"/>
            </p:cNvSpPr>
            <p:nvPr/>
          </p:nvSpPr>
          <p:spPr bwMode="auto">
            <a:xfrm>
              <a:off x="4794" y="1173"/>
              <a:ext cx="78" cy="15"/>
            </a:xfrm>
            <a:prstGeom prst="rect">
              <a:avLst/>
            </a:prstGeom>
            <a:solidFill>
              <a:schemeClr val="tx2"/>
            </a:solidFill>
            <a:ln w="9525">
              <a:solidFill>
                <a:schemeClr val="tx2"/>
              </a:solidFill>
              <a:miter lim="800000"/>
            </a:ln>
          </p:spPr>
          <p:txBody>
            <a:bodyPr/>
            <a:lstStyle/>
            <a:p>
              <a:endParaRPr lang="zh-CN" altLang="en-US"/>
            </a:p>
          </p:txBody>
        </p:sp>
        <p:sp>
          <p:nvSpPr>
            <p:cNvPr id="29879" name="Freeform 179"/>
            <p:cNvSpPr/>
            <p:nvPr/>
          </p:nvSpPr>
          <p:spPr bwMode="auto">
            <a:xfrm>
              <a:off x="4908" y="1173"/>
              <a:ext cx="58" cy="47"/>
            </a:xfrm>
            <a:custGeom>
              <a:avLst/>
              <a:gdLst>
                <a:gd name="T0" fmla="*/ 0 w 58"/>
                <a:gd name="T1" fmla="*/ 15 h 47"/>
                <a:gd name="T2" fmla="*/ 6 w 58"/>
                <a:gd name="T3" fmla="*/ 15 h 47"/>
                <a:gd name="T4" fmla="*/ 21 w 58"/>
                <a:gd name="T5" fmla="*/ 21 h 47"/>
                <a:gd name="T6" fmla="*/ 37 w 58"/>
                <a:gd name="T7" fmla="*/ 31 h 47"/>
                <a:gd name="T8" fmla="*/ 42 w 58"/>
                <a:gd name="T9" fmla="*/ 47 h 47"/>
                <a:gd name="T10" fmla="*/ 58 w 58"/>
                <a:gd name="T11" fmla="*/ 47 h 47"/>
                <a:gd name="T12" fmla="*/ 58 w 58"/>
                <a:gd name="T13" fmla="*/ 31 h 47"/>
                <a:gd name="T14" fmla="*/ 47 w 58"/>
                <a:gd name="T15" fmla="*/ 15 h 47"/>
                <a:gd name="T16" fmla="*/ 32 w 58"/>
                <a:gd name="T17" fmla="*/ 5 h 47"/>
                <a:gd name="T18" fmla="*/ 11 w 58"/>
                <a:gd name="T19" fmla="*/ 0 h 47"/>
                <a:gd name="T20" fmla="*/ 6 w 58"/>
                <a:gd name="T21" fmla="*/ 0 h 47"/>
                <a:gd name="T22" fmla="*/ 0 w 58"/>
                <a:gd name="T23" fmla="*/ 0 h 47"/>
                <a:gd name="T24" fmla="*/ 0 w 58"/>
                <a:gd name="T25" fmla="*/ 15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47"/>
                <a:gd name="T41" fmla="*/ 58 w 58"/>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47">
                  <a:moveTo>
                    <a:pt x="0" y="15"/>
                  </a:moveTo>
                  <a:lnTo>
                    <a:pt x="6" y="15"/>
                  </a:lnTo>
                  <a:lnTo>
                    <a:pt x="21" y="21"/>
                  </a:lnTo>
                  <a:lnTo>
                    <a:pt x="37" y="31"/>
                  </a:lnTo>
                  <a:lnTo>
                    <a:pt x="42" y="47"/>
                  </a:lnTo>
                  <a:lnTo>
                    <a:pt x="58" y="47"/>
                  </a:lnTo>
                  <a:lnTo>
                    <a:pt x="58" y="31"/>
                  </a:lnTo>
                  <a:lnTo>
                    <a:pt x="47" y="15"/>
                  </a:lnTo>
                  <a:lnTo>
                    <a:pt x="32" y="5"/>
                  </a:lnTo>
                  <a:lnTo>
                    <a:pt x="11" y="0"/>
                  </a:lnTo>
                  <a:lnTo>
                    <a:pt x="6" y="0"/>
                  </a:lnTo>
                  <a:lnTo>
                    <a:pt x="0" y="0"/>
                  </a:lnTo>
                  <a:lnTo>
                    <a:pt x="0" y="15"/>
                  </a:lnTo>
                  <a:close/>
                </a:path>
              </a:pathLst>
            </a:custGeom>
            <a:solidFill>
              <a:schemeClr val="tx2"/>
            </a:solidFill>
            <a:ln w="9525">
              <a:solidFill>
                <a:schemeClr val="tx2"/>
              </a:solidFill>
              <a:round/>
            </a:ln>
          </p:spPr>
          <p:txBody>
            <a:bodyPr/>
            <a:lstStyle/>
            <a:p>
              <a:endParaRPr lang="zh-CN" altLang="en-US"/>
            </a:p>
          </p:txBody>
        </p:sp>
      </p:grpSp>
      <p:sp>
        <p:nvSpPr>
          <p:cNvPr id="94388" name="Line 180"/>
          <p:cNvSpPr>
            <a:spLocks noChangeShapeType="1"/>
          </p:cNvSpPr>
          <p:nvPr/>
        </p:nvSpPr>
        <p:spPr bwMode="auto">
          <a:xfrm>
            <a:off x="7900988" y="2708275"/>
            <a:ext cx="0" cy="628650"/>
          </a:xfrm>
          <a:prstGeom prst="line">
            <a:avLst/>
          </a:prstGeom>
          <a:noFill/>
          <a:ln w="38100">
            <a:solidFill>
              <a:srgbClr val="FF6600"/>
            </a:solidFill>
            <a:round/>
            <a:tailEnd type="triangle" w="med" len="med"/>
          </a:ln>
        </p:spPr>
        <p:txBody>
          <a:bodyPr/>
          <a:lstStyle/>
          <a:p>
            <a:endParaRPr lang="zh-CN" altLang="en-US"/>
          </a:p>
        </p:txBody>
      </p:sp>
      <p:sp>
        <p:nvSpPr>
          <p:cNvPr id="94389" name="Text Box 181"/>
          <p:cNvSpPr txBox="1">
            <a:spLocks noChangeArrowheads="1"/>
          </p:cNvSpPr>
          <p:nvPr/>
        </p:nvSpPr>
        <p:spPr bwMode="auto">
          <a:xfrm>
            <a:off x="7766050" y="3292475"/>
            <a:ext cx="404813" cy="396875"/>
          </a:xfrm>
          <a:prstGeom prst="rect">
            <a:avLst/>
          </a:prstGeom>
          <a:noFill/>
          <a:ln w="9525">
            <a:noFill/>
            <a:miter lim="800000"/>
          </a:ln>
        </p:spPr>
        <p:txBody>
          <a:bodyPr>
            <a:spAutoFit/>
          </a:bodyPr>
          <a:lstStyle/>
          <a:p>
            <a:pPr>
              <a:spcBef>
                <a:spcPct val="50000"/>
              </a:spcBef>
            </a:pPr>
            <a:r>
              <a:rPr lang="en-US" altLang="zh-CN" sz="2000" b="1">
                <a:solidFill>
                  <a:srgbClr val="FF6600"/>
                </a:solidFill>
                <a:latin typeface="Times New Roman" panose="02020603050405020304" pitchFamily="18" charset="0"/>
              </a:rPr>
              <a:t>P</a:t>
            </a:r>
            <a:endParaRPr lang="en-US" altLang="zh-CN" sz="2000" b="1">
              <a:solidFill>
                <a:srgbClr val="FF6600"/>
              </a:solidFill>
              <a:latin typeface="Times New Roman" panose="02020603050405020304" pitchFamily="18" charset="0"/>
            </a:endParaRPr>
          </a:p>
        </p:txBody>
      </p:sp>
      <p:sp>
        <p:nvSpPr>
          <p:cNvPr id="94390" name="Line 182"/>
          <p:cNvSpPr>
            <a:spLocks noChangeShapeType="1"/>
          </p:cNvSpPr>
          <p:nvPr/>
        </p:nvSpPr>
        <p:spPr bwMode="auto">
          <a:xfrm flipV="1">
            <a:off x="7900988" y="2212975"/>
            <a:ext cx="0" cy="539750"/>
          </a:xfrm>
          <a:prstGeom prst="line">
            <a:avLst/>
          </a:prstGeom>
          <a:noFill/>
          <a:ln w="38100">
            <a:solidFill>
              <a:srgbClr val="00FF00"/>
            </a:solidFill>
            <a:round/>
            <a:tailEnd type="triangle" w="med" len="med"/>
          </a:ln>
        </p:spPr>
        <p:txBody>
          <a:bodyPr/>
          <a:lstStyle/>
          <a:p>
            <a:endParaRPr lang="zh-CN" altLang="en-US"/>
          </a:p>
        </p:txBody>
      </p:sp>
      <p:sp>
        <p:nvSpPr>
          <p:cNvPr id="94391" name="Text Box 183"/>
          <p:cNvSpPr txBox="1">
            <a:spLocks noChangeArrowheads="1"/>
          </p:cNvSpPr>
          <p:nvPr/>
        </p:nvSpPr>
        <p:spPr bwMode="auto">
          <a:xfrm>
            <a:off x="7767638" y="1943100"/>
            <a:ext cx="449262" cy="396875"/>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endParaRPr lang="en-US" altLang="zh-CN" sz="2000" b="1">
              <a:solidFill>
                <a:srgbClr val="006600"/>
              </a:solidFill>
              <a:latin typeface="Times New Roman" panose="02020603050405020304" pitchFamily="18" charset="0"/>
            </a:endParaRPr>
          </a:p>
        </p:txBody>
      </p:sp>
      <p:sp>
        <p:nvSpPr>
          <p:cNvPr id="94392" name="Line 184"/>
          <p:cNvSpPr>
            <a:spLocks noChangeShapeType="1"/>
          </p:cNvSpPr>
          <p:nvPr/>
        </p:nvSpPr>
        <p:spPr bwMode="auto">
          <a:xfrm>
            <a:off x="7270750" y="1852613"/>
            <a:ext cx="539750" cy="0"/>
          </a:xfrm>
          <a:prstGeom prst="line">
            <a:avLst/>
          </a:prstGeom>
          <a:noFill/>
          <a:ln w="38100">
            <a:solidFill>
              <a:srgbClr val="00FF00"/>
            </a:solidFill>
            <a:round/>
            <a:tailEnd type="triangle" w="med" len="med"/>
          </a:ln>
        </p:spPr>
        <p:txBody>
          <a:bodyPr/>
          <a:lstStyle/>
          <a:p>
            <a:endParaRPr lang="zh-CN" altLang="en-US"/>
          </a:p>
        </p:txBody>
      </p:sp>
      <p:sp>
        <p:nvSpPr>
          <p:cNvPr id="94393" name="Text Box 185"/>
          <p:cNvSpPr txBox="1">
            <a:spLocks noChangeArrowheads="1"/>
          </p:cNvSpPr>
          <p:nvPr/>
        </p:nvSpPr>
        <p:spPr bwMode="auto">
          <a:xfrm>
            <a:off x="7540625" y="1403350"/>
            <a:ext cx="449263" cy="396875"/>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r>
              <a:rPr lang="en-US" altLang="zh-CN" sz="2000" b="1" baseline="30000">
                <a:solidFill>
                  <a:srgbClr val="006600"/>
                </a:solidFill>
                <a:latin typeface="Times New Roman" panose="02020603050405020304" pitchFamily="18" charset="0"/>
              </a:rPr>
              <a:t>’</a:t>
            </a:r>
            <a:endParaRPr lang="en-US" altLang="zh-CN" sz="2000" b="1">
              <a:solidFill>
                <a:srgbClr val="006600"/>
              </a:solidFill>
              <a:latin typeface="Times New Roman" panose="02020603050405020304" pitchFamily="18" charset="0"/>
            </a:endParaRPr>
          </a:p>
        </p:txBody>
      </p:sp>
      <p:sp>
        <p:nvSpPr>
          <p:cNvPr id="94394" name="Line 186"/>
          <p:cNvSpPr>
            <a:spLocks noChangeShapeType="1"/>
          </p:cNvSpPr>
          <p:nvPr/>
        </p:nvSpPr>
        <p:spPr bwMode="auto">
          <a:xfrm flipH="1">
            <a:off x="6731000" y="1852613"/>
            <a:ext cx="539750" cy="0"/>
          </a:xfrm>
          <a:prstGeom prst="line">
            <a:avLst/>
          </a:prstGeom>
          <a:noFill/>
          <a:ln w="38100">
            <a:solidFill>
              <a:srgbClr val="FF3300"/>
            </a:solidFill>
            <a:round/>
            <a:tailEnd type="triangle" w="med" len="med"/>
          </a:ln>
        </p:spPr>
        <p:txBody>
          <a:bodyPr/>
          <a:lstStyle/>
          <a:p>
            <a:endParaRPr lang="zh-CN" altLang="en-US"/>
          </a:p>
        </p:txBody>
      </p:sp>
      <p:sp>
        <p:nvSpPr>
          <p:cNvPr id="94395" name="Text Box 187"/>
          <p:cNvSpPr txBox="1">
            <a:spLocks noChangeArrowheads="1"/>
          </p:cNvSpPr>
          <p:nvPr/>
        </p:nvSpPr>
        <p:spPr bwMode="auto">
          <a:xfrm>
            <a:off x="6596063" y="1403350"/>
            <a:ext cx="449262" cy="396875"/>
          </a:xfrm>
          <a:prstGeom prst="rect">
            <a:avLst/>
          </a:prstGeom>
          <a:noFill/>
          <a:ln w="9525">
            <a:noFill/>
            <a:miter lim="800000"/>
          </a:ln>
        </p:spPr>
        <p:txBody>
          <a:bodyPr>
            <a:spAutoFit/>
          </a:bodyPr>
          <a:lstStyle/>
          <a:p>
            <a:pPr>
              <a:spcBef>
                <a:spcPct val="50000"/>
              </a:spcBef>
            </a:pPr>
            <a:r>
              <a:rPr lang="en-US" altLang="zh-CN" sz="2000" b="1">
                <a:solidFill>
                  <a:srgbClr val="FF3300"/>
                </a:solidFill>
                <a:latin typeface="Times New Roman" panose="02020603050405020304" pitchFamily="18" charset="0"/>
              </a:rPr>
              <a:t>f</a:t>
            </a:r>
            <a:endParaRPr lang="en-US" altLang="zh-CN" sz="2000" b="1">
              <a:solidFill>
                <a:srgbClr val="FF33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942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94210"/>
                                        </p:tgtEl>
                                        <p:attrNameLst>
                                          <p:attrName>style.visibility</p:attrName>
                                        </p:attrNameLst>
                                      </p:cBhvr>
                                      <p:to>
                                        <p:strVal val="visible"/>
                                      </p:to>
                                    </p:set>
                                    <p:animEffect transition="in" filter="wipe(left)">
                                      <p:cBhvr>
                                        <p:cTn id="11" dur="500"/>
                                        <p:tgtEl>
                                          <p:spTgt spid="94210"/>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94214"/>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94215"/>
                                        </p:tgtEl>
                                        <p:attrNameLst>
                                          <p:attrName>style.visibility</p:attrName>
                                        </p:attrNameLst>
                                      </p:cBhvr>
                                      <p:to>
                                        <p:strVal val="visible"/>
                                      </p:to>
                                    </p:set>
                                    <p:animEffect transition="in" filter="wipe(left)">
                                      <p:cBhvr>
                                        <p:cTn id="24" dur="500"/>
                                        <p:tgtEl>
                                          <p:spTgt spid="9421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942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4211"/>
                                        </p:tgtEl>
                                        <p:attrNameLst>
                                          <p:attrName>style.visibility</p:attrName>
                                        </p:attrNameLst>
                                      </p:cBhvr>
                                      <p:to>
                                        <p:strVal val="visible"/>
                                      </p:to>
                                    </p:set>
                                    <p:animEffect transition="in" filter="wipe(left)">
                                      <p:cBhvr>
                                        <p:cTn id="33" dur="500"/>
                                        <p:tgtEl>
                                          <p:spTgt spid="942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wipe(up)">
                                      <p:cBhvr>
                                        <p:cTn id="38" dur="500"/>
                                        <p:tgtEl>
                                          <p:spTgt spid="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94388"/>
                                        </p:tgtEl>
                                        <p:attrNameLst>
                                          <p:attrName>style.visibility</p:attrName>
                                        </p:attrNameLst>
                                      </p:cBhvr>
                                      <p:to>
                                        <p:strVal val="visible"/>
                                      </p:to>
                                    </p:set>
                                    <p:animEffect transition="in" filter="wipe(up)">
                                      <p:cBhvr>
                                        <p:cTn id="43" dur="500"/>
                                        <p:tgtEl>
                                          <p:spTgt spid="94388"/>
                                        </p:tgtEl>
                                      </p:cBhvr>
                                    </p:animEffect>
                                  </p:childTnLst>
                                </p:cTn>
                              </p:par>
                            </p:childTnLst>
                          </p:cTn>
                        </p:par>
                        <p:par>
                          <p:cTn id="44" fill="hold">
                            <p:stCondLst>
                              <p:cond delay="500"/>
                            </p:stCondLst>
                            <p:childTnLst>
                              <p:par>
                                <p:cTn id="45" presetID="22" presetClass="entr" presetSubtype="8" fill="hold" grpId="0" nodeType="afterEffect">
                                  <p:stCondLst>
                                    <p:cond delay="0"/>
                                  </p:stCondLst>
                                  <p:childTnLst>
                                    <p:set>
                                      <p:cBhvr>
                                        <p:cTn id="46" dur="1" fill="hold">
                                          <p:stCondLst>
                                            <p:cond delay="0"/>
                                          </p:stCondLst>
                                        </p:cTn>
                                        <p:tgtEl>
                                          <p:spTgt spid="94389"/>
                                        </p:tgtEl>
                                        <p:attrNameLst>
                                          <p:attrName>style.visibility</p:attrName>
                                        </p:attrNameLst>
                                      </p:cBhvr>
                                      <p:to>
                                        <p:strVal val="visible"/>
                                      </p:to>
                                    </p:set>
                                    <p:animEffect transition="in" filter="wipe(left)">
                                      <p:cBhvr>
                                        <p:cTn id="47" dur="500"/>
                                        <p:tgtEl>
                                          <p:spTgt spid="94389"/>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94390"/>
                                        </p:tgtEl>
                                        <p:attrNameLst>
                                          <p:attrName>style.visibility</p:attrName>
                                        </p:attrNameLst>
                                      </p:cBhvr>
                                      <p:to>
                                        <p:strVal val="visible"/>
                                      </p:to>
                                    </p:set>
                                    <p:animEffect transition="in" filter="wipe(down)">
                                      <p:cBhvr>
                                        <p:cTn id="52" dur="500"/>
                                        <p:tgtEl>
                                          <p:spTgt spid="9439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94391"/>
                                        </p:tgtEl>
                                        <p:attrNameLst>
                                          <p:attrName>style.visibility</p:attrName>
                                        </p:attrNameLst>
                                      </p:cBhvr>
                                      <p:to>
                                        <p:strVal val="visible"/>
                                      </p:to>
                                    </p:set>
                                    <p:animEffect transition="in" filter="wipe(left)">
                                      <p:cBhvr>
                                        <p:cTn id="56" dur="500"/>
                                        <p:tgtEl>
                                          <p:spTgt spid="9439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2" fill="hold" grpId="0" nodeType="clickEffect">
                                  <p:stCondLst>
                                    <p:cond delay="0"/>
                                  </p:stCondLst>
                                  <p:childTnLst>
                                    <p:set>
                                      <p:cBhvr>
                                        <p:cTn id="60" dur="1" fill="hold">
                                          <p:stCondLst>
                                            <p:cond delay="0"/>
                                          </p:stCondLst>
                                        </p:cTn>
                                        <p:tgtEl>
                                          <p:spTgt spid="94394"/>
                                        </p:tgtEl>
                                        <p:attrNameLst>
                                          <p:attrName>style.visibility</p:attrName>
                                        </p:attrNameLst>
                                      </p:cBhvr>
                                      <p:to>
                                        <p:strVal val="visible"/>
                                      </p:to>
                                    </p:set>
                                    <p:animEffect transition="in" filter="wipe(right)">
                                      <p:cBhvr>
                                        <p:cTn id="61" dur="500"/>
                                        <p:tgtEl>
                                          <p:spTgt spid="94394"/>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94395"/>
                                        </p:tgtEl>
                                        <p:attrNameLst>
                                          <p:attrName>style.visibility</p:attrName>
                                        </p:attrNameLst>
                                      </p:cBhvr>
                                      <p:to>
                                        <p:strVal val="visible"/>
                                      </p:to>
                                    </p:set>
                                    <p:animEffect transition="in" filter="wipe(left)">
                                      <p:cBhvr>
                                        <p:cTn id="65" dur="500"/>
                                        <p:tgtEl>
                                          <p:spTgt spid="94395"/>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94392"/>
                                        </p:tgtEl>
                                        <p:attrNameLst>
                                          <p:attrName>style.visibility</p:attrName>
                                        </p:attrNameLst>
                                      </p:cBhvr>
                                      <p:to>
                                        <p:strVal val="visible"/>
                                      </p:to>
                                    </p:set>
                                    <p:animEffect transition="in" filter="wipe(left)">
                                      <p:cBhvr>
                                        <p:cTn id="70" dur="500"/>
                                        <p:tgtEl>
                                          <p:spTgt spid="94392"/>
                                        </p:tgtEl>
                                      </p:cBhvr>
                                    </p:animEffect>
                                  </p:childTnLst>
                                </p:cTn>
                              </p:par>
                            </p:childTnLst>
                          </p:cTn>
                        </p:par>
                        <p:par>
                          <p:cTn id="71" fill="hold">
                            <p:stCondLst>
                              <p:cond delay="500"/>
                            </p:stCondLst>
                            <p:childTnLst>
                              <p:par>
                                <p:cTn id="72" presetID="22" presetClass="entr" presetSubtype="8" fill="hold" grpId="0" nodeType="afterEffect">
                                  <p:stCondLst>
                                    <p:cond delay="0"/>
                                  </p:stCondLst>
                                  <p:childTnLst>
                                    <p:set>
                                      <p:cBhvr>
                                        <p:cTn id="73" dur="1" fill="hold">
                                          <p:stCondLst>
                                            <p:cond delay="0"/>
                                          </p:stCondLst>
                                        </p:cTn>
                                        <p:tgtEl>
                                          <p:spTgt spid="94393"/>
                                        </p:tgtEl>
                                        <p:attrNameLst>
                                          <p:attrName>style.visibility</p:attrName>
                                        </p:attrNameLst>
                                      </p:cBhvr>
                                      <p:to>
                                        <p:strVal val="visible"/>
                                      </p:to>
                                    </p:set>
                                    <p:animEffect transition="in" filter="wipe(left)">
                                      <p:cBhvr>
                                        <p:cTn id="74" dur="500"/>
                                        <p:tgtEl>
                                          <p:spTgt spid="94393"/>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94217"/>
                                        </p:tgtEl>
                                        <p:attrNameLst>
                                          <p:attrName>style.visibility</p:attrName>
                                        </p:attrNameLst>
                                      </p:cBhvr>
                                      <p:to>
                                        <p:strVal val="visible"/>
                                      </p:to>
                                    </p:set>
                                    <p:animEffect transition="in" filter="wipe(left)">
                                      <p:cBhvr>
                                        <p:cTn id="79" dur="500"/>
                                        <p:tgtEl>
                                          <p:spTgt spid="9421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94218"/>
                                        </p:tgtEl>
                                        <p:attrNameLst>
                                          <p:attrName>style.visibility</p:attrName>
                                        </p:attrNameLst>
                                      </p:cBhvr>
                                      <p:to>
                                        <p:strVal val="visible"/>
                                      </p:to>
                                    </p:set>
                                    <p:animEffect transition="in" filter="wipe(left)">
                                      <p:cBhvr>
                                        <p:cTn id="84" dur="500"/>
                                        <p:tgtEl>
                                          <p:spTgt spid="94218"/>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94220"/>
                                        </p:tgtEl>
                                        <p:attrNameLst>
                                          <p:attrName>style.visibility</p:attrName>
                                        </p:attrNameLst>
                                      </p:cBhvr>
                                      <p:to>
                                        <p:strVal val="visible"/>
                                      </p:to>
                                    </p:set>
                                    <p:animEffect transition="in" filter="wipe(left)">
                                      <p:cBhvr>
                                        <p:cTn id="89" dur="500"/>
                                        <p:tgtEl>
                                          <p:spTgt spid="9422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94219"/>
                                        </p:tgtEl>
                                        <p:attrNameLst>
                                          <p:attrName>style.visibility</p:attrName>
                                        </p:attrNameLst>
                                      </p:cBhvr>
                                      <p:to>
                                        <p:strVal val="visible"/>
                                      </p:to>
                                    </p:set>
                                    <p:animEffect transition="in" filter="wipe(left)">
                                      <p:cBhvr>
                                        <p:cTn id="94" dur="500"/>
                                        <p:tgtEl>
                                          <p:spTgt spid="9421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94216"/>
                                        </p:tgtEl>
                                        <p:attrNameLst>
                                          <p:attrName>style.visibility</p:attrName>
                                        </p:attrNameLst>
                                      </p:cBhvr>
                                      <p:to>
                                        <p:strVal val="visible"/>
                                      </p:to>
                                    </p:set>
                                    <p:animEffect transition="in" filter="wipe(left)">
                                      <p:cBhvr>
                                        <p:cTn id="99" dur="500"/>
                                        <p:tgtEl>
                                          <p:spTgt spid="94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0" grpId="0" autoUpdateAnimBg="0"/>
      <p:bldP spid="94211" grpId="0" autoUpdateAnimBg="0"/>
      <p:bldP spid="94212" grpId="0" autoUpdateAnimBg="0"/>
      <p:bldP spid="94213" grpId="0" autoUpdateAnimBg="0"/>
      <p:bldP spid="94214" grpId="0" autoUpdateAnimBg="0"/>
      <p:bldP spid="94215" grpId="0" autoUpdateAnimBg="0"/>
      <p:bldP spid="94216" grpId="0" autoUpdateAnimBg="0"/>
      <p:bldP spid="94217" grpId="0" autoUpdateAnimBg="0"/>
      <p:bldP spid="94220" grpId="0" animBg="1"/>
      <p:bldP spid="94388" grpId="0" animBg="1"/>
      <p:bldP spid="94389" grpId="0"/>
      <p:bldP spid="94390" grpId="0" animBg="1"/>
      <p:bldP spid="94391" grpId="0"/>
      <p:bldP spid="94392" grpId="0" animBg="1"/>
      <p:bldP spid="94393" grpId="0"/>
      <p:bldP spid="94394" grpId="0" animBg="1"/>
      <p:bldP spid="9439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206375" y="381000"/>
            <a:ext cx="8148638" cy="1006475"/>
          </a:xfrm>
          <a:prstGeom prst="rect">
            <a:avLst/>
          </a:prstGeom>
          <a:noFill/>
          <a:ln w="9525">
            <a:noFill/>
            <a:miter lim="800000"/>
          </a:ln>
        </p:spPr>
        <p:txBody>
          <a:bodyPr>
            <a:spAutoFit/>
          </a:bodyPr>
          <a:lstStyle/>
          <a:p>
            <a:pPr marL="476250" indent="-476250" algn="l">
              <a:lnSpc>
                <a:spcPct val="12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以</a:t>
            </a:r>
            <a:r>
              <a:rPr lang="zh-CN" altLang="en-US" b="1" i="0">
                <a:solidFill>
                  <a:srgbClr val="FF6600"/>
                </a:solidFill>
                <a:latin typeface="Times New Roman" panose="02020603050405020304" pitchFamily="18" charset="0"/>
              </a:rPr>
              <a:t>整个链条</a:t>
            </a:r>
            <a:r>
              <a:rPr lang="zh-CN" altLang="en-US" b="1" i="0">
                <a:solidFill>
                  <a:schemeClr val="bg1"/>
                </a:solidFill>
                <a:latin typeface="Times New Roman" panose="02020603050405020304" pitchFamily="18" charset="0"/>
              </a:rPr>
              <a:t>为研究对象，链条在运动过程中各部分之间相互作用的内力的功之和为零，</a:t>
            </a:r>
            <a:endParaRPr lang="zh-CN" altLang="en-US" i="0">
              <a:solidFill>
                <a:schemeClr val="bg1"/>
              </a:solidFill>
              <a:latin typeface="Times New Roman" panose="02020603050405020304" pitchFamily="18" charset="0"/>
            </a:endParaRPr>
          </a:p>
        </p:txBody>
      </p:sp>
      <p:graphicFrame>
        <p:nvGraphicFramePr>
          <p:cNvPr id="95235" name="Object 3"/>
          <p:cNvGraphicFramePr>
            <a:graphicFrameLocks noChangeAspect="1"/>
          </p:cNvGraphicFramePr>
          <p:nvPr/>
        </p:nvGraphicFramePr>
        <p:xfrm>
          <a:off x="2493963" y="1539875"/>
          <a:ext cx="3652837" cy="809625"/>
        </p:xfrm>
        <a:graphic>
          <a:graphicData uri="http://schemas.openxmlformats.org/presentationml/2006/ole">
            <mc:AlternateContent xmlns:mc="http://schemas.openxmlformats.org/markup-compatibility/2006">
              <mc:Choice xmlns:v="urn:schemas-microsoft-com:vml" Requires="v">
                <p:oleObj spid="_x0000_s30721" name="公式" r:id="rId1" imgW="43281600" imgH="9753600" progId="Equation.3">
                  <p:embed/>
                </p:oleObj>
              </mc:Choice>
              <mc:Fallback>
                <p:oleObj name="公式" r:id="rId1" imgW="43281600" imgH="9753600" progId="Equation.3">
                  <p:embed/>
                  <p:pic>
                    <p:nvPicPr>
                      <p:cNvPr id="0" name="Object 3"/>
                      <p:cNvPicPr>
                        <a:picLocks noChangeAspect="1"/>
                      </p:cNvPicPr>
                      <p:nvPr/>
                    </p:nvPicPr>
                    <p:blipFill>
                      <a:blip r:embed="rId2"/>
                      <a:stretch>
                        <a:fillRect/>
                      </a:stretch>
                    </p:blipFill>
                    <p:spPr>
                      <a:xfrm>
                        <a:off x="2493963" y="1539875"/>
                        <a:ext cx="3652837" cy="809625"/>
                      </a:xfrm>
                      <a:prstGeom prst="rect">
                        <a:avLst/>
                      </a:prstGeom>
                      <a:noFill/>
                      <a:ln w="9525">
                        <a:noFill/>
                      </a:ln>
                    </p:spPr>
                  </p:pic>
                </p:oleObj>
              </mc:Fallback>
            </mc:AlternateContent>
          </a:graphicData>
        </a:graphic>
      </p:graphicFrame>
      <p:graphicFrame>
        <p:nvGraphicFramePr>
          <p:cNvPr id="95236" name="Object 4"/>
          <p:cNvGraphicFramePr/>
          <p:nvPr/>
        </p:nvGraphicFramePr>
        <p:xfrm>
          <a:off x="1466850" y="2841625"/>
          <a:ext cx="4897438" cy="812800"/>
        </p:xfrm>
        <a:graphic>
          <a:graphicData uri="http://schemas.openxmlformats.org/presentationml/2006/ole">
            <mc:AlternateContent xmlns:mc="http://schemas.openxmlformats.org/markup-compatibility/2006">
              <mc:Choice xmlns:v="urn:schemas-microsoft-com:vml" Requires="v">
                <p:oleObj spid="_x0000_s30723" name="公式" r:id="rId3" imgW="58826400" imgH="9753600" progId="Equation.3">
                  <p:embed/>
                </p:oleObj>
              </mc:Choice>
              <mc:Fallback>
                <p:oleObj name="公式" r:id="rId3" imgW="58826400" imgH="9753600" progId="Equation.3">
                  <p:embed/>
                  <p:pic>
                    <p:nvPicPr>
                      <p:cNvPr id="0" name="Object 4"/>
                      <p:cNvPicPr/>
                      <p:nvPr/>
                    </p:nvPicPr>
                    <p:blipFill>
                      <a:blip r:embed="rId4"/>
                      <a:stretch>
                        <a:fillRect/>
                      </a:stretch>
                    </p:blipFill>
                    <p:spPr>
                      <a:xfrm>
                        <a:off x="1466850" y="2841625"/>
                        <a:ext cx="4897438" cy="812800"/>
                      </a:xfrm>
                      <a:prstGeom prst="rect">
                        <a:avLst/>
                      </a:prstGeom>
                      <a:noFill/>
                      <a:ln w="9525">
                        <a:noFill/>
                      </a:ln>
                    </p:spPr>
                  </p:pic>
                </p:oleObj>
              </mc:Fallback>
            </mc:AlternateContent>
          </a:graphicData>
        </a:graphic>
      </p:graphicFrame>
      <p:sp>
        <p:nvSpPr>
          <p:cNvPr id="95237" name="Rectangle 5"/>
          <p:cNvSpPr>
            <a:spLocks noChangeArrowheads="1"/>
          </p:cNvSpPr>
          <p:nvPr/>
        </p:nvSpPr>
        <p:spPr bwMode="auto">
          <a:xfrm>
            <a:off x="566738" y="2438400"/>
            <a:ext cx="2744787" cy="457200"/>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摩擦力的功</a:t>
            </a:r>
            <a:endParaRPr lang="zh-CN" altLang="en-US" b="1" i="0">
              <a:solidFill>
                <a:srgbClr val="006600"/>
              </a:solidFill>
              <a:latin typeface="Times New Roman" panose="02020603050405020304" pitchFamily="18" charset="0"/>
            </a:endParaRPr>
          </a:p>
        </p:txBody>
      </p:sp>
      <p:sp>
        <p:nvSpPr>
          <p:cNvPr id="95238" name="Rectangle 6"/>
          <p:cNvSpPr>
            <a:spLocks noChangeArrowheads="1"/>
          </p:cNvSpPr>
          <p:nvPr/>
        </p:nvSpPr>
        <p:spPr bwMode="auto">
          <a:xfrm>
            <a:off x="681038" y="1685925"/>
            <a:ext cx="2090737" cy="457200"/>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重力的功</a:t>
            </a:r>
            <a:endParaRPr lang="zh-CN" altLang="en-US" b="1" i="0">
              <a:solidFill>
                <a:srgbClr val="006600"/>
              </a:solidFill>
              <a:latin typeface="Times New Roman" panose="02020603050405020304" pitchFamily="18" charset="0"/>
            </a:endParaRPr>
          </a:p>
        </p:txBody>
      </p:sp>
      <p:graphicFrame>
        <p:nvGraphicFramePr>
          <p:cNvPr id="95239" name="Object 7"/>
          <p:cNvGraphicFramePr>
            <a:graphicFrameLocks noChangeAspect="1"/>
          </p:cNvGraphicFramePr>
          <p:nvPr/>
        </p:nvGraphicFramePr>
        <p:xfrm>
          <a:off x="1601788" y="4281488"/>
          <a:ext cx="5186362" cy="812800"/>
        </p:xfrm>
        <a:graphic>
          <a:graphicData uri="http://schemas.openxmlformats.org/presentationml/2006/ole">
            <mc:AlternateContent xmlns:mc="http://schemas.openxmlformats.org/markup-compatibility/2006">
              <mc:Choice xmlns:v="urn:schemas-microsoft-com:vml" Requires="v">
                <p:oleObj spid="_x0000_s30724" name="公式" r:id="rId5" imgW="62179200" imgH="9753600" progId="Equation.3">
                  <p:embed/>
                </p:oleObj>
              </mc:Choice>
              <mc:Fallback>
                <p:oleObj name="公式" r:id="rId5" imgW="62179200" imgH="9753600" progId="Equation.3">
                  <p:embed/>
                  <p:pic>
                    <p:nvPicPr>
                      <p:cNvPr id="0" name="Object 7"/>
                      <p:cNvPicPr>
                        <a:picLocks noChangeAspect="1"/>
                      </p:cNvPicPr>
                      <p:nvPr/>
                    </p:nvPicPr>
                    <p:blipFill>
                      <a:blip r:embed="rId6"/>
                      <a:stretch>
                        <a:fillRect/>
                      </a:stretch>
                    </p:blipFill>
                    <p:spPr>
                      <a:xfrm>
                        <a:off x="1601788" y="4281488"/>
                        <a:ext cx="5186362" cy="812800"/>
                      </a:xfrm>
                      <a:prstGeom prst="rect">
                        <a:avLst/>
                      </a:prstGeom>
                      <a:noFill/>
                      <a:ln w="9525">
                        <a:noFill/>
                      </a:ln>
                    </p:spPr>
                  </p:pic>
                </p:oleObj>
              </mc:Fallback>
            </mc:AlternateContent>
          </a:graphicData>
        </a:graphic>
      </p:graphicFrame>
      <p:graphicFrame>
        <p:nvGraphicFramePr>
          <p:cNvPr id="95240" name="Object 8"/>
          <p:cNvGraphicFramePr>
            <a:graphicFrameLocks noChangeAspect="1"/>
          </p:cNvGraphicFramePr>
          <p:nvPr/>
        </p:nvGraphicFramePr>
        <p:xfrm>
          <a:off x="2097088" y="5499100"/>
          <a:ext cx="3678237" cy="889000"/>
        </p:xfrm>
        <a:graphic>
          <a:graphicData uri="http://schemas.openxmlformats.org/presentationml/2006/ole">
            <mc:AlternateContent xmlns:mc="http://schemas.openxmlformats.org/markup-compatibility/2006">
              <mc:Choice xmlns:v="urn:schemas-microsoft-com:vml" Requires="v">
                <p:oleObj spid="_x0000_s30725" name="公式" r:id="rId7" imgW="44196000" imgH="10668000" progId="Equation.3">
                  <p:embed/>
                </p:oleObj>
              </mc:Choice>
              <mc:Fallback>
                <p:oleObj name="公式" r:id="rId7" imgW="44196000" imgH="10668000" progId="Equation.3">
                  <p:embed/>
                  <p:pic>
                    <p:nvPicPr>
                      <p:cNvPr id="0" name="Object 8"/>
                      <p:cNvPicPr>
                        <a:picLocks noChangeAspect="1"/>
                      </p:cNvPicPr>
                      <p:nvPr/>
                    </p:nvPicPr>
                    <p:blipFill>
                      <a:blip r:embed="rId8"/>
                      <a:stretch>
                        <a:fillRect/>
                      </a:stretch>
                    </p:blipFill>
                    <p:spPr>
                      <a:xfrm>
                        <a:off x="2097088" y="5499100"/>
                        <a:ext cx="3678237" cy="889000"/>
                      </a:xfrm>
                      <a:prstGeom prst="rect">
                        <a:avLst/>
                      </a:prstGeom>
                      <a:noFill/>
                      <a:ln w="9525">
                        <a:noFill/>
                      </a:ln>
                    </p:spPr>
                  </p:pic>
                </p:oleObj>
              </mc:Fallback>
            </mc:AlternateContent>
          </a:graphicData>
        </a:graphic>
      </p:graphicFrame>
      <p:sp>
        <p:nvSpPr>
          <p:cNvPr id="95241" name="Text Box 9"/>
          <p:cNvSpPr txBox="1">
            <a:spLocks noChangeArrowheads="1"/>
          </p:cNvSpPr>
          <p:nvPr/>
        </p:nvSpPr>
        <p:spPr bwMode="auto">
          <a:xfrm>
            <a:off x="649288" y="3692525"/>
            <a:ext cx="27971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根据动能定理有</a:t>
            </a:r>
            <a:endParaRPr lang="zh-CN" altLang="en-US" b="1" i="0">
              <a:solidFill>
                <a:schemeClr val="bg1"/>
              </a:solidFill>
              <a:latin typeface="Times New Roman" panose="02020603050405020304" pitchFamily="18" charset="0"/>
            </a:endParaRPr>
          </a:p>
        </p:txBody>
      </p:sp>
      <p:grpSp>
        <p:nvGrpSpPr>
          <p:cNvPr id="30730" name="Group 10"/>
          <p:cNvGrpSpPr/>
          <p:nvPr/>
        </p:nvGrpSpPr>
        <p:grpSpPr bwMode="auto">
          <a:xfrm>
            <a:off x="6464300" y="908050"/>
            <a:ext cx="2463800" cy="2835275"/>
            <a:chOff x="4072" y="572"/>
            <a:chExt cx="1552" cy="1786"/>
          </a:xfrm>
        </p:grpSpPr>
        <p:grpSp>
          <p:nvGrpSpPr>
            <p:cNvPr id="30731" name="Group 11"/>
            <p:cNvGrpSpPr/>
            <p:nvPr/>
          </p:nvGrpSpPr>
          <p:grpSpPr bwMode="auto">
            <a:xfrm>
              <a:off x="5091" y="792"/>
              <a:ext cx="533" cy="1248"/>
              <a:chOff x="4944" y="218"/>
              <a:chExt cx="533" cy="1248"/>
            </a:xfrm>
          </p:grpSpPr>
          <p:sp>
            <p:nvSpPr>
              <p:cNvPr id="30886" name="Line 12"/>
              <p:cNvSpPr>
                <a:spLocks noChangeShapeType="1"/>
              </p:cNvSpPr>
              <p:nvPr/>
            </p:nvSpPr>
            <p:spPr bwMode="auto">
              <a:xfrm>
                <a:off x="4944" y="288"/>
                <a:ext cx="288" cy="0"/>
              </a:xfrm>
              <a:prstGeom prst="line">
                <a:avLst/>
              </a:prstGeom>
              <a:noFill/>
              <a:ln w="28575">
                <a:solidFill>
                  <a:srgbClr val="0033CC"/>
                </a:solidFill>
                <a:round/>
              </a:ln>
            </p:spPr>
            <p:txBody>
              <a:bodyPr/>
              <a:lstStyle/>
              <a:p>
                <a:endParaRPr lang="zh-CN" altLang="en-US"/>
              </a:p>
            </p:txBody>
          </p:sp>
          <p:sp>
            <p:nvSpPr>
              <p:cNvPr id="30887" name="Line 13"/>
              <p:cNvSpPr>
                <a:spLocks noChangeShapeType="1"/>
              </p:cNvSpPr>
              <p:nvPr/>
            </p:nvSpPr>
            <p:spPr bwMode="auto">
              <a:xfrm>
                <a:off x="5088" y="288"/>
                <a:ext cx="0" cy="1104"/>
              </a:xfrm>
              <a:prstGeom prst="line">
                <a:avLst/>
              </a:prstGeom>
              <a:noFill/>
              <a:ln w="28575">
                <a:solidFill>
                  <a:srgbClr val="0033CC"/>
                </a:solidFill>
                <a:round/>
                <a:tailEnd type="triangle" w="med" len="med"/>
              </a:ln>
            </p:spPr>
            <p:txBody>
              <a:bodyPr/>
              <a:lstStyle/>
              <a:p>
                <a:endParaRPr lang="zh-CN" altLang="en-US"/>
              </a:p>
            </p:txBody>
          </p:sp>
          <p:sp>
            <p:nvSpPr>
              <p:cNvPr id="30888" name="Text Box 14"/>
              <p:cNvSpPr txBox="1">
                <a:spLocks noChangeArrowheads="1"/>
              </p:cNvSpPr>
              <p:nvPr/>
            </p:nvSpPr>
            <p:spPr bwMode="auto">
              <a:xfrm>
                <a:off x="5222" y="218"/>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sp>
            <p:nvSpPr>
              <p:cNvPr id="30889" name="Text Box 15"/>
              <p:cNvSpPr txBox="1">
                <a:spLocks noChangeArrowheads="1"/>
              </p:cNvSpPr>
              <p:nvPr/>
            </p:nvSpPr>
            <p:spPr bwMode="auto">
              <a:xfrm>
                <a:off x="5174" y="1178"/>
                <a:ext cx="201"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y</a:t>
                </a:r>
                <a:endParaRPr lang="en-US" altLang="zh-CN" b="1">
                  <a:solidFill>
                    <a:srgbClr val="0033CC"/>
                  </a:solidFill>
                  <a:latin typeface="Times New Roman" panose="02020603050405020304" pitchFamily="18" charset="0"/>
                </a:endParaRPr>
              </a:p>
            </p:txBody>
          </p:sp>
        </p:grpSp>
        <p:grpSp>
          <p:nvGrpSpPr>
            <p:cNvPr id="30732" name="Group 16"/>
            <p:cNvGrpSpPr/>
            <p:nvPr/>
          </p:nvGrpSpPr>
          <p:grpSpPr bwMode="auto">
            <a:xfrm>
              <a:off x="4072" y="835"/>
              <a:ext cx="1033" cy="1523"/>
              <a:chOff x="3959" y="1152"/>
              <a:chExt cx="1033" cy="1523"/>
            </a:xfrm>
          </p:grpSpPr>
          <p:sp>
            <p:nvSpPr>
              <p:cNvPr id="30741" name="Freeform 17"/>
              <p:cNvSpPr/>
              <p:nvPr/>
            </p:nvSpPr>
            <p:spPr bwMode="auto">
              <a:xfrm>
                <a:off x="3959" y="1204"/>
                <a:ext cx="991" cy="172"/>
              </a:xfrm>
              <a:custGeom>
                <a:avLst/>
                <a:gdLst>
                  <a:gd name="T0" fmla="*/ 0 w 991"/>
                  <a:gd name="T1" fmla="*/ 172 h 172"/>
                  <a:gd name="T2" fmla="*/ 0 w 991"/>
                  <a:gd name="T3" fmla="*/ 0 h 172"/>
                  <a:gd name="T4" fmla="*/ 991 w 991"/>
                  <a:gd name="T5" fmla="*/ 0 h 172"/>
                  <a:gd name="T6" fmla="*/ 991 w 991"/>
                  <a:gd name="T7" fmla="*/ 172 h 172"/>
                  <a:gd name="T8" fmla="*/ 0 w 991"/>
                  <a:gd name="T9" fmla="*/ 172 h 172"/>
                  <a:gd name="T10" fmla="*/ 0 w 991"/>
                  <a:gd name="T11" fmla="*/ 172 h 172"/>
                  <a:gd name="T12" fmla="*/ 0 60000 65536"/>
                  <a:gd name="T13" fmla="*/ 0 60000 65536"/>
                  <a:gd name="T14" fmla="*/ 0 60000 65536"/>
                  <a:gd name="T15" fmla="*/ 0 60000 65536"/>
                  <a:gd name="T16" fmla="*/ 0 60000 65536"/>
                  <a:gd name="T17" fmla="*/ 0 60000 65536"/>
                  <a:gd name="T18" fmla="*/ 0 w 991"/>
                  <a:gd name="T19" fmla="*/ 0 h 172"/>
                  <a:gd name="T20" fmla="*/ 991 w 991"/>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991" h="172">
                    <a:moveTo>
                      <a:pt x="0" y="172"/>
                    </a:moveTo>
                    <a:lnTo>
                      <a:pt x="0" y="0"/>
                    </a:lnTo>
                    <a:lnTo>
                      <a:pt x="991" y="0"/>
                    </a:lnTo>
                    <a:lnTo>
                      <a:pt x="991" y="172"/>
                    </a:lnTo>
                    <a:lnTo>
                      <a:pt x="0" y="172"/>
                    </a:lnTo>
                    <a:close/>
                  </a:path>
                </a:pathLst>
              </a:custGeom>
              <a:solidFill>
                <a:srgbClr val="CC0099"/>
              </a:solidFill>
              <a:ln w="9525">
                <a:noFill/>
                <a:round/>
              </a:ln>
            </p:spPr>
            <p:txBody>
              <a:bodyPr/>
              <a:lstStyle/>
              <a:p>
                <a:endParaRPr lang="zh-CN" altLang="en-US"/>
              </a:p>
            </p:txBody>
          </p:sp>
          <p:sp>
            <p:nvSpPr>
              <p:cNvPr id="30742" name="Freeform 18"/>
              <p:cNvSpPr/>
              <p:nvPr/>
            </p:nvSpPr>
            <p:spPr bwMode="auto">
              <a:xfrm>
                <a:off x="4735" y="1196"/>
                <a:ext cx="146" cy="1479"/>
              </a:xfrm>
              <a:custGeom>
                <a:avLst/>
                <a:gdLst>
                  <a:gd name="T0" fmla="*/ 146 w 146"/>
                  <a:gd name="T1" fmla="*/ 1479 h 1479"/>
                  <a:gd name="T2" fmla="*/ 0 w 146"/>
                  <a:gd name="T3" fmla="*/ 1479 h 1479"/>
                  <a:gd name="T4" fmla="*/ 0 w 146"/>
                  <a:gd name="T5" fmla="*/ 0 h 1479"/>
                  <a:gd name="T6" fmla="*/ 146 w 146"/>
                  <a:gd name="T7" fmla="*/ 0 h 1479"/>
                  <a:gd name="T8" fmla="*/ 146 w 146"/>
                  <a:gd name="T9" fmla="*/ 1479 h 1479"/>
                  <a:gd name="T10" fmla="*/ 146 w 146"/>
                  <a:gd name="T11" fmla="*/ 1479 h 1479"/>
                  <a:gd name="T12" fmla="*/ 0 60000 65536"/>
                  <a:gd name="T13" fmla="*/ 0 60000 65536"/>
                  <a:gd name="T14" fmla="*/ 0 60000 65536"/>
                  <a:gd name="T15" fmla="*/ 0 60000 65536"/>
                  <a:gd name="T16" fmla="*/ 0 60000 65536"/>
                  <a:gd name="T17" fmla="*/ 0 60000 65536"/>
                  <a:gd name="T18" fmla="*/ 0 w 146"/>
                  <a:gd name="T19" fmla="*/ 0 h 1479"/>
                  <a:gd name="T20" fmla="*/ 146 w 146"/>
                  <a:gd name="T21" fmla="*/ 1479 h 1479"/>
                </a:gdLst>
                <a:ahLst/>
                <a:cxnLst>
                  <a:cxn ang="T12">
                    <a:pos x="T0" y="T1"/>
                  </a:cxn>
                  <a:cxn ang="T13">
                    <a:pos x="T2" y="T3"/>
                  </a:cxn>
                  <a:cxn ang="T14">
                    <a:pos x="T4" y="T5"/>
                  </a:cxn>
                  <a:cxn ang="T15">
                    <a:pos x="T6" y="T7"/>
                  </a:cxn>
                  <a:cxn ang="T16">
                    <a:pos x="T8" y="T9"/>
                  </a:cxn>
                  <a:cxn ang="T17">
                    <a:pos x="T10" y="T11"/>
                  </a:cxn>
                </a:cxnLst>
                <a:rect l="T18" t="T19" r="T20" b="T21"/>
                <a:pathLst>
                  <a:path w="146" h="1479">
                    <a:moveTo>
                      <a:pt x="146" y="1479"/>
                    </a:moveTo>
                    <a:lnTo>
                      <a:pt x="0" y="1479"/>
                    </a:lnTo>
                    <a:lnTo>
                      <a:pt x="0" y="0"/>
                    </a:lnTo>
                    <a:lnTo>
                      <a:pt x="146" y="0"/>
                    </a:lnTo>
                    <a:lnTo>
                      <a:pt x="146" y="1479"/>
                    </a:lnTo>
                    <a:close/>
                  </a:path>
                </a:pathLst>
              </a:custGeom>
              <a:solidFill>
                <a:srgbClr val="CC0099"/>
              </a:solidFill>
              <a:ln w="9525">
                <a:noFill/>
                <a:round/>
              </a:ln>
            </p:spPr>
            <p:txBody>
              <a:bodyPr/>
              <a:lstStyle/>
              <a:p>
                <a:endParaRPr lang="zh-CN" altLang="en-US"/>
              </a:p>
            </p:txBody>
          </p:sp>
          <p:sp>
            <p:nvSpPr>
              <p:cNvPr id="30743" name="Freeform 19"/>
              <p:cNvSpPr/>
              <p:nvPr/>
            </p:nvSpPr>
            <p:spPr bwMode="auto">
              <a:xfrm>
                <a:off x="4934" y="1267"/>
                <a:ext cx="21" cy="20"/>
              </a:xfrm>
              <a:custGeom>
                <a:avLst/>
                <a:gdLst>
                  <a:gd name="T0" fmla="*/ 21 w 21"/>
                  <a:gd name="T1" fmla="*/ 5 h 20"/>
                  <a:gd name="T2" fmla="*/ 21 w 21"/>
                  <a:gd name="T3" fmla="*/ 5 h 20"/>
                  <a:gd name="T4" fmla="*/ 16 w 21"/>
                  <a:gd name="T5" fmla="*/ 0 h 20"/>
                  <a:gd name="T6" fmla="*/ 0 w 21"/>
                  <a:gd name="T7" fmla="*/ 0 h 20"/>
                  <a:gd name="T8" fmla="*/ 6 w 21"/>
                  <a:gd name="T9" fmla="*/ 15 h 20"/>
                  <a:gd name="T10" fmla="*/ 21 w 21"/>
                  <a:gd name="T11" fmla="*/ 20 h 20"/>
                  <a:gd name="T12" fmla="*/ 21 w 21"/>
                  <a:gd name="T13" fmla="*/ 5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21" y="5"/>
                    </a:moveTo>
                    <a:lnTo>
                      <a:pt x="21" y="5"/>
                    </a:lnTo>
                    <a:lnTo>
                      <a:pt x="16" y="0"/>
                    </a:lnTo>
                    <a:lnTo>
                      <a:pt x="0" y="0"/>
                    </a:lnTo>
                    <a:lnTo>
                      <a:pt x="6" y="15"/>
                    </a:lnTo>
                    <a:lnTo>
                      <a:pt x="21" y="20"/>
                    </a:lnTo>
                    <a:lnTo>
                      <a:pt x="21" y="5"/>
                    </a:lnTo>
                    <a:close/>
                  </a:path>
                </a:pathLst>
              </a:custGeom>
              <a:solidFill>
                <a:schemeClr val="tx2"/>
              </a:solidFill>
              <a:ln w="9525">
                <a:solidFill>
                  <a:schemeClr val="tx2"/>
                </a:solidFill>
                <a:round/>
              </a:ln>
            </p:spPr>
            <p:txBody>
              <a:bodyPr/>
              <a:lstStyle/>
              <a:p>
                <a:endParaRPr lang="zh-CN" altLang="en-US"/>
              </a:p>
            </p:txBody>
          </p:sp>
          <p:sp>
            <p:nvSpPr>
              <p:cNvPr id="30744" name="Freeform 20"/>
              <p:cNvSpPr>
                <a:spLocks noEditPoints="1"/>
              </p:cNvSpPr>
              <p:nvPr/>
            </p:nvSpPr>
            <p:spPr bwMode="auto">
              <a:xfrm>
                <a:off x="4934" y="1214"/>
                <a:ext cx="16" cy="53"/>
              </a:xfrm>
              <a:custGeom>
                <a:avLst/>
                <a:gdLst>
                  <a:gd name="T0" fmla="*/ 16 w 16"/>
                  <a:gd name="T1" fmla="*/ 53 h 53"/>
                  <a:gd name="T2" fmla="*/ 16 w 16"/>
                  <a:gd name="T3" fmla="*/ 0 h 53"/>
                  <a:gd name="T4" fmla="*/ 0 w 16"/>
                  <a:gd name="T5" fmla="*/ 0 h 53"/>
                  <a:gd name="T6" fmla="*/ 0 w 16"/>
                  <a:gd name="T7" fmla="*/ 53 h 53"/>
                  <a:gd name="T8" fmla="*/ 16 w 16"/>
                  <a:gd name="T9" fmla="*/ 53 h 53"/>
                  <a:gd name="T10" fmla="*/ 0 w 16"/>
                  <a:gd name="T11" fmla="*/ 53 h 53"/>
                  <a:gd name="T12" fmla="*/ 0 w 16"/>
                  <a:gd name="T13" fmla="*/ 53 h 53"/>
                  <a:gd name="T14" fmla="*/ 11 w 16"/>
                  <a:gd name="T15" fmla="*/ 53 h 53"/>
                  <a:gd name="T16" fmla="*/ 0 w 16"/>
                  <a:gd name="T17" fmla="*/ 5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16" y="53"/>
                    </a:moveTo>
                    <a:lnTo>
                      <a:pt x="16" y="0"/>
                    </a:lnTo>
                    <a:lnTo>
                      <a:pt x="0" y="0"/>
                    </a:lnTo>
                    <a:lnTo>
                      <a:pt x="0" y="53"/>
                    </a:lnTo>
                    <a:lnTo>
                      <a:pt x="16" y="53"/>
                    </a:lnTo>
                    <a:close/>
                    <a:moveTo>
                      <a:pt x="0" y="53"/>
                    </a:moveTo>
                    <a:lnTo>
                      <a:pt x="0" y="53"/>
                    </a:lnTo>
                    <a:lnTo>
                      <a:pt x="11" y="53"/>
                    </a:lnTo>
                    <a:lnTo>
                      <a:pt x="0" y="53"/>
                    </a:lnTo>
                    <a:close/>
                  </a:path>
                </a:pathLst>
              </a:custGeom>
              <a:solidFill>
                <a:schemeClr val="tx2"/>
              </a:solidFill>
              <a:ln w="9525">
                <a:solidFill>
                  <a:schemeClr val="tx2"/>
                </a:solidFill>
                <a:round/>
              </a:ln>
            </p:spPr>
            <p:txBody>
              <a:bodyPr/>
              <a:lstStyle/>
              <a:p>
                <a:endParaRPr lang="zh-CN" altLang="en-US"/>
              </a:p>
            </p:txBody>
          </p:sp>
          <p:sp>
            <p:nvSpPr>
              <p:cNvPr id="30745" name="Freeform 21"/>
              <p:cNvSpPr>
                <a:spLocks noEditPoints="1"/>
              </p:cNvSpPr>
              <p:nvPr/>
            </p:nvSpPr>
            <p:spPr bwMode="auto">
              <a:xfrm>
                <a:off x="4934" y="1199"/>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746" name="Freeform 22"/>
              <p:cNvSpPr>
                <a:spLocks noEditPoints="1"/>
              </p:cNvSpPr>
              <p:nvPr/>
            </p:nvSpPr>
            <p:spPr bwMode="auto">
              <a:xfrm>
                <a:off x="4955" y="1199"/>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47" name="Freeform 23"/>
              <p:cNvSpPr>
                <a:spLocks noEditPoints="1"/>
              </p:cNvSpPr>
              <p:nvPr/>
            </p:nvSpPr>
            <p:spPr bwMode="auto">
              <a:xfrm>
                <a:off x="4971" y="1199"/>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48" name="Freeform 24"/>
              <p:cNvSpPr>
                <a:spLocks noEditPoints="1"/>
              </p:cNvSpPr>
              <p:nvPr/>
            </p:nvSpPr>
            <p:spPr bwMode="auto">
              <a:xfrm>
                <a:off x="4976" y="1214"/>
                <a:ext cx="16" cy="53"/>
              </a:xfrm>
              <a:custGeom>
                <a:avLst/>
                <a:gdLst>
                  <a:gd name="T0" fmla="*/ 0 w 16"/>
                  <a:gd name="T1" fmla="*/ 0 h 53"/>
                  <a:gd name="T2" fmla="*/ 0 w 16"/>
                  <a:gd name="T3" fmla="*/ 53 h 53"/>
                  <a:gd name="T4" fmla="*/ 16 w 16"/>
                  <a:gd name="T5" fmla="*/ 53 h 53"/>
                  <a:gd name="T6" fmla="*/ 16 w 16"/>
                  <a:gd name="T7" fmla="*/ 0 h 53"/>
                  <a:gd name="T8" fmla="*/ 0 w 16"/>
                  <a:gd name="T9" fmla="*/ 0 h 53"/>
                  <a:gd name="T10" fmla="*/ 16 w 16"/>
                  <a:gd name="T11" fmla="*/ 0 h 53"/>
                  <a:gd name="T12" fmla="*/ 16 w 16"/>
                  <a:gd name="T13" fmla="*/ 0 h 53"/>
                  <a:gd name="T14" fmla="*/ 5 w 16"/>
                  <a:gd name="T15" fmla="*/ 0 h 53"/>
                  <a:gd name="T16" fmla="*/ 16 w 16"/>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0" y="0"/>
                    </a:moveTo>
                    <a:lnTo>
                      <a:pt x="0" y="53"/>
                    </a:lnTo>
                    <a:lnTo>
                      <a:pt x="16" y="53"/>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49" name="Freeform 25"/>
              <p:cNvSpPr>
                <a:spLocks noEditPoints="1"/>
              </p:cNvSpPr>
              <p:nvPr/>
            </p:nvSpPr>
            <p:spPr bwMode="auto">
              <a:xfrm>
                <a:off x="4971" y="1267"/>
                <a:ext cx="21" cy="20"/>
              </a:xfrm>
              <a:custGeom>
                <a:avLst/>
                <a:gdLst>
                  <a:gd name="T0" fmla="*/ 5 w 21"/>
                  <a:gd name="T1" fmla="*/ 0 h 20"/>
                  <a:gd name="T2" fmla="*/ 5 w 21"/>
                  <a:gd name="T3" fmla="*/ 5 h 20"/>
                  <a:gd name="T4" fmla="*/ 0 w 21"/>
                  <a:gd name="T5" fmla="*/ 5 h 20"/>
                  <a:gd name="T6" fmla="*/ 0 w 21"/>
                  <a:gd name="T7" fmla="*/ 20 h 20"/>
                  <a:gd name="T8" fmla="*/ 16 w 21"/>
                  <a:gd name="T9" fmla="*/ 15 h 20"/>
                  <a:gd name="T10" fmla="*/ 21 w 21"/>
                  <a:gd name="T11" fmla="*/ 0 h 20"/>
                  <a:gd name="T12" fmla="*/ 5 w 21"/>
                  <a:gd name="T13" fmla="*/ 0 h 20"/>
                  <a:gd name="T14" fmla="*/ 21 w 21"/>
                  <a:gd name="T15" fmla="*/ 0 h 20"/>
                  <a:gd name="T16" fmla="*/ 21 w 21"/>
                  <a:gd name="T17" fmla="*/ 0 h 20"/>
                  <a:gd name="T18" fmla="*/ 10 w 21"/>
                  <a:gd name="T19" fmla="*/ 0 h 20"/>
                  <a:gd name="T20" fmla="*/ 21 w 21"/>
                  <a:gd name="T21" fmla="*/ 0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5" y="0"/>
                    </a:moveTo>
                    <a:lnTo>
                      <a:pt x="5" y="5"/>
                    </a:lnTo>
                    <a:lnTo>
                      <a:pt x="0" y="5"/>
                    </a:lnTo>
                    <a:lnTo>
                      <a:pt x="0" y="20"/>
                    </a:lnTo>
                    <a:lnTo>
                      <a:pt x="16" y="15"/>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50" name="Freeform 26"/>
              <p:cNvSpPr>
                <a:spLocks noEditPoints="1"/>
              </p:cNvSpPr>
              <p:nvPr/>
            </p:nvSpPr>
            <p:spPr bwMode="auto">
              <a:xfrm>
                <a:off x="4955" y="1272"/>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0751" name="Freeform 27"/>
              <p:cNvSpPr/>
              <p:nvPr/>
            </p:nvSpPr>
            <p:spPr bwMode="auto">
              <a:xfrm>
                <a:off x="4934" y="1381"/>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0752" name="Freeform 28"/>
              <p:cNvSpPr>
                <a:spLocks noEditPoints="1"/>
              </p:cNvSpPr>
              <p:nvPr/>
            </p:nvSpPr>
            <p:spPr bwMode="auto">
              <a:xfrm>
                <a:off x="4934" y="1329"/>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53" name="Freeform 29"/>
              <p:cNvSpPr>
                <a:spLocks noEditPoints="1"/>
              </p:cNvSpPr>
              <p:nvPr/>
            </p:nvSpPr>
            <p:spPr bwMode="auto">
              <a:xfrm>
                <a:off x="4934" y="1308"/>
                <a:ext cx="21" cy="21"/>
              </a:xfrm>
              <a:custGeom>
                <a:avLst/>
                <a:gdLst>
                  <a:gd name="T0" fmla="*/ 16 w 21"/>
                  <a:gd name="T1" fmla="*/ 21 h 21"/>
                  <a:gd name="T2" fmla="*/ 21 w 21"/>
                  <a:gd name="T3" fmla="*/ 21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754" name="Freeform 30"/>
              <p:cNvSpPr>
                <a:spLocks noEditPoints="1"/>
              </p:cNvSpPr>
              <p:nvPr/>
            </p:nvSpPr>
            <p:spPr bwMode="auto">
              <a:xfrm>
                <a:off x="4955" y="1308"/>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755" name="Freeform 31"/>
              <p:cNvSpPr>
                <a:spLocks noEditPoints="1"/>
              </p:cNvSpPr>
              <p:nvPr/>
            </p:nvSpPr>
            <p:spPr bwMode="auto">
              <a:xfrm>
                <a:off x="4971" y="1308"/>
                <a:ext cx="21" cy="21"/>
              </a:xfrm>
              <a:custGeom>
                <a:avLst/>
                <a:gdLst>
                  <a:gd name="T0" fmla="*/ 0 w 21"/>
                  <a:gd name="T1" fmla="*/ 16 h 21"/>
                  <a:gd name="T2" fmla="*/ 5 w 21"/>
                  <a:gd name="T3" fmla="*/ 21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756" name="Freeform 32"/>
              <p:cNvSpPr>
                <a:spLocks noEditPoints="1"/>
              </p:cNvSpPr>
              <p:nvPr/>
            </p:nvSpPr>
            <p:spPr bwMode="auto">
              <a:xfrm>
                <a:off x="4976" y="1329"/>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57" name="Freeform 33"/>
              <p:cNvSpPr>
                <a:spLocks noEditPoints="1"/>
              </p:cNvSpPr>
              <p:nvPr/>
            </p:nvSpPr>
            <p:spPr bwMode="auto">
              <a:xfrm>
                <a:off x="4971" y="1381"/>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58" name="Freeform 34"/>
              <p:cNvSpPr>
                <a:spLocks noEditPoints="1"/>
              </p:cNvSpPr>
              <p:nvPr/>
            </p:nvSpPr>
            <p:spPr bwMode="auto">
              <a:xfrm>
                <a:off x="4955" y="1381"/>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30759" name="Rectangle 35"/>
              <p:cNvSpPr>
                <a:spLocks noChangeArrowheads="1"/>
              </p:cNvSpPr>
              <p:nvPr/>
            </p:nvSpPr>
            <p:spPr bwMode="auto">
              <a:xfrm>
                <a:off x="4955" y="1246"/>
                <a:ext cx="16" cy="83"/>
              </a:xfrm>
              <a:prstGeom prst="rect">
                <a:avLst/>
              </a:prstGeom>
              <a:solidFill>
                <a:schemeClr val="tx2"/>
              </a:solidFill>
              <a:ln w="9525">
                <a:solidFill>
                  <a:schemeClr val="tx2"/>
                </a:solidFill>
                <a:miter lim="800000"/>
              </a:ln>
            </p:spPr>
            <p:txBody>
              <a:bodyPr/>
              <a:lstStyle/>
              <a:p>
                <a:endParaRPr lang="zh-CN" altLang="en-US"/>
              </a:p>
            </p:txBody>
          </p:sp>
          <p:sp>
            <p:nvSpPr>
              <p:cNvPr id="30760" name="Freeform 36"/>
              <p:cNvSpPr/>
              <p:nvPr/>
            </p:nvSpPr>
            <p:spPr bwMode="auto">
              <a:xfrm>
                <a:off x="4934" y="1490"/>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30761" name="Freeform 37"/>
              <p:cNvSpPr>
                <a:spLocks noEditPoints="1"/>
              </p:cNvSpPr>
              <p:nvPr/>
            </p:nvSpPr>
            <p:spPr bwMode="auto">
              <a:xfrm>
                <a:off x="4934" y="1438"/>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62" name="Freeform 38"/>
              <p:cNvSpPr>
                <a:spLocks noEditPoints="1"/>
              </p:cNvSpPr>
              <p:nvPr/>
            </p:nvSpPr>
            <p:spPr bwMode="auto">
              <a:xfrm>
                <a:off x="4934" y="1423"/>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763" name="Freeform 39"/>
              <p:cNvSpPr>
                <a:spLocks noEditPoints="1"/>
              </p:cNvSpPr>
              <p:nvPr/>
            </p:nvSpPr>
            <p:spPr bwMode="auto">
              <a:xfrm>
                <a:off x="4955" y="1423"/>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64" name="Freeform 40"/>
              <p:cNvSpPr>
                <a:spLocks noEditPoints="1"/>
              </p:cNvSpPr>
              <p:nvPr/>
            </p:nvSpPr>
            <p:spPr bwMode="auto">
              <a:xfrm>
                <a:off x="4971" y="1423"/>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65" name="Freeform 41"/>
              <p:cNvSpPr>
                <a:spLocks noEditPoints="1"/>
              </p:cNvSpPr>
              <p:nvPr/>
            </p:nvSpPr>
            <p:spPr bwMode="auto">
              <a:xfrm>
                <a:off x="4976" y="1438"/>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66" name="Freeform 42"/>
              <p:cNvSpPr>
                <a:spLocks noEditPoints="1"/>
              </p:cNvSpPr>
              <p:nvPr/>
            </p:nvSpPr>
            <p:spPr bwMode="auto">
              <a:xfrm>
                <a:off x="4971" y="1490"/>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67" name="Freeform 43"/>
              <p:cNvSpPr>
                <a:spLocks noEditPoints="1"/>
              </p:cNvSpPr>
              <p:nvPr/>
            </p:nvSpPr>
            <p:spPr bwMode="auto">
              <a:xfrm>
                <a:off x="4955" y="1496"/>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0768" name="Rectangle 44"/>
              <p:cNvSpPr>
                <a:spLocks noChangeArrowheads="1"/>
              </p:cNvSpPr>
              <p:nvPr/>
            </p:nvSpPr>
            <p:spPr bwMode="auto">
              <a:xfrm>
                <a:off x="4955" y="1360"/>
                <a:ext cx="16" cy="78"/>
              </a:xfrm>
              <a:prstGeom prst="rect">
                <a:avLst/>
              </a:prstGeom>
              <a:solidFill>
                <a:schemeClr val="tx2"/>
              </a:solidFill>
              <a:ln w="9525">
                <a:solidFill>
                  <a:schemeClr val="tx2"/>
                </a:solidFill>
                <a:miter lim="800000"/>
              </a:ln>
            </p:spPr>
            <p:txBody>
              <a:bodyPr/>
              <a:lstStyle/>
              <a:p>
                <a:endParaRPr lang="zh-CN" altLang="en-US"/>
              </a:p>
            </p:txBody>
          </p:sp>
          <p:sp>
            <p:nvSpPr>
              <p:cNvPr id="30769" name="Freeform 45"/>
              <p:cNvSpPr/>
              <p:nvPr/>
            </p:nvSpPr>
            <p:spPr bwMode="auto">
              <a:xfrm>
                <a:off x="4934" y="1605"/>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0770" name="Freeform 46"/>
              <p:cNvSpPr>
                <a:spLocks noEditPoints="1"/>
              </p:cNvSpPr>
              <p:nvPr/>
            </p:nvSpPr>
            <p:spPr bwMode="auto">
              <a:xfrm>
                <a:off x="4934" y="1553"/>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71" name="Freeform 47"/>
              <p:cNvSpPr>
                <a:spLocks noEditPoints="1"/>
              </p:cNvSpPr>
              <p:nvPr/>
            </p:nvSpPr>
            <p:spPr bwMode="auto">
              <a:xfrm>
                <a:off x="4934" y="153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772" name="Freeform 48"/>
              <p:cNvSpPr>
                <a:spLocks noEditPoints="1"/>
              </p:cNvSpPr>
              <p:nvPr/>
            </p:nvSpPr>
            <p:spPr bwMode="auto">
              <a:xfrm>
                <a:off x="4955" y="1532"/>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773" name="Freeform 49"/>
              <p:cNvSpPr>
                <a:spLocks noEditPoints="1"/>
              </p:cNvSpPr>
              <p:nvPr/>
            </p:nvSpPr>
            <p:spPr bwMode="auto">
              <a:xfrm>
                <a:off x="4971" y="153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774" name="Freeform 50"/>
              <p:cNvSpPr>
                <a:spLocks noEditPoints="1"/>
              </p:cNvSpPr>
              <p:nvPr/>
            </p:nvSpPr>
            <p:spPr bwMode="auto">
              <a:xfrm>
                <a:off x="4976" y="1553"/>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75" name="Freeform 51"/>
              <p:cNvSpPr>
                <a:spLocks noEditPoints="1"/>
              </p:cNvSpPr>
              <p:nvPr/>
            </p:nvSpPr>
            <p:spPr bwMode="auto">
              <a:xfrm>
                <a:off x="4971" y="1605"/>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76" name="Freeform 52"/>
              <p:cNvSpPr>
                <a:spLocks noEditPoints="1"/>
              </p:cNvSpPr>
              <p:nvPr/>
            </p:nvSpPr>
            <p:spPr bwMode="auto">
              <a:xfrm>
                <a:off x="4955" y="1605"/>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30777" name="Rectangle 53"/>
              <p:cNvSpPr>
                <a:spLocks noChangeArrowheads="1"/>
              </p:cNvSpPr>
              <p:nvPr/>
            </p:nvSpPr>
            <p:spPr bwMode="auto">
              <a:xfrm>
                <a:off x="4955" y="1470"/>
                <a:ext cx="16" cy="83"/>
              </a:xfrm>
              <a:prstGeom prst="rect">
                <a:avLst/>
              </a:prstGeom>
              <a:solidFill>
                <a:schemeClr val="tx2"/>
              </a:solidFill>
              <a:ln w="9525">
                <a:solidFill>
                  <a:schemeClr val="tx2"/>
                </a:solidFill>
                <a:miter lim="800000"/>
              </a:ln>
            </p:spPr>
            <p:txBody>
              <a:bodyPr/>
              <a:lstStyle/>
              <a:p>
                <a:endParaRPr lang="zh-CN" altLang="en-US"/>
              </a:p>
            </p:txBody>
          </p:sp>
          <p:sp>
            <p:nvSpPr>
              <p:cNvPr id="30778" name="Freeform 54"/>
              <p:cNvSpPr/>
              <p:nvPr/>
            </p:nvSpPr>
            <p:spPr bwMode="auto">
              <a:xfrm>
                <a:off x="4934" y="1714"/>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30779" name="Freeform 55"/>
              <p:cNvSpPr>
                <a:spLocks noEditPoints="1"/>
              </p:cNvSpPr>
              <p:nvPr/>
            </p:nvSpPr>
            <p:spPr bwMode="auto">
              <a:xfrm>
                <a:off x="4934" y="1662"/>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80" name="Freeform 56"/>
              <p:cNvSpPr>
                <a:spLocks noEditPoints="1"/>
              </p:cNvSpPr>
              <p:nvPr/>
            </p:nvSpPr>
            <p:spPr bwMode="auto">
              <a:xfrm>
                <a:off x="4934" y="1647"/>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781" name="Freeform 57"/>
              <p:cNvSpPr>
                <a:spLocks noEditPoints="1"/>
              </p:cNvSpPr>
              <p:nvPr/>
            </p:nvSpPr>
            <p:spPr bwMode="auto">
              <a:xfrm>
                <a:off x="4955" y="1647"/>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82" name="Freeform 58"/>
              <p:cNvSpPr>
                <a:spLocks noEditPoints="1"/>
              </p:cNvSpPr>
              <p:nvPr/>
            </p:nvSpPr>
            <p:spPr bwMode="auto">
              <a:xfrm>
                <a:off x="4971" y="1647"/>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783" name="Freeform 59"/>
              <p:cNvSpPr>
                <a:spLocks noEditPoints="1"/>
              </p:cNvSpPr>
              <p:nvPr/>
            </p:nvSpPr>
            <p:spPr bwMode="auto">
              <a:xfrm>
                <a:off x="4976" y="1662"/>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84" name="Freeform 60"/>
              <p:cNvSpPr>
                <a:spLocks noEditPoints="1"/>
              </p:cNvSpPr>
              <p:nvPr/>
            </p:nvSpPr>
            <p:spPr bwMode="auto">
              <a:xfrm>
                <a:off x="4971" y="1714"/>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85" name="Freeform 61"/>
              <p:cNvSpPr>
                <a:spLocks noEditPoints="1"/>
              </p:cNvSpPr>
              <p:nvPr/>
            </p:nvSpPr>
            <p:spPr bwMode="auto">
              <a:xfrm>
                <a:off x="4955" y="1720"/>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0786" name="Rectangle 62"/>
              <p:cNvSpPr>
                <a:spLocks noChangeArrowheads="1"/>
              </p:cNvSpPr>
              <p:nvPr/>
            </p:nvSpPr>
            <p:spPr bwMode="auto">
              <a:xfrm>
                <a:off x="4955" y="1584"/>
                <a:ext cx="16" cy="78"/>
              </a:xfrm>
              <a:prstGeom prst="rect">
                <a:avLst/>
              </a:prstGeom>
              <a:solidFill>
                <a:schemeClr val="tx2"/>
              </a:solidFill>
              <a:ln w="9525">
                <a:solidFill>
                  <a:schemeClr val="tx2"/>
                </a:solidFill>
                <a:miter lim="800000"/>
              </a:ln>
            </p:spPr>
            <p:txBody>
              <a:bodyPr/>
              <a:lstStyle/>
              <a:p>
                <a:endParaRPr lang="zh-CN" altLang="en-US"/>
              </a:p>
            </p:txBody>
          </p:sp>
          <p:sp>
            <p:nvSpPr>
              <p:cNvPr id="30787" name="Freeform 63"/>
              <p:cNvSpPr/>
              <p:nvPr/>
            </p:nvSpPr>
            <p:spPr bwMode="auto">
              <a:xfrm>
                <a:off x="4934" y="1829"/>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0788" name="Freeform 64"/>
              <p:cNvSpPr>
                <a:spLocks noEditPoints="1"/>
              </p:cNvSpPr>
              <p:nvPr/>
            </p:nvSpPr>
            <p:spPr bwMode="auto">
              <a:xfrm>
                <a:off x="4934" y="1777"/>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89" name="Freeform 65"/>
              <p:cNvSpPr>
                <a:spLocks noEditPoints="1"/>
              </p:cNvSpPr>
              <p:nvPr/>
            </p:nvSpPr>
            <p:spPr bwMode="auto">
              <a:xfrm>
                <a:off x="4934" y="1756"/>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790" name="Freeform 66"/>
              <p:cNvSpPr>
                <a:spLocks noEditPoints="1"/>
              </p:cNvSpPr>
              <p:nvPr/>
            </p:nvSpPr>
            <p:spPr bwMode="auto">
              <a:xfrm>
                <a:off x="4955" y="1756"/>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0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791" name="Freeform 67"/>
              <p:cNvSpPr>
                <a:spLocks noEditPoints="1"/>
              </p:cNvSpPr>
              <p:nvPr/>
            </p:nvSpPr>
            <p:spPr bwMode="auto">
              <a:xfrm>
                <a:off x="4971" y="1756"/>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792" name="Freeform 68"/>
              <p:cNvSpPr>
                <a:spLocks noEditPoints="1"/>
              </p:cNvSpPr>
              <p:nvPr/>
            </p:nvSpPr>
            <p:spPr bwMode="auto">
              <a:xfrm>
                <a:off x="4976" y="1777"/>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793" name="Freeform 69"/>
              <p:cNvSpPr>
                <a:spLocks noEditPoints="1"/>
              </p:cNvSpPr>
              <p:nvPr/>
            </p:nvSpPr>
            <p:spPr bwMode="auto">
              <a:xfrm>
                <a:off x="4971" y="1829"/>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794" name="Freeform 70"/>
              <p:cNvSpPr>
                <a:spLocks noEditPoints="1"/>
              </p:cNvSpPr>
              <p:nvPr/>
            </p:nvSpPr>
            <p:spPr bwMode="auto">
              <a:xfrm>
                <a:off x="4955" y="1829"/>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30795" name="Rectangle 71"/>
              <p:cNvSpPr>
                <a:spLocks noChangeArrowheads="1"/>
              </p:cNvSpPr>
              <p:nvPr/>
            </p:nvSpPr>
            <p:spPr bwMode="auto">
              <a:xfrm>
                <a:off x="4955" y="1694"/>
                <a:ext cx="16" cy="83"/>
              </a:xfrm>
              <a:prstGeom prst="rect">
                <a:avLst/>
              </a:prstGeom>
              <a:solidFill>
                <a:schemeClr val="tx2"/>
              </a:solidFill>
              <a:ln w="9525">
                <a:solidFill>
                  <a:schemeClr val="tx2"/>
                </a:solidFill>
                <a:miter lim="800000"/>
              </a:ln>
            </p:spPr>
            <p:txBody>
              <a:bodyPr/>
              <a:lstStyle/>
              <a:p>
                <a:endParaRPr lang="zh-CN" altLang="en-US"/>
              </a:p>
            </p:txBody>
          </p:sp>
          <p:sp>
            <p:nvSpPr>
              <p:cNvPr id="30796" name="Freeform 72"/>
              <p:cNvSpPr/>
              <p:nvPr/>
            </p:nvSpPr>
            <p:spPr bwMode="auto">
              <a:xfrm>
                <a:off x="4934" y="1938"/>
                <a:ext cx="21" cy="21"/>
              </a:xfrm>
              <a:custGeom>
                <a:avLst/>
                <a:gdLst>
                  <a:gd name="T0" fmla="*/ 21 w 21"/>
                  <a:gd name="T1" fmla="*/ 5 h 21"/>
                  <a:gd name="T2" fmla="*/ 21 w 21"/>
                  <a:gd name="T3" fmla="*/ 5 h 21"/>
                  <a:gd name="T4" fmla="*/ 16 w 21"/>
                  <a:gd name="T5" fmla="*/ 0 h 21"/>
                  <a:gd name="T6" fmla="*/ 0 w 21"/>
                  <a:gd name="T7" fmla="*/ 0 h 21"/>
                  <a:gd name="T8" fmla="*/ 6 w 21"/>
                  <a:gd name="T9" fmla="*/ 16 h 21"/>
                  <a:gd name="T10" fmla="*/ 21 w 21"/>
                  <a:gd name="T11" fmla="*/ 21 h 21"/>
                  <a:gd name="T12" fmla="*/ 21 w 21"/>
                  <a:gd name="T13" fmla="*/ 5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5"/>
                    </a:moveTo>
                    <a:lnTo>
                      <a:pt x="21" y="5"/>
                    </a:lnTo>
                    <a:lnTo>
                      <a:pt x="16" y="0"/>
                    </a:lnTo>
                    <a:lnTo>
                      <a:pt x="0" y="0"/>
                    </a:lnTo>
                    <a:lnTo>
                      <a:pt x="6" y="16"/>
                    </a:lnTo>
                    <a:lnTo>
                      <a:pt x="21" y="21"/>
                    </a:lnTo>
                    <a:lnTo>
                      <a:pt x="21" y="5"/>
                    </a:lnTo>
                    <a:close/>
                  </a:path>
                </a:pathLst>
              </a:custGeom>
              <a:solidFill>
                <a:schemeClr val="tx2"/>
              </a:solidFill>
              <a:ln w="9525">
                <a:solidFill>
                  <a:schemeClr val="tx2"/>
                </a:solidFill>
                <a:round/>
              </a:ln>
            </p:spPr>
            <p:txBody>
              <a:bodyPr/>
              <a:lstStyle/>
              <a:p>
                <a:endParaRPr lang="zh-CN" altLang="en-US"/>
              </a:p>
            </p:txBody>
          </p:sp>
          <p:sp>
            <p:nvSpPr>
              <p:cNvPr id="30797" name="Freeform 73"/>
              <p:cNvSpPr>
                <a:spLocks noEditPoints="1"/>
              </p:cNvSpPr>
              <p:nvPr/>
            </p:nvSpPr>
            <p:spPr bwMode="auto">
              <a:xfrm>
                <a:off x="4934" y="1886"/>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798" name="Freeform 74"/>
              <p:cNvSpPr>
                <a:spLocks noEditPoints="1"/>
              </p:cNvSpPr>
              <p:nvPr/>
            </p:nvSpPr>
            <p:spPr bwMode="auto">
              <a:xfrm>
                <a:off x="4934" y="1871"/>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799" name="Freeform 75"/>
              <p:cNvSpPr>
                <a:spLocks noEditPoints="1"/>
              </p:cNvSpPr>
              <p:nvPr/>
            </p:nvSpPr>
            <p:spPr bwMode="auto">
              <a:xfrm>
                <a:off x="4955" y="1871"/>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800" name="Freeform 76"/>
              <p:cNvSpPr>
                <a:spLocks noEditPoints="1"/>
              </p:cNvSpPr>
              <p:nvPr/>
            </p:nvSpPr>
            <p:spPr bwMode="auto">
              <a:xfrm>
                <a:off x="4971" y="1871"/>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0801" name="Freeform 77"/>
              <p:cNvSpPr>
                <a:spLocks noEditPoints="1"/>
              </p:cNvSpPr>
              <p:nvPr/>
            </p:nvSpPr>
            <p:spPr bwMode="auto">
              <a:xfrm>
                <a:off x="4976" y="1886"/>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802" name="Freeform 78"/>
              <p:cNvSpPr>
                <a:spLocks noEditPoints="1"/>
              </p:cNvSpPr>
              <p:nvPr/>
            </p:nvSpPr>
            <p:spPr bwMode="auto">
              <a:xfrm>
                <a:off x="4971" y="1938"/>
                <a:ext cx="21" cy="21"/>
              </a:xfrm>
              <a:custGeom>
                <a:avLst/>
                <a:gdLst>
                  <a:gd name="T0" fmla="*/ 5 w 21"/>
                  <a:gd name="T1" fmla="*/ 0 h 21"/>
                  <a:gd name="T2" fmla="*/ 5 w 21"/>
                  <a:gd name="T3" fmla="*/ 5 h 21"/>
                  <a:gd name="T4" fmla="*/ 0 w 21"/>
                  <a:gd name="T5" fmla="*/ 5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5"/>
                    </a:lnTo>
                    <a:lnTo>
                      <a:pt x="0" y="5"/>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803" name="Freeform 79"/>
              <p:cNvSpPr>
                <a:spLocks noEditPoints="1"/>
              </p:cNvSpPr>
              <p:nvPr/>
            </p:nvSpPr>
            <p:spPr bwMode="auto">
              <a:xfrm>
                <a:off x="4955" y="1943"/>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6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6"/>
                    </a:lnTo>
                    <a:lnTo>
                      <a:pt x="16" y="16"/>
                    </a:lnTo>
                    <a:close/>
                  </a:path>
                </a:pathLst>
              </a:custGeom>
              <a:solidFill>
                <a:schemeClr val="tx2"/>
              </a:solidFill>
              <a:ln w="9525">
                <a:solidFill>
                  <a:schemeClr val="tx2"/>
                </a:solidFill>
                <a:round/>
              </a:ln>
            </p:spPr>
            <p:txBody>
              <a:bodyPr/>
              <a:lstStyle/>
              <a:p>
                <a:endParaRPr lang="zh-CN" altLang="en-US"/>
              </a:p>
            </p:txBody>
          </p:sp>
          <p:sp>
            <p:nvSpPr>
              <p:cNvPr id="30804" name="Rectangle 80"/>
              <p:cNvSpPr>
                <a:spLocks noChangeArrowheads="1"/>
              </p:cNvSpPr>
              <p:nvPr/>
            </p:nvSpPr>
            <p:spPr bwMode="auto">
              <a:xfrm>
                <a:off x="4955" y="1808"/>
                <a:ext cx="16" cy="78"/>
              </a:xfrm>
              <a:prstGeom prst="rect">
                <a:avLst/>
              </a:prstGeom>
              <a:solidFill>
                <a:schemeClr val="tx2"/>
              </a:solidFill>
              <a:ln w="9525">
                <a:solidFill>
                  <a:schemeClr val="tx2"/>
                </a:solidFill>
                <a:miter lim="800000"/>
              </a:ln>
            </p:spPr>
            <p:txBody>
              <a:bodyPr/>
              <a:lstStyle/>
              <a:p>
                <a:endParaRPr lang="zh-CN" altLang="en-US"/>
              </a:p>
            </p:txBody>
          </p:sp>
          <p:sp>
            <p:nvSpPr>
              <p:cNvPr id="30805" name="Freeform 81"/>
              <p:cNvSpPr/>
              <p:nvPr/>
            </p:nvSpPr>
            <p:spPr bwMode="auto">
              <a:xfrm>
                <a:off x="4934" y="2042"/>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0806" name="Freeform 82"/>
              <p:cNvSpPr>
                <a:spLocks noEditPoints="1"/>
              </p:cNvSpPr>
              <p:nvPr/>
            </p:nvSpPr>
            <p:spPr bwMode="auto">
              <a:xfrm>
                <a:off x="4934" y="1990"/>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0807" name="Freeform 83"/>
              <p:cNvSpPr>
                <a:spLocks noEditPoints="1"/>
              </p:cNvSpPr>
              <p:nvPr/>
            </p:nvSpPr>
            <p:spPr bwMode="auto">
              <a:xfrm>
                <a:off x="4934" y="1969"/>
                <a:ext cx="21" cy="21"/>
              </a:xfrm>
              <a:custGeom>
                <a:avLst/>
                <a:gdLst>
                  <a:gd name="T0" fmla="*/ 16 w 21"/>
                  <a:gd name="T1" fmla="*/ 21 h 21"/>
                  <a:gd name="T2" fmla="*/ 21 w 21"/>
                  <a:gd name="T3" fmla="*/ 21 h 21"/>
                  <a:gd name="T4" fmla="*/ 21 w 21"/>
                  <a:gd name="T5" fmla="*/ 16 h 21"/>
                  <a:gd name="T6" fmla="*/ 21 w 21"/>
                  <a:gd name="T7" fmla="*/ 0 h 21"/>
                  <a:gd name="T8" fmla="*/ 6 w 21"/>
                  <a:gd name="T9" fmla="*/ 6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6"/>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808" name="Freeform 84"/>
              <p:cNvSpPr>
                <a:spLocks noEditPoints="1"/>
              </p:cNvSpPr>
              <p:nvPr/>
            </p:nvSpPr>
            <p:spPr bwMode="auto">
              <a:xfrm>
                <a:off x="4955" y="1969"/>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809" name="Freeform 85"/>
              <p:cNvSpPr>
                <a:spLocks noEditPoints="1"/>
              </p:cNvSpPr>
              <p:nvPr/>
            </p:nvSpPr>
            <p:spPr bwMode="auto">
              <a:xfrm>
                <a:off x="4971" y="1969"/>
                <a:ext cx="21" cy="21"/>
              </a:xfrm>
              <a:custGeom>
                <a:avLst/>
                <a:gdLst>
                  <a:gd name="T0" fmla="*/ 0 w 21"/>
                  <a:gd name="T1" fmla="*/ 16 h 21"/>
                  <a:gd name="T2" fmla="*/ 5 w 21"/>
                  <a:gd name="T3" fmla="*/ 21 h 21"/>
                  <a:gd name="T4" fmla="*/ 5 w 21"/>
                  <a:gd name="T5" fmla="*/ 21 h 21"/>
                  <a:gd name="T6" fmla="*/ 21 w 21"/>
                  <a:gd name="T7" fmla="*/ 21 h 21"/>
                  <a:gd name="T8" fmla="*/ 16 w 21"/>
                  <a:gd name="T9" fmla="*/ 6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6"/>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0810" name="Freeform 86"/>
              <p:cNvSpPr>
                <a:spLocks noEditPoints="1"/>
              </p:cNvSpPr>
              <p:nvPr/>
            </p:nvSpPr>
            <p:spPr bwMode="auto">
              <a:xfrm>
                <a:off x="4976" y="1990"/>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0811" name="Freeform 87"/>
              <p:cNvSpPr>
                <a:spLocks noEditPoints="1"/>
              </p:cNvSpPr>
              <p:nvPr/>
            </p:nvSpPr>
            <p:spPr bwMode="auto">
              <a:xfrm>
                <a:off x="4971" y="2042"/>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0812" name="Freeform 88"/>
              <p:cNvSpPr>
                <a:spLocks noEditPoints="1"/>
              </p:cNvSpPr>
              <p:nvPr/>
            </p:nvSpPr>
            <p:spPr bwMode="auto">
              <a:xfrm>
                <a:off x="4955" y="2042"/>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30813" name="Rectangle 89"/>
              <p:cNvSpPr>
                <a:spLocks noChangeArrowheads="1"/>
              </p:cNvSpPr>
              <p:nvPr/>
            </p:nvSpPr>
            <p:spPr bwMode="auto">
              <a:xfrm>
                <a:off x="4955" y="1917"/>
                <a:ext cx="16" cy="84"/>
              </a:xfrm>
              <a:prstGeom prst="rect">
                <a:avLst/>
              </a:prstGeom>
              <a:solidFill>
                <a:schemeClr val="tx2"/>
              </a:solidFill>
              <a:ln w="9525">
                <a:solidFill>
                  <a:schemeClr val="tx2"/>
                </a:solidFill>
                <a:miter lim="800000"/>
              </a:ln>
            </p:spPr>
            <p:txBody>
              <a:bodyPr/>
              <a:lstStyle/>
              <a:p>
                <a:endParaRPr lang="zh-CN" altLang="en-US"/>
              </a:p>
            </p:txBody>
          </p:sp>
          <p:sp>
            <p:nvSpPr>
              <p:cNvPr id="30814" name="Freeform 90"/>
              <p:cNvSpPr/>
              <p:nvPr/>
            </p:nvSpPr>
            <p:spPr bwMode="auto">
              <a:xfrm>
                <a:off x="4132" y="1188"/>
                <a:ext cx="15" cy="21"/>
              </a:xfrm>
              <a:custGeom>
                <a:avLst/>
                <a:gdLst>
                  <a:gd name="T0" fmla="*/ 0 w 15"/>
                  <a:gd name="T1" fmla="*/ 0 h 21"/>
                  <a:gd name="T2" fmla="*/ 0 w 15"/>
                  <a:gd name="T3" fmla="*/ 6 h 21"/>
                  <a:gd name="T4" fmla="*/ 0 w 15"/>
                  <a:gd name="T5" fmla="*/ 6 h 21"/>
                  <a:gd name="T6" fmla="*/ 0 w 15"/>
                  <a:gd name="T7" fmla="*/ 21 h 21"/>
                  <a:gd name="T8" fmla="*/ 10 w 15"/>
                  <a:gd name="T9" fmla="*/ 16 h 21"/>
                  <a:gd name="T10" fmla="*/ 15 w 15"/>
                  <a:gd name="T11" fmla="*/ 0 h 21"/>
                  <a:gd name="T12" fmla="*/ 0 w 15"/>
                  <a:gd name="T13" fmla="*/ 0 h 21"/>
                  <a:gd name="T14" fmla="*/ 0 60000 65536"/>
                  <a:gd name="T15" fmla="*/ 0 60000 65536"/>
                  <a:gd name="T16" fmla="*/ 0 60000 65536"/>
                  <a:gd name="T17" fmla="*/ 0 60000 65536"/>
                  <a:gd name="T18" fmla="*/ 0 60000 65536"/>
                  <a:gd name="T19" fmla="*/ 0 60000 65536"/>
                  <a:gd name="T20" fmla="*/ 0 60000 65536"/>
                  <a:gd name="T21" fmla="*/ 0 w 15"/>
                  <a:gd name="T22" fmla="*/ 0 h 21"/>
                  <a:gd name="T23" fmla="*/ 15 w 15"/>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1">
                    <a:moveTo>
                      <a:pt x="0" y="0"/>
                    </a:moveTo>
                    <a:lnTo>
                      <a:pt x="0" y="6"/>
                    </a:lnTo>
                    <a:lnTo>
                      <a:pt x="0" y="21"/>
                    </a:lnTo>
                    <a:lnTo>
                      <a:pt x="10" y="16"/>
                    </a:lnTo>
                    <a:lnTo>
                      <a:pt x="15" y="0"/>
                    </a:lnTo>
                    <a:lnTo>
                      <a:pt x="0" y="0"/>
                    </a:lnTo>
                    <a:close/>
                  </a:path>
                </a:pathLst>
              </a:custGeom>
              <a:solidFill>
                <a:schemeClr val="tx2"/>
              </a:solidFill>
              <a:ln w="9525">
                <a:solidFill>
                  <a:schemeClr val="tx2"/>
                </a:solidFill>
                <a:round/>
              </a:ln>
            </p:spPr>
            <p:txBody>
              <a:bodyPr/>
              <a:lstStyle/>
              <a:p>
                <a:endParaRPr lang="zh-CN" altLang="en-US"/>
              </a:p>
            </p:txBody>
          </p:sp>
          <p:sp>
            <p:nvSpPr>
              <p:cNvPr id="30815" name="Freeform 91"/>
              <p:cNvSpPr>
                <a:spLocks noEditPoints="1"/>
              </p:cNvSpPr>
              <p:nvPr/>
            </p:nvSpPr>
            <p:spPr bwMode="auto">
              <a:xfrm>
                <a:off x="4074" y="1194"/>
                <a:ext cx="58" cy="15"/>
              </a:xfrm>
              <a:custGeom>
                <a:avLst/>
                <a:gdLst>
                  <a:gd name="T0" fmla="*/ 58 w 58"/>
                  <a:gd name="T1" fmla="*/ 0 h 15"/>
                  <a:gd name="T2" fmla="*/ 0 w 58"/>
                  <a:gd name="T3" fmla="*/ 0 h 15"/>
                  <a:gd name="T4" fmla="*/ 0 w 58"/>
                  <a:gd name="T5" fmla="*/ 15 h 15"/>
                  <a:gd name="T6" fmla="*/ 58 w 58"/>
                  <a:gd name="T7" fmla="*/ 15 h 15"/>
                  <a:gd name="T8" fmla="*/ 58 w 58"/>
                  <a:gd name="T9" fmla="*/ 0 h 15"/>
                  <a:gd name="T10" fmla="*/ 58 w 58"/>
                  <a:gd name="T11" fmla="*/ 15 h 15"/>
                  <a:gd name="T12" fmla="*/ 58 w 58"/>
                  <a:gd name="T13" fmla="*/ 15 h 15"/>
                  <a:gd name="T14" fmla="*/ 58 w 58"/>
                  <a:gd name="T15" fmla="*/ 5 h 15"/>
                  <a:gd name="T16" fmla="*/ 58 w 58"/>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5"/>
                  <a:gd name="T29" fmla="*/ 58 w 58"/>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5">
                    <a:moveTo>
                      <a:pt x="58" y="0"/>
                    </a:moveTo>
                    <a:lnTo>
                      <a:pt x="0" y="0"/>
                    </a:lnTo>
                    <a:lnTo>
                      <a:pt x="0" y="15"/>
                    </a:lnTo>
                    <a:lnTo>
                      <a:pt x="58" y="15"/>
                    </a:lnTo>
                    <a:lnTo>
                      <a:pt x="58" y="0"/>
                    </a:lnTo>
                    <a:close/>
                    <a:moveTo>
                      <a:pt x="58" y="15"/>
                    </a:moveTo>
                    <a:lnTo>
                      <a:pt x="58" y="15"/>
                    </a:lnTo>
                    <a:lnTo>
                      <a:pt x="58" y="5"/>
                    </a:lnTo>
                    <a:lnTo>
                      <a:pt x="58" y="15"/>
                    </a:lnTo>
                    <a:close/>
                  </a:path>
                </a:pathLst>
              </a:custGeom>
              <a:solidFill>
                <a:schemeClr val="tx2"/>
              </a:solidFill>
              <a:ln w="9525">
                <a:solidFill>
                  <a:schemeClr val="tx2"/>
                </a:solidFill>
                <a:round/>
              </a:ln>
            </p:spPr>
            <p:txBody>
              <a:bodyPr/>
              <a:lstStyle/>
              <a:p>
                <a:endParaRPr lang="zh-CN" altLang="en-US"/>
              </a:p>
            </p:txBody>
          </p:sp>
          <p:sp>
            <p:nvSpPr>
              <p:cNvPr id="30816" name="Freeform 92"/>
              <p:cNvSpPr>
                <a:spLocks noEditPoints="1"/>
              </p:cNvSpPr>
              <p:nvPr/>
            </p:nvSpPr>
            <p:spPr bwMode="auto">
              <a:xfrm>
                <a:off x="4059"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30817" name="Freeform 93"/>
              <p:cNvSpPr>
                <a:spLocks noEditPoints="1"/>
              </p:cNvSpPr>
              <p:nvPr/>
            </p:nvSpPr>
            <p:spPr bwMode="auto">
              <a:xfrm>
                <a:off x="4059"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0818" name="Freeform 94"/>
              <p:cNvSpPr>
                <a:spLocks noEditPoints="1"/>
              </p:cNvSpPr>
              <p:nvPr/>
            </p:nvSpPr>
            <p:spPr bwMode="auto">
              <a:xfrm>
                <a:off x="4059"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0819" name="Freeform 95"/>
              <p:cNvSpPr>
                <a:spLocks noEditPoints="1"/>
              </p:cNvSpPr>
              <p:nvPr/>
            </p:nvSpPr>
            <p:spPr bwMode="auto">
              <a:xfrm>
                <a:off x="4074" y="1152"/>
                <a:ext cx="58" cy="16"/>
              </a:xfrm>
              <a:custGeom>
                <a:avLst/>
                <a:gdLst>
                  <a:gd name="T0" fmla="*/ 0 w 58"/>
                  <a:gd name="T1" fmla="*/ 16 h 16"/>
                  <a:gd name="T2" fmla="*/ 58 w 58"/>
                  <a:gd name="T3" fmla="*/ 16 h 16"/>
                  <a:gd name="T4" fmla="*/ 58 w 58"/>
                  <a:gd name="T5" fmla="*/ 0 h 16"/>
                  <a:gd name="T6" fmla="*/ 0 w 58"/>
                  <a:gd name="T7" fmla="*/ 0 h 16"/>
                  <a:gd name="T8" fmla="*/ 0 w 58"/>
                  <a:gd name="T9" fmla="*/ 16 h 16"/>
                  <a:gd name="T10" fmla="*/ 0 w 58"/>
                  <a:gd name="T11" fmla="*/ 0 h 16"/>
                  <a:gd name="T12" fmla="*/ 0 w 58"/>
                  <a:gd name="T13" fmla="*/ 0 h 16"/>
                  <a:gd name="T14" fmla="*/ 0 w 58"/>
                  <a:gd name="T15" fmla="*/ 10 h 16"/>
                  <a:gd name="T16" fmla="*/ 0 w 58"/>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6"/>
                  <a:gd name="T29" fmla="*/ 58 w 5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6">
                    <a:moveTo>
                      <a:pt x="0" y="16"/>
                    </a:moveTo>
                    <a:lnTo>
                      <a:pt x="58" y="16"/>
                    </a:lnTo>
                    <a:lnTo>
                      <a:pt x="58"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20" name="Freeform 96"/>
              <p:cNvSpPr>
                <a:spLocks noEditPoints="1"/>
              </p:cNvSpPr>
              <p:nvPr/>
            </p:nvSpPr>
            <p:spPr bwMode="auto">
              <a:xfrm>
                <a:off x="4132" y="1152"/>
                <a:ext cx="15" cy="21"/>
              </a:xfrm>
              <a:custGeom>
                <a:avLst/>
                <a:gdLst>
                  <a:gd name="T0" fmla="*/ 0 w 15"/>
                  <a:gd name="T1" fmla="*/ 16 h 21"/>
                  <a:gd name="T2" fmla="*/ 0 w 15"/>
                  <a:gd name="T3" fmla="*/ 16 h 21"/>
                  <a:gd name="T4" fmla="*/ 0 w 15"/>
                  <a:gd name="T5" fmla="*/ 21 h 21"/>
                  <a:gd name="T6" fmla="*/ 15 w 15"/>
                  <a:gd name="T7" fmla="*/ 21 h 21"/>
                  <a:gd name="T8" fmla="*/ 10 w 15"/>
                  <a:gd name="T9" fmla="*/ 5 h 21"/>
                  <a:gd name="T10" fmla="*/ 0 w 15"/>
                  <a:gd name="T11" fmla="*/ 0 h 21"/>
                  <a:gd name="T12" fmla="*/ 0 w 15"/>
                  <a:gd name="T13" fmla="*/ 16 h 21"/>
                  <a:gd name="T14" fmla="*/ 0 w 15"/>
                  <a:gd name="T15" fmla="*/ 0 h 21"/>
                  <a:gd name="T16" fmla="*/ 0 w 15"/>
                  <a:gd name="T17" fmla="*/ 0 h 21"/>
                  <a:gd name="T18" fmla="*/ 0 w 15"/>
                  <a:gd name="T19" fmla="*/ 10 h 21"/>
                  <a:gd name="T20" fmla="*/ 0 w 15"/>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0" y="16"/>
                    </a:moveTo>
                    <a:lnTo>
                      <a:pt x="0" y="16"/>
                    </a:lnTo>
                    <a:lnTo>
                      <a:pt x="0" y="21"/>
                    </a:lnTo>
                    <a:lnTo>
                      <a:pt x="15" y="21"/>
                    </a:lnTo>
                    <a:lnTo>
                      <a:pt x="10"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21" name="Freeform 97"/>
              <p:cNvSpPr>
                <a:spLocks noEditPoints="1"/>
              </p:cNvSpPr>
              <p:nvPr/>
            </p:nvSpPr>
            <p:spPr bwMode="auto">
              <a:xfrm>
                <a:off x="4132"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0822" name="Freeform 98"/>
              <p:cNvSpPr/>
              <p:nvPr/>
            </p:nvSpPr>
            <p:spPr bwMode="auto">
              <a:xfrm>
                <a:off x="4241"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0823" name="Freeform 99"/>
              <p:cNvSpPr>
                <a:spLocks noEditPoints="1"/>
              </p:cNvSpPr>
              <p:nvPr/>
            </p:nvSpPr>
            <p:spPr bwMode="auto">
              <a:xfrm>
                <a:off x="4189"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0824" name="Freeform 100"/>
              <p:cNvSpPr>
                <a:spLocks noEditPoints="1"/>
              </p:cNvSpPr>
              <p:nvPr/>
            </p:nvSpPr>
            <p:spPr bwMode="auto">
              <a:xfrm>
                <a:off x="4168" y="1188"/>
                <a:ext cx="21" cy="21"/>
              </a:xfrm>
              <a:custGeom>
                <a:avLst/>
                <a:gdLst>
                  <a:gd name="T0" fmla="*/ 21 w 21"/>
                  <a:gd name="T1" fmla="*/ 6 h 21"/>
                  <a:gd name="T2" fmla="*/ 21 w 21"/>
                  <a:gd name="T3" fmla="*/ 6 h 21"/>
                  <a:gd name="T4" fmla="*/ 16 w 21"/>
                  <a:gd name="T5" fmla="*/ 0 h 21"/>
                  <a:gd name="T6" fmla="*/ 0 w 21"/>
                  <a:gd name="T7" fmla="*/ 0 h 21"/>
                  <a:gd name="T8" fmla="*/ 5 w 21"/>
                  <a:gd name="T9" fmla="*/ 16 h 21"/>
                  <a:gd name="T10" fmla="*/ 21 w 21"/>
                  <a:gd name="T11" fmla="*/ 21 h 21"/>
                  <a:gd name="T12" fmla="*/ 21 w 21"/>
                  <a:gd name="T13" fmla="*/ 6 h 21"/>
                  <a:gd name="T14" fmla="*/ 21 w 21"/>
                  <a:gd name="T15" fmla="*/ 21 h 21"/>
                  <a:gd name="T16" fmla="*/ 21 w 21"/>
                  <a:gd name="T17" fmla="*/ 21 h 21"/>
                  <a:gd name="T18" fmla="*/ 21 w 21"/>
                  <a:gd name="T19" fmla="*/ 21 h 21"/>
                  <a:gd name="T20" fmla="*/ 21 w 21"/>
                  <a:gd name="T21" fmla="*/ 11 h 21"/>
                  <a:gd name="T22" fmla="*/ 21 w 21"/>
                  <a:gd name="T23" fmla="*/ 2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1"/>
                  <a:gd name="T38" fmla="*/ 21 w 21"/>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1">
                    <a:moveTo>
                      <a:pt x="21" y="6"/>
                    </a:moveTo>
                    <a:lnTo>
                      <a:pt x="21" y="6"/>
                    </a:lnTo>
                    <a:lnTo>
                      <a:pt x="16" y="0"/>
                    </a:lnTo>
                    <a:lnTo>
                      <a:pt x="0" y="0"/>
                    </a:lnTo>
                    <a:lnTo>
                      <a:pt x="5"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0825" name="Freeform 101"/>
              <p:cNvSpPr>
                <a:spLocks noEditPoints="1"/>
              </p:cNvSpPr>
              <p:nvPr/>
            </p:nvSpPr>
            <p:spPr bwMode="auto">
              <a:xfrm>
                <a:off x="4168"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826" name="Freeform 102"/>
              <p:cNvSpPr>
                <a:spLocks noEditPoints="1"/>
              </p:cNvSpPr>
              <p:nvPr/>
            </p:nvSpPr>
            <p:spPr bwMode="auto">
              <a:xfrm>
                <a:off x="4168" y="1152"/>
                <a:ext cx="21" cy="21"/>
              </a:xfrm>
              <a:custGeom>
                <a:avLst/>
                <a:gdLst>
                  <a:gd name="T0" fmla="*/ 16 w 21"/>
                  <a:gd name="T1" fmla="*/ 21 h 21"/>
                  <a:gd name="T2" fmla="*/ 21 w 21"/>
                  <a:gd name="T3" fmla="*/ 16 h 21"/>
                  <a:gd name="T4" fmla="*/ 21 w 21"/>
                  <a:gd name="T5" fmla="*/ 16 h 21"/>
                  <a:gd name="T6" fmla="*/ 21 w 21"/>
                  <a:gd name="T7" fmla="*/ 0 h 21"/>
                  <a:gd name="T8" fmla="*/ 5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5"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827" name="Freeform 103"/>
              <p:cNvSpPr>
                <a:spLocks noEditPoints="1"/>
              </p:cNvSpPr>
              <p:nvPr/>
            </p:nvSpPr>
            <p:spPr bwMode="auto">
              <a:xfrm>
                <a:off x="4189"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16 h 16"/>
                  <a:gd name="T12" fmla="*/ 0 w 52"/>
                  <a:gd name="T13" fmla="*/ 16 h 16"/>
                  <a:gd name="T14" fmla="*/ 0 w 52"/>
                  <a:gd name="T15" fmla="*/ 16 h 16"/>
                  <a:gd name="T16" fmla="*/ 0 w 52"/>
                  <a:gd name="T17" fmla="*/ 10 h 16"/>
                  <a:gd name="T18" fmla="*/ 0 w 52"/>
                  <a:gd name="T19" fmla="*/ 1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
                  <a:gd name="T32" fmla="*/ 52 w 5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
                    <a:moveTo>
                      <a:pt x="0" y="16"/>
                    </a:moveTo>
                    <a:lnTo>
                      <a:pt x="52" y="16"/>
                    </a:lnTo>
                    <a:lnTo>
                      <a:pt x="52" y="0"/>
                    </a:lnTo>
                    <a:lnTo>
                      <a:pt x="0" y="0"/>
                    </a:lnTo>
                    <a:lnTo>
                      <a:pt x="0" y="16"/>
                    </a:lnTo>
                    <a:close/>
                    <a:moveTo>
                      <a:pt x="0" y="16"/>
                    </a:moveTo>
                    <a:lnTo>
                      <a:pt x="0" y="16"/>
                    </a:lnTo>
                    <a:lnTo>
                      <a:pt x="0" y="10"/>
                    </a:lnTo>
                    <a:lnTo>
                      <a:pt x="0" y="16"/>
                    </a:lnTo>
                    <a:close/>
                  </a:path>
                </a:pathLst>
              </a:custGeom>
              <a:solidFill>
                <a:schemeClr val="tx2"/>
              </a:solidFill>
              <a:ln w="9525">
                <a:solidFill>
                  <a:schemeClr val="tx2"/>
                </a:solidFill>
                <a:round/>
              </a:ln>
            </p:spPr>
            <p:txBody>
              <a:bodyPr/>
              <a:lstStyle/>
              <a:p>
                <a:endParaRPr lang="zh-CN" altLang="en-US"/>
              </a:p>
            </p:txBody>
          </p:sp>
          <p:sp>
            <p:nvSpPr>
              <p:cNvPr id="30828" name="Freeform 104"/>
              <p:cNvSpPr>
                <a:spLocks noEditPoints="1"/>
              </p:cNvSpPr>
              <p:nvPr/>
            </p:nvSpPr>
            <p:spPr bwMode="auto">
              <a:xfrm>
                <a:off x="4241"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29" name="Freeform 105"/>
              <p:cNvSpPr>
                <a:spLocks noEditPoints="1"/>
              </p:cNvSpPr>
              <p:nvPr/>
            </p:nvSpPr>
            <p:spPr bwMode="auto">
              <a:xfrm>
                <a:off x="4246"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6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6" y="0"/>
                    </a:lnTo>
                    <a:lnTo>
                      <a:pt x="16" y="0"/>
                    </a:lnTo>
                    <a:close/>
                  </a:path>
                </a:pathLst>
              </a:custGeom>
              <a:solidFill>
                <a:schemeClr val="tx2"/>
              </a:solidFill>
              <a:ln w="9525">
                <a:solidFill>
                  <a:schemeClr val="tx2"/>
                </a:solidFill>
                <a:round/>
              </a:ln>
            </p:spPr>
            <p:txBody>
              <a:bodyPr/>
              <a:lstStyle/>
              <a:p>
                <a:endParaRPr lang="zh-CN" altLang="en-US"/>
              </a:p>
            </p:txBody>
          </p:sp>
          <p:sp>
            <p:nvSpPr>
              <p:cNvPr id="30830" name="Rectangle 106"/>
              <p:cNvSpPr>
                <a:spLocks noChangeArrowheads="1"/>
              </p:cNvSpPr>
              <p:nvPr/>
            </p:nvSpPr>
            <p:spPr bwMode="auto">
              <a:xfrm>
                <a:off x="412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31" name="Freeform 107"/>
              <p:cNvSpPr/>
              <p:nvPr/>
            </p:nvSpPr>
            <p:spPr bwMode="auto">
              <a:xfrm>
                <a:off x="4351" y="1188"/>
                <a:ext cx="20" cy="21"/>
              </a:xfrm>
              <a:custGeom>
                <a:avLst/>
                <a:gdLst>
                  <a:gd name="T0" fmla="*/ 5 w 20"/>
                  <a:gd name="T1" fmla="*/ 0 h 21"/>
                  <a:gd name="T2" fmla="*/ 5 w 20"/>
                  <a:gd name="T3" fmla="*/ 6 h 21"/>
                  <a:gd name="T4" fmla="*/ 0 w 20"/>
                  <a:gd name="T5" fmla="*/ 6 h 21"/>
                  <a:gd name="T6" fmla="*/ 0 w 20"/>
                  <a:gd name="T7" fmla="*/ 21 h 21"/>
                  <a:gd name="T8" fmla="*/ 15 w 20"/>
                  <a:gd name="T9" fmla="*/ 16 h 21"/>
                  <a:gd name="T10" fmla="*/ 20 w 20"/>
                  <a:gd name="T11" fmla="*/ 0 h 21"/>
                  <a:gd name="T12" fmla="*/ 5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5" y="0"/>
                    </a:moveTo>
                    <a:lnTo>
                      <a:pt x="5" y="6"/>
                    </a:lnTo>
                    <a:lnTo>
                      <a:pt x="0" y="6"/>
                    </a:lnTo>
                    <a:lnTo>
                      <a:pt x="0" y="21"/>
                    </a:lnTo>
                    <a:lnTo>
                      <a:pt x="15" y="16"/>
                    </a:lnTo>
                    <a:lnTo>
                      <a:pt x="20" y="0"/>
                    </a:lnTo>
                    <a:lnTo>
                      <a:pt x="5" y="0"/>
                    </a:lnTo>
                    <a:close/>
                  </a:path>
                </a:pathLst>
              </a:custGeom>
              <a:solidFill>
                <a:schemeClr val="tx2"/>
              </a:solidFill>
              <a:ln w="9525">
                <a:solidFill>
                  <a:schemeClr val="tx2"/>
                </a:solidFill>
                <a:round/>
              </a:ln>
            </p:spPr>
            <p:txBody>
              <a:bodyPr/>
              <a:lstStyle/>
              <a:p>
                <a:endParaRPr lang="zh-CN" altLang="en-US"/>
              </a:p>
            </p:txBody>
          </p:sp>
          <p:sp>
            <p:nvSpPr>
              <p:cNvPr id="30832" name="Freeform 108"/>
              <p:cNvSpPr>
                <a:spLocks noEditPoints="1"/>
              </p:cNvSpPr>
              <p:nvPr/>
            </p:nvSpPr>
            <p:spPr bwMode="auto">
              <a:xfrm>
                <a:off x="4298"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30833" name="Freeform 109"/>
              <p:cNvSpPr>
                <a:spLocks noEditPoints="1"/>
              </p:cNvSpPr>
              <p:nvPr/>
            </p:nvSpPr>
            <p:spPr bwMode="auto">
              <a:xfrm>
                <a:off x="4283"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30834" name="Freeform 110"/>
              <p:cNvSpPr>
                <a:spLocks noEditPoints="1"/>
              </p:cNvSpPr>
              <p:nvPr/>
            </p:nvSpPr>
            <p:spPr bwMode="auto">
              <a:xfrm>
                <a:off x="4283"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0835" name="Freeform 111"/>
              <p:cNvSpPr>
                <a:spLocks noEditPoints="1"/>
              </p:cNvSpPr>
              <p:nvPr/>
            </p:nvSpPr>
            <p:spPr bwMode="auto">
              <a:xfrm>
                <a:off x="4283"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0836" name="Freeform 112"/>
              <p:cNvSpPr>
                <a:spLocks noEditPoints="1"/>
              </p:cNvSpPr>
              <p:nvPr/>
            </p:nvSpPr>
            <p:spPr bwMode="auto">
              <a:xfrm>
                <a:off x="4298"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37" name="Freeform 113"/>
              <p:cNvSpPr>
                <a:spLocks noEditPoints="1"/>
              </p:cNvSpPr>
              <p:nvPr/>
            </p:nvSpPr>
            <p:spPr bwMode="auto">
              <a:xfrm>
                <a:off x="4351" y="1152"/>
                <a:ext cx="20" cy="21"/>
              </a:xfrm>
              <a:custGeom>
                <a:avLst/>
                <a:gdLst>
                  <a:gd name="T0" fmla="*/ 0 w 20"/>
                  <a:gd name="T1" fmla="*/ 16 h 21"/>
                  <a:gd name="T2" fmla="*/ 5 w 20"/>
                  <a:gd name="T3" fmla="*/ 16 h 21"/>
                  <a:gd name="T4" fmla="*/ 5 w 20"/>
                  <a:gd name="T5" fmla="*/ 21 h 21"/>
                  <a:gd name="T6" fmla="*/ 20 w 20"/>
                  <a:gd name="T7" fmla="*/ 21 h 21"/>
                  <a:gd name="T8" fmla="*/ 15 w 20"/>
                  <a:gd name="T9" fmla="*/ 5 h 21"/>
                  <a:gd name="T10" fmla="*/ 0 w 20"/>
                  <a:gd name="T11" fmla="*/ 0 h 21"/>
                  <a:gd name="T12" fmla="*/ 0 w 20"/>
                  <a:gd name="T13" fmla="*/ 16 h 21"/>
                  <a:gd name="T14" fmla="*/ 0 w 20"/>
                  <a:gd name="T15" fmla="*/ 0 h 21"/>
                  <a:gd name="T16" fmla="*/ 0 w 20"/>
                  <a:gd name="T17" fmla="*/ 0 h 21"/>
                  <a:gd name="T18" fmla="*/ 0 w 20"/>
                  <a:gd name="T19" fmla="*/ 10 h 21"/>
                  <a:gd name="T20" fmla="*/ 0 w 20"/>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0" y="16"/>
                    </a:moveTo>
                    <a:lnTo>
                      <a:pt x="5" y="16"/>
                    </a:lnTo>
                    <a:lnTo>
                      <a:pt x="5" y="21"/>
                    </a:lnTo>
                    <a:lnTo>
                      <a:pt x="20"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38" name="Freeform 114"/>
              <p:cNvSpPr>
                <a:spLocks noEditPoints="1"/>
              </p:cNvSpPr>
              <p:nvPr/>
            </p:nvSpPr>
            <p:spPr bwMode="auto">
              <a:xfrm>
                <a:off x="4356"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0839" name="Rectangle 115"/>
              <p:cNvSpPr>
                <a:spLocks noChangeArrowheads="1"/>
              </p:cNvSpPr>
              <p:nvPr/>
            </p:nvSpPr>
            <p:spPr bwMode="auto">
              <a:xfrm>
                <a:off x="423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40" name="Freeform 116"/>
              <p:cNvSpPr/>
              <p:nvPr/>
            </p:nvSpPr>
            <p:spPr bwMode="auto">
              <a:xfrm>
                <a:off x="4465"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30841" name="Freeform 117"/>
              <p:cNvSpPr>
                <a:spLocks noEditPoints="1"/>
              </p:cNvSpPr>
              <p:nvPr/>
            </p:nvSpPr>
            <p:spPr bwMode="auto">
              <a:xfrm>
                <a:off x="441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0842" name="Freeform 118"/>
              <p:cNvSpPr>
                <a:spLocks noEditPoints="1"/>
              </p:cNvSpPr>
              <p:nvPr/>
            </p:nvSpPr>
            <p:spPr bwMode="auto">
              <a:xfrm>
                <a:off x="4392"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0843" name="Freeform 119"/>
              <p:cNvSpPr>
                <a:spLocks noEditPoints="1"/>
              </p:cNvSpPr>
              <p:nvPr/>
            </p:nvSpPr>
            <p:spPr bwMode="auto">
              <a:xfrm>
                <a:off x="4392"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844" name="Freeform 120"/>
              <p:cNvSpPr>
                <a:spLocks noEditPoints="1"/>
              </p:cNvSpPr>
              <p:nvPr/>
            </p:nvSpPr>
            <p:spPr bwMode="auto">
              <a:xfrm>
                <a:off x="4392"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845" name="Freeform 121"/>
              <p:cNvSpPr>
                <a:spLocks noEditPoints="1"/>
              </p:cNvSpPr>
              <p:nvPr/>
            </p:nvSpPr>
            <p:spPr bwMode="auto">
              <a:xfrm>
                <a:off x="441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46" name="Freeform 122"/>
              <p:cNvSpPr>
                <a:spLocks noEditPoints="1"/>
              </p:cNvSpPr>
              <p:nvPr/>
            </p:nvSpPr>
            <p:spPr bwMode="auto">
              <a:xfrm>
                <a:off x="4465"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47" name="Freeform 123"/>
              <p:cNvSpPr>
                <a:spLocks noEditPoints="1"/>
              </p:cNvSpPr>
              <p:nvPr/>
            </p:nvSpPr>
            <p:spPr bwMode="auto">
              <a:xfrm>
                <a:off x="4471"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30848" name="Rectangle 124"/>
              <p:cNvSpPr>
                <a:spLocks noChangeArrowheads="1"/>
              </p:cNvSpPr>
              <p:nvPr/>
            </p:nvSpPr>
            <p:spPr bwMode="auto">
              <a:xfrm>
                <a:off x="4345" y="1173"/>
                <a:ext cx="79" cy="15"/>
              </a:xfrm>
              <a:prstGeom prst="rect">
                <a:avLst/>
              </a:prstGeom>
              <a:solidFill>
                <a:schemeClr val="tx2"/>
              </a:solidFill>
              <a:ln w="9525">
                <a:solidFill>
                  <a:schemeClr val="tx2"/>
                </a:solidFill>
                <a:miter lim="800000"/>
              </a:ln>
            </p:spPr>
            <p:txBody>
              <a:bodyPr/>
              <a:lstStyle/>
              <a:p>
                <a:endParaRPr lang="zh-CN" altLang="en-US"/>
              </a:p>
            </p:txBody>
          </p:sp>
          <p:sp>
            <p:nvSpPr>
              <p:cNvPr id="30849" name="Freeform 125"/>
              <p:cNvSpPr/>
              <p:nvPr/>
            </p:nvSpPr>
            <p:spPr bwMode="auto">
              <a:xfrm>
                <a:off x="4575" y="1188"/>
                <a:ext cx="21" cy="21"/>
              </a:xfrm>
              <a:custGeom>
                <a:avLst/>
                <a:gdLst>
                  <a:gd name="T0" fmla="*/ 5 w 21"/>
                  <a:gd name="T1" fmla="*/ 0 h 21"/>
                  <a:gd name="T2" fmla="*/ 5 w 21"/>
                  <a:gd name="T3" fmla="*/ 6 h 21"/>
                  <a:gd name="T4" fmla="*/ 0 w 21"/>
                  <a:gd name="T5" fmla="*/ 6 h 21"/>
                  <a:gd name="T6" fmla="*/ 0 w 21"/>
                  <a:gd name="T7" fmla="*/ 21 h 21"/>
                  <a:gd name="T8" fmla="*/ 15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5"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0850" name="Freeform 126"/>
              <p:cNvSpPr>
                <a:spLocks noEditPoints="1"/>
              </p:cNvSpPr>
              <p:nvPr/>
            </p:nvSpPr>
            <p:spPr bwMode="auto">
              <a:xfrm>
                <a:off x="452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0851" name="Freeform 127"/>
              <p:cNvSpPr>
                <a:spLocks noEditPoints="1"/>
              </p:cNvSpPr>
              <p:nvPr/>
            </p:nvSpPr>
            <p:spPr bwMode="auto">
              <a:xfrm>
                <a:off x="4507"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30852" name="Freeform 128"/>
              <p:cNvSpPr>
                <a:spLocks noEditPoints="1"/>
              </p:cNvSpPr>
              <p:nvPr/>
            </p:nvSpPr>
            <p:spPr bwMode="auto">
              <a:xfrm>
                <a:off x="4507"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0853" name="Freeform 129"/>
              <p:cNvSpPr>
                <a:spLocks noEditPoints="1"/>
              </p:cNvSpPr>
              <p:nvPr/>
            </p:nvSpPr>
            <p:spPr bwMode="auto">
              <a:xfrm>
                <a:off x="4507"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0854" name="Freeform 130"/>
              <p:cNvSpPr>
                <a:spLocks noEditPoints="1"/>
              </p:cNvSpPr>
              <p:nvPr/>
            </p:nvSpPr>
            <p:spPr bwMode="auto">
              <a:xfrm>
                <a:off x="452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55" name="Freeform 131"/>
              <p:cNvSpPr>
                <a:spLocks noEditPoints="1"/>
              </p:cNvSpPr>
              <p:nvPr/>
            </p:nvSpPr>
            <p:spPr bwMode="auto">
              <a:xfrm>
                <a:off x="4575" y="1152"/>
                <a:ext cx="21" cy="21"/>
              </a:xfrm>
              <a:custGeom>
                <a:avLst/>
                <a:gdLst>
                  <a:gd name="T0" fmla="*/ 0 w 21"/>
                  <a:gd name="T1" fmla="*/ 16 h 21"/>
                  <a:gd name="T2" fmla="*/ 5 w 21"/>
                  <a:gd name="T3" fmla="*/ 16 h 21"/>
                  <a:gd name="T4" fmla="*/ 5 w 21"/>
                  <a:gd name="T5" fmla="*/ 21 h 21"/>
                  <a:gd name="T6" fmla="*/ 21 w 21"/>
                  <a:gd name="T7" fmla="*/ 21 h 21"/>
                  <a:gd name="T8" fmla="*/ 15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56" name="Freeform 132"/>
              <p:cNvSpPr>
                <a:spLocks noEditPoints="1"/>
              </p:cNvSpPr>
              <p:nvPr/>
            </p:nvSpPr>
            <p:spPr bwMode="auto">
              <a:xfrm>
                <a:off x="4580"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0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0" y="0"/>
                    </a:lnTo>
                    <a:lnTo>
                      <a:pt x="16" y="0"/>
                    </a:lnTo>
                    <a:close/>
                  </a:path>
                </a:pathLst>
              </a:custGeom>
              <a:solidFill>
                <a:schemeClr val="tx2"/>
              </a:solidFill>
              <a:ln w="9525">
                <a:solidFill>
                  <a:schemeClr val="tx2"/>
                </a:solidFill>
                <a:round/>
              </a:ln>
            </p:spPr>
            <p:txBody>
              <a:bodyPr/>
              <a:lstStyle/>
              <a:p>
                <a:endParaRPr lang="zh-CN" altLang="en-US"/>
              </a:p>
            </p:txBody>
          </p:sp>
          <p:sp>
            <p:nvSpPr>
              <p:cNvPr id="30857" name="Rectangle 133"/>
              <p:cNvSpPr>
                <a:spLocks noChangeArrowheads="1"/>
              </p:cNvSpPr>
              <p:nvPr/>
            </p:nvSpPr>
            <p:spPr bwMode="auto">
              <a:xfrm>
                <a:off x="4455"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58" name="Freeform 134"/>
              <p:cNvSpPr/>
              <p:nvPr/>
            </p:nvSpPr>
            <p:spPr bwMode="auto">
              <a:xfrm>
                <a:off x="4689"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30859" name="Freeform 135"/>
              <p:cNvSpPr>
                <a:spLocks noEditPoints="1"/>
              </p:cNvSpPr>
              <p:nvPr/>
            </p:nvSpPr>
            <p:spPr bwMode="auto">
              <a:xfrm>
                <a:off x="463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0860" name="Freeform 136"/>
              <p:cNvSpPr>
                <a:spLocks noEditPoints="1"/>
              </p:cNvSpPr>
              <p:nvPr/>
            </p:nvSpPr>
            <p:spPr bwMode="auto">
              <a:xfrm>
                <a:off x="4616"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0861" name="Freeform 137"/>
              <p:cNvSpPr>
                <a:spLocks noEditPoints="1"/>
              </p:cNvSpPr>
              <p:nvPr/>
            </p:nvSpPr>
            <p:spPr bwMode="auto">
              <a:xfrm>
                <a:off x="4616"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0862" name="Freeform 138"/>
              <p:cNvSpPr>
                <a:spLocks noEditPoints="1"/>
              </p:cNvSpPr>
              <p:nvPr/>
            </p:nvSpPr>
            <p:spPr bwMode="auto">
              <a:xfrm>
                <a:off x="4616"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0863" name="Freeform 139"/>
              <p:cNvSpPr>
                <a:spLocks noEditPoints="1"/>
              </p:cNvSpPr>
              <p:nvPr/>
            </p:nvSpPr>
            <p:spPr bwMode="auto">
              <a:xfrm>
                <a:off x="463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64" name="Freeform 140"/>
              <p:cNvSpPr>
                <a:spLocks noEditPoints="1"/>
              </p:cNvSpPr>
              <p:nvPr/>
            </p:nvSpPr>
            <p:spPr bwMode="auto">
              <a:xfrm>
                <a:off x="4689"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65" name="Freeform 141"/>
              <p:cNvSpPr>
                <a:spLocks noEditPoints="1"/>
              </p:cNvSpPr>
              <p:nvPr/>
            </p:nvSpPr>
            <p:spPr bwMode="auto">
              <a:xfrm>
                <a:off x="4695"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30866" name="Rectangle 142"/>
              <p:cNvSpPr>
                <a:spLocks noChangeArrowheads="1"/>
              </p:cNvSpPr>
              <p:nvPr/>
            </p:nvSpPr>
            <p:spPr bwMode="auto">
              <a:xfrm>
                <a:off x="4570"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67" name="Freeform 143"/>
              <p:cNvSpPr/>
              <p:nvPr/>
            </p:nvSpPr>
            <p:spPr bwMode="auto">
              <a:xfrm>
                <a:off x="4799"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0868" name="Freeform 144"/>
              <p:cNvSpPr>
                <a:spLocks noEditPoints="1"/>
              </p:cNvSpPr>
              <p:nvPr/>
            </p:nvSpPr>
            <p:spPr bwMode="auto">
              <a:xfrm>
                <a:off x="474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0869" name="Freeform 145"/>
              <p:cNvSpPr>
                <a:spLocks noEditPoints="1"/>
              </p:cNvSpPr>
              <p:nvPr/>
            </p:nvSpPr>
            <p:spPr bwMode="auto">
              <a:xfrm>
                <a:off x="4731"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30870" name="Freeform 146"/>
              <p:cNvSpPr>
                <a:spLocks noEditPoints="1"/>
              </p:cNvSpPr>
              <p:nvPr/>
            </p:nvSpPr>
            <p:spPr bwMode="auto">
              <a:xfrm>
                <a:off x="4731"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0871" name="Freeform 147"/>
              <p:cNvSpPr>
                <a:spLocks noEditPoints="1"/>
              </p:cNvSpPr>
              <p:nvPr/>
            </p:nvSpPr>
            <p:spPr bwMode="auto">
              <a:xfrm>
                <a:off x="4731"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0872" name="Freeform 148"/>
              <p:cNvSpPr>
                <a:spLocks noEditPoints="1"/>
              </p:cNvSpPr>
              <p:nvPr/>
            </p:nvSpPr>
            <p:spPr bwMode="auto">
              <a:xfrm>
                <a:off x="474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73" name="Freeform 149"/>
              <p:cNvSpPr>
                <a:spLocks noEditPoints="1"/>
              </p:cNvSpPr>
              <p:nvPr/>
            </p:nvSpPr>
            <p:spPr bwMode="auto">
              <a:xfrm>
                <a:off x="4799"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74" name="Freeform 150"/>
              <p:cNvSpPr>
                <a:spLocks noEditPoints="1"/>
              </p:cNvSpPr>
              <p:nvPr/>
            </p:nvSpPr>
            <p:spPr bwMode="auto">
              <a:xfrm>
                <a:off x="4804"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1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1" y="0"/>
                    </a:lnTo>
                    <a:lnTo>
                      <a:pt x="16" y="0"/>
                    </a:lnTo>
                    <a:close/>
                  </a:path>
                </a:pathLst>
              </a:custGeom>
              <a:solidFill>
                <a:schemeClr val="tx2"/>
              </a:solidFill>
              <a:ln w="9525">
                <a:solidFill>
                  <a:schemeClr val="tx2"/>
                </a:solidFill>
                <a:round/>
              </a:ln>
            </p:spPr>
            <p:txBody>
              <a:bodyPr/>
              <a:lstStyle/>
              <a:p>
                <a:endParaRPr lang="zh-CN" altLang="en-US"/>
              </a:p>
            </p:txBody>
          </p:sp>
          <p:sp>
            <p:nvSpPr>
              <p:cNvPr id="30875" name="Rectangle 151"/>
              <p:cNvSpPr>
                <a:spLocks noChangeArrowheads="1"/>
              </p:cNvSpPr>
              <p:nvPr/>
            </p:nvSpPr>
            <p:spPr bwMode="auto">
              <a:xfrm>
                <a:off x="4679"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76" name="Freeform 152"/>
              <p:cNvSpPr/>
              <p:nvPr/>
            </p:nvSpPr>
            <p:spPr bwMode="auto">
              <a:xfrm>
                <a:off x="4914" y="1188"/>
                <a:ext cx="20" cy="21"/>
              </a:xfrm>
              <a:custGeom>
                <a:avLst/>
                <a:gdLst>
                  <a:gd name="T0" fmla="*/ 0 w 20"/>
                  <a:gd name="T1" fmla="*/ 0 h 21"/>
                  <a:gd name="T2" fmla="*/ 0 w 20"/>
                  <a:gd name="T3" fmla="*/ 6 h 21"/>
                  <a:gd name="T4" fmla="*/ 0 w 20"/>
                  <a:gd name="T5" fmla="*/ 6 h 21"/>
                  <a:gd name="T6" fmla="*/ 0 w 20"/>
                  <a:gd name="T7" fmla="*/ 21 h 21"/>
                  <a:gd name="T8" fmla="*/ 15 w 20"/>
                  <a:gd name="T9" fmla="*/ 16 h 21"/>
                  <a:gd name="T10" fmla="*/ 20 w 20"/>
                  <a:gd name="T11" fmla="*/ 0 h 21"/>
                  <a:gd name="T12" fmla="*/ 0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0" y="0"/>
                    </a:moveTo>
                    <a:lnTo>
                      <a:pt x="0" y="6"/>
                    </a:lnTo>
                    <a:lnTo>
                      <a:pt x="0" y="21"/>
                    </a:lnTo>
                    <a:lnTo>
                      <a:pt x="15" y="16"/>
                    </a:lnTo>
                    <a:lnTo>
                      <a:pt x="20" y="0"/>
                    </a:lnTo>
                    <a:lnTo>
                      <a:pt x="0" y="0"/>
                    </a:lnTo>
                    <a:close/>
                  </a:path>
                </a:pathLst>
              </a:custGeom>
              <a:solidFill>
                <a:schemeClr val="tx2"/>
              </a:solidFill>
              <a:ln w="9525">
                <a:solidFill>
                  <a:schemeClr val="tx2"/>
                </a:solidFill>
                <a:round/>
              </a:ln>
            </p:spPr>
            <p:txBody>
              <a:bodyPr/>
              <a:lstStyle/>
              <a:p>
                <a:endParaRPr lang="zh-CN" altLang="en-US"/>
              </a:p>
            </p:txBody>
          </p:sp>
          <p:sp>
            <p:nvSpPr>
              <p:cNvPr id="30877" name="Freeform 153"/>
              <p:cNvSpPr>
                <a:spLocks noEditPoints="1"/>
              </p:cNvSpPr>
              <p:nvPr/>
            </p:nvSpPr>
            <p:spPr bwMode="auto">
              <a:xfrm>
                <a:off x="4861"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30878" name="Freeform 154"/>
              <p:cNvSpPr>
                <a:spLocks noEditPoints="1"/>
              </p:cNvSpPr>
              <p:nvPr/>
            </p:nvSpPr>
            <p:spPr bwMode="auto">
              <a:xfrm>
                <a:off x="4841" y="1188"/>
                <a:ext cx="20" cy="21"/>
              </a:xfrm>
              <a:custGeom>
                <a:avLst/>
                <a:gdLst>
                  <a:gd name="T0" fmla="*/ 20 w 20"/>
                  <a:gd name="T1" fmla="*/ 6 h 21"/>
                  <a:gd name="T2" fmla="*/ 20 w 20"/>
                  <a:gd name="T3" fmla="*/ 6 h 21"/>
                  <a:gd name="T4" fmla="*/ 15 w 20"/>
                  <a:gd name="T5" fmla="*/ 0 h 21"/>
                  <a:gd name="T6" fmla="*/ 0 w 20"/>
                  <a:gd name="T7" fmla="*/ 0 h 21"/>
                  <a:gd name="T8" fmla="*/ 5 w 20"/>
                  <a:gd name="T9" fmla="*/ 16 h 21"/>
                  <a:gd name="T10" fmla="*/ 20 w 20"/>
                  <a:gd name="T11" fmla="*/ 21 h 21"/>
                  <a:gd name="T12" fmla="*/ 20 w 20"/>
                  <a:gd name="T13" fmla="*/ 6 h 21"/>
                  <a:gd name="T14" fmla="*/ 20 w 20"/>
                  <a:gd name="T15" fmla="*/ 21 h 21"/>
                  <a:gd name="T16" fmla="*/ 20 w 20"/>
                  <a:gd name="T17" fmla="*/ 21 h 21"/>
                  <a:gd name="T18" fmla="*/ 20 w 20"/>
                  <a:gd name="T19" fmla="*/ 11 h 21"/>
                  <a:gd name="T20" fmla="*/ 2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20" y="6"/>
                    </a:moveTo>
                    <a:lnTo>
                      <a:pt x="20" y="6"/>
                    </a:lnTo>
                    <a:lnTo>
                      <a:pt x="15" y="0"/>
                    </a:lnTo>
                    <a:lnTo>
                      <a:pt x="0" y="0"/>
                    </a:lnTo>
                    <a:lnTo>
                      <a:pt x="5" y="16"/>
                    </a:lnTo>
                    <a:lnTo>
                      <a:pt x="20" y="21"/>
                    </a:lnTo>
                    <a:lnTo>
                      <a:pt x="20" y="6"/>
                    </a:lnTo>
                    <a:close/>
                    <a:moveTo>
                      <a:pt x="20" y="21"/>
                    </a:moveTo>
                    <a:lnTo>
                      <a:pt x="20" y="21"/>
                    </a:lnTo>
                    <a:lnTo>
                      <a:pt x="20" y="11"/>
                    </a:lnTo>
                    <a:lnTo>
                      <a:pt x="20" y="21"/>
                    </a:lnTo>
                    <a:close/>
                  </a:path>
                </a:pathLst>
              </a:custGeom>
              <a:solidFill>
                <a:schemeClr val="tx2"/>
              </a:solidFill>
              <a:ln w="9525">
                <a:solidFill>
                  <a:schemeClr val="tx2"/>
                </a:solidFill>
                <a:round/>
              </a:ln>
            </p:spPr>
            <p:txBody>
              <a:bodyPr/>
              <a:lstStyle/>
              <a:p>
                <a:endParaRPr lang="zh-CN" altLang="en-US"/>
              </a:p>
            </p:txBody>
          </p:sp>
          <p:sp>
            <p:nvSpPr>
              <p:cNvPr id="30879" name="Freeform 155"/>
              <p:cNvSpPr>
                <a:spLocks noEditPoints="1"/>
              </p:cNvSpPr>
              <p:nvPr/>
            </p:nvSpPr>
            <p:spPr bwMode="auto">
              <a:xfrm>
                <a:off x="4841"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10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10" y="15"/>
                    </a:lnTo>
                    <a:lnTo>
                      <a:pt x="0" y="15"/>
                    </a:lnTo>
                    <a:close/>
                  </a:path>
                </a:pathLst>
              </a:custGeom>
              <a:solidFill>
                <a:schemeClr val="tx2"/>
              </a:solidFill>
              <a:ln w="9525">
                <a:solidFill>
                  <a:schemeClr val="tx2"/>
                </a:solidFill>
                <a:round/>
              </a:ln>
            </p:spPr>
            <p:txBody>
              <a:bodyPr/>
              <a:lstStyle/>
              <a:p>
                <a:endParaRPr lang="zh-CN" altLang="en-US"/>
              </a:p>
            </p:txBody>
          </p:sp>
          <p:sp>
            <p:nvSpPr>
              <p:cNvPr id="30880" name="Freeform 156"/>
              <p:cNvSpPr>
                <a:spLocks noEditPoints="1"/>
              </p:cNvSpPr>
              <p:nvPr/>
            </p:nvSpPr>
            <p:spPr bwMode="auto">
              <a:xfrm>
                <a:off x="4841" y="1152"/>
                <a:ext cx="20" cy="21"/>
              </a:xfrm>
              <a:custGeom>
                <a:avLst/>
                <a:gdLst>
                  <a:gd name="T0" fmla="*/ 15 w 20"/>
                  <a:gd name="T1" fmla="*/ 21 h 21"/>
                  <a:gd name="T2" fmla="*/ 20 w 20"/>
                  <a:gd name="T3" fmla="*/ 16 h 21"/>
                  <a:gd name="T4" fmla="*/ 20 w 20"/>
                  <a:gd name="T5" fmla="*/ 16 h 21"/>
                  <a:gd name="T6" fmla="*/ 20 w 20"/>
                  <a:gd name="T7" fmla="*/ 0 h 21"/>
                  <a:gd name="T8" fmla="*/ 5 w 20"/>
                  <a:gd name="T9" fmla="*/ 5 h 21"/>
                  <a:gd name="T10" fmla="*/ 0 w 20"/>
                  <a:gd name="T11" fmla="*/ 21 h 21"/>
                  <a:gd name="T12" fmla="*/ 15 w 20"/>
                  <a:gd name="T13" fmla="*/ 21 h 21"/>
                  <a:gd name="T14" fmla="*/ 0 w 20"/>
                  <a:gd name="T15" fmla="*/ 21 h 21"/>
                  <a:gd name="T16" fmla="*/ 0 w 20"/>
                  <a:gd name="T17" fmla="*/ 21 h 21"/>
                  <a:gd name="T18" fmla="*/ 10 w 20"/>
                  <a:gd name="T19" fmla="*/ 21 h 21"/>
                  <a:gd name="T20" fmla="*/ 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15" y="21"/>
                    </a:moveTo>
                    <a:lnTo>
                      <a:pt x="20" y="16"/>
                    </a:lnTo>
                    <a:lnTo>
                      <a:pt x="20" y="0"/>
                    </a:lnTo>
                    <a:lnTo>
                      <a:pt x="5" y="5"/>
                    </a:lnTo>
                    <a:lnTo>
                      <a:pt x="0" y="21"/>
                    </a:lnTo>
                    <a:lnTo>
                      <a:pt x="15" y="21"/>
                    </a:lnTo>
                    <a:close/>
                    <a:moveTo>
                      <a:pt x="0" y="21"/>
                    </a:moveTo>
                    <a:lnTo>
                      <a:pt x="0" y="21"/>
                    </a:lnTo>
                    <a:lnTo>
                      <a:pt x="10" y="21"/>
                    </a:lnTo>
                    <a:lnTo>
                      <a:pt x="0" y="21"/>
                    </a:lnTo>
                    <a:close/>
                  </a:path>
                </a:pathLst>
              </a:custGeom>
              <a:solidFill>
                <a:schemeClr val="tx2"/>
              </a:solidFill>
              <a:ln w="9525">
                <a:solidFill>
                  <a:schemeClr val="tx2"/>
                </a:solidFill>
                <a:round/>
              </a:ln>
            </p:spPr>
            <p:txBody>
              <a:bodyPr/>
              <a:lstStyle/>
              <a:p>
                <a:endParaRPr lang="zh-CN" altLang="en-US"/>
              </a:p>
            </p:txBody>
          </p:sp>
          <p:sp>
            <p:nvSpPr>
              <p:cNvPr id="30881" name="Freeform 157"/>
              <p:cNvSpPr>
                <a:spLocks noEditPoints="1"/>
              </p:cNvSpPr>
              <p:nvPr/>
            </p:nvSpPr>
            <p:spPr bwMode="auto">
              <a:xfrm>
                <a:off x="4861"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82" name="Freeform 158"/>
              <p:cNvSpPr>
                <a:spLocks noEditPoints="1"/>
              </p:cNvSpPr>
              <p:nvPr/>
            </p:nvSpPr>
            <p:spPr bwMode="auto">
              <a:xfrm>
                <a:off x="4914" y="1152"/>
                <a:ext cx="15" cy="21"/>
              </a:xfrm>
              <a:custGeom>
                <a:avLst/>
                <a:gdLst>
                  <a:gd name="T0" fmla="*/ 0 w 15"/>
                  <a:gd name="T1" fmla="*/ 16 h 21"/>
                  <a:gd name="T2" fmla="*/ 0 w 15"/>
                  <a:gd name="T3" fmla="*/ 16 h 21"/>
                  <a:gd name="T4" fmla="*/ 5 w 15"/>
                  <a:gd name="T5" fmla="*/ 21 h 21"/>
                  <a:gd name="T6" fmla="*/ 15 w 15"/>
                  <a:gd name="T7" fmla="*/ 21 h 21"/>
                  <a:gd name="T8" fmla="*/ 15 w 15"/>
                  <a:gd name="T9" fmla="*/ 16 h 21"/>
                  <a:gd name="T10" fmla="*/ 15 w 15"/>
                  <a:gd name="T11" fmla="*/ 5 h 21"/>
                  <a:gd name="T12" fmla="*/ 0 w 15"/>
                  <a:gd name="T13" fmla="*/ 0 h 21"/>
                  <a:gd name="T14" fmla="*/ 0 w 15"/>
                  <a:gd name="T15" fmla="*/ 16 h 21"/>
                  <a:gd name="T16" fmla="*/ 0 w 15"/>
                  <a:gd name="T17" fmla="*/ 0 h 21"/>
                  <a:gd name="T18" fmla="*/ 0 w 15"/>
                  <a:gd name="T19" fmla="*/ 0 h 21"/>
                  <a:gd name="T20" fmla="*/ 0 w 15"/>
                  <a:gd name="T21" fmla="*/ 10 h 21"/>
                  <a:gd name="T22" fmla="*/ 0 w 15"/>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1"/>
                  <a:gd name="T38" fmla="*/ 15 w 15"/>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1">
                    <a:moveTo>
                      <a:pt x="0" y="16"/>
                    </a:moveTo>
                    <a:lnTo>
                      <a:pt x="0" y="16"/>
                    </a:lnTo>
                    <a:lnTo>
                      <a:pt x="5" y="21"/>
                    </a:lnTo>
                    <a:lnTo>
                      <a:pt x="15" y="21"/>
                    </a:lnTo>
                    <a:lnTo>
                      <a:pt x="15" y="16"/>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0883" name="Freeform 159"/>
              <p:cNvSpPr>
                <a:spLocks noEditPoints="1"/>
              </p:cNvSpPr>
              <p:nvPr/>
            </p:nvSpPr>
            <p:spPr bwMode="auto">
              <a:xfrm>
                <a:off x="4914"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0884" name="Rectangle 160"/>
              <p:cNvSpPr>
                <a:spLocks noChangeArrowheads="1"/>
              </p:cNvSpPr>
              <p:nvPr/>
            </p:nvSpPr>
            <p:spPr bwMode="auto">
              <a:xfrm>
                <a:off x="4794"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0885" name="Freeform 161"/>
              <p:cNvSpPr/>
              <p:nvPr/>
            </p:nvSpPr>
            <p:spPr bwMode="auto">
              <a:xfrm>
                <a:off x="4908" y="1173"/>
                <a:ext cx="58" cy="47"/>
              </a:xfrm>
              <a:custGeom>
                <a:avLst/>
                <a:gdLst>
                  <a:gd name="T0" fmla="*/ 0 w 58"/>
                  <a:gd name="T1" fmla="*/ 15 h 47"/>
                  <a:gd name="T2" fmla="*/ 6 w 58"/>
                  <a:gd name="T3" fmla="*/ 15 h 47"/>
                  <a:gd name="T4" fmla="*/ 21 w 58"/>
                  <a:gd name="T5" fmla="*/ 21 h 47"/>
                  <a:gd name="T6" fmla="*/ 37 w 58"/>
                  <a:gd name="T7" fmla="*/ 31 h 47"/>
                  <a:gd name="T8" fmla="*/ 42 w 58"/>
                  <a:gd name="T9" fmla="*/ 47 h 47"/>
                  <a:gd name="T10" fmla="*/ 58 w 58"/>
                  <a:gd name="T11" fmla="*/ 47 h 47"/>
                  <a:gd name="T12" fmla="*/ 58 w 58"/>
                  <a:gd name="T13" fmla="*/ 31 h 47"/>
                  <a:gd name="T14" fmla="*/ 47 w 58"/>
                  <a:gd name="T15" fmla="*/ 15 h 47"/>
                  <a:gd name="T16" fmla="*/ 32 w 58"/>
                  <a:gd name="T17" fmla="*/ 5 h 47"/>
                  <a:gd name="T18" fmla="*/ 11 w 58"/>
                  <a:gd name="T19" fmla="*/ 0 h 47"/>
                  <a:gd name="T20" fmla="*/ 6 w 58"/>
                  <a:gd name="T21" fmla="*/ 0 h 47"/>
                  <a:gd name="T22" fmla="*/ 0 w 58"/>
                  <a:gd name="T23" fmla="*/ 0 h 47"/>
                  <a:gd name="T24" fmla="*/ 0 w 58"/>
                  <a:gd name="T25" fmla="*/ 15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47"/>
                  <a:gd name="T41" fmla="*/ 58 w 58"/>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47">
                    <a:moveTo>
                      <a:pt x="0" y="15"/>
                    </a:moveTo>
                    <a:lnTo>
                      <a:pt x="6" y="15"/>
                    </a:lnTo>
                    <a:lnTo>
                      <a:pt x="21" y="21"/>
                    </a:lnTo>
                    <a:lnTo>
                      <a:pt x="37" y="31"/>
                    </a:lnTo>
                    <a:lnTo>
                      <a:pt x="42" y="47"/>
                    </a:lnTo>
                    <a:lnTo>
                      <a:pt x="58" y="47"/>
                    </a:lnTo>
                    <a:lnTo>
                      <a:pt x="58" y="31"/>
                    </a:lnTo>
                    <a:lnTo>
                      <a:pt x="47" y="15"/>
                    </a:lnTo>
                    <a:lnTo>
                      <a:pt x="32" y="5"/>
                    </a:lnTo>
                    <a:lnTo>
                      <a:pt x="11" y="0"/>
                    </a:lnTo>
                    <a:lnTo>
                      <a:pt x="6" y="0"/>
                    </a:lnTo>
                    <a:lnTo>
                      <a:pt x="0" y="0"/>
                    </a:lnTo>
                    <a:lnTo>
                      <a:pt x="0" y="15"/>
                    </a:lnTo>
                    <a:close/>
                  </a:path>
                </a:pathLst>
              </a:custGeom>
              <a:solidFill>
                <a:schemeClr val="tx2"/>
              </a:solidFill>
              <a:ln w="9525">
                <a:solidFill>
                  <a:schemeClr val="tx2"/>
                </a:solidFill>
                <a:round/>
              </a:ln>
            </p:spPr>
            <p:txBody>
              <a:bodyPr/>
              <a:lstStyle/>
              <a:p>
                <a:endParaRPr lang="zh-CN" altLang="en-US"/>
              </a:p>
            </p:txBody>
          </p:sp>
        </p:grpSp>
        <p:sp>
          <p:nvSpPr>
            <p:cNvPr id="30733" name="Line 162"/>
            <p:cNvSpPr>
              <a:spLocks noChangeShapeType="1"/>
            </p:cNvSpPr>
            <p:nvPr/>
          </p:nvSpPr>
          <p:spPr bwMode="auto">
            <a:xfrm>
              <a:off x="5090" y="1394"/>
              <a:ext cx="0" cy="396"/>
            </a:xfrm>
            <a:prstGeom prst="line">
              <a:avLst/>
            </a:prstGeom>
            <a:noFill/>
            <a:ln w="38100">
              <a:solidFill>
                <a:srgbClr val="FF6600"/>
              </a:solidFill>
              <a:round/>
              <a:tailEnd type="triangle" w="med" len="med"/>
            </a:ln>
          </p:spPr>
          <p:txBody>
            <a:bodyPr/>
            <a:lstStyle/>
            <a:p>
              <a:endParaRPr lang="zh-CN" altLang="en-US"/>
            </a:p>
          </p:txBody>
        </p:sp>
        <p:sp>
          <p:nvSpPr>
            <p:cNvPr id="30734" name="Text Box 163"/>
            <p:cNvSpPr txBox="1">
              <a:spLocks noChangeArrowheads="1"/>
            </p:cNvSpPr>
            <p:nvPr/>
          </p:nvSpPr>
          <p:spPr bwMode="auto">
            <a:xfrm>
              <a:off x="5005" y="1762"/>
              <a:ext cx="255" cy="250"/>
            </a:xfrm>
            <a:prstGeom prst="rect">
              <a:avLst/>
            </a:prstGeom>
            <a:noFill/>
            <a:ln w="9525">
              <a:noFill/>
              <a:miter lim="800000"/>
            </a:ln>
          </p:spPr>
          <p:txBody>
            <a:bodyPr>
              <a:spAutoFit/>
            </a:bodyPr>
            <a:lstStyle/>
            <a:p>
              <a:pPr>
                <a:spcBef>
                  <a:spcPct val="50000"/>
                </a:spcBef>
              </a:pPr>
              <a:r>
                <a:rPr lang="en-US" altLang="zh-CN" sz="2000" b="1">
                  <a:solidFill>
                    <a:srgbClr val="FF6600"/>
                  </a:solidFill>
                  <a:latin typeface="Times New Roman" panose="02020603050405020304" pitchFamily="18" charset="0"/>
                </a:rPr>
                <a:t>P</a:t>
              </a:r>
              <a:endParaRPr lang="en-US" altLang="zh-CN" sz="2000" b="1">
                <a:solidFill>
                  <a:srgbClr val="FF6600"/>
                </a:solidFill>
                <a:latin typeface="Times New Roman" panose="02020603050405020304" pitchFamily="18" charset="0"/>
              </a:endParaRPr>
            </a:p>
          </p:txBody>
        </p:sp>
        <p:sp>
          <p:nvSpPr>
            <p:cNvPr id="30735" name="Line 164"/>
            <p:cNvSpPr>
              <a:spLocks noChangeShapeType="1"/>
            </p:cNvSpPr>
            <p:nvPr/>
          </p:nvSpPr>
          <p:spPr bwMode="auto">
            <a:xfrm flipV="1">
              <a:off x="5090" y="1082"/>
              <a:ext cx="0" cy="340"/>
            </a:xfrm>
            <a:prstGeom prst="line">
              <a:avLst/>
            </a:prstGeom>
            <a:noFill/>
            <a:ln w="38100">
              <a:solidFill>
                <a:srgbClr val="00FF00"/>
              </a:solidFill>
              <a:round/>
              <a:tailEnd type="triangle" w="med" len="med"/>
            </a:ln>
          </p:spPr>
          <p:txBody>
            <a:bodyPr/>
            <a:lstStyle/>
            <a:p>
              <a:endParaRPr lang="zh-CN" altLang="en-US"/>
            </a:p>
          </p:txBody>
        </p:sp>
        <p:sp>
          <p:nvSpPr>
            <p:cNvPr id="30736" name="Text Box 165"/>
            <p:cNvSpPr txBox="1">
              <a:spLocks noChangeArrowheads="1"/>
            </p:cNvSpPr>
            <p:nvPr/>
          </p:nvSpPr>
          <p:spPr bwMode="auto">
            <a:xfrm>
              <a:off x="5006" y="912"/>
              <a:ext cx="283" cy="250"/>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endParaRPr lang="en-US" altLang="zh-CN" sz="2000" b="1">
                <a:solidFill>
                  <a:srgbClr val="006600"/>
                </a:solidFill>
                <a:latin typeface="Times New Roman" panose="02020603050405020304" pitchFamily="18" charset="0"/>
              </a:endParaRPr>
            </a:p>
          </p:txBody>
        </p:sp>
        <p:sp>
          <p:nvSpPr>
            <p:cNvPr id="30737" name="Line 166"/>
            <p:cNvSpPr>
              <a:spLocks noChangeShapeType="1"/>
            </p:cNvSpPr>
            <p:nvPr/>
          </p:nvSpPr>
          <p:spPr bwMode="auto">
            <a:xfrm>
              <a:off x="4693" y="855"/>
              <a:ext cx="340" cy="0"/>
            </a:xfrm>
            <a:prstGeom prst="line">
              <a:avLst/>
            </a:prstGeom>
            <a:noFill/>
            <a:ln w="38100">
              <a:solidFill>
                <a:srgbClr val="00FF00"/>
              </a:solidFill>
              <a:round/>
              <a:tailEnd type="triangle" w="med" len="med"/>
            </a:ln>
          </p:spPr>
          <p:txBody>
            <a:bodyPr/>
            <a:lstStyle/>
            <a:p>
              <a:endParaRPr lang="zh-CN" altLang="en-US"/>
            </a:p>
          </p:txBody>
        </p:sp>
        <p:sp>
          <p:nvSpPr>
            <p:cNvPr id="30738" name="Text Box 167"/>
            <p:cNvSpPr txBox="1">
              <a:spLocks noChangeArrowheads="1"/>
            </p:cNvSpPr>
            <p:nvPr/>
          </p:nvSpPr>
          <p:spPr bwMode="auto">
            <a:xfrm>
              <a:off x="4863" y="572"/>
              <a:ext cx="283" cy="250"/>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r>
                <a:rPr lang="en-US" altLang="zh-CN" sz="2000" b="1" baseline="30000">
                  <a:solidFill>
                    <a:srgbClr val="006600"/>
                  </a:solidFill>
                  <a:latin typeface="Times New Roman" panose="02020603050405020304" pitchFamily="18" charset="0"/>
                </a:rPr>
                <a:t>’</a:t>
              </a:r>
              <a:endParaRPr lang="en-US" altLang="zh-CN" sz="2000" b="1">
                <a:solidFill>
                  <a:srgbClr val="006600"/>
                </a:solidFill>
                <a:latin typeface="Times New Roman" panose="02020603050405020304" pitchFamily="18" charset="0"/>
              </a:endParaRPr>
            </a:p>
          </p:txBody>
        </p:sp>
        <p:sp>
          <p:nvSpPr>
            <p:cNvPr id="30739" name="Line 168"/>
            <p:cNvSpPr>
              <a:spLocks noChangeShapeType="1"/>
            </p:cNvSpPr>
            <p:nvPr/>
          </p:nvSpPr>
          <p:spPr bwMode="auto">
            <a:xfrm flipH="1">
              <a:off x="4353" y="855"/>
              <a:ext cx="340" cy="0"/>
            </a:xfrm>
            <a:prstGeom prst="line">
              <a:avLst/>
            </a:prstGeom>
            <a:noFill/>
            <a:ln w="38100">
              <a:solidFill>
                <a:srgbClr val="FF3300"/>
              </a:solidFill>
              <a:round/>
              <a:tailEnd type="triangle" w="med" len="med"/>
            </a:ln>
          </p:spPr>
          <p:txBody>
            <a:bodyPr/>
            <a:lstStyle/>
            <a:p>
              <a:endParaRPr lang="zh-CN" altLang="en-US"/>
            </a:p>
          </p:txBody>
        </p:sp>
        <p:sp>
          <p:nvSpPr>
            <p:cNvPr id="30740" name="Text Box 169"/>
            <p:cNvSpPr txBox="1">
              <a:spLocks noChangeArrowheads="1"/>
            </p:cNvSpPr>
            <p:nvPr/>
          </p:nvSpPr>
          <p:spPr bwMode="auto">
            <a:xfrm>
              <a:off x="4268" y="572"/>
              <a:ext cx="283" cy="250"/>
            </a:xfrm>
            <a:prstGeom prst="rect">
              <a:avLst/>
            </a:prstGeom>
            <a:noFill/>
            <a:ln w="9525">
              <a:noFill/>
              <a:miter lim="800000"/>
            </a:ln>
          </p:spPr>
          <p:txBody>
            <a:bodyPr>
              <a:spAutoFit/>
            </a:bodyPr>
            <a:lstStyle/>
            <a:p>
              <a:pPr>
                <a:spcBef>
                  <a:spcPct val="50000"/>
                </a:spcBef>
              </a:pPr>
              <a:r>
                <a:rPr lang="en-US" altLang="zh-CN" sz="2000" b="1">
                  <a:solidFill>
                    <a:srgbClr val="FF3300"/>
                  </a:solidFill>
                  <a:latin typeface="Times New Roman" panose="02020603050405020304" pitchFamily="18" charset="0"/>
                </a:rPr>
                <a:t>f</a:t>
              </a:r>
              <a:endParaRPr lang="en-US" altLang="zh-CN" sz="2000" b="1">
                <a:solidFill>
                  <a:srgbClr val="FF3300"/>
                </a:solidFill>
                <a:latin typeface="Times New Roman" panose="020206030504050203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5234"/>
                                        </p:tgtEl>
                                        <p:attrNameLst>
                                          <p:attrName>style.visibility</p:attrName>
                                        </p:attrNameLst>
                                      </p:cBhvr>
                                      <p:to>
                                        <p:strVal val="visible"/>
                                      </p:to>
                                    </p:set>
                                    <p:animEffect transition="in" filter="wipe(left)">
                                      <p:cBhvr>
                                        <p:cTn id="7" dur="500"/>
                                        <p:tgtEl>
                                          <p:spTgt spid="952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5238"/>
                                        </p:tgtEl>
                                        <p:attrNameLst>
                                          <p:attrName>style.visibility</p:attrName>
                                        </p:attrNameLst>
                                      </p:cBhvr>
                                      <p:to>
                                        <p:strVal val="visible"/>
                                      </p:to>
                                    </p:set>
                                    <p:animEffect transition="in" filter="wipe(left)">
                                      <p:cBhvr>
                                        <p:cTn id="12" dur="500"/>
                                        <p:tgtEl>
                                          <p:spTgt spid="9523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5235"/>
                                        </p:tgtEl>
                                        <p:attrNameLst>
                                          <p:attrName>style.visibility</p:attrName>
                                        </p:attrNameLst>
                                      </p:cBhvr>
                                      <p:to>
                                        <p:strVal val="visible"/>
                                      </p:to>
                                    </p:set>
                                    <p:animEffect transition="in" filter="wipe(left)">
                                      <p:cBhvr>
                                        <p:cTn id="17" dur="500"/>
                                        <p:tgtEl>
                                          <p:spTgt spid="952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5237"/>
                                        </p:tgtEl>
                                        <p:attrNameLst>
                                          <p:attrName>style.visibility</p:attrName>
                                        </p:attrNameLst>
                                      </p:cBhvr>
                                      <p:to>
                                        <p:strVal val="visible"/>
                                      </p:to>
                                    </p:set>
                                    <p:animEffect transition="in" filter="wipe(left)">
                                      <p:cBhvr>
                                        <p:cTn id="22" dur="500"/>
                                        <p:tgtEl>
                                          <p:spTgt spid="952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5236"/>
                                        </p:tgtEl>
                                        <p:attrNameLst>
                                          <p:attrName>style.visibility</p:attrName>
                                        </p:attrNameLst>
                                      </p:cBhvr>
                                      <p:to>
                                        <p:strVal val="visible"/>
                                      </p:to>
                                    </p:set>
                                    <p:animEffect transition="in" filter="wipe(left)">
                                      <p:cBhvr>
                                        <p:cTn id="27" dur="500"/>
                                        <p:tgtEl>
                                          <p:spTgt spid="952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5241"/>
                                        </p:tgtEl>
                                        <p:attrNameLst>
                                          <p:attrName>style.visibility</p:attrName>
                                        </p:attrNameLst>
                                      </p:cBhvr>
                                      <p:to>
                                        <p:strVal val="visible"/>
                                      </p:to>
                                    </p:set>
                                    <p:animEffect transition="in" filter="wipe(left)">
                                      <p:cBhvr>
                                        <p:cTn id="32" dur="500"/>
                                        <p:tgtEl>
                                          <p:spTgt spid="9524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5239"/>
                                        </p:tgtEl>
                                        <p:attrNameLst>
                                          <p:attrName>style.visibility</p:attrName>
                                        </p:attrNameLst>
                                      </p:cBhvr>
                                      <p:to>
                                        <p:strVal val="visible"/>
                                      </p:to>
                                    </p:set>
                                    <p:animEffect transition="in" filter="wipe(left)">
                                      <p:cBhvr>
                                        <p:cTn id="37" dur="500"/>
                                        <p:tgtEl>
                                          <p:spTgt spid="952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5240"/>
                                        </p:tgtEl>
                                        <p:attrNameLst>
                                          <p:attrName>style.visibility</p:attrName>
                                        </p:attrNameLst>
                                      </p:cBhvr>
                                      <p:to>
                                        <p:strVal val="visible"/>
                                      </p:to>
                                    </p:set>
                                    <p:animEffect transition="in" filter="wipe(left)">
                                      <p:cBhvr>
                                        <p:cTn id="42" dur="500"/>
                                        <p:tgtEl>
                                          <p:spTgt spid="95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4" grpId="0" autoUpdateAnimBg="0"/>
      <p:bldP spid="95237" grpId="0" autoUpdateAnimBg="0"/>
      <p:bldP spid="95238" grpId="0" autoUpdateAnimBg="0"/>
      <p:bldP spid="95241"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115888" y="404813"/>
            <a:ext cx="2365375" cy="506412"/>
          </a:xfrm>
          <a:prstGeom prst="rect">
            <a:avLst/>
          </a:prstGeom>
          <a:noFill/>
          <a:ln w="9525">
            <a:noFill/>
            <a:miter lim="800000"/>
          </a:ln>
        </p:spPr>
        <p:txBody>
          <a:bodyPr>
            <a:spAutoFit/>
          </a:bodyPr>
          <a:lstStyle/>
          <a:p>
            <a:pPr marL="476250" indent="-476250" algn="l">
              <a:lnSpc>
                <a:spcPct val="125000"/>
              </a:lnSpc>
            </a:pPr>
            <a:r>
              <a:rPr lang="zh-CN" altLang="en-US" b="1" i="0">
                <a:solidFill>
                  <a:srgbClr val="FF0000"/>
                </a:solidFill>
                <a:latin typeface="Times New Roman" panose="02020603050405020304" pitchFamily="18" charset="0"/>
              </a:rPr>
              <a:t>力学方法求解</a:t>
            </a:r>
            <a:endParaRPr lang="zh-CN" altLang="en-US" i="0">
              <a:solidFill>
                <a:srgbClr val="FF0000"/>
              </a:solidFill>
              <a:latin typeface="Times New Roman" panose="02020603050405020304" pitchFamily="18" charset="0"/>
            </a:endParaRPr>
          </a:p>
        </p:txBody>
      </p:sp>
      <p:graphicFrame>
        <p:nvGraphicFramePr>
          <p:cNvPr id="96259" name="Object 3"/>
          <p:cNvGraphicFramePr>
            <a:graphicFrameLocks noChangeAspect="1"/>
          </p:cNvGraphicFramePr>
          <p:nvPr/>
        </p:nvGraphicFramePr>
        <p:xfrm>
          <a:off x="1010603" y="1744028"/>
          <a:ext cx="3477895" cy="1662430"/>
        </p:xfrm>
        <a:graphic>
          <a:graphicData uri="http://schemas.openxmlformats.org/presentationml/2006/ole">
            <mc:AlternateContent xmlns:mc="http://schemas.openxmlformats.org/markup-compatibility/2006">
              <mc:Choice xmlns:v="urn:schemas-microsoft-com:vml" Requires="v">
                <p:oleObj spid="_x0000_s31745" name="公式" r:id="rId1" imgW="1777365" imgH="838200" progId="Equation.3">
                  <p:embed/>
                </p:oleObj>
              </mc:Choice>
              <mc:Fallback>
                <p:oleObj name="公式" r:id="rId1" imgW="1777365" imgH="838200" progId="Equation.3">
                  <p:embed/>
                  <p:pic>
                    <p:nvPicPr>
                      <p:cNvPr id="0" name="Object 3"/>
                      <p:cNvPicPr>
                        <a:picLocks noChangeAspect="1"/>
                      </p:cNvPicPr>
                      <p:nvPr/>
                    </p:nvPicPr>
                    <p:blipFill>
                      <a:blip r:embed="rId2"/>
                      <a:stretch>
                        <a:fillRect/>
                      </a:stretch>
                    </p:blipFill>
                    <p:spPr>
                      <a:xfrm>
                        <a:off x="1010603" y="1744028"/>
                        <a:ext cx="3477895" cy="1662430"/>
                      </a:xfrm>
                      <a:prstGeom prst="rect">
                        <a:avLst/>
                      </a:prstGeom>
                      <a:noFill/>
                      <a:ln w="9525">
                        <a:noFill/>
                      </a:ln>
                    </p:spPr>
                  </p:pic>
                </p:oleObj>
              </mc:Fallback>
            </mc:AlternateContent>
          </a:graphicData>
        </a:graphic>
      </p:graphicFrame>
      <p:graphicFrame>
        <p:nvGraphicFramePr>
          <p:cNvPr id="96260" name="Object 4"/>
          <p:cNvGraphicFramePr/>
          <p:nvPr/>
        </p:nvGraphicFramePr>
        <p:xfrm>
          <a:off x="5000625" y="1898650"/>
          <a:ext cx="3532188" cy="812800"/>
        </p:xfrm>
        <a:graphic>
          <a:graphicData uri="http://schemas.openxmlformats.org/presentationml/2006/ole">
            <mc:AlternateContent xmlns:mc="http://schemas.openxmlformats.org/markup-compatibility/2006">
              <mc:Choice xmlns:v="urn:schemas-microsoft-com:vml" Requires="v">
                <p:oleObj spid="_x0000_s31747" name="公式" r:id="rId3" imgW="42367200" imgH="9753600" progId="Equation.3">
                  <p:embed/>
                </p:oleObj>
              </mc:Choice>
              <mc:Fallback>
                <p:oleObj name="公式" r:id="rId3" imgW="42367200" imgH="9753600" progId="Equation.3">
                  <p:embed/>
                  <p:pic>
                    <p:nvPicPr>
                      <p:cNvPr id="0" name="Object 4"/>
                      <p:cNvPicPr/>
                      <p:nvPr/>
                    </p:nvPicPr>
                    <p:blipFill>
                      <a:blip r:embed="rId4"/>
                      <a:stretch>
                        <a:fillRect/>
                      </a:stretch>
                    </p:blipFill>
                    <p:spPr>
                      <a:xfrm>
                        <a:off x="5000625" y="1898650"/>
                        <a:ext cx="3532188" cy="812800"/>
                      </a:xfrm>
                      <a:prstGeom prst="rect">
                        <a:avLst/>
                      </a:prstGeom>
                      <a:noFill/>
                      <a:ln w="9525">
                        <a:noFill/>
                      </a:ln>
                    </p:spPr>
                  </p:pic>
                </p:oleObj>
              </mc:Fallback>
            </mc:AlternateContent>
          </a:graphicData>
        </a:graphic>
      </p:graphicFrame>
      <p:graphicFrame>
        <p:nvGraphicFramePr>
          <p:cNvPr id="96261" name="Object 5"/>
          <p:cNvGraphicFramePr>
            <a:graphicFrameLocks noChangeAspect="1"/>
          </p:cNvGraphicFramePr>
          <p:nvPr/>
        </p:nvGraphicFramePr>
        <p:xfrm>
          <a:off x="1289050" y="4565650"/>
          <a:ext cx="4016375" cy="754063"/>
        </p:xfrm>
        <a:graphic>
          <a:graphicData uri="http://schemas.openxmlformats.org/presentationml/2006/ole">
            <mc:AlternateContent xmlns:mc="http://schemas.openxmlformats.org/markup-compatibility/2006">
              <mc:Choice xmlns:v="urn:schemas-microsoft-com:vml" Requires="v">
                <p:oleObj spid="_x0000_s31748" name="公式" r:id="rId5" imgW="48158400" imgH="9753600" progId="Equation.3">
                  <p:embed/>
                </p:oleObj>
              </mc:Choice>
              <mc:Fallback>
                <p:oleObj name="公式" r:id="rId5" imgW="48158400" imgH="9753600" progId="Equation.3">
                  <p:embed/>
                  <p:pic>
                    <p:nvPicPr>
                      <p:cNvPr id="0" name="Object 5"/>
                      <p:cNvPicPr>
                        <a:picLocks noChangeAspect="1"/>
                      </p:cNvPicPr>
                      <p:nvPr/>
                    </p:nvPicPr>
                    <p:blipFill>
                      <a:blip r:embed="rId6"/>
                      <a:stretch>
                        <a:fillRect/>
                      </a:stretch>
                    </p:blipFill>
                    <p:spPr>
                      <a:xfrm>
                        <a:off x="1289050" y="4565650"/>
                        <a:ext cx="4016375" cy="754063"/>
                      </a:xfrm>
                      <a:prstGeom prst="rect">
                        <a:avLst/>
                      </a:prstGeom>
                      <a:noFill/>
                      <a:ln w="9525">
                        <a:noFill/>
                      </a:ln>
                    </p:spPr>
                  </p:pic>
                </p:oleObj>
              </mc:Fallback>
            </mc:AlternateContent>
          </a:graphicData>
        </a:graphic>
      </p:graphicFrame>
      <p:graphicFrame>
        <p:nvGraphicFramePr>
          <p:cNvPr id="96262" name="Object 6"/>
          <p:cNvGraphicFramePr>
            <a:graphicFrameLocks noChangeAspect="1"/>
          </p:cNvGraphicFramePr>
          <p:nvPr/>
        </p:nvGraphicFramePr>
        <p:xfrm>
          <a:off x="1557338" y="5513388"/>
          <a:ext cx="3678237" cy="885825"/>
        </p:xfrm>
        <a:graphic>
          <a:graphicData uri="http://schemas.openxmlformats.org/presentationml/2006/ole">
            <mc:AlternateContent xmlns:mc="http://schemas.openxmlformats.org/markup-compatibility/2006">
              <mc:Choice xmlns:v="urn:schemas-microsoft-com:vml" Requires="v">
                <p:oleObj spid="_x0000_s31749" name="公式" r:id="rId7" imgW="44196000" imgH="10668000" progId="Equation.3">
                  <p:embed/>
                </p:oleObj>
              </mc:Choice>
              <mc:Fallback>
                <p:oleObj name="公式" r:id="rId7" imgW="44196000" imgH="10668000" progId="Equation.3">
                  <p:embed/>
                  <p:pic>
                    <p:nvPicPr>
                      <p:cNvPr id="0" name="Object 6"/>
                      <p:cNvPicPr>
                        <a:picLocks noChangeAspect="1"/>
                      </p:cNvPicPr>
                      <p:nvPr/>
                    </p:nvPicPr>
                    <p:blipFill>
                      <a:blip r:embed="rId8"/>
                      <a:stretch>
                        <a:fillRect/>
                      </a:stretch>
                    </p:blipFill>
                    <p:spPr>
                      <a:xfrm>
                        <a:off x="1557338" y="5513388"/>
                        <a:ext cx="3678237" cy="885825"/>
                      </a:xfrm>
                      <a:prstGeom prst="rect">
                        <a:avLst/>
                      </a:prstGeom>
                      <a:noFill/>
                      <a:ln w="9525">
                        <a:noFill/>
                      </a:ln>
                    </p:spPr>
                  </p:pic>
                </p:oleObj>
              </mc:Fallback>
            </mc:AlternateContent>
          </a:graphicData>
        </a:graphic>
      </p:graphicFrame>
      <p:sp>
        <p:nvSpPr>
          <p:cNvPr id="96263" name="Rectangle 7"/>
          <p:cNvSpPr>
            <a:spLocks noChangeArrowheads="1"/>
          </p:cNvSpPr>
          <p:nvPr/>
        </p:nvSpPr>
        <p:spPr bwMode="auto">
          <a:xfrm>
            <a:off x="385763" y="1081088"/>
            <a:ext cx="8382000" cy="829945"/>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分别以</a:t>
            </a:r>
            <a:r>
              <a:rPr lang="zh-CN" altLang="en-US" b="1" i="0">
                <a:solidFill>
                  <a:srgbClr val="FF6600"/>
                </a:solidFill>
                <a:latin typeface="Times New Roman" panose="02020603050405020304" pitchFamily="18" charset="0"/>
              </a:rPr>
              <a:t>竖直链条</a:t>
            </a:r>
            <a:r>
              <a:rPr lang="zh-CN" altLang="en-US" b="1" i="0">
                <a:solidFill>
                  <a:schemeClr val="bg1"/>
                </a:solidFill>
                <a:latin typeface="Times New Roman" panose="02020603050405020304" pitchFamily="18" charset="0"/>
              </a:rPr>
              <a:t>、</a:t>
            </a:r>
            <a:r>
              <a:rPr lang="zh-CN" altLang="en-US" b="1" i="0">
                <a:solidFill>
                  <a:srgbClr val="FF6600"/>
                </a:solidFill>
                <a:latin typeface="Times New Roman" panose="02020603050405020304" pitchFamily="18" charset="0"/>
              </a:rPr>
              <a:t>水平链条</a:t>
            </a:r>
            <a:r>
              <a:rPr lang="zh-CN" altLang="en-US" b="1" i="0">
                <a:solidFill>
                  <a:schemeClr val="bg1"/>
                </a:solidFill>
                <a:latin typeface="Times New Roman" panose="02020603050405020304" pitchFamily="18" charset="0"/>
              </a:rPr>
              <a:t>为研究对象，受力分析并应用牛顿第二定律列方程有：</a:t>
            </a:r>
            <a:endParaRPr lang="zh-CN" altLang="en-US" b="1" i="0">
              <a:solidFill>
                <a:schemeClr val="bg1"/>
              </a:solidFill>
              <a:latin typeface="Times New Roman" panose="02020603050405020304" pitchFamily="18" charset="0"/>
            </a:endParaRPr>
          </a:p>
        </p:txBody>
      </p:sp>
      <p:sp>
        <p:nvSpPr>
          <p:cNvPr id="96264" name="AutoShape 8"/>
          <p:cNvSpPr/>
          <p:nvPr/>
        </p:nvSpPr>
        <p:spPr bwMode="auto">
          <a:xfrm>
            <a:off x="611188" y="2081213"/>
            <a:ext cx="165100" cy="987425"/>
          </a:xfrm>
          <a:prstGeom prst="leftBrace">
            <a:avLst>
              <a:gd name="adj1" fmla="val 49840"/>
              <a:gd name="adj2" fmla="val 50000"/>
            </a:avLst>
          </a:prstGeom>
          <a:noFill/>
          <a:ln w="28575">
            <a:solidFill>
              <a:schemeClr val="accent2"/>
            </a:solidFill>
            <a:round/>
          </a:ln>
        </p:spPr>
        <p:txBody>
          <a:bodyPr wrap="none" anchor="ctr"/>
          <a:lstStyle/>
          <a:p>
            <a:endParaRPr lang="zh-CN" altLang="en-US"/>
          </a:p>
        </p:txBody>
      </p:sp>
      <p:sp>
        <p:nvSpPr>
          <p:cNvPr id="96265" name="Line 9"/>
          <p:cNvSpPr>
            <a:spLocks noChangeShapeType="1"/>
          </p:cNvSpPr>
          <p:nvPr/>
        </p:nvSpPr>
        <p:spPr bwMode="auto">
          <a:xfrm>
            <a:off x="4257675" y="2327275"/>
            <a:ext cx="685800" cy="0"/>
          </a:xfrm>
          <a:prstGeom prst="line">
            <a:avLst/>
          </a:prstGeom>
          <a:noFill/>
          <a:ln w="76200">
            <a:solidFill>
              <a:srgbClr val="0000FF"/>
            </a:solidFill>
            <a:round/>
            <a:tailEnd type="triangle" w="med" len="med"/>
          </a:ln>
        </p:spPr>
        <p:txBody>
          <a:bodyPr/>
          <a:lstStyle/>
          <a:p>
            <a:endParaRPr lang="zh-CN" altLang="en-US"/>
          </a:p>
        </p:txBody>
      </p:sp>
      <p:graphicFrame>
        <p:nvGraphicFramePr>
          <p:cNvPr id="96266" name="Object 10"/>
          <p:cNvGraphicFramePr/>
          <p:nvPr/>
        </p:nvGraphicFramePr>
        <p:xfrm>
          <a:off x="1692275" y="3509963"/>
          <a:ext cx="3152775" cy="863600"/>
        </p:xfrm>
        <a:graphic>
          <a:graphicData uri="http://schemas.openxmlformats.org/presentationml/2006/ole">
            <mc:AlternateContent xmlns:mc="http://schemas.openxmlformats.org/markup-compatibility/2006">
              <mc:Choice xmlns:v="urn:schemas-microsoft-com:vml" Requires="v">
                <p:oleObj spid="_x0000_s31750" name="公式" r:id="rId9" imgW="37795200" imgH="10363200" progId="Equation.3">
                  <p:embed/>
                </p:oleObj>
              </mc:Choice>
              <mc:Fallback>
                <p:oleObj name="公式" r:id="rId9" imgW="37795200" imgH="10363200" progId="Equation.3">
                  <p:embed/>
                  <p:pic>
                    <p:nvPicPr>
                      <p:cNvPr id="0" name="Object 10"/>
                      <p:cNvPicPr/>
                      <p:nvPr/>
                    </p:nvPicPr>
                    <p:blipFill>
                      <a:blip r:embed="rId10"/>
                      <a:stretch>
                        <a:fillRect/>
                      </a:stretch>
                    </p:blipFill>
                    <p:spPr>
                      <a:xfrm>
                        <a:off x="1692275" y="3509963"/>
                        <a:ext cx="3152775" cy="863600"/>
                      </a:xfrm>
                      <a:prstGeom prst="rect">
                        <a:avLst/>
                      </a:prstGeom>
                      <a:noFill/>
                      <a:ln w="9525">
                        <a:noFill/>
                      </a:ln>
                    </p:spPr>
                  </p:pic>
                </p:oleObj>
              </mc:Fallback>
            </mc:AlternateContent>
          </a:graphicData>
        </a:graphic>
      </p:graphicFrame>
      <p:grpSp>
        <p:nvGrpSpPr>
          <p:cNvPr id="2" name="Group 11"/>
          <p:cNvGrpSpPr/>
          <p:nvPr/>
        </p:nvGrpSpPr>
        <p:grpSpPr bwMode="auto">
          <a:xfrm>
            <a:off x="8081963" y="3778250"/>
            <a:ext cx="846137" cy="1981200"/>
            <a:chOff x="4944" y="218"/>
            <a:chExt cx="533" cy="1248"/>
          </a:xfrm>
        </p:grpSpPr>
        <p:sp>
          <p:nvSpPr>
            <p:cNvPr id="31910" name="Line 12"/>
            <p:cNvSpPr>
              <a:spLocks noChangeShapeType="1"/>
            </p:cNvSpPr>
            <p:nvPr/>
          </p:nvSpPr>
          <p:spPr bwMode="auto">
            <a:xfrm>
              <a:off x="4944" y="288"/>
              <a:ext cx="288" cy="0"/>
            </a:xfrm>
            <a:prstGeom prst="line">
              <a:avLst/>
            </a:prstGeom>
            <a:noFill/>
            <a:ln w="28575">
              <a:solidFill>
                <a:srgbClr val="0033CC"/>
              </a:solidFill>
              <a:round/>
            </a:ln>
          </p:spPr>
          <p:txBody>
            <a:bodyPr/>
            <a:lstStyle/>
            <a:p>
              <a:endParaRPr lang="zh-CN" altLang="en-US"/>
            </a:p>
          </p:txBody>
        </p:sp>
        <p:sp>
          <p:nvSpPr>
            <p:cNvPr id="31911" name="Line 13"/>
            <p:cNvSpPr>
              <a:spLocks noChangeShapeType="1"/>
            </p:cNvSpPr>
            <p:nvPr/>
          </p:nvSpPr>
          <p:spPr bwMode="auto">
            <a:xfrm>
              <a:off x="5088" y="288"/>
              <a:ext cx="0" cy="1104"/>
            </a:xfrm>
            <a:prstGeom prst="line">
              <a:avLst/>
            </a:prstGeom>
            <a:noFill/>
            <a:ln w="28575">
              <a:solidFill>
                <a:srgbClr val="0033CC"/>
              </a:solidFill>
              <a:round/>
              <a:tailEnd type="triangle" w="med" len="med"/>
            </a:ln>
          </p:spPr>
          <p:txBody>
            <a:bodyPr/>
            <a:lstStyle/>
            <a:p>
              <a:endParaRPr lang="zh-CN" altLang="en-US"/>
            </a:p>
          </p:txBody>
        </p:sp>
        <p:sp>
          <p:nvSpPr>
            <p:cNvPr id="31912" name="Text Box 14"/>
            <p:cNvSpPr txBox="1">
              <a:spLocks noChangeArrowheads="1"/>
            </p:cNvSpPr>
            <p:nvPr/>
          </p:nvSpPr>
          <p:spPr bwMode="auto">
            <a:xfrm>
              <a:off x="5222" y="218"/>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sp>
          <p:nvSpPr>
            <p:cNvPr id="31913" name="Text Box 15"/>
            <p:cNvSpPr txBox="1">
              <a:spLocks noChangeArrowheads="1"/>
            </p:cNvSpPr>
            <p:nvPr/>
          </p:nvSpPr>
          <p:spPr bwMode="auto">
            <a:xfrm>
              <a:off x="5174" y="1178"/>
              <a:ext cx="201"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y</a:t>
              </a:r>
              <a:endParaRPr lang="en-US" altLang="zh-CN" b="1">
                <a:solidFill>
                  <a:srgbClr val="0033CC"/>
                </a:solidFill>
                <a:latin typeface="Times New Roman" panose="02020603050405020304" pitchFamily="18" charset="0"/>
              </a:endParaRPr>
            </a:p>
          </p:txBody>
        </p:sp>
      </p:grpSp>
      <p:grpSp>
        <p:nvGrpSpPr>
          <p:cNvPr id="3" name="Group 16"/>
          <p:cNvGrpSpPr/>
          <p:nvPr/>
        </p:nvGrpSpPr>
        <p:grpSpPr bwMode="auto">
          <a:xfrm>
            <a:off x="6464300" y="3846513"/>
            <a:ext cx="1639888" cy="2417762"/>
            <a:chOff x="3959" y="1152"/>
            <a:chExt cx="1033" cy="1523"/>
          </a:xfrm>
        </p:grpSpPr>
        <p:sp>
          <p:nvSpPr>
            <p:cNvPr id="31765" name="Freeform 17"/>
            <p:cNvSpPr/>
            <p:nvPr/>
          </p:nvSpPr>
          <p:spPr bwMode="auto">
            <a:xfrm>
              <a:off x="3959" y="1204"/>
              <a:ext cx="991" cy="172"/>
            </a:xfrm>
            <a:custGeom>
              <a:avLst/>
              <a:gdLst>
                <a:gd name="T0" fmla="*/ 0 w 991"/>
                <a:gd name="T1" fmla="*/ 172 h 172"/>
                <a:gd name="T2" fmla="*/ 0 w 991"/>
                <a:gd name="T3" fmla="*/ 0 h 172"/>
                <a:gd name="T4" fmla="*/ 991 w 991"/>
                <a:gd name="T5" fmla="*/ 0 h 172"/>
                <a:gd name="T6" fmla="*/ 991 w 991"/>
                <a:gd name="T7" fmla="*/ 172 h 172"/>
                <a:gd name="T8" fmla="*/ 0 w 991"/>
                <a:gd name="T9" fmla="*/ 172 h 172"/>
                <a:gd name="T10" fmla="*/ 0 w 991"/>
                <a:gd name="T11" fmla="*/ 172 h 172"/>
                <a:gd name="T12" fmla="*/ 0 60000 65536"/>
                <a:gd name="T13" fmla="*/ 0 60000 65536"/>
                <a:gd name="T14" fmla="*/ 0 60000 65536"/>
                <a:gd name="T15" fmla="*/ 0 60000 65536"/>
                <a:gd name="T16" fmla="*/ 0 60000 65536"/>
                <a:gd name="T17" fmla="*/ 0 60000 65536"/>
                <a:gd name="T18" fmla="*/ 0 w 991"/>
                <a:gd name="T19" fmla="*/ 0 h 172"/>
                <a:gd name="T20" fmla="*/ 991 w 991"/>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991" h="172">
                  <a:moveTo>
                    <a:pt x="0" y="172"/>
                  </a:moveTo>
                  <a:lnTo>
                    <a:pt x="0" y="0"/>
                  </a:lnTo>
                  <a:lnTo>
                    <a:pt x="991" y="0"/>
                  </a:lnTo>
                  <a:lnTo>
                    <a:pt x="991" y="172"/>
                  </a:lnTo>
                  <a:lnTo>
                    <a:pt x="0" y="172"/>
                  </a:lnTo>
                  <a:close/>
                </a:path>
              </a:pathLst>
            </a:custGeom>
            <a:solidFill>
              <a:srgbClr val="CC0099"/>
            </a:solidFill>
            <a:ln w="9525">
              <a:noFill/>
              <a:round/>
            </a:ln>
          </p:spPr>
          <p:txBody>
            <a:bodyPr/>
            <a:lstStyle/>
            <a:p>
              <a:endParaRPr lang="zh-CN" altLang="en-US"/>
            </a:p>
          </p:txBody>
        </p:sp>
        <p:sp>
          <p:nvSpPr>
            <p:cNvPr id="31766" name="Freeform 18"/>
            <p:cNvSpPr/>
            <p:nvPr/>
          </p:nvSpPr>
          <p:spPr bwMode="auto">
            <a:xfrm>
              <a:off x="4735" y="1196"/>
              <a:ext cx="146" cy="1479"/>
            </a:xfrm>
            <a:custGeom>
              <a:avLst/>
              <a:gdLst>
                <a:gd name="T0" fmla="*/ 146 w 146"/>
                <a:gd name="T1" fmla="*/ 1479 h 1479"/>
                <a:gd name="T2" fmla="*/ 0 w 146"/>
                <a:gd name="T3" fmla="*/ 1479 h 1479"/>
                <a:gd name="T4" fmla="*/ 0 w 146"/>
                <a:gd name="T5" fmla="*/ 0 h 1479"/>
                <a:gd name="T6" fmla="*/ 146 w 146"/>
                <a:gd name="T7" fmla="*/ 0 h 1479"/>
                <a:gd name="T8" fmla="*/ 146 w 146"/>
                <a:gd name="T9" fmla="*/ 1479 h 1479"/>
                <a:gd name="T10" fmla="*/ 146 w 146"/>
                <a:gd name="T11" fmla="*/ 1479 h 1479"/>
                <a:gd name="T12" fmla="*/ 0 60000 65536"/>
                <a:gd name="T13" fmla="*/ 0 60000 65536"/>
                <a:gd name="T14" fmla="*/ 0 60000 65536"/>
                <a:gd name="T15" fmla="*/ 0 60000 65536"/>
                <a:gd name="T16" fmla="*/ 0 60000 65536"/>
                <a:gd name="T17" fmla="*/ 0 60000 65536"/>
                <a:gd name="T18" fmla="*/ 0 w 146"/>
                <a:gd name="T19" fmla="*/ 0 h 1479"/>
                <a:gd name="T20" fmla="*/ 146 w 146"/>
                <a:gd name="T21" fmla="*/ 1479 h 1479"/>
              </a:gdLst>
              <a:ahLst/>
              <a:cxnLst>
                <a:cxn ang="T12">
                  <a:pos x="T0" y="T1"/>
                </a:cxn>
                <a:cxn ang="T13">
                  <a:pos x="T2" y="T3"/>
                </a:cxn>
                <a:cxn ang="T14">
                  <a:pos x="T4" y="T5"/>
                </a:cxn>
                <a:cxn ang="T15">
                  <a:pos x="T6" y="T7"/>
                </a:cxn>
                <a:cxn ang="T16">
                  <a:pos x="T8" y="T9"/>
                </a:cxn>
                <a:cxn ang="T17">
                  <a:pos x="T10" y="T11"/>
                </a:cxn>
              </a:cxnLst>
              <a:rect l="T18" t="T19" r="T20" b="T21"/>
              <a:pathLst>
                <a:path w="146" h="1479">
                  <a:moveTo>
                    <a:pt x="146" y="1479"/>
                  </a:moveTo>
                  <a:lnTo>
                    <a:pt x="0" y="1479"/>
                  </a:lnTo>
                  <a:lnTo>
                    <a:pt x="0" y="0"/>
                  </a:lnTo>
                  <a:lnTo>
                    <a:pt x="146" y="0"/>
                  </a:lnTo>
                  <a:lnTo>
                    <a:pt x="146" y="1479"/>
                  </a:lnTo>
                  <a:close/>
                </a:path>
              </a:pathLst>
            </a:custGeom>
            <a:solidFill>
              <a:srgbClr val="CC0099"/>
            </a:solidFill>
            <a:ln w="9525">
              <a:noFill/>
              <a:round/>
            </a:ln>
          </p:spPr>
          <p:txBody>
            <a:bodyPr/>
            <a:lstStyle/>
            <a:p>
              <a:endParaRPr lang="zh-CN" altLang="en-US"/>
            </a:p>
          </p:txBody>
        </p:sp>
        <p:sp>
          <p:nvSpPr>
            <p:cNvPr id="31767" name="Freeform 19"/>
            <p:cNvSpPr/>
            <p:nvPr/>
          </p:nvSpPr>
          <p:spPr bwMode="auto">
            <a:xfrm>
              <a:off x="4934" y="1267"/>
              <a:ext cx="21" cy="20"/>
            </a:xfrm>
            <a:custGeom>
              <a:avLst/>
              <a:gdLst>
                <a:gd name="T0" fmla="*/ 21 w 21"/>
                <a:gd name="T1" fmla="*/ 5 h 20"/>
                <a:gd name="T2" fmla="*/ 21 w 21"/>
                <a:gd name="T3" fmla="*/ 5 h 20"/>
                <a:gd name="T4" fmla="*/ 16 w 21"/>
                <a:gd name="T5" fmla="*/ 0 h 20"/>
                <a:gd name="T6" fmla="*/ 0 w 21"/>
                <a:gd name="T7" fmla="*/ 0 h 20"/>
                <a:gd name="T8" fmla="*/ 6 w 21"/>
                <a:gd name="T9" fmla="*/ 15 h 20"/>
                <a:gd name="T10" fmla="*/ 21 w 21"/>
                <a:gd name="T11" fmla="*/ 20 h 20"/>
                <a:gd name="T12" fmla="*/ 21 w 21"/>
                <a:gd name="T13" fmla="*/ 5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21" y="5"/>
                  </a:moveTo>
                  <a:lnTo>
                    <a:pt x="21" y="5"/>
                  </a:lnTo>
                  <a:lnTo>
                    <a:pt x="16" y="0"/>
                  </a:lnTo>
                  <a:lnTo>
                    <a:pt x="0" y="0"/>
                  </a:lnTo>
                  <a:lnTo>
                    <a:pt x="6" y="15"/>
                  </a:lnTo>
                  <a:lnTo>
                    <a:pt x="21" y="20"/>
                  </a:lnTo>
                  <a:lnTo>
                    <a:pt x="21" y="5"/>
                  </a:lnTo>
                  <a:close/>
                </a:path>
              </a:pathLst>
            </a:custGeom>
            <a:solidFill>
              <a:schemeClr val="tx2"/>
            </a:solidFill>
            <a:ln w="9525">
              <a:solidFill>
                <a:schemeClr val="tx2"/>
              </a:solidFill>
              <a:round/>
            </a:ln>
          </p:spPr>
          <p:txBody>
            <a:bodyPr/>
            <a:lstStyle/>
            <a:p>
              <a:endParaRPr lang="zh-CN" altLang="en-US"/>
            </a:p>
          </p:txBody>
        </p:sp>
        <p:sp>
          <p:nvSpPr>
            <p:cNvPr id="31768" name="Freeform 20"/>
            <p:cNvSpPr>
              <a:spLocks noEditPoints="1"/>
            </p:cNvSpPr>
            <p:nvPr/>
          </p:nvSpPr>
          <p:spPr bwMode="auto">
            <a:xfrm>
              <a:off x="4934" y="1214"/>
              <a:ext cx="16" cy="53"/>
            </a:xfrm>
            <a:custGeom>
              <a:avLst/>
              <a:gdLst>
                <a:gd name="T0" fmla="*/ 16 w 16"/>
                <a:gd name="T1" fmla="*/ 53 h 53"/>
                <a:gd name="T2" fmla="*/ 16 w 16"/>
                <a:gd name="T3" fmla="*/ 0 h 53"/>
                <a:gd name="T4" fmla="*/ 0 w 16"/>
                <a:gd name="T5" fmla="*/ 0 h 53"/>
                <a:gd name="T6" fmla="*/ 0 w 16"/>
                <a:gd name="T7" fmla="*/ 53 h 53"/>
                <a:gd name="T8" fmla="*/ 16 w 16"/>
                <a:gd name="T9" fmla="*/ 53 h 53"/>
                <a:gd name="T10" fmla="*/ 0 w 16"/>
                <a:gd name="T11" fmla="*/ 53 h 53"/>
                <a:gd name="T12" fmla="*/ 0 w 16"/>
                <a:gd name="T13" fmla="*/ 53 h 53"/>
                <a:gd name="T14" fmla="*/ 11 w 16"/>
                <a:gd name="T15" fmla="*/ 53 h 53"/>
                <a:gd name="T16" fmla="*/ 0 w 16"/>
                <a:gd name="T17" fmla="*/ 5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16" y="53"/>
                  </a:moveTo>
                  <a:lnTo>
                    <a:pt x="16" y="0"/>
                  </a:lnTo>
                  <a:lnTo>
                    <a:pt x="0" y="0"/>
                  </a:lnTo>
                  <a:lnTo>
                    <a:pt x="0" y="53"/>
                  </a:lnTo>
                  <a:lnTo>
                    <a:pt x="16" y="53"/>
                  </a:lnTo>
                  <a:close/>
                  <a:moveTo>
                    <a:pt x="0" y="53"/>
                  </a:moveTo>
                  <a:lnTo>
                    <a:pt x="0" y="53"/>
                  </a:lnTo>
                  <a:lnTo>
                    <a:pt x="11" y="53"/>
                  </a:lnTo>
                  <a:lnTo>
                    <a:pt x="0" y="53"/>
                  </a:lnTo>
                  <a:close/>
                </a:path>
              </a:pathLst>
            </a:custGeom>
            <a:solidFill>
              <a:schemeClr val="tx2"/>
            </a:solidFill>
            <a:ln w="9525">
              <a:solidFill>
                <a:schemeClr val="tx2"/>
              </a:solidFill>
              <a:round/>
            </a:ln>
          </p:spPr>
          <p:txBody>
            <a:bodyPr/>
            <a:lstStyle/>
            <a:p>
              <a:endParaRPr lang="zh-CN" altLang="en-US"/>
            </a:p>
          </p:txBody>
        </p:sp>
        <p:sp>
          <p:nvSpPr>
            <p:cNvPr id="31769" name="Freeform 21"/>
            <p:cNvSpPr>
              <a:spLocks noEditPoints="1"/>
            </p:cNvSpPr>
            <p:nvPr/>
          </p:nvSpPr>
          <p:spPr bwMode="auto">
            <a:xfrm>
              <a:off x="4934" y="1199"/>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770" name="Freeform 22"/>
            <p:cNvSpPr>
              <a:spLocks noEditPoints="1"/>
            </p:cNvSpPr>
            <p:nvPr/>
          </p:nvSpPr>
          <p:spPr bwMode="auto">
            <a:xfrm>
              <a:off x="4955" y="1199"/>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771" name="Freeform 23"/>
            <p:cNvSpPr>
              <a:spLocks noEditPoints="1"/>
            </p:cNvSpPr>
            <p:nvPr/>
          </p:nvSpPr>
          <p:spPr bwMode="auto">
            <a:xfrm>
              <a:off x="4971" y="1199"/>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772" name="Freeform 24"/>
            <p:cNvSpPr>
              <a:spLocks noEditPoints="1"/>
            </p:cNvSpPr>
            <p:nvPr/>
          </p:nvSpPr>
          <p:spPr bwMode="auto">
            <a:xfrm>
              <a:off x="4976" y="1214"/>
              <a:ext cx="16" cy="53"/>
            </a:xfrm>
            <a:custGeom>
              <a:avLst/>
              <a:gdLst>
                <a:gd name="T0" fmla="*/ 0 w 16"/>
                <a:gd name="T1" fmla="*/ 0 h 53"/>
                <a:gd name="T2" fmla="*/ 0 w 16"/>
                <a:gd name="T3" fmla="*/ 53 h 53"/>
                <a:gd name="T4" fmla="*/ 16 w 16"/>
                <a:gd name="T5" fmla="*/ 53 h 53"/>
                <a:gd name="T6" fmla="*/ 16 w 16"/>
                <a:gd name="T7" fmla="*/ 0 h 53"/>
                <a:gd name="T8" fmla="*/ 0 w 16"/>
                <a:gd name="T9" fmla="*/ 0 h 53"/>
                <a:gd name="T10" fmla="*/ 16 w 16"/>
                <a:gd name="T11" fmla="*/ 0 h 53"/>
                <a:gd name="T12" fmla="*/ 16 w 16"/>
                <a:gd name="T13" fmla="*/ 0 h 53"/>
                <a:gd name="T14" fmla="*/ 5 w 16"/>
                <a:gd name="T15" fmla="*/ 0 h 53"/>
                <a:gd name="T16" fmla="*/ 16 w 16"/>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0" y="0"/>
                  </a:moveTo>
                  <a:lnTo>
                    <a:pt x="0" y="53"/>
                  </a:lnTo>
                  <a:lnTo>
                    <a:pt x="16" y="53"/>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773" name="Freeform 25"/>
            <p:cNvSpPr>
              <a:spLocks noEditPoints="1"/>
            </p:cNvSpPr>
            <p:nvPr/>
          </p:nvSpPr>
          <p:spPr bwMode="auto">
            <a:xfrm>
              <a:off x="4971" y="1267"/>
              <a:ext cx="21" cy="20"/>
            </a:xfrm>
            <a:custGeom>
              <a:avLst/>
              <a:gdLst>
                <a:gd name="T0" fmla="*/ 5 w 21"/>
                <a:gd name="T1" fmla="*/ 0 h 20"/>
                <a:gd name="T2" fmla="*/ 5 w 21"/>
                <a:gd name="T3" fmla="*/ 5 h 20"/>
                <a:gd name="T4" fmla="*/ 0 w 21"/>
                <a:gd name="T5" fmla="*/ 5 h 20"/>
                <a:gd name="T6" fmla="*/ 0 w 21"/>
                <a:gd name="T7" fmla="*/ 20 h 20"/>
                <a:gd name="T8" fmla="*/ 16 w 21"/>
                <a:gd name="T9" fmla="*/ 15 h 20"/>
                <a:gd name="T10" fmla="*/ 21 w 21"/>
                <a:gd name="T11" fmla="*/ 0 h 20"/>
                <a:gd name="T12" fmla="*/ 5 w 21"/>
                <a:gd name="T13" fmla="*/ 0 h 20"/>
                <a:gd name="T14" fmla="*/ 21 w 21"/>
                <a:gd name="T15" fmla="*/ 0 h 20"/>
                <a:gd name="T16" fmla="*/ 21 w 21"/>
                <a:gd name="T17" fmla="*/ 0 h 20"/>
                <a:gd name="T18" fmla="*/ 10 w 21"/>
                <a:gd name="T19" fmla="*/ 0 h 20"/>
                <a:gd name="T20" fmla="*/ 21 w 21"/>
                <a:gd name="T21" fmla="*/ 0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5" y="0"/>
                  </a:moveTo>
                  <a:lnTo>
                    <a:pt x="5" y="5"/>
                  </a:lnTo>
                  <a:lnTo>
                    <a:pt x="0" y="5"/>
                  </a:lnTo>
                  <a:lnTo>
                    <a:pt x="0" y="20"/>
                  </a:lnTo>
                  <a:lnTo>
                    <a:pt x="16" y="15"/>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774" name="Freeform 26"/>
            <p:cNvSpPr>
              <a:spLocks noEditPoints="1"/>
            </p:cNvSpPr>
            <p:nvPr/>
          </p:nvSpPr>
          <p:spPr bwMode="auto">
            <a:xfrm>
              <a:off x="4955" y="1272"/>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1775" name="Freeform 27"/>
            <p:cNvSpPr/>
            <p:nvPr/>
          </p:nvSpPr>
          <p:spPr bwMode="auto">
            <a:xfrm>
              <a:off x="4934" y="1381"/>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1776" name="Freeform 28"/>
            <p:cNvSpPr>
              <a:spLocks noEditPoints="1"/>
            </p:cNvSpPr>
            <p:nvPr/>
          </p:nvSpPr>
          <p:spPr bwMode="auto">
            <a:xfrm>
              <a:off x="4934" y="1329"/>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777" name="Freeform 29"/>
            <p:cNvSpPr>
              <a:spLocks noEditPoints="1"/>
            </p:cNvSpPr>
            <p:nvPr/>
          </p:nvSpPr>
          <p:spPr bwMode="auto">
            <a:xfrm>
              <a:off x="4934" y="1308"/>
              <a:ext cx="21" cy="21"/>
            </a:xfrm>
            <a:custGeom>
              <a:avLst/>
              <a:gdLst>
                <a:gd name="T0" fmla="*/ 16 w 21"/>
                <a:gd name="T1" fmla="*/ 21 h 21"/>
                <a:gd name="T2" fmla="*/ 21 w 21"/>
                <a:gd name="T3" fmla="*/ 21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778" name="Freeform 30"/>
            <p:cNvSpPr>
              <a:spLocks noEditPoints="1"/>
            </p:cNvSpPr>
            <p:nvPr/>
          </p:nvSpPr>
          <p:spPr bwMode="auto">
            <a:xfrm>
              <a:off x="4955" y="1308"/>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779" name="Freeform 31"/>
            <p:cNvSpPr>
              <a:spLocks noEditPoints="1"/>
            </p:cNvSpPr>
            <p:nvPr/>
          </p:nvSpPr>
          <p:spPr bwMode="auto">
            <a:xfrm>
              <a:off x="4971" y="1308"/>
              <a:ext cx="21" cy="21"/>
            </a:xfrm>
            <a:custGeom>
              <a:avLst/>
              <a:gdLst>
                <a:gd name="T0" fmla="*/ 0 w 21"/>
                <a:gd name="T1" fmla="*/ 16 h 21"/>
                <a:gd name="T2" fmla="*/ 5 w 21"/>
                <a:gd name="T3" fmla="*/ 21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780" name="Freeform 32"/>
            <p:cNvSpPr>
              <a:spLocks noEditPoints="1"/>
            </p:cNvSpPr>
            <p:nvPr/>
          </p:nvSpPr>
          <p:spPr bwMode="auto">
            <a:xfrm>
              <a:off x="4976" y="1329"/>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781" name="Freeform 33"/>
            <p:cNvSpPr>
              <a:spLocks noEditPoints="1"/>
            </p:cNvSpPr>
            <p:nvPr/>
          </p:nvSpPr>
          <p:spPr bwMode="auto">
            <a:xfrm>
              <a:off x="4971" y="1381"/>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782" name="Freeform 34"/>
            <p:cNvSpPr>
              <a:spLocks noEditPoints="1"/>
            </p:cNvSpPr>
            <p:nvPr/>
          </p:nvSpPr>
          <p:spPr bwMode="auto">
            <a:xfrm>
              <a:off x="4955" y="1381"/>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31783" name="Rectangle 35"/>
            <p:cNvSpPr>
              <a:spLocks noChangeArrowheads="1"/>
            </p:cNvSpPr>
            <p:nvPr/>
          </p:nvSpPr>
          <p:spPr bwMode="auto">
            <a:xfrm>
              <a:off x="4955" y="1246"/>
              <a:ext cx="16" cy="83"/>
            </a:xfrm>
            <a:prstGeom prst="rect">
              <a:avLst/>
            </a:prstGeom>
            <a:solidFill>
              <a:schemeClr val="tx2"/>
            </a:solidFill>
            <a:ln w="9525">
              <a:solidFill>
                <a:schemeClr val="tx2"/>
              </a:solidFill>
              <a:miter lim="800000"/>
            </a:ln>
          </p:spPr>
          <p:txBody>
            <a:bodyPr/>
            <a:lstStyle/>
            <a:p>
              <a:endParaRPr lang="zh-CN" altLang="en-US"/>
            </a:p>
          </p:txBody>
        </p:sp>
        <p:sp>
          <p:nvSpPr>
            <p:cNvPr id="31784" name="Freeform 36"/>
            <p:cNvSpPr/>
            <p:nvPr/>
          </p:nvSpPr>
          <p:spPr bwMode="auto">
            <a:xfrm>
              <a:off x="4934" y="1490"/>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31785" name="Freeform 37"/>
            <p:cNvSpPr>
              <a:spLocks noEditPoints="1"/>
            </p:cNvSpPr>
            <p:nvPr/>
          </p:nvSpPr>
          <p:spPr bwMode="auto">
            <a:xfrm>
              <a:off x="4934" y="1438"/>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786" name="Freeform 38"/>
            <p:cNvSpPr>
              <a:spLocks noEditPoints="1"/>
            </p:cNvSpPr>
            <p:nvPr/>
          </p:nvSpPr>
          <p:spPr bwMode="auto">
            <a:xfrm>
              <a:off x="4934" y="1423"/>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787" name="Freeform 39"/>
            <p:cNvSpPr>
              <a:spLocks noEditPoints="1"/>
            </p:cNvSpPr>
            <p:nvPr/>
          </p:nvSpPr>
          <p:spPr bwMode="auto">
            <a:xfrm>
              <a:off x="4955" y="1423"/>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788" name="Freeform 40"/>
            <p:cNvSpPr>
              <a:spLocks noEditPoints="1"/>
            </p:cNvSpPr>
            <p:nvPr/>
          </p:nvSpPr>
          <p:spPr bwMode="auto">
            <a:xfrm>
              <a:off x="4971" y="1423"/>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789" name="Freeform 41"/>
            <p:cNvSpPr>
              <a:spLocks noEditPoints="1"/>
            </p:cNvSpPr>
            <p:nvPr/>
          </p:nvSpPr>
          <p:spPr bwMode="auto">
            <a:xfrm>
              <a:off x="4976" y="1438"/>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790" name="Freeform 42"/>
            <p:cNvSpPr>
              <a:spLocks noEditPoints="1"/>
            </p:cNvSpPr>
            <p:nvPr/>
          </p:nvSpPr>
          <p:spPr bwMode="auto">
            <a:xfrm>
              <a:off x="4971" y="1490"/>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791" name="Freeform 43"/>
            <p:cNvSpPr>
              <a:spLocks noEditPoints="1"/>
            </p:cNvSpPr>
            <p:nvPr/>
          </p:nvSpPr>
          <p:spPr bwMode="auto">
            <a:xfrm>
              <a:off x="4955" y="1496"/>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1792" name="Rectangle 44"/>
            <p:cNvSpPr>
              <a:spLocks noChangeArrowheads="1"/>
            </p:cNvSpPr>
            <p:nvPr/>
          </p:nvSpPr>
          <p:spPr bwMode="auto">
            <a:xfrm>
              <a:off x="4955" y="1360"/>
              <a:ext cx="16" cy="78"/>
            </a:xfrm>
            <a:prstGeom prst="rect">
              <a:avLst/>
            </a:prstGeom>
            <a:solidFill>
              <a:schemeClr val="tx2"/>
            </a:solidFill>
            <a:ln w="9525">
              <a:solidFill>
                <a:schemeClr val="tx2"/>
              </a:solidFill>
              <a:miter lim="800000"/>
            </a:ln>
          </p:spPr>
          <p:txBody>
            <a:bodyPr/>
            <a:lstStyle/>
            <a:p>
              <a:endParaRPr lang="zh-CN" altLang="en-US"/>
            </a:p>
          </p:txBody>
        </p:sp>
        <p:sp>
          <p:nvSpPr>
            <p:cNvPr id="31793" name="Freeform 45"/>
            <p:cNvSpPr/>
            <p:nvPr/>
          </p:nvSpPr>
          <p:spPr bwMode="auto">
            <a:xfrm>
              <a:off x="4934" y="1605"/>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1794" name="Freeform 46"/>
            <p:cNvSpPr>
              <a:spLocks noEditPoints="1"/>
            </p:cNvSpPr>
            <p:nvPr/>
          </p:nvSpPr>
          <p:spPr bwMode="auto">
            <a:xfrm>
              <a:off x="4934" y="1553"/>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795" name="Freeform 47"/>
            <p:cNvSpPr>
              <a:spLocks noEditPoints="1"/>
            </p:cNvSpPr>
            <p:nvPr/>
          </p:nvSpPr>
          <p:spPr bwMode="auto">
            <a:xfrm>
              <a:off x="4934" y="153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796" name="Freeform 48"/>
            <p:cNvSpPr>
              <a:spLocks noEditPoints="1"/>
            </p:cNvSpPr>
            <p:nvPr/>
          </p:nvSpPr>
          <p:spPr bwMode="auto">
            <a:xfrm>
              <a:off x="4955" y="1532"/>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797" name="Freeform 49"/>
            <p:cNvSpPr>
              <a:spLocks noEditPoints="1"/>
            </p:cNvSpPr>
            <p:nvPr/>
          </p:nvSpPr>
          <p:spPr bwMode="auto">
            <a:xfrm>
              <a:off x="4971" y="153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798" name="Freeform 50"/>
            <p:cNvSpPr>
              <a:spLocks noEditPoints="1"/>
            </p:cNvSpPr>
            <p:nvPr/>
          </p:nvSpPr>
          <p:spPr bwMode="auto">
            <a:xfrm>
              <a:off x="4976" y="1553"/>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799" name="Freeform 51"/>
            <p:cNvSpPr>
              <a:spLocks noEditPoints="1"/>
            </p:cNvSpPr>
            <p:nvPr/>
          </p:nvSpPr>
          <p:spPr bwMode="auto">
            <a:xfrm>
              <a:off x="4971" y="1605"/>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800" name="Freeform 52"/>
            <p:cNvSpPr>
              <a:spLocks noEditPoints="1"/>
            </p:cNvSpPr>
            <p:nvPr/>
          </p:nvSpPr>
          <p:spPr bwMode="auto">
            <a:xfrm>
              <a:off x="4955" y="1605"/>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31801" name="Rectangle 53"/>
            <p:cNvSpPr>
              <a:spLocks noChangeArrowheads="1"/>
            </p:cNvSpPr>
            <p:nvPr/>
          </p:nvSpPr>
          <p:spPr bwMode="auto">
            <a:xfrm>
              <a:off x="4955" y="1470"/>
              <a:ext cx="16" cy="83"/>
            </a:xfrm>
            <a:prstGeom prst="rect">
              <a:avLst/>
            </a:prstGeom>
            <a:solidFill>
              <a:schemeClr val="tx2"/>
            </a:solidFill>
            <a:ln w="9525">
              <a:solidFill>
                <a:schemeClr val="tx2"/>
              </a:solidFill>
              <a:miter lim="800000"/>
            </a:ln>
          </p:spPr>
          <p:txBody>
            <a:bodyPr/>
            <a:lstStyle/>
            <a:p>
              <a:endParaRPr lang="zh-CN" altLang="en-US"/>
            </a:p>
          </p:txBody>
        </p:sp>
        <p:sp>
          <p:nvSpPr>
            <p:cNvPr id="31802" name="Freeform 54"/>
            <p:cNvSpPr/>
            <p:nvPr/>
          </p:nvSpPr>
          <p:spPr bwMode="auto">
            <a:xfrm>
              <a:off x="4934" y="1714"/>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tx2"/>
            </a:solidFill>
            <a:ln w="9525">
              <a:solidFill>
                <a:schemeClr val="tx2"/>
              </a:solidFill>
              <a:round/>
            </a:ln>
          </p:spPr>
          <p:txBody>
            <a:bodyPr/>
            <a:lstStyle/>
            <a:p>
              <a:endParaRPr lang="zh-CN" altLang="en-US"/>
            </a:p>
          </p:txBody>
        </p:sp>
        <p:sp>
          <p:nvSpPr>
            <p:cNvPr id="31803" name="Freeform 55"/>
            <p:cNvSpPr>
              <a:spLocks noEditPoints="1"/>
            </p:cNvSpPr>
            <p:nvPr/>
          </p:nvSpPr>
          <p:spPr bwMode="auto">
            <a:xfrm>
              <a:off x="4934" y="1662"/>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804" name="Freeform 56"/>
            <p:cNvSpPr>
              <a:spLocks noEditPoints="1"/>
            </p:cNvSpPr>
            <p:nvPr/>
          </p:nvSpPr>
          <p:spPr bwMode="auto">
            <a:xfrm>
              <a:off x="4934" y="1647"/>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805" name="Freeform 57"/>
            <p:cNvSpPr>
              <a:spLocks noEditPoints="1"/>
            </p:cNvSpPr>
            <p:nvPr/>
          </p:nvSpPr>
          <p:spPr bwMode="auto">
            <a:xfrm>
              <a:off x="4955" y="1647"/>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806" name="Freeform 58"/>
            <p:cNvSpPr>
              <a:spLocks noEditPoints="1"/>
            </p:cNvSpPr>
            <p:nvPr/>
          </p:nvSpPr>
          <p:spPr bwMode="auto">
            <a:xfrm>
              <a:off x="4971" y="1647"/>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807" name="Freeform 59"/>
            <p:cNvSpPr>
              <a:spLocks noEditPoints="1"/>
            </p:cNvSpPr>
            <p:nvPr/>
          </p:nvSpPr>
          <p:spPr bwMode="auto">
            <a:xfrm>
              <a:off x="4976" y="1662"/>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808" name="Freeform 60"/>
            <p:cNvSpPr>
              <a:spLocks noEditPoints="1"/>
            </p:cNvSpPr>
            <p:nvPr/>
          </p:nvSpPr>
          <p:spPr bwMode="auto">
            <a:xfrm>
              <a:off x="4971" y="1714"/>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809" name="Freeform 61"/>
            <p:cNvSpPr>
              <a:spLocks noEditPoints="1"/>
            </p:cNvSpPr>
            <p:nvPr/>
          </p:nvSpPr>
          <p:spPr bwMode="auto">
            <a:xfrm>
              <a:off x="4955" y="1720"/>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tx2"/>
            </a:solidFill>
            <a:ln w="9525">
              <a:solidFill>
                <a:schemeClr val="tx2"/>
              </a:solidFill>
              <a:round/>
            </a:ln>
          </p:spPr>
          <p:txBody>
            <a:bodyPr/>
            <a:lstStyle/>
            <a:p>
              <a:endParaRPr lang="zh-CN" altLang="en-US"/>
            </a:p>
          </p:txBody>
        </p:sp>
        <p:sp>
          <p:nvSpPr>
            <p:cNvPr id="31810" name="Rectangle 62"/>
            <p:cNvSpPr>
              <a:spLocks noChangeArrowheads="1"/>
            </p:cNvSpPr>
            <p:nvPr/>
          </p:nvSpPr>
          <p:spPr bwMode="auto">
            <a:xfrm>
              <a:off x="4955" y="1584"/>
              <a:ext cx="16" cy="78"/>
            </a:xfrm>
            <a:prstGeom prst="rect">
              <a:avLst/>
            </a:prstGeom>
            <a:solidFill>
              <a:schemeClr val="tx2"/>
            </a:solidFill>
            <a:ln w="9525">
              <a:solidFill>
                <a:schemeClr val="tx2"/>
              </a:solidFill>
              <a:miter lim="800000"/>
            </a:ln>
          </p:spPr>
          <p:txBody>
            <a:bodyPr/>
            <a:lstStyle/>
            <a:p>
              <a:endParaRPr lang="zh-CN" altLang="en-US"/>
            </a:p>
          </p:txBody>
        </p:sp>
        <p:sp>
          <p:nvSpPr>
            <p:cNvPr id="31811" name="Freeform 63"/>
            <p:cNvSpPr/>
            <p:nvPr/>
          </p:nvSpPr>
          <p:spPr bwMode="auto">
            <a:xfrm>
              <a:off x="4934" y="1829"/>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1812" name="Freeform 64"/>
            <p:cNvSpPr>
              <a:spLocks noEditPoints="1"/>
            </p:cNvSpPr>
            <p:nvPr/>
          </p:nvSpPr>
          <p:spPr bwMode="auto">
            <a:xfrm>
              <a:off x="4934" y="1777"/>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813" name="Freeform 65"/>
            <p:cNvSpPr>
              <a:spLocks noEditPoints="1"/>
            </p:cNvSpPr>
            <p:nvPr/>
          </p:nvSpPr>
          <p:spPr bwMode="auto">
            <a:xfrm>
              <a:off x="4934" y="1756"/>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814" name="Freeform 66"/>
            <p:cNvSpPr>
              <a:spLocks noEditPoints="1"/>
            </p:cNvSpPr>
            <p:nvPr/>
          </p:nvSpPr>
          <p:spPr bwMode="auto">
            <a:xfrm>
              <a:off x="4955" y="1756"/>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0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15" name="Freeform 67"/>
            <p:cNvSpPr>
              <a:spLocks noEditPoints="1"/>
            </p:cNvSpPr>
            <p:nvPr/>
          </p:nvSpPr>
          <p:spPr bwMode="auto">
            <a:xfrm>
              <a:off x="4971" y="1756"/>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16" name="Freeform 68"/>
            <p:cNvSpPr>
              <a:spLocks noEditPoints="1"/>
            </p:cNvSpPr>
            <p:nvPr/>
          </p:nvSpPr>
          <p:spPr bwMode="auto">
            <a:xfrm>
              <a:off x="4976" y="1777"/>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817" name="Freeform 69"/>
            <p:cNvSpPr>
              <a:spLocks noEditPoints="1"/>
            </p:cNvSpPr>
            <p:nvPr/>
          </p:nvSpPr>
          <p:spPr bwMode="auto">
            <a:xfrm>
              <a:off x="4971" y="1829"/>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818" name="Freeform 70"/>
            <p:cNvSpPr>
              <a:spLocks noEditPoints="1"/>
            </p:cNvSpPr>
            <p:nvPr/>
          </p:nvSpPr>
          <p:spPr bwMode="auto">
            <a:xfrm>
              <a:off x="4955" y="1829"/>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tx2"/>
            </a:solidFill>
            <a:ln w="9525">
              <a:solidFill>
                <a:schemeClr val="tx2"/>
              </a:solidFill>
              <a:round/>
            </a:ln>
          </p:spPr>
          <p:txBody>
            <a:bodyPr/>
            <a:lstStyle/>
            <a:p>
              <a:endParaRPr lang="zh-CN" altLang="en-US"/>
            </a:p>
          </p:txBody>
        </p:sp>
        <p:sp>
          <p:nvSpPr>
            <p:cNvPr id="31819" name="Rectangle 71"/>
            <p:cNvSpPr>
              <a:spLocks noChangeArrowheads="1"/>
            </p:cNvSpPr>
            <p:nvPr/>
          </p:nvSpPr>
          <p:spPr bwMode="auto">
            <a:xfrm>
              <a:off x="4955" y="1694"/>
              <a:ext cx="16" cy="83"/>
            </a:xfrm>
            <a:prstGeom prst="rect">
              <a:avLst/>
            </a:prstGeom>
            <a:solidFill>
              <a:schemeClr val="tx2"/>
            </a:solidFill>
            <a:ln w="9525">
              <a:solidFill>
                <a:schemeClr val="tx2"/>
              </a:solidFill>
              <a:miter lim="800000"/>
            </a:ln>
          </p:spPr>
          <p:txBody>
            <a:bodyPr/>
            <a:lstStyle/>
            <a:p>
              <a:endParaRPr lang="zh-CN" altLang="en-US"/>
            </a:p>
          </p:txBody>
        </p:sp>
        <p:sp>
          <p:nvSpPr>
            <p:cNvPr id="31820" name="Freeform 72"/>
            <p:cNvSpPr/>
            <p:nvPr/>
          </p:nvSpPr>
          <p:spPr bwMode="auto">
            <a:xfrm>
              <a:off x="4934" y="1938"/>
              <a:ext cx="21" cy="21"/>
            </a:xfrm>
            <a:custGeom>
              <a:avLst/>
              <a:gdLst>
                <a:gd name="T0" fmla="*/ 21 w 21"/>
                <a:gd name="T1" fmla="*/ 5 h 21"/>
                <a:gd name="T2" fmla="*/ 21 w 21"/>
                <a:gd name="T3" fmla="*/ 5 h 21"/>
                <a:gd name="T4" fmla="*/ 16 w 21"/>
                <a:gd name="T5" fmla="*/ 0 h 21"/>
                <a:gd name="T6" fmla="*/ 0 w 21"/>
                <a:gd name="T7" fmla="*/ 0 h 21"/>
                <a:gd name="T8" fmla="*/ 6 w 21"/>
                <a:gd name="T9" fmla="*/ 16 h 21"/>
                <a:gd name="T10" fmla="*/ 21 w 21"/>
                <a:gd name="T11" fmla="*/ 21 h 21"/>
                <a:gd name="T12" fmla="*/ 21 w 21"/>
                <a:gd name="T13" fmla="*/ 5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5"/>
                  </a:moveTo>
                  <a:lnTo>
                    <a:pt x="21" y="5"/>
                  </a:lnTo>
                  <a:lnTo>
                    <a:pt x="16" y="0"/>
                  </a:lnTo>
                  <a:lnTo>
                    <a:pt x="0" y="0"/>
                  </a:lnTo>
                  <a:lnTo>
                    <a:pt x="6" y="16"/>
                  </a:lnTo>
                  <a:lnTo>
                    <a:pt x="21" y="21"/>
                  </a:lnTo>
                  <a:lnTo>
                    <a:pt x="21" y="5"/>
                  </a:lnTo>
                  <a:close/>
                </a:path>
              </a:pathLst>
            </a:custGeom>
            <a:solidFill>
              <a:schemeClr val="tx2"/>
            </a:solidFill>
            <a:ln w="9525">
              <a:solidFill>
                <a:schemeClr val="tx2"/>
              </a:solidFill>
              <a:round/>
            </a:ln>
          </p:spPr>
          <p:txBody>
            <a:bodyPr/>
            <a:lstStyle/>
            <a:p>
              <a:endParaRPr lang="zh-CN" altLang="en-US"/>
            </a:p>
          </p:txBody>
        </p:sp>
        <p:sp>
          <p:nvSpPr>
            <p:cNvPr id="31821" name="Freeform 73"/>
            <p:cNvSpPr>
              <a:spLocks noEditPoints="1"/>
            </p:cNvSpPr>
            <p:nvPr/>
          </p:nvSpPr>
          <p:spPr bwMode="auto">
            <a:xfrm>
              <a:off x="4934" y="1886"/>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822" name="Freeform 74"/>
            <p:cNvSpPr>
              <a:spLocks noEditPoints="1"/>
            </p:cNvSpPr>
            <p:nvPr/>
          </p:nvSpPr>
          <p:spPr bwMode="auto">
            <a:xfrm>
              <a:off x="4934" y="1871"/>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823" name="Freeform 75"/>
            <p:cNvSpPr>
              <a:spLocks noEditPoints="1"/>
            </p:cNvSpPr>
            <p:nvPr/>
          </p:nvSpPr>
          <p:spPr bwMode="auto">
            <a:xfrm>
              <a:off x="4955" y="1871"/>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824" name="Freeform 76"/>
            <p:cNvSpPr>
              <a:spLocks noEditPoints="1"/>
            </p:cNvSpPr>
            <p:nvPr/>
          </p:nvSpPr>
          <p:spPr bwMode="auto">
            <a:xfrm>
              <a:off x="4971" y="1871"/>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tx2"/>
            </a:solidFill>
            <a:ln w="9525">
              <a:solidFill>
                <a:schemeClr val="tx2"/>
              </a:solidFill>
              <a:round/>
            </a:ln>
          </p:spPr>
          <p:txBody>
            <a:bodyPr/>
            <a:lstStyle/>
            <a:p>
              <a:endParaRPr lang="zh-CN" altLang="en-US"/>
            </a:p>
          </p:txBody>
        </p:sp>
        <p:sp>
          <p:nvSpPr>
            <p:cNvPr id="31825" name="Freeform 77"/>
            <p:cNvSpPr>
              <a:spLocks noEditPoints="1"/>
            </p:cNvSpPr>
            <p:nvPr/>
          </p:nvSpPr>
          <p:spPr bwMode="auto">
            <a:xfrm>
              <a:off x="4976" y="1886"/>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826" name="Freeform 78"/>
            <p:cNvSpPr>
              <a:spLocks noEditPoints="1"/>
            </p:cNvSpPr>
            <p:nvPr/>
          </p:nvSpPr>
          <p:spPr bwMode="auto">
            <a:xfrm>
              <a:off x="4971" y="1938"/>
              <a:ext cx="21" cy="21"/>
            </a:xfrm>
            <a:custGeom>
              <a:avLst/>
              <a:gdLst>
                <a:gd name="T0" fmla="*/ 5 w 21"/>
                <a:gd name="T1" fmla="*/ 0 h 21"/>
                <a:gd name="T2" fmla="*/ 5 w 21"/>
                <a:gd name="T3" fmla="*/ 5 h 21"/>
                <a:gd name="T4" fmla="*/ 0 w 21"/>
                <a:gd name="T5" fmla="*/ 5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5"/>
                  </a:lnTo>
                  <a:lnTo>
                    <a:pt x="0" y="5"/>
                  </a:lnTo>
                  <a:lnTo>
                    <a:pt x="0" y="21"/>
                  </a:lnTo>
                  <a:lnTo>
                    <a:pt x="16" y="16"/>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827" name="Freeform 79"/>
            <p:cNvSpPr>
              <a:spLocks noEditPoints="1"/>
            </p:cNvSpPr>
            <p:nvPr/>
          </p:nvSpPr>
          <p:spPr bwMode="auto">
            <a:xfrm>
              <a:off x="4955" y="1943"/>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6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6"/>
                  </a:lnTo>
                  <a:lnTo>
                    <a:pt x="16" y="16"/>
                  </a:lnTo>
                  <a:close/>
                </a:path>
              </a:pathLst>
            </a:custGeom>
            <a:solidFill>
              <a:schemeClr val="tx2"/>
            </a:solidFill>
            <a:ln w="9525">
              <a:solidFill>
                <a:schemeClr val="tx2"/>
              </a:solidFill>
              <a:round/>
            </a:ln>
          </p:spPr>
          <p:txBody>
            <a:bodyPr/>
            <a:lstStyle/>
            <a:p>
              <a:endParaRPr lang="zh-CN" altLang="en-US"/>
            </a:p>
          </p:txBody>
        </p:sp>
        <p:sp>
          <p:nvSpPr>
            <p:cNvPr id="31828" name="Rectangle 80"/>
            <p:cNvSpPr>
              <a:spLocks noChangeArrowheads="1"/>
            </p:cNvSpPr>
            <p:nvPr/>
          </p:nvSpPr>
          <p:spPr bwMode="auto">
            <a:xfrm>
              <a:off x="4955" y="1808"/>
              <a:ext cx="16" cy="78"/>
            </a:xfrm>
            <a:prstGeom prst="rect">
              <a:avLst/>
            </a:prstGeom>
            <a:solidFill>
              <a:schemeClr val="tx2"/>
            </a:solidFill>
            <a:ln w="9525">
              <a:solidFill>
                <a:schemeClr val="tx2"/>
              </a:solidFill>
              <a:miter lim="800000"/>
            </a:ln>
          </p:spPr>
          <p:txBody>
            <a:bodyPr/>
            <a:lstStyle/>
            <a:p>
              <a:endParaRPr lang="zh-CN" altLang="en-US"/>
            </a:p>
          </p:txBody>
        </p:sp>
        <p:sp>
          <p:nvSpPr>
            <p:cNvPr id="31829" name="Freeform 81"/>
            <p:cNvSpPr/>
            <p:nvPr/>
          </p:nvSpPr>
          <p:spPr bwMode="auto">
            <a:xfrm>
              <a:off x="4934" y="2042"/>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tx2"/>
            </a:solidFill>
            <a:ln w="9525">
              <a:solidFill>
                <a:schemeClr val="tx2"/>
              </a:solidFill>
              <a:round/>
            </a:ln>
          </p:spPr>
          <p:txBody>
            <a:bodyPr/>
            <a:lstStyle/>
            <a:p>
              <a:endParaRPr lang="zh-CN" altLang="en-US"/>
            </a:p>
          </p:txBody>
        </p:sp>
        <p:sp>
          <p:nvSpPr>
            <p:cNvPr id="31830" name="Freeform 82"/>
            <p:cNvSpPr>
              <a:spLocks noEditPoints="1"/>
            </p:cNvSpPr>
            <p:nvPr/>
          </p:nvSpPr>
          <p:spPr bwMode="auto">
            <a:xfrm>
              <a:off x="4934" y="1990"/>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tx2"/>
            </a:solidFill>
            <a:ln w="9525">
              <a:solidFill>
                <a:schemeClr val="tx2"/>
              </a:solidFill>
              <a:round/>
            </a:ln>
          </p:spPr>
          <p:txBody>
            <a:bodyPr/>
            <a:lstStyle/>
            <a:p>
              <a:endParaRPr lang="zh-CN" altLang="en-US"/>
            </a:p>
          </p:txBody>
        </p:sp>
        <p:sp>
          <p:nvSpPr>
            <p:cNvPr id="31831" name="Freeform 83"/>
            <p:cNvSpPr>
              <a:spLocks noEditPoints="1"/>
            </p:cNvSpPr>
            <p:nvPr/>
          </p:nvSpPr>
          <p:spPr bwMode="auto">
            <a:xfrm>
              <a:off x="4934" y="1969"/>
              <a:ext cx="21" cy="21"/>
            </a:xfrm>
            <a:custGeom>
              <a:avLst/>
              <a:gdLst>
                <a:gd name="T0" fmla="*/ 16 w 21"/>
                <a:gd name="T1" fmla="*/ 21 h 21"/>
                <a:gd name="T2" fmla="*/ 21 w 21"/>
                <a:gd name="T3" fmla="*/ 21 h 21"/>
                <a:gd name="T4" fmla="*/ 21 w 21"/>
                <a:gd name="T5" fmla="*/ 16 h 21"/>
                <a:gd name="T6" fmla="*/ 21 w 21"/>
                <a:gd name="T7" fmla="*/ 0 h 21"/>
                <a:gd name="T8" fmla="*/ 6 w 21"/>
                <a:gd name="T9" fmla="*/ 6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6"/>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832" name="Freeform 84"/>
            <p:cNvSpPr>
              <a:spLocks noEditPoints="1"/>
            </p:cNvSpPr>
            <p:nvPr/>
          </p:nvSpPr>
          <p:spPr bwMode="auto">
            <a:xfrm>
              <a:off x="4955" y="1969"/>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833" name="Freeform 85"/>
            <p:cNvSpPr>
              <a:spLocks noEditPoints="1"/>
            </p:cNvSpPr>
            <p:nvPr/>
          </p:nvSpPr>
          <p:spPr bwMode="auto">
            <a:xfrm>
              <a:off x="4971" y="1969"/>
              <a:ext cx="21" cy="21"/>
            </a:xfrm>
            <a:custGeom>
              <a:avLst/>
              <a:gdLst>
                <a:gd name="T0" fmla="*/ 0 w 21"/>
                <a:gd name="T1" fmla="*/ 16 h 21"/>
                <a:gd name="T2" fmla="*/ 5 w 21"/>
                <a:gd name="T3" fmla="*/ 21 h 21"/>
                <a:gd name="T4" fmla="*/ 5 w 21"/>
                <a:gd name="T5" fmla="*/ 21 h 21"/>
                <a:gd name="T6" fmla="*/ 21 w 21"/>
                <a:gd name="T7" fmla="*/ 21 h 21"/>
                <a:gd name="T8" fmla="*/ 16 w 21"/>
                <a:gd name="T9" fmla="*/ 6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6"/>
                  </a:lnTo>
                  <a:lnTo>
                    <a:pt x="0" y="0"/>
                  </a:lnTo>
                  <a:lnTo>
                    <a:pt x="0" y="16"/>
                  </a:lnTo>
                  <a:close/>
                  <a:moveTo>
                    <a:pt x="0" y="0"/>
                  </a:moveTo>
                  <a:lnTo>
                    <a:pt x="0" y="0"/>
                  </a:lnTo>
                  <a:lnTo>
                    <a:pt x="0" y="11"/>
                  </a:lnTo>
                  <a:lnTo>
                    <a:pt x="0" y="0"/>
                  </a:lnTo>
                  <a:close/>
                </a:path>
              </a:pathLst>
            </a:custGeom>
            <a:solidFill>
              <a:schemeClr val="tx2"/>
            </a:solidFill>
            <a:ln w="9525">
              <a:solidFill>
                <a:schemeClr val="tx2"/>
              </a:solidFill>
              <a:round/>
            </a:ln>
          </p:spPr>
          <p:txBody>
            <a:bodyPr/>
            <a:lstStyle/>
            <a:p>
              <a:endParaRPr lang="zh-CN" altLang="en-US"/>
            </a:p>
          </p:txBody>
        </p:sp>
        <p:sp>
          <p:nvSpPr>
            <p:cNvPr id="31834" name="Freeform 86"/>
            <p:cNvSpPr>
              <a:spLocks noEditPoints="1"/>
            </p:cNvSpPr>
            <p:nvPr/>
          </p:nvSpPr>
          <p:spPr bwMode="auto">
            <a:xfrm>
              <a:off x="4976" y="1990"/>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2"/>
              </a:solidFill>
              <a:round/>
            </a:ln>
          </p:spPr>
          <p:txBody>
            <a:bodyPr/>
            <a:lstStyle/>
            <a:p>
              <a:endParaRPr lang="zh-CN" altLang="en-US"/>
            </a:p>
          </p:txBody>
        </p:sp>
        <p:sp>
          <p:nvSpPr>
            <p:cNvPr id="31835" name="Freeform 87"/>
            <p:cNvSpPr>
              <a:spLocks noEditPoints="1"/>
            </p:cNvSpPr>
            <p:nvPr/>
          </p:nvSpPr>
          <p:spPr bwMode="auto">
            <a:xfrm>
              <a:off x="4971" y="2042"/>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tx2"/>
            </a:solidFill>
            <a:ln w="9525">
              <a:solidFill>
                <a:schemeClr val="tx2"/>
              </a:solidFill>
              <a:round/>
            </a:ln>
          </p:spPr>
          <p:txBody>
            <a:bodyPr/>
            <a:lstStyle/>
            <a:p>
              <a:endParaRPr lang="zh-CN" altLang="en-US"/>
            </a:p>
          </p:txBody>
        </p:sp>
        <p:sp>
          <p:nvSpPr>
            <p:cNvPr id="31836" name="Freeform 88"/>
            <p:cNvSpPr>
              <a:spLocks noEditPoints="1"/>
            </p:cNvSpPr>
            <p:nvPr/>
          </p:nvSpPr>
          <p:spPr bwMode="auto">
            <a:xfrm>
              <a:off x="4955" y="2042"/>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tx2"/>
            </a:solidFill>
            <a:ln w="9525">
              <a:solidFill>
                <a:schemeClr val="tx2"/>
              </a:solidFill>
              <a:round/>
            </a:ln>
          </p:spPr>
          <p:txBody>
            <a:bodyPr/>
            <a:lstStyle/>
            <a:p>
              <a:endParaRPr lang="zh-CN" altLang="en-US"/>
            </a:p>
          </p:txBody>
        </p:sp>
        <p:sp>
          <p:nvSpPr>
            <p:cNvPr id="31837" name="Rectangle 89"/>
            <p:cNvSpPr>
              <a:spLocks noChangeArrowheads="1"/>
            </p:cNvSpPr>
            <p:nvPr/>
          </p:nvSpPr>
          <p:spPr bwMode="auto">
            <a:xfrm>
              <a:off x="4955" y="1917"/>
              <a:ext cx="16" cy="84"/>
            </a:xfrm>
            <a:prstGeom prst="rect">
              <a:avLst/>
            </a:prstGeom>
            <a:solidFill>
              <a:schemeClr val="tx2"/>
            </a:solidFill>
            <a:ln w="9525">
              <a:solidFill>
                <a:schemeClr val="tx2"/>
              </a:solidFill>
              <a:miter lim="800000"/>
            </a:ln>
          </p:spPr>
          <p:txBody>
            <a:bodyPr/>
            <a:lstStyle/>
            <a:p>
              <a:endParaRPr lang="zh-CN" altLang="en-US"/>
            </a:p>
          </p:txBody>
        </p:sp>
        <p:sp>
          <p:nvSpPr>
            <p:cNvPr id="31838" name="Freeform 90"/>
            <p:cNvSpPr/>
            <p:nvPr/>
          </p:nvSpPr>
          <p:spPr bwMode="auto">
            <a:xfrm>
              <a:off x="4132" y="1188"/>
              <a:ext cx="15" cy="21"/>
            </a:xfrm>
            <a:custGeom>
              <a:avLst/>
              <a:gdLst>
                <a:gd name="T0" fmla="*/ 0 w 15"/>
                <a:gd name="T1" fmla="*/ 0 h 21"/>
                <a:gd name="T2" fmla="*/ 0 w 15"/>
                <a:gd name="T3" fmla="*/ 6 h 21"/>
                <a:gd name="T4" fmla="*/ 0 w 15"/>
                <a:gd name="T5" fmla="*/ 6 h 21"/>
                <a:gd name="T6" fmla="*/ 0 w 15"/>
                <a:gd name="T7" fmla="*/ 21 h 21"/>
                <a:gd name="T8" fmla="*/ 10 w 15"/>
                <a:gd name="T9" fmla="*/ 16 h 21"/>
                <a:gd name="T10" fmla="*/ 15 w 15"/>
                <a:gd name="T11" fmla="*/ 0 h 21"/>
                <a:gd name="T12" fmla="*/ 0 w 15"/>
                <a:gd name="T13" fmla="*/ 0 h 21"/>
                <a:gd name="T14" fmla="*/ 0 60000 65536"/>
                <a:gd name="T15" fmla="*/ 0 60000 65536"/>
                <a:gd name="T16" fmla="*/ 0 60000 65536"/>
                <a:gd name="T17" fmla="*/ 0 60000 65536"/>
                <a:gd name="T18" fmla="*/ 0 60000 65536"/>
                <a:gd name="T19" fmla="*/ 0 60000 65536"/>
                <a:gd name="T20" fmla="*/ 0 60000 65536"/>
                <a:gd name="T21" fmla="*/ 0 w 15"/>
                <a:gd name="T22" fmla="*/ 0 h 21"/>
                <a:gd name="T23" fmla="*/ 15 w 15"/>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1">
                  <a:moveTo>
                    <a:pt x="0" y="0"/>
                  </a:moveTo>
                  <a:lnTo>
                    <a:pt x="0" y="6"/>
                  </a:lnTo>
                  <a:lnTo>
                    <a:pt x="0" y="21"/>
                  </a:lnTo>
                  <a:lnTo>
                    <a:pt x="10" y="16"/>
                  </a:lnTo>
                  <a:lnTo>
                    <a:pt x="15" y="0"/>
                  </a:lnTo>
                  <a:lnTo>
                    <a:pt x="0" y="0"/>
                  </a:lnTo>
                  <a:close/>
                </a:path>
              </a:pathLst>
            </a:custGeom>
            <a:solidFill>
              <a:schemeClr val="tx2"/>
            </a:solidFill>
            <a:ln w="9525">
              <a:solidFill>
                <a:schemeClr val="tx2"/>
              </a:solidFill>
              <a:round/>
            </a:ln>
          </p:spPr>
          <p:txBody>
            <a:bodyPr/>
            <a:lstStyle/>
            <a:p>
              <a:endParaRPr lang="zh-CN" altLang="en-US"/>
            </a:p>
          </p:txBody>
        </p:sp>
        <p:sp>
          <p:nvSpPr>
            <p:cNvPr id="31839" name="Freeform 91"/>
            <p:cNvSpPr>
              <a:spLocks noEditPoints="1"/>
            </p:cNvSpPr>
            <p:nvPr/>
          </p:nvSpPr>
          <p:spPr bwMode="auto">
            <a:xfrm>
              <a:off x="4074" y="1194"/>
              <a:ext cx="58" cy="15"/>
            </a:xfrm>
            <a:custGeom>
              <a:avLst/>
              <a:gdLst>
                <a:gd name="T0" fmla="*/ 58 w 58"/>
                <a:gd name="T1" fmla="*/ 0 h 15"/>
                <a:gd name="T2" fmla="*/ 0 w 58"/>
                <a:gd name="T3" fmla="*/ 0 h 15"/>
                <a:gd name="T4" fmla="*/ 0 w 58"/>
                <a:gd name="T5" fmla="*/ 15 h 15"/>
                <a:gd name="T6" fmla="*/ 58 w 58"/>
                <a:gd name="T7" fmla="*/ 15 h 15"/>
                <a:gd name="T8" fmla="*/ 58 w 58"/>
                <a:gd name="T9" fmla="*/ 0 h 15"/>
                <a:gd name="T10" fmla="*/ 58 w 58"/>
                <a:gd name="T11" fmla="*/ 15 h 15"/>
                <a:gd name="T12" fmla="*/ 58 w 58"/>
                <a:gd name="T13" fmla="*/ 15 h 15"/>
                <a:gd name="T14" fmla="*/ 58 w 58"/>
                <a:gd name="T15" fmla="*/ 5 h 15"/>
                <a:gd name="T16" fmla="*/ 58 w 58"/>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5"/>
                <a:gd name="T29" fmla="*/ 58 w 58"/>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5">
                  <a:moveTo>
                    <a:pt x="58" y="0"/>
                  </a:moveTo>
                  <a:lnTo>
                    <a:pt x="0" y="0"/>
                  </a:lnTo>
                  <a:lnTo>
                    <a:pt x="0" y="15"/>
                  </a:lnTo>
                  <a:lnTo>
                    <a:pt x="58" y="15"/>
                  </a:lnTo>
                  <a:lnTo>
                    <a:pt x="58" y="0"/>
                  </a:lnTo>
                  <a:close/>
                  <a:moveTo>
                    <a:pt x="58" y="15"/>
                  </a:moveTo>
                  <a:lnTo>
                    <a:pt x="58" y="15"/>
                  </a:lnTo>
                  <a:lnTo>
                    <a:pt x="58" y="5"/>
                  </a:lnTo>
                  <a:lnTo>
                    <a:pt x="58" y="15"/>
                  </a:lnTo>
                  <a:close/>
                </a:path>
              </a:pathLst>
            </a:custGeom>
            <a:solidFill>
              <a:schemeClr val="tx2"/>
            </a:solidFill>
            <a:ln w="9525">
              <a:solidFill>
                <a:schemeClr val="tx2"/>
              </a:solidFill>
              <a:round/>
            </a:ln>
          </p:spPr>
          <p:txBody>
            <a:bodyPr/>
            <a:lstStyle/>
            <a:p>
              <a:endParaRPr lang="zh-CN" altLang="en-US"/>
            </a:p>
          </p:txBody>
        </p:sp>
        <p:sp>
          <p:nvSpPr>
            <p:cNvPr id="31840" name="Freeform 92"/>
            <p:cNvSpPr>
              <a:spLocks noEditPoints="1"/>
            </p:cNvSpPr>
            <p:nvPr/>
          </p:nvSpPr>
          <p:spPr bwMode="auto">
            <a:xfrm>
              <a:off x="4059"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31841" name="Freeform 93"/>
            <p:cNvSpPr>
              <a:spLocks noEditPoints="1"/>
            </p:cNvSpPr>
            <p:nvPr/>
          </p:nvSpPr>
          <p:spPr bwMode="auto">
            <a:xfrm>
              <a:off x="4059"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1842" name="Freeform 94"/>
            <p:cNvSpPr>
              <a:spLocks noEditPoints="1"/>
            </p:cNvSpPr>
            <p:nvPr/>
          </p:nvSpPr>
          <p:spPr bwMode="auto">
            <a:xfrm>
              <a:off x="4059"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1843" name="Freeform 95"/>
            <p:cNvSpPr>
              <a:spLocks noEditPoints="1"/>
            </p:cNvSpPr>
            <p:nvPr/>
          </p:nvSpPr>
          <p:spPr bwMode="auto">
            <a:xfrm>
              <a:off x="4074" y="1152"/>
              <a:ext cx="58" cy="16"/>
            </a:xfrm>
            <a:custGeom>
              <a:avLst/>
              <a:gdLst>
                <a:gd name="T0" fmla="*/ 0 w 58"/>
                <a:gd name="T1" fmla="*/ 16 h 16"/>
                <a:gd name="T2" fmla="*/ 58 w 58"/>
                <a:gd name="T3" fmla="*/ 16 h 16"/>
                <a:gd name="T4" fmla="*/ 58 w 58"/>
                <a:gd name="T5" fmla="*/ 0 h 16"/>
                <a:gd name="T6" fmla="*/ 0 w 58"/>
                <a:gd name="T7" fmla="*/ 0 h 16"/>
                <a:gd name="T8" fmla="*/ 0 w 58"/>
                <a:gd name="T9" fmla="*/ 16 h 16"/>
                <a:gd name="T10" fmla="*/ 0 w 58"/>
                <a:gd name="T11" fmla="*/ 0 h 16"/>
                <a:gd name="T12" fmla="*/ 0 w 58"/>
                <a:gd name="T13" fmla="*/ 0 h 16"/>
                <a:gd name="T14" fmla="*/ 0 w 58"/>
                <a:gd name="T15" fmla="*/ 10 h 16"/>
                <a:gd name="T16" fmla="*/ 0 w 58"/>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6"/>
                <a:gd name="T29" fmla="*/ 58 w 5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6">
                  <a:moveTo>
                    <a:pt x="0" y="16"/>
                  </a:moveTo>
                  <a:lnTo>
                    <a:pt x="58" y="16"/>
                  </a:lnTo>
                  <a:lnTo>
                    <a:pt x="58"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44" name="Freeform 96"/>
            <p:cNvSpPr>
              <a:spLocks noEditPoints="1"/>
            </p:cNvSpPr>
            <p:nvPr/>
          </p:nvSpPr>
          <p:spPr bwMode="auto">
            <a:xfrm>
              <a:off x="4132" y="1152"/>
              <a:ext cx="15" cy="21"/>
            </a:xfrm>
            <a:custGeom>
              <a:avLst/>
              <a:gdLst>
                <a:gd name="T0" fmla="*/ 0 w 15"/>
                <a:gd name="T1" fmla="*/ 16 h 21"/>
                <a:gd name="T2" fmla="*/ 0 w 15"/>
                <a:gd name="T3" fmla="*/ 16 h 21"/>
                <a:gd name="T4" fmla="*/ 0 w 15"/>
                <a:gd name="T5" fmla="*/ 21 h 21"/>
                <a:gd name="T6" fmla="*/ 15 w 15"/>
                <a:gd name="T7" fmla="*/ 21 h 21"/>
                <a:gd name="T8" fmla="*/ 10 w 15"/>
                <a:gd name="T9" fmla="*/ 5 h 21"/>
                <a:gd name="T10" fmla="*/ 0 w 15"/>
                <a:gd name="T11" fmla="*/ 0 h 21"/>
                <a:gd name="T12" fmla="*/ 0 w 15"/>
                <a:gd name="T13" fmla="*/ 16 h 21"/>
                <a:gd name="T14" fmla="*/ 0 w 15"/>
                <a:gd name="T15" fmla="*/ 0 h 21"/>
                <a:gd name="T16" fmla="*/ 0 w 15"/>
                <a:gd name="T17" fmla="*/ 0 h 21"/>
                <a:gd name="T18" fmla="*/ 0 w 15"/>
                <a:gd name="T19" fmla="*/ 10 h 21"/>
                <a:gd name="T20" fmla="*/ 0 w 15"/>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0" y="16"/>
                  </a:moveTo>
                  <a:lnTo>
                    <a:pt x="0" y="16"/>
                  </a:lnTo>
                  <a:lnTo>
                    <a:pt x="0" y="21"/>
                  </a:lnTo>
                  <a:lnTo>
                    <a:pt x="15" y="21"/>
                  </a:lnTo>
                  <a:lnTo>
                    <a:pt x="10"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45" name="Freeform 97"/>
            <p:cNvSpPr>
              <a:spLocks noEditPoints="1"/>
            </p:cNvSpPr>
            <p:nvPr/>
          </p:nvSpPr>
          <p:spPr bwMode="auto">
            <a:xfrm>
              <a:off x="4132"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1846" name="Freeform 98"/>
            <p:cNvSpPr/>
            <p:nvPr/>
          </p:nvSpPr>
          <p:spPr bwMode="auto">
            <a:xfrm>
              <a:off x="4241"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1847" name="Freeform 99"/>
            <p:cNvSpPr>
              <a:spLocks noEditPoints="1"/>
            </p:cNvSpPr>
            <p:nvPr/>
          </p:nvSpPr>
          <p:spPr bwMode="auto">
            <a:xfrm>
              <a:off x="4189"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1848" name="Freeform 100"/>
            <p:cNvSpPr>
              <a:spLocks noEditPoints="1"/>
            </p:cNvSpPr>
            <p:nvPr/>
          </p:nvSpPr>
          <p:spPr bwMode="auto">
            <a:xfrm>
              <a:off x="4168" y="1188"/>
              <a:ext cx="21" cy="21"/>
            </a:xfrm>
            <a:custGeom>
              <a:avLst/>
              <a:gdLst>
                <a:gd name="T0" fmla="*/ 21 w 21"/>
                <a:gd name="T1" fmla="*/ 6 h 21"/>
                <a:gd name="T2" fmla="*/ 21 w 21"/>
                <a:gd name="T3" fmla="*/ 6 h 21"/>
                <a:gd name="T4" fmla="*/ 16 w 21"/>
                <a:gd name="T5" fmla="*/ 0 h 21"/>
                <a:gd name="T6" fmla="*/ 0 w 21"/>
                <a:gd name="T7" fmla="*/ 0 h 21"/>
                <a:gd name="T8" fmla="*/ 5 w 21"/>
                <a:gd name="T9" fmla="*/ 16 h 21"/>
                <a:gd name="T10" fmla="*/ 21 w 21"/>
                <a:gd name="T11" fmla="*/ 21 h 21"/>
                <a:gd name="T12" fmla="*/ 21 w 21"/>
                <a:gd name="T13" fmla="*/ 6 h 21"/>
                <a:gd name="T14" fmla="*/ 21 w 21"/>
                <a:gd name="T15" fmla="*/ 21 h 21"/>
                <a:gd name="T16" fmla="*/ 21 w 21"/>
                <a:gd name="T17" fmla="*/ 21 h 21"/>
                <a:gd name="T18" fmla="*/ 21 w 21"/>
                <a:gd name="T19" fmla="*/ 21 h 21"/>
                <a:gd name="T20" fmla="*/ 21 w 21"/>
                <a:gd name="T21" fmla="*/ 11 h 21"/>
                <a:gd name="T22" fmla="*/ 21 w 21"/>
                <a:gd name="T23" fmla="*/ 2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1"/>
                <a:gd name="T38" fmla="*/ 21 w 21"/>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1">
                  <a:moveTo>
                    <a:pt x="21" y="6"/>
                  </a:moveTo>
                  <a:lnTo>
                    <a:pt x="21" y="6"/>
                  </a:lnTo>
                  <a:lnTo>
                    <a:pt x="16" y="0"/>
                  </a:lnTo>
                  <a:lnTo>
                    <a:pt x="0" y="0"/>
                  </a:lnTo>
                  <a:lnTo>
                    <a:pt x="5"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1849" name="Freeform 101"/>
            <p:cNvSpPr>
              <a:spLocks noEditPoints="1"/>
            </p:cNvSpPr>
            <p:nvPr/>
          </p:nvSpPr>
          <p:spPr bwMode="auto">
            <a:xfrm>
              <a:off x="4168"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850" name="Freeform 102"/>
            <p:cNvSpPr>
              <a:spLocks noEditPoints="1"/>
            </p:cNvSpPr>
            <p:nvPr/>
          </p:nvSpPr>
          <p:spPr bwMode="auto">
            <a:xfrm>
              <a:off x="4168" y="1152"/>
              <a:ext cx="21" cy="21"/>
            </a:xfrm>
            <a:custGeom>
              <a:avLst/>
              <a:gdLst>
                <a:gd name="T0" fmla="*/ 16 w 21"/>
                <a:gd name="T1" fmla="*/ 21 h 21"/>
                <a:gd name="T2" fmla="*/ 21 w 21"/>
                <a:gd name="T3" fmla="*/ 16 h 21"/>
                <a:gd name="T4" fmla="*/ 21 w 21"/>
                <a:gd name="T5" fmla="*/ 16 h 21"/>
                <a:gd name="T6" fmla="*/ 21 w 21"/>
                <a:gd name="T7" fmla="*/ 0 h 21"/>
                <a:gd name="T8" fmla="*/ 5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5"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851" name="Freeform 103"/>
            <p:cNvSpPr>
              <a:spLocks noEditPoints="1"/>
            </p:cNvSpPr>
            <p:nvPr/>
          </p:nvSpPr>
          <p:spPr bwMode="auto">
            <a:xfrm>
              <a:off x="4189"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16 h 16"/>
                <a:gd name="T12" fmla="*/ 0 w 52"/>
                <a:gd name="T13" fmla="*/ 16 h 16"/>
                <a:gd name="T14" fmla="*/ 0 w 52"/>
                <a:gd name="T15" fmla="*/ 16 h 16"/>
                <a:gd name="T16" fmla="*/ 0 w 52"/>
                <a:gd name="T17" fmla="*/ 10 h 16"/>
                <a:gd name="T18" fmla="*/ 0 w 52"/>
                <a:gd name="T19" fmla="*/ 1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
                <a:gd name="T32" fmla="*/ 52 w 5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
                  <a:moveTo>
                    <a:pt x="0" y="16"/>
                  </a:moveTo>
                  <a:lnTo>
                    <a:pt x="52" y="16"/>
                  </a:lnTo>
                  <a:lnTo>
                    <a:pt x="52" y="0"/>
                  </a:lnTo>
                  <a:lnTo>
                    <a:pt x="0" y="0"/>
                  </a:lnTo>
                  <a:lnTo>
                    <a:pt x="0" y="16"/>
                  </a:lnTo>
                  <a:close/>
                  <a:moveTo>
                    <a:pt x="0" y="16"/>
                  </a:moveTo>
                  <a:lnTo>
                    <a:pt x="0" y="16"/>
                  </a:lnTo>
                  <a:lnTo>
                    <a:pt x="0" y="10"/>
                  </a:lnTo>
                  <a:lnTo>
                    <a:pt x="0" y="16"/>
                  </a:lnTo>
                  <a:close/>
                </a:path>
              </a:pathLst>
            </a:custGeom>
            <a:solidFill>
              <a:schemeClr val="tx2"/>
            </a:solidFill>
            <a:ln w="9525">
              <a:solidFill>
                <a:schemeClr val="tx2"/>
              </a:solidFill>
              <a:round/>
            </a:ln>
          </p:spPr>
          <p:txBody>
            <a:bodyPr/>
            <a:lstStyle/>
            <a:p>
              <a:endParaRPr lang="zh-CN" altLang="en-US"/>
            </a:p>
          </p:txBody>
        </p:sp>
        <p:sp>
          <p:nvSpPr>
            <p:cNvPr id="31852" name="Freeform 104"/>
            <p:cNvSpPr>
              <a:spLocks noEditPoints="1"/>
            </p:cNvSpPr>
            <p:nvPr/>
          </p:nvSpPr>
          <p:spPr bwMode="auto">
            <a:xfrm>
              <a:off x="4241"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53" name="Freeform 105"/>
            <p:cNvSpPr>
              <a:spLocks noEditPoints="1"/>
            </p:cNvSpPr>
            <p:nvPr/>
          </p:nvSpPr>
          <p:spPr bwMode="auto">
            <a:xfrm>
              <a:off x="4246"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6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6" y="0"/>
                  </a:lnTo>
                  <a:lnTo>
                    <a:pt x="16" y="0"/>
                  </a:lnTo>
                  <a:close/>
                </a:path>
              </a:pathLst>
            </a:custGeom>
            <a:solidFill>
              <a:schemeClr val="tx2"/>
            </a:solidFill>
            <a:ln w="9525">
              <a:solidFill>
                <a:schemeClr val="tx2"/>
              </a:solidFill>
              <a:round/>
            </a:ln>
          </p:spPr>
          <p:txBody>
            <a:bodyPr/>
            <a:lstStyle/>
            <a:p>
              <a:endParaRPr lang="zh-CN" altLang="en-US"/>
            </a:p>
          </p:txBody>
        </p:sp>
        <p:sp>
          <p:nvSpPr>
            <p:cNvPr id="31854" name="Rectangle 106"/>
            <p:cNvSpPr>
              <a:spLocks noChangeArrowheads="1"/>
            </p:cNvSpPr>
            <p:nvPr/>
          </p:nvSpPr>
          <p:spPr bwMode="auto">
            <a:xfrm>
              <a:off x="412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855" name="Freeform 107"/>
            <p:cNvSpPr/>
            <p:nvPr/>
          </p:nvSpPr>
          <p:spPr bwMode="auto">
            <a:xfrm>
              <a:off x="4351" y="1188"/>
              <a:ext cx="20" cy="21"/>
            </a:xfrm>
            <a:custGeom>
              <a:avLst/>
              <a:gdLst>
                <a:gd name="T0" fmla="*/ 5 w 20"/>
                <a:gd name="T1" fmla="*/ 0 h 21"/>
                <a:gd name="T2" fmla="*/ 5 w 20"/>
                <a:gd name="T3" fmla="*/ 6 h 21"/>
                <a:gd name="T4" fmla="*/ 0 w 20"/>
                <a:gd name="T5" fmla="*/ 6 h 21"/>
                <a:gd name="T6" fmla="*/ 0 w 20"/>
                <a:gd name="T7" fmla="*/ 21 h 21"/>
                <a:gd name="T8" fmla="*/ 15 w 20"/>
                <a:gd name="T9" fmla="*/ 16 h 21"/>
                <a:gd name="T10" fmla="*/ 20 w 20"/>
                <a:gd name="T11" fmla="*/ 0 h 21"/>
                <a:gd name="T12" fmla="*/ 5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5" y="0"/>
                  </a:moveTo>
                  <a:lnTo>
                    <a:pt x="5" y="6"/>
                  </a:lnTo>
                  <a:lnTo>
                    <a:pt x="0" y="6"/>
                  </a:lnTo>
                  <a:lnTo>
                    <a:pt x="0" y="21"/>
                  </a:lnTo>
                  <a:lnTo>
                    <a:pt x="15" y="16"/>
                  </a:lnTo>
                  <a:lnTo>
                    <a:pt x="20" y="0"/>
                  </a:lnTo>
                  <a:lnTo>
                    <a:pt x="5" y="0"/>
                  </a:lnTo>
                  <a:close/>
                </a:path>
              </a:pathLst>
            </a:custGeom>
            <a:solidFill>
              <a:schemeClr val="tx2"/>
            </a:solidFill>
            <a:ln w="9525">
              <a:solidFill>
                <a:schemeClr val="tx2"/>
              </a:solidFill>
              <a:round/>
            </a:ln>
          </p:spPr>
          <p:txBody>
            <a:bodyPr/>
            <a:lstStyle/>
            <a:p>
              <a:endParaRPr lang="zh-CN" altLang="en-US"/>
            </a:p>
          </p:txBody>
        </p:sp>
        <p:sp>
          <p:nvSpPr>
            <p:cNvPr id="31856" name="Freeform 108"/>
            <p:cNvSpPr>
              <a:spLocks noEditPoints="1"/>
            </p:cNvSpPr>
            <p:nvPr/>
          </p:nvSpPr>
          <p:spPr bwMode="auto">
            <a:xfrm>
              <a:off x="4298"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31857" name="Freeform 109"/>
            <p:cNvSpPr>
              <a:spLocks noEditPoints="1"/>
            </p:cNvSpPr>
            <p:nvPr/>
          </p:nvSpPr>
          <p:spPr bwMode="auto">
            <a:xfrm>
              <a:off x="4283" y="1188"/>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tx2"/>
            </a:solidFill>
            <a:ln w="9525">
              <a:solidFill>
                <a:schemeClr val="tx2"/>
              </a:solidFill>
              <a:round/>
            </a:ln>
          </p:spPr>
          <p:txBody>
            <a:bodyPr/>
            <a:lstStyle/>
            <a:p>
              <a:endParaRPr lang="zh-CN" altLang="en-US"/>
            </a:p>
          </p:txBody>
        </p:sp>
        <p:sp>
          <p:nvSpPr>
            <p:cNvPr id="31858" name="Freeform 110"/>
            <p:cNvSpPr>
              <a:spLocks noEditPoints="1"/>
            </p:cNvSpPr>
            <p:nvPr/>
          </p:nvSpPr>
          <p:spPr bwMode="auto">
            <a:xfrm>
              <a:off x="4283"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1859" name="Freeform 111"/>
            <p:cNvSpPr>
              <a:spLocks noEditPoints="1"/>
            </p:cNvSpPr>
            <p:nvPr/>
          </p:nvSpPr>
          <p:spPr bwMode="auto">
            <a:xfrm>
              <a:off x="4283" y="1152"/>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1860" name="Freeform 112"/>
            <p:cNvSpPr>
              <a:spLocks noEditPoints="1"/>
            </p:cNvSpPr>
            <p:nvPr/>
          </p:nvSpPr>
          <p:spPr bwMode="auto">
            <a:xfrm>
              <a:off x="4298"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61" name="Freeform 113"/>
            <p:cNvSpPr>
              <a:spLocks noEditPoints="1"/>
            </p:cNvSpPr>
            <p:nvPr/>
          </p:nvSpPr>
          <p:spPr bwMode="auto">
            <a:xfrm>
              <a:off x="4351" y="1152"/>
              <a:ext cx="20" cy="21"/>
            </a:xfrm>
            <a:custGeom>
              <a:avLst/>
              <a:gdLst>
                <a:gd name="T0" fmla="*/ 0 w 20"/>
                <a:gd name="T1" fmla="*/ 16 h 21"/>
                <a:gd name="T2" fmla="*/ 5 w 20"/>
                <a:gd name="T3" fmla="*/ 16 h 21"/>
                <a:gd name="T4" fmla="*/ 5 w 20"/>
                <a:gd name="T5" fmla="*/ 21 h 21"/>
                <a:gd name="T6" fmla="*/ 20 w 20"/>
                <a:gd name="T7" fmla="*/ 21 h 21"/>
                <a:gd name="T8" fmla="*/ 15 w 20"/>
                <a:gd name="T9" fmla="*/ 5 h 21"/>
                <a:gd name="T10" fmla="*/ 0 w 20"/>
                <a:gd name="T11" fmla="*/ 0 h 21"/>
                <a:gd name="T12" fmla="*/ 0 w 20"/>
                <a:gd name="T13" fmla="*/ 16 h 21"/>
                <a:gd name="T14" fmla="*/ 0 w 20"/>
                <a:gd name="T15" fmla="*/ 0 h 21"/>
                <a:gd name="T16" fmla="*/ 0 w 20"/>
                <a:gd name="T17" fmla="*/ 0 h 21"/>
                <a:gd name="T18" fmla="*/ 0 w 20"/>
                <a:gd name="T19" fmla="*/ 10 h 21"/>
                <a:gd name="T20" fmla="*/ 0 w 20"/>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0" y="16"/>
                  </a:moveTo>
                  <a:lnTo>
                    <a:pt x="5" y="16"/>
                  </a:lnTo>
                  <a:lnTo>
                    <a:pt x="5" y="21"/>
                  </a:lnTo>
                  <a:lnTo>
                    <a:pt x="20"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62" name="Freeform 114"/>
            <p:cNvSpPr>
              <a:spLocks noEditPoints="1"/>
            </p:cNvSpPr>
            <p:nvPr/>
          </p:nvSpPr>
          <p:spPr bwMode="auto">
            <a:xfrm>
              <a:off x="4356"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1863" name="Rectangle 115"/>
            <p:cNvSpPr>
              <a:spLocks noChangeArrowheads="1"/>
            </p:cNvSpPr>
            <p:nvPr/>
          </p:nvSpPr>
          <p:spPr bwMode="auto">
            <a:xfrm>
              <a:off x="4231"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864" name="Freeform 116"/>
            <p:cNvSpPr/>
            <p:nvPr/>
          </p:nvSpPr>
          <p:spPr bwMode="auto">
            <a:xfrm>
              <a:off x="4465"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31865" name="Freeform 117"/>
            <p:cNvSpPr>
              <a:spLocks noEditPoints="1"/>
            </p:cNvSpPr>
            <p:nvPr/>
          </p:nvSpPr>
          <p:spPr bwMode="auto">
            <a:xfrm>
              <a:off x="441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1866" name="Freeform 118"/>
            <p:cNvSpPr>
              <a:spLocks noEditPoints="1"/>
            </p:cNvSpPr>
            <p:nvPr/>
          </p:nvSpPr>
          <p:spPr bwMode="auto">
            <a:xfrm>
              <a:off x="4392"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1867" name="Freeform 119"/>
            <p:cNvSpPr>
              <a:spLocks noEditPoints="1"/>
            </p:cNvSpPr>
            <p:nvPr/>
          </p:nvSpPr>
          <p:spPr bwMode="auto">
            <a:xfrm>
              <a:off x="4392"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868" name="Freeform 120"/>
            <p:cNvSpPr>
              <a:spLocks noEditPoints="1"/>
            </p:cNvSpPr>
            <p:nvPr/>
          </p:nvSpPr>
          <p:spPr bwMode="auto">
            <a:xfrm>
              <a:off x="4392"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869" name="Freeform 121"/>
            <p:cNvSpPr>
              <a:spLocks noEditPoints="1"/>
            </p:cNvSpPr>
            <p:nvPr/>
          </p:nvSpPr>
          <p:spPr bwMode="auto">
            <a:xfrm>
              <a:off x="441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70" name="Freeform 122"/>
            <p:cNvSpPr>
              <a:spLocks noEditPoints="1"/>
            </p:cNvSpPr>
            <p:nvPr/>
          </p:nvSpPr>
          <p:spPr bwMode="auto">
            <a:xfrm>
              <a:off x="4465"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71" name="Freeform 123"/>
            <p:cNvSpPr>
              <a:spLocks noEditPoints="1"/>
            </p:cNvSpPr>
            <p:nvPr/>
          </p:nvSpPr>
          <p:spPr bwMode="auto">
            <a:xfrm>
              <a:off x="4471"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31872" name="Rectangle 124"/>
            <p:cNvSpPr>
              <a:spLocks noChangeArrowheads="1"/>
            </p:cNvSpPr>
            <p:nvPr/>
          </p:nvSpPr>
          <p:spPr bwMode="auto">
            <a:xfrm>
              <a:off x="4345" y="1173"/>
              <a:ext cx="79" cy="15"/>
            </a:xfrm>
            <a:prstGeom prst="rect">
              <a:avLst/>
            </a:prstGeom>
            <a:solidFill>
              <a:schemeClr val="tx2"/>
            </a:solidFill>
            <a:ln w="9525">
              <a:solidFill>
                <a:schemeClr val="tx2"/>
              </a:solidFill>
              <a:miter lim="800000"/>
            </a:ln>
          </p:spPr>
          <p:txBody>
            <a:bodyPr/>
            <a:lstStyle/>
            <a:p>
              <a:endParaRPr lang="zh-CN" altLang="en-US"/>
            </a:p>
          </p:txBody>
        </p:sp>
        <p:sp>
          <p:nvSpPr>
            <p:cNvPr id="31873" name="Freeform 125"/>
            <p:cNvSpPr/>
            <p:nvPr/>
          </p:nvSpPr>
          <p:spPr bwMode="auto">
            <a:xfrm>
              <a:off x="4575" y="1188"/>
              <a:ext cx="21" cy="21"/>
            </a:xfrm>
            <a:custGeom>
              <a:avLst/>
              <a:gdLst>
                <a:gd name="T0" fmla="*/ 5 w 21"/>
                <a:gd name="T1" fmla="*/ 0 h 21"/>
                <a:gd name="T2" fmla="*/ 5 w 21"/>
                <a:gd name="T3" fmla="*/ 6 h 21"/>
                <a:gd name="T4" fmla="*/ 0 w 21"/>
                <a:gd name="T5" fmla="*/ 6 h 21"/>
                <a:gd name="T6" fmla="*/ 0 w 21"/>
                <a:gd name="T7" fmla="*/ 21 h 21"/>
                <a:gd name="T8" fmla="*/ 15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5"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1874" name="Freeform 126"/>
            <p:cNvSpPr>
              <a:spLocks noEditPoints="1"/>
            </p:cNvSpPr>
            <p:nvPr/>
          </p:nvSpPr>
          <p:spPr bwMode="auto">
            <a:xfrm>
              <a:off x="4523"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1875" name="Freeform 127"/>
            <p:cNvSpPr>
              <a:spLocks noEditPoints="1"/>
            </p:cNvSpPr>
            <p:nvPr/>
          </p:nvSpPr>
          <p:spPr bwMode="auto">
            <a:xfrm>
              <a:off x="4507"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31876" name="Freeform 128"/>
            <p:cNvSpPr>
              <a:spLocks noEditPoints="1"/>
            </p:cNvSpPr>
            <p:nvPr/>
          </p:nvSpPr>
          <p:spPr bwMode="auto">
            <a:xfrm>
              <a:off x="4507"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1877" name="Freeform 129"/>
            <p:cNvSpPr>
              <a:spLocks noEditPoints="1"/>
            </p:cNvSpPr>
            <p:nvPr/>
          </p:nvSpPr>
          <p:spPr bwMode="auto">
            <a:xfrm>
              <a:off x="4507"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1878" name="Freeform 130"/>
            <p:cNvSpPr>
              <a:spLocks noEditPoints="1"/>
            </p:cNvSpPr>
            <p:nvPr/>
          </p:nvSpPr>
          <p:spPr bwMode="auto">
            <a:xfrm>
              <a:off x="4523"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79" name="Freeform 131"/>
            <p:cNvSpPr>
              <a:spLocks noEditPoints="1"/>
            </p:cNvSpPr>
            <p:nvPr/>
          </p:nvSpPr>
          <p:spPr bwMode="auto">
            <a:xfrm>
              <a:off x="4575" y="1152"/>
              <a:ext cx="21" cy="21"/>
            </a:xfrm>
            <a:custGeom>
              <a:avLst/>
              <a:gdLst>
                <a:gd name="T0" fmla="*/ 0 w 21"/>
                <a:gd name="T1" fmla="*/ 16 h 21"/>
                <a:gd name="T2" fmla="*/ 5 w 21"/>
                <a:gd name="T3" fmla="*/ 16 h 21"/>
                <a:gd name="T4" fmla="*/ 5 w 21"/>
                <a:gd name="T5" fmla="*/ 21 h 21"/>
                <a:gd name="T6" fmla="*/ 21 w 21"/>
                <a:gd name="T7" fmla="*/ 21 h 21"/>
                <a:gd name="T8" fmla="*/ 15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80" name="Freeform 132"/>
            <p:cNvSpPr>
              <a:spLocks noEditPoints="1"/>
            </p:cNvSpPr>
            <p:nvPr/>
          </p:nvSpPr>
          <p:spPr bwMode="auto">
            <a:xfrm>
              <a:off x="4580"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0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0" y="0"/>
                  </a:lnTo>
                  <a:lnTo>
                    <a:pt x="16" y="0"/>
                  </a:lnTo>
                  <a:close/>
                </a:path>
              </a:pathLst>
            </a:custGeom>
            <a:solidFill>
              <a:schemeClr val="tx2"/>
            </a:solidFill>
            <a:ln w="9525">
              <a:solidFill>
                <a:schemeClr val="tx2"/>
              </a:solidFill>
              <a:round/>
            </a:ln>
          </p:spPr>
          <p:txBody>
            <a:bodyPr/>
            <a:lstStyle/>
            <a:p>
              <a:endParaRPr lang="zh-CN" altLang="en-US"/>
            </a:p>
          </p:txBody>
        </p:sp>
        <p:sp>
          <p:nvSpPr>
            <p:cNvPr id="31881" name="Rectangle 133"/>
            <p:cNvSpPr>
              <a:spLocks noChangeArrowheads="1"/>
            </p:cNvSpPr>
            <p:nvPr/>
          </p:nvSpPr>
          <p:spPr bwMode="auto">
            <a:xfrm>
              <a:off x="4455"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882" name="Freeform 134"/>
            <p:cNvSpPr/>
            <p:nvPr/>
          </p:nvSpPr>
          <p:spPr bwMode="auto">
            <a:xfrm>
              <a:off x="4689" y="1188"/>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tx2"/>
            </a:solidFill>
            <a:ln w="9525">
              <a:solidFill>
                <a:schemeClr val="tx2"/>
              </a:solidFill>
              <a:round/>
            </a:ln>
          </p:spPr>
          <p:txBody>
            <a:bodyPr/>
            <a:lstStyle/>
            <a:p>
              <a:endParaRPr lang="zh-CN" altLang="en-US"/>
            </a:p>
          </p:txBody>
        </p:sp>
        <p:sp>
          <p:nvSpPr>
            <p:cNvPr id="31883" name="Freeform 135"/>
            <p:cNvSpPr>
              <a:spLocks noEditPoints="1"/>
            </p:cNvSpPr>
            <p:nvPr/>
          </p:nvSpPr>
          <p:spPr bwMode="auto">
            <a:xfrm>
              <a:off x="463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1884" name="Freeform 136"/>
            <p:cNvSpPr>
              <a:spLocks noEditPoints="1"/>
            </p:cNvSpPr>
            <p:nvPr/>
          </p:nvSpPr>
          <p:spPr bwMode="auto">
            <a:xfrm>
              <a:off x="4616" y="1188"/>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tx2"/>
            </a:solidFill>
            <a:ln w="9525">
              <a:solidFill>
                <a:schemeClr val="tx2"/>
              </a:solidFill>
              <a:round/>
            </a:ln>
          </p:spPr>
          <p:txBody>
            <a:bodyPr/>
            <a:lstStyle/>
            <a:p>
              <a:endParaRPr lang="zh-CN" altLang="en-US"/>
            </a:p>
          </p:txBody>
        </p:sp>
        <p:sp>
          <p:nvSpPr>
            <p:cNvPr id="31885" name="Freeform 137"/>
            <p:cNvSpPr>
              <a:spLocks noEditPoints="1"/>
            </p:cNvSpPr>
            <p:nvPr/>
          </p:nvSpPr>
          <p:spPr bwMode="auto">
            <a:xfrm>
              <a:off x="4616"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tx2"/>
            </a:solidFill>
            <a:ln w="9525">
              <a:solidFill>
                <a:schemeClr val="tx2"/>
              </a:solidFill>
              <a:round/>
            </a:ln>
          </p:spPr>
          <p:txBody>
            <a:bodyPr/>
            <a:lstStyle/>
            <a:p>
              <a:endParaRPr lang="zh-CN" altLang="en-US"/>
            </a:p>
          </p:txBody>
        </p:sp>
        <p:sp>
          <p:nvSpPr>
            <p:cNvPr id="31886" name="Freeform 138"/>
            <p:cNvSpPr>
              <a:spLocks noEditPoints="1"/>
            </p:cNvSpPr>
            <p:nvPr/>
          </p:nvSpPr>
          <p:spPr bwMode="auto">
            <a:xfrm>
              <a:off x="4616" y="1152"/>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tx2"/>
            </a:solidFill>
            <a:ln w="9525">
              <a:solidFill>
                <a:schemeClr val="tx2"/>
              </a:solidFill>
              <a:round/>
            </a:ln>
          </p:spPr>
          <p:txBody>
            <a:bodyPr/>
            <a:lstStyle/>
            <a:p>
              <a:endParaRPr lang="zh-CN" altLang="en-US"/>
            </a:p>
          </p:txBody>
        </p:sp>
        <p:sp>
          <p:nvSpPr>
            <p:cNvPr id="31887" name="Freeform 139"/>
            <p:cNvSpPr>
              <a:spLocks noEditPoints="1"/>
            </p:cNvSpPr>
            <p:nvPr/>
          </p:nvSpPr>
          <p:spPr bwMode="auto">
            <a:xfrm>
              <a:off x="463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88" name="Freeform 140"/>
            <p:cNvSpPr>
              <a:spLocks noEditPoints="1"/>
            </p:cNvSpPr>
            <p:nvPr/>
          </p:nvSpPr>
          <p:spPr bwMode="auto">
            <a:xfrm>
              <a:off x="4689" y="1152"/>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89" name="Freeform 141"/>
            <p:cNvSpPr>
              <a:spLocks noEditPoints="1"/>
            </p:cNvSpPr>
            <p:nvPr/>
          </p:nvSpPr>
          <p:spPr bwMode="auto">
            <a:xfrm>
              <a:off x="4695"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tx2"/>
            </a:solidFill>
            <a:ln w="9525">
              <a:solidFill>
                <a:schemeClr val="tx2"/>
              </a:solidFill>
              <a:round/>
            </a:ln>
          </p:spPr>
          <p:txBody>
            <a:bodyPr/>
            <a:lstStyle/>
            <a:p>
              <a:endParaRPr lang="zh-CN" altLang="en-US"/>
            </a:p>
          </p:txBody>
        </p:sp>
        <p:sp>
          <p:nvSpPr>
            <p:cNvPr id="31890" name="Rectangle 142"/>
            <p:cNvSpPr>
              <a:spLocks noChangeArrowheads="1"/>
            </p:cNvSpPr>
            <p:nvPr/>
          </p:nvSpPr>
          <p:spPr bwMode="auto">
            <a:xfrm>
              <a:off x="4570"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891" name="Freeform 143"/>
            <p:cNvSpPr/>
            <p:nvPr/>
          </p:nvSpPr>
          <p:spPr bwMode="auto">
            <a:xfrm>
              <a:off x="4799" y="1188"/>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tx2"/>
            </a:solidFill>
            <a:ln w="9525">
              <a:solidFill>
                <a:schemeClr val="tx2"/>
              </a:solidFill>
              <a:round/>
            </a:ln>
          </p:spPr>
          <p:txBody>
            <a:bodyPr/>
            <a:lstStyle/>
            <a:p>
              <a:endParaRPr lang="zh-CN" altLang="en-US"/>
            </a:p>
          </p:txBody>
        </p:sp>
        <p:sp>
          <p:nvSpPr>
            <p:cNvPr id="31892" name="Freeform 144"/>
            <p:cNvSpPr>
              <a:spLocks noEditPoints="1"/>
            </p:cNvSpPr>
            <p:nvPr/>
          </p:nvSpPr>
          <p:spPr bwMode="auto">
            <a:xfrm>
              <a:off x="4747" y="1194"/>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tx2"/>
            </a:solidFill>
            <a:ln w="9525">
              <a:solidFill>
                <a:schemeClr val="tx2"/>
              </a:solidFill>
              <a:round/>
            </a:ln>
          </p:spPr>
          <p:txBody>
            <a:bodyPr/>
            <a:lstStyle/>
            <a:p>
              <a:endParaRPr lang="zh-CN" altLang="en-US"/>
            </a:p>
          </p:txBody>
        </p:sp>
        <p:sp>
          <p:nvSpPr>
            <p:cNvPr id="31893" name="Freeform 145"/>
            <p:cNvSpPr>
              <a:spLocks noEditPoints="1"/>
            </p:cNvSpPr>
            <p:nvPr/>
          </p:nvSpPr>
          <p:spPr bwMode="auto">
            <a:xfrm>
              <a:off x="4731" y="1188"/>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tx2"/>
            </a:solidFill>
            <a:ln w="9525">
              <a:solidFill>
                <a:schemeClr val="tx2"/>
              </a:solidFill>
              <a:round/>
            </a:ln>
          </p:spPr>
          <p:txBody>
            <a:bodyPr/>
            <a:lstStyle/>
            <a:p>
              <a:endParaRPr lang="zh-CN" altLang="en-US"/>
            </a:p>
          </p:txBody>
        </p:sp>
        <p:sp>
          <p:nvSpPr>
            <p:cNvPr id="31894" name="Freeform 146"/>
            <p:cNvSpPr>
              <a:spLocks noEditPoints="1"/>
            </p:cNvSpPr>
            <p:nvPr/>
          </p:nvSpPr>
          <p:spPr bwMode="auto">
            <a:xfrm>
              <a:off x="4731" y="1173"/>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tx2"/>
            </a:solidFill>
            <a:ln w="9525">
              <a:solidFill>
                <a:schemeClr val="tx2"/>
              </a:solidFill>
              <a:round/>
            </a:ln>
          </p:spPr>
          <p:txBody>
            <a:bodyPr/>
            <a:lstStyle/>
            <a:p>
              <a:endParaRPr lang="zh-CN" altLang="en-US"/>
            </a:p>
          </p:txBody>
        </p:sp>
        <p:sp>
          <p:nvSpPr>
            <p:cNvPr id="31895" name="Freeform 147"/>
            <p:cNvSpPr>
              <a:spLocks noEditPoints="1"/>
            </p:cNvSpPr>
            <p:nvPr/>
          </p:nvSpPr>
          <p:spPr bwMode="auto">
            <a:xfrm>
              <a:off x="4731" y="1152"/>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tx2"/>
            </a:solidFill>
            <a:ln w="9525">
              <a:solidFill>
                <a:schemeClr val="tx2"/>
              </a:solidFill>
              <a:round/>
            </a:ln>
          </p:spPr>
          <p:txBody>
            <a:bodyPr/>
            <a:lstStyle/>
            <a:p>
              <a:endParaRPr lang="zh-CN" altLang="en-US"/>
            </a:p>
          </p:txBody>
        </p:sp>
        <p:sp>
          <p:nvSpPr>
            <p:cNvPr id="31896" name="Freeform 148"/>
            <p:cNvSpPr>
              <a:spLocks noEditPoints="1"/>
            </p:cNvSpPr>
            <p:nvPr/>
          </p:nvSpPr>
          <p:spPr bwMode="auto">
            <a:xfrm>
              <a:off x="4747" y="1152"/>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97" name="Freeform 149"/>
            <p:cNvSpPr>
              <a:spLocks noEditPoints="1"/>
            </p:cNvSpPr>
            <p:nvPr/>
          </p:nvSpPr>
          <p:spPr bwMode="auto">
            <a:xfrm>
              <a:off x="4799" y="1152"/>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898" name="Freeform 150"/>
            <p:cNvSpPr>
              <a:spLocks noEditPoints="1"/>
            </p:cNvSpPr>
            <p:nvPr/>
          </p:nvSpPr>
          <p:spPr bwMode="auto">
            <a:xfrm>
              <a:off x="4804" y="1173"/>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1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1" y="0"/>
                  </a:lnTo>
                  <a:lnTo>
                    <a:pt x="16" y="0"/>
                  </a:lnTo>
                  <a:close/>
                </a:path>
              </a:pathLst>
            </a:custGeom>
            <a:solidFill>
              <a:schemeClr val="tx2"/>
            </a:solidFill>
            <a:ln w="9525">
              <a:solidFill>
                <a:schemeClr val="tx2"/>
              </a:solidFill>
              <a:round/>
            </a:ln>
          </p:spPr>
          <p:txBody>
            <a:bodyPr/>
            <a:lstStyle/>
            <a:p>
              <a:endParaRPr lang="zh-CN" altLang="en-US"/>
            </a:p>
          </p:txBody>
        </p:sp>
        <p:sp>
          <p:nvSpPr>
            <p:cNvPr id="31899" name="Rectangle 151"/>
            <p:cNvSpPr>
              <a:spLocks noChangeArrowheads="1"/>
            </p:cNvSpPr>
            <p:nvPr/>
          </p:nvSpPr>
          <p:spPr bwMode="auto">
            <a:xfrm>
              <a:off x="4679"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900" name="Freeform 152"/>
            <p:cNvSpPr/>
            <p:nvPr/>
          </p:nvSpPr>
          <p:spPr bwMode="auto">
            <a:xfrm>
              <a:off x="4914" y="1188"/>
              <a:ext cx="20" cy="21"/>
            </a:xfrm>
            <a:custGeom>
              <a:avLst/>
              <a:gdLst>
                <a:gd name="T0" fmla="*/ 0 w 20"/>
                <a:gd name="T1" fmla="*/ 0 h 21"/>
                <a:gd name="T2" fmla="*/ 0 w 20"/>
                <a:gd name="T3" fmla="*/ 6 h 21"/>
                <a:gd name="T4" fmla="*/ 0 w 20"/>
                <a:gd name="T5" fmla="*/ 6 h 21"/>
                <a:gd name="T6" fmla="*/ 0 w 20"/>
                <a:gd name="T7" fmla="*/ 21 h 21"/>
                <a:gd name="T8" fmla="*/ 15 w 20"/>
                <a:gd name="T9" fmla="*/ 16 h 21"/>
                <a:gd name="T10" fmla="*/ 20 w 20"/>
                <a:gd name="T11" fmla="*/ 0 h 21"/>
                <a:gd name="T12" fmla="*/ 0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0" y="0"/>
                  </a:moveTo>
                  <a:lnTo>
                    <a:pt x="0" y="6"/>
                  </a:lnTo>
                  <a:lnTo>
                    <a:pt x="0" y="21"/>
                  </a:lnTo>
                  <a:lnTo>
                    <a:pt x="15" y="16"/>
                  </a:lnTo>
                  <a:lnTo>
                    <a:pt x="20" y="0"/>
                  </a:lnTo>
                  <a:lnTo>
                    <a:pt x="0" y="0"/>
                  </a:lnTo>
                  <a:close/>
                </a:path>
              </a:pathLst>
            </a:custGeom>
            <a:solidFill>
              <a:schemeClr val="tx2"/>
            </a:solidFill>
            <a:ln w="9525">
              <a:solidFill>
                <a:schemeClr val="tx2"/>
              </a:solidFill>
              <a:round/>
            </a:ln>
          </p:spPr>
          <p:txBody>
            <a:bodyPr/>
            <a:lstStyle/>
            <a:p>
              <a:endParaRPr lang="zh-CN" altLang="en-US"/>
            </a:p>
          </p:txBody>
        </p:sp>
        <p:sp>
          <p:nvSpPr>
            <p:cNvPr id="31901" name="Freeform 153"/>
            <p:cNvSpPr>
              <a:spLocks noEditPoints="1"/>
            </p:cNvSpPr>
            <p:nvPr/>
          </p:nvSpPr>
          <p:spPr bwMode="auto">
            <a:xfrm>
              <a:off x="4861" y="1194"/>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tx2"/>
            </a:solidFill>
            <a:ln w="9525">
              <a:solidFill>
                <a:schemeClr val="tx2"/>
              </a:solidFill>
              <a:round/>
            </a:ln>
          </p:spPr>
          <p:txBody>
            <a:bodyPr/>
            <a:lstStyle/>
            <a:p>
              <a:endParaRPr lang="zh-CN" altLang="en-US"/>
            </a:p>
          </p:txBody>
        </p:sp>
        <p:sp>
          <p:nvSpPr>
            <p:cNvPr id="31902" name="Freeform 154"/>
            <p:cNvSpPr>
              <a:spLocks noEditPoints="1"/>
            </p:cNvSpPr>
            <p:nvPr/>
          </p:nvSpPr>
          <p:spPr bwMode="auto">
            <a:xfrm>
              <a:off x="4841" y="1188"/>
              <a:ext cx="20" cy="21"/>
            </a:xfrm>
            <a:custGeom>
              <a:avLst/>
              <a:gdLst>
                <a:gd name="T0" fmla="*/ 20 w 20"/>
                <a:gd name="T1" fmla="*/ 6 h 21"/>
                <a:gd name="T2" fmla="*/ 20 w 20"/>
                <a:gd name="T3" fmla="*/ 6 h 21"/>
                <a:gd name="T4" fmla="*/ 15 w 20"/>
                <a:gd name="T5" fmla="*/ 0 h 21"/>
                <a:gd name="T6" fmla="*/ 0 w 20"/>
                <a:gd name="T7" fmla="*/ 0 h 21"/>
                <a:gd name="T8" fmla="*/ 5 w 20"/>
                <a:gd name="T9" fmla="*/ 16 h 21"/>
                <a:gd name="T10" fmla="*/ 20 w 20"/>
                <a:gd name="T11" fmla="*/ 21 h 21"/>
                <a:gd name="T12" fmla="*/ 20 w 20"/>
                <a:gd name="T13" fmla="*/ 6 h 21"/>
                <a:gd name="T14" fmla="*/ 20 w 20"/>
                <a:gd name="T15" fmla="*/ 21 h 21"/>
                <a:gd name="T16" fmla="*/ 20 w 20"/>
                <a:gd name="T17" fmla="*/ 21 h 21"/>
                <a:gd name="T18" fmla="*/ 20 w 20"/>
                <a:gd name="T19" fmla="*/ 11 h 21"/>
                <a:gd name="T20" fmla="*/ 2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20" y="6"/>
                  </a:moveTo>
                  <a:lnTo>
                    <a:pt x="20" y="6"/>
                  </a:lnTo>
                  <a:lnTo>
                    <a:pt x="15" y="0"/>
                  </a:lnTo>
                  <a:lnTo>
                    <a:pt x="0" y="0"/>
                  </a:lnTo>
                  <a:lnTo>
                    <a:pt x="5" y="16"/>
                  </a:lnTo>
                  <a:lnTo>
                    <a:pt x="20" y="21"/>
                  </a:lnTo>
                  <a:lnTo>
                    <a:pt x="20" y="6"/>
                  </a:lnTo>
                  <a:close/>
                  <a:moveTo>
                    <a:pt x="20" y="21"/>
                  </a:moveTo>
                  <a:lnTo>
                    <a:pt x="20" y="21"/>
                  </a:lnTo>
                  <a:lnTo>
                    <a:pt x="20" y="11"/>
                  </a:lnTo>
                  <a:lnTo>
                    <a:pt x="20" y="21"/>
                  </a:lnTo>
                  <a:close/>
                </a:path>
              </a:pathLst>
            </a:custGeom>
            <a:solidFill>
              <a:schemeClr val="tx2"/>
            </a:solidFill>
            <a:ln w="9525">
              <a:solidFill>
                <a:schemeClr val="tx2"/>
              </a:solidFill>
              <a:round/>
            </a:ln>
          </p:spPr>
          <p:txBody>
            <a:bodyPr/>
            <a:lstStyle/>
            <a:p>
              <a:endParaRPr lang="zh-CN" altLang="en-US"/>
            </a:p>
          </p:txBody>
        </p:sp>
        <p:sp>
          <p:nvSpPr>
            <p:cNvPr id="31903" name="Freeform 155"/>
            <p:cNvSpPr>
              <a:spLocks noEditPoints="1"/>
            </p:cNvSpPr>
            <p:nvPr/>
          </p:nvSpPr>
          <p:spPr bwMode="auto">
            <a:xfrm>
              <a:off x="4841" y="1173"/>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10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10" y="15"/>
                  </a:lnTo>
                  <a:lnTo>
                    <a:pt x="0" y="15"/>
                  </a:lnTo>
                  <a:close/>
                </a:path>
              </a:pathLst>
            </a:custGeom>
            <a:solidFill>
              <a:schemeClr val="tx2"/>
            </a:solidFill>
            <a:ln w="9525">
              <a:solidFill>
                <a:schemeClr val="tx2"/>
              </a:solidFill>
              <a:round/>
            </a:ln>
          </p:spPr>
          <p:txBody>
            <a:bodyPr/>
            <a:lstStyle/>
            <a:p>
              <a:endParaRPr lang="zh-CN" altLang="en-US"/>
            </a:p>
          </p:txBody>
        </p:sp>
        <p:sp>
          <p:nvSpPr>
            <p:cNvPr id="31904" name="Freeform 156"/>
            <p:cNvSpPr>
              <a:spLocks noEditPoints="1"/>
            </p:cNvSpPr>
            <p:nvPr/>
          </p:nvSpPr>
          <p:spPr bwMode="auto">
            <a:xfrm>
              <a:off x="4841" y="1152"/>
              <a:ext cx="20" cy="21"/>
            </a:xfrm>
            <a:custGeom>
              <a:avLst/>
              <a:gdLst>
                <a:gd name="T0" fmla="*/ 15 w 20"/>
                <a:gd name="T1" fmla="*/ 21 h 21"/>
                <a:gd name="T2" fmla="*/ 20 w 20"/>
                <a:gd name="T3" fmla="*/ 16 h 21"/>
                <a:gd name="T4" fmla="*/ 20 w 20"/>
                <a:gd name="T5" fmla="*/ 16 h 21"/>
                <a:gd name="T6" fmla="*/ 20 w 20"/>
                <a:gd name="T7" fmla="*/ 0 h 21"/>
                <a:gd name="T8" fmla="*/ 5 w 20"/>
                <a:gd name="T9" fmla="*/ 5 h 21"/>
                <a:gd name="T10" fmla="*/ 0 w 20"/>
                <a:gd name="T11" fmla="*/ 21 h 21"/>
                <a:gd name="T12" fmla="*/ 15 w 20"/>
                <a:gd name="T13" fmla="*/ 21 h 21"/>
                <a:gd name="T14" fmla="*/ 0 w 20"/>
                <a:gd name="T15" fmla="*/ 21 h 21"/>
                <a:gd name="T16" fmla="*/ 0 w 20"/>
                <a:gd name="T17" fmla="*/ 21 h 21"/>
                <a:gd name="T18" fmla="*/ 10 w 20"/>
                <a:gd name="T19" fmla="*/ 21 h 21"/>
                <a:gd name="T20" fmla="*/ 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15" y="21"/>
                  </a:moveTo>
                  <a:lnTo>
                    <a:pt x="20" y="16"/>
                  </a:lnTo>
                  <a:lnTo>
                    <a:pt x="20" y="0"/>
                  </a:lnTo>
                  <a:lnTo>
                    <a:pt x="5" y="5"/>
                  </a:lnTo>
                  <a:lnTo>
                    <a:pt x="0" y="21"/>
                  </a:lnTo>
                  <a:lnTo>
                    <a:pt x="15" y="21"/>
                  </a:lnTo>
                  <a:close/>
                  <a:moveTo>
                    <a:pt x="0" y="21"/>
                  </a:moveTo>
                  <a:lnTo>
                    <a:pt x="0" y="21"/>
                  </a:lnTo>
                  <a:lnTo>
                    <a:pt x="10" y="21"/>
                  </a:lnTo>
                  <a:lnTo>
                    <a:pt x="0" y="21"/>
                  </a:lnTo>
                  <a:close/>
                </a:path>
              </a:pathLst>
            </a:custGeom>
            <a:solidFill>
              <a:schemeClr val="tx2"/>
            </a:solidFill>
            <a:ln w="9525">
              <a:solidFill>
                <a:schemeClr val="tx2"/>
              </a:solidFill>
              <a:round/>
            </a:ln>
          </p:spPr>
          <p:txBody>
            <a:bodyPr/>
            <a:lstStyle/>
            <a:p>
              <a:endParaRPr lang="zh-CN" altLang="en-US"/>
            </a:p>
          </p:txBody>
        </p:sp>
        <p:sp>
          <p:nvSpPr>
            <p:cNvPr id="31905" name="Freeform 157"/>
            <p:cNvSpPr>
              <a:spLocks noEditPoints="1"/>
            </p:cNvSpPr>
            <p:nvPr/>
          </p:nvSpPr>
          <p:spPr bwMode="auto">
            <a:xfrm>
              <a:off x="4861" y="1152"/>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906" name="Freeform 158"/>
            <p:cNvSpPr>
              <a:spLocks noEditPoints="1"/>
            </p:cNvSpPr>
            <p:nvPr/>
          </p:nvSpPr>
          <p:spPr bwMode="auto">
            <a:xfrm>
              <a:off x="4914" y="1152"/>
              <a:ext cx="15" cy="21"/>
            </a:xfrm>
            <a:custGeom>
              <a:avLst/>
              <a:gdLst>
                <a:gd name="T0" fmla="*/ 0 w 15"/>
                <a:gd name="T1" fmla="*/ 16 h 21"/>
                <a:gd name="T2" fmla="*/ 0 w 15"/>
                <a:gd name="T3" fmla="*/ 16 h 21"/>
                <a:gd name="T4" fmla="*/ 5 w 15"/>
                <a:gd name="T5" fmla="*/ 21 h 21"/>
                <a:gd name="T6" fmla="*/ 15 w 15"/>
                <a:gd name="T7" fmla="*/ 21 h 21"/>
                <a:gd name="T8" fmla="*/ 15 w 15"/>
                <a:gd name="T9" fmla="*/ 16 h 21"/>
                <a:gd name="T10" fmla="*/ 15 w 15"/>
                <a:gd name="T11" fmla="*/ 5 h 21"/>
                <a:gd name="T12" fmla="*/ 0 w 15"/>
                <a:gd name="T13" fmla="*/ 0 h 21"/>
                <a:gd name="T14" fmla="*/ 0 w 15"/>
                <a:gd name="T15" fmla="*/ 16 h 21"/>
                <a:gd name="T16" fmla="*/ 0 w 15"/>
                <a:gd name="T17" fmla="*/ 0 h 21"/>
                <a:gd name="T18" fmla="*/ 0 w 15"/>
                <a:gd name="T19" fmla="*/ 0 h 21"/>
                <a:gd name="T20" fmla="*/ 0 w 15"/>
                <a:gd name="T21" fmla="*/ 10 h 21"/>
                <a:gd name="T22" fmla="*/ 0 w 15"/>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1"/>
                <a:gd name="T38" fmla="*/ 15 w 15"/>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1">
                  <a:moveTo>
                    <a:pt x="0" y="16"/>
                  </a:moveTo>
                  <a:lnTo>
                    <a:pt x="0" y="16"/>
                  </a:lnTo>
                  <a:lnTo>
                    <a:pt x="5" y="21"/>
                  </a:lnTo>
                  <a:lnTo>
                    <a:pt x="15" y="21"/>
                  </a:lnTo>
                  <a:lnTo>
                    <a:pt x="15" y="16"/>
                  </a:lnTo>
                  <a:lnTo>
                    <a:pt x="15" y="5"/>
                  </a:lnTo>
                  <a:lnTo>
                    <a:pt x="0" y="0"/>
                  </a:lnTo>
                  <a:lnTo>
                    <a:pt x="0" y="16"/>
                  </a:lnTo>
                  <a:close/>
                  <a:moveTo>
                    <a:pt x="0" y="0"/>
                  </a:moveTo>
                  <a:lnTo>
                    <a:pt x="0" y="0"/>
                  </a:lnTo>
                  <a:lnTo>
                    <a:pt x="0" y="10"/>
                  </a:lnTo>
                  <a:lnTo>
                    <a:pt x="0" y="0"/>
                  </a:lnTo>
                  <a:close/>
                </a:path>
              </a:pathLst>
            </a:custGeom>
            <a:solidFill>
              <a:schemeClr val="tx2"/>
            </a:solidFill>
            <a:ln w="9525">
              <a:solidFill>
                <a:schemeClr val="tx2"/>
              </a:solidFill>
              <a:round/>
            </a:ln>
          </p:spPr>
          <p:txBody>
            <a:bodyPr/>
            <a:lstStyle/>
            <a:p>
              <a:endParaRPr lang="zh-CN" altLang="en-US"/>
            </a:p>
          </p:txBody>
        </p:sp>
        <p:sp>
          <p:nvSpPr>
            <p:cNvPr id="31907" name="Freeform 159"/>
            <p:cNvSpPr>
              <a:spLocks noEditPoints="1"/>
            </p:cNvSpPr>
            <p:nvPr/>
          </p:nvSpPr>
          <p:spPr bwMode="auto">
            <a:xfrm>
              <a:off x="4914" y="1173"/>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tx2"/>
            </a:solidFill>
            <a:ln w="9525">
              <a:solidFill>
                <a:schemeClr val="tx2"/>
              </a:solidFill>
              <a:round/>
            </a:ln>
          </p:spPr>
          <p:txBody>
            <a:bodyPr/>
            <a:lstStyle/>
            <a:p>
              <a:endParaRPr lang="zh-CN" altLang="en-US"/>
            </a:p>
          </p:txBody>
        </p:sp>
        <p:sp>
          <p:nvSpPr>
            <p:cNvPr id="31908" name="Rectangle 160"/>
            <p:cNvSpPr>
              <a:spLocks noChangeArrowheads="1"/>
            </p:cNvSpPr>
            <p:nvPr/>
          </p:nvSpPr>
          <p:spPr bwMode="auto">
            <a:xfrm>
              <a:off x="4794" y="1173"/>
              <a:ext cx="78" cy="15"/>
            </a:xfrm>
            <a:prstGeom prst="rect">
              <a:avLst/>
            </a:prstGeom>
            <a:solidFill>
              <a:schemeClr val="tx2"/>
            </a:solidFill>
            <a:ln w="9525">
              <a:solidFill>
                <a:schemeClr val="tx2"/>
              </a:solidFill>
              <a:miter lim="800000"/>
            </a:ln>
          </p:spPr>
          <p:txBody>
            <a:bodyPr/>
            <a:lstStyle/>
            <a:p>
              <a:endParaRPr lang="zh-CN" altLang="en-US"/>
            </a:p>
          </p:txBody>
        </p:sp>
        <p:sp>
          <p:nvSpPr>
            <p:cNvPr id="31909" name="Freeform 161"/>
            <p:cNvSpPr/>
            <p:nvPr/>
          </p:nvSpPr>
          <p:spPr bwMode="auto">
            <a:xfrm>
              <a:off x="4908" y="1173"/>
              <a:ext cx="58" cy="47"/>
            </a:xfrm>
            <a:custGeom>
              <a:avLst/>
              <a:gdLst>
                <a:gd name="T0" fmla="*/ 0 w 58"/>
                <a:gd name="T1" fmla="*/ 15 h 47"/>
                <a:gd name="T2" fmla="*/ 6 w 58"/>
                <a:gd name="T3" fmla="*/ 15 h 47"/>
                <a:gd name="T4" fmla="*/ 21 w 58"/>
                <a:gd name="T5" fmla="*/ 21 h 47"/>
                <a:gd name="T6" fmla="*/ 37 w 58"/>
                <a:gd name="T7" fmla="*/ 31 h 47"/>
                <a:gd name="T8" fmla="*/ 42 w 58"/>
                <a:gd name="T9" fmla="*/ 47 h 47"/>
                <a:gd name="T10" fmla="*/ 58 w 58"/>
                <a:gd name="T11" fmla="*/ 47 h 47"/>
                <a:gd name="T12" fmla="*/ 58 w 58"/>
                <a:gd name="T13" fmla="*/ 31 h 47"/>
                <a:gd name="T14" fmla="*/ 47 w 58"/>
                <a:gd name="T15" fmla="*/ 15 h 47"/>
                <a:gd name="T16" fmla="*/ 32 w 58"/>
                <a:gd name="T17" fmla="*/ 5 h 47"/>
                <a:gd name="T18" fmla="*/ 11 w 58"/>
                <a:gd name="T19" fmla="*/ 0 h 47"/>
                <a:gd name="T20" fmla="*/ 6 w 58"/>
                <a:gd name="T21" fmla="*/ 0 h 47"/>
                <a:gd name="T22" fmla="*/ 0 w 58"/>
                <a:gd name="T23" fmla="*/ 0 h 47"/>
                <a:gd name="T24" fmla="*/ 0 w 58"/>
                <a:gd name="T25" fmla="*/ 15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47"/>
                <a:gd name="T41" fmla="*/ 58 w 58"/>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47">
                  <a:moveTo>
                    <a:pt x="0" y="15"/>
                  </a:moveTo>
                  <a:lnTo>
                    <a:pt x="6" y="15"/>
                  </a:lnTo>
                  <a:lnTo>
                    <a:pt x="21" y="21"/>
                  </a:lnTo>
                  <a:lnTo>
                    <a:pt x="37" y="31"/>
                  </a:lnTo>
                  <a:lnTo>
                    <a:pt x="42" y="47"/>
                  </a:lnTo>
                  <a:lnTo>
                    <a:pt x="58" y="47"/>
                  </a:lnTo>
                  <a:lnTo>
                    <a:pt x="58" y="31"/>
                  </a:lnTo>
                  <a:lnTo>
                    <a:pt x="47" y="15"/>
                  </a:lnTo>
                  <a:lnTo>
                    <a:pt x="32" y="5"/>
                  </a:lnTo>
                  <a:lnTo>
                    <a:pt x="11" y="0"/>
                  </a:lnTo>
                  <a:lnTo>
                    <a:pt x="6" y="0"/>
                  </a:lnTo>
                  <a:lnTo>
                    <a:pt x="0" y="0"/>
                  </a:lnTo>
                  <a:lnTo>
                    <a:pt x="0" y="15"/>
                  </a:lnTo>
                  <a:close/>
                </a:path>
              </a:pathLst>
            </a:custGeom>
            <a:solidFill>
              <a:schemeClr val="tx2"/>
            </a:solidFill>
            <a:ln w="9525">
              <a:solidFill>
                <a:schemeClr val="tx2"/>
              </a:solidFill>
              <a:round/>
            </a:ln>
          </p:spPr>
          <p:txBody>
            <a:bodyPr/>
            <a:lstStyle/>
            <a:p>
              <a:endParaRPr lang="zh-CN" altLang="en-US"/>
            </a:p>
          </p:txBody>
        </p:sp>
      </p:grpSp>
      <p:sp>
        <p:nvSpPr>
          <p:cNvPr id="96418" name="Line 162"/>
          <p:cNvSpPr>
            <a:spLocks noChangeShapeType="1"/>
          </p:cNvSpPr>
          <p:nvPr/>
        </p:nvSpPr>
        <p:spPr bwMode="auto">
          <a:xfrm>
            <a:off x="8080375" y="4733925"/>
            <a:ext cx="0" cy="628650"/>
          </a:xfrm>
          <a:prstGeom prst="line">
            <a:avLst/>
          </a:prstGeom>
          <a:noFill/>
          <a:ln w="38100">
            <a:solidFill>
              <a:srgbClr val="FF6600"/>
            </a:solidFill>
            <a:round/>
            <a:tailEnd type="triangle" w="med" len="med"/>
          </a:ln>
        </p:spPr>
        <p:txBody>
          <a:bodyPr/>
          <a:lstStyle/>
          <a:p>
            <a:endParaRPr lang="zh-CN" altLang="en-US"/>
          </a:p>
        </p:txBody>
      </p:sp>
      <p:sp>
        <p:nvSpPr>
          <p:cNvPr id="96419" name="Text Box 163"/>
          <p:cNvSpPr txBox="1">
            <a:spLocks noChangeArrowheads="1"/>
          </p:cNvSpPr>
          <p:nvPr/>
        </p:nvSpPr>
        <p:spPr bwMode="auto">
          <a:xfrm>
            <a:off x="7945438" y="5318125"/>
            <a:ext cx="404812" cy="396875"/>
          </a:xfrm>
          <a:prstGeom prst="rect">
            <a:avLst/>
          </a:prstGeom>
          <a:noFill/>
          <a:ln w="9525">
            <a:noFill/>
            <a:miter lim="800000"/>
          </a:ln>
        </p:spPr>
        <p:txBody>
          <a:bodyPr>
            <a:spAutoFit/>
          </a:bodyPr>
          <a:lstStyle/>
          <a:p>
            <a:pPr>
              <a:spcBef>
                <a:spcPct val="50000"/>
              </a:spcBef>
            </a:pPr>
            <a:r>
              <a:rPr lang="en-US" altLang="zh-CN" sz="2000" b="1">
                <a:solidFill>
                  <a:srgbClr val="FF6600"/>
                </a:solidFill>
                <a:latin typeface="Times New Roman" panose="02020603050405020304" pitchFamily="18" charset="0"/>
              </a:rPr>
              <a:t>P</a:t>
            </a:r>
            <a:endParaRPr lang="en-US" altLang="zh-CN" sz="2000" b="1">
              <a:solidFill>
                <a:srgbClr val="FF6600"/>
              </a:solidFill>
              <a:latin typeface="Times New Roman" panose="02020603050405020304" pitchFamily="18" charset="0"/>
            </a:endParaRPr>
          </a:p>
        </p:txBody>
      </p:sp>
      <p:sp>
        <p:nvSpPr>
          <p:cNvPr id="96420" name="Line 164"/>
          <p:cNvSpPr>
            <a:spLocks noChangeShapeType="1"/>
          </p:cNvSpPr>
          <p:nvPr/>
        </p:nvSpPr>
        <p:spPr bwMode="auto">
          <a:xfrm flipV="1">
            <a:off x="8080375" y="4238625"/>
            <a:ext cx="0" cy="539750"/>
          </a:xfrm>
          <a:prstGeom prst="line">
            <a:avLst/>
          </a:prstGeom>
          <a:noFill/>
          <a:ln w="38100">
            <a:solidFill>
              <a:srgbClr val="00FF00"/>
            </a:solidFill>
            <a:round/>
            <a:tailEnd type="triangle" w="med" len="med"/>
          </a:ln>
        </p:spPr>
        <p:txBody>
          <a:bodyPr/>
          <a:lstStyle/>
          <a:p>
            <a:endParaRPr lang="zh-CN" altLang="en-US"/>
          </a:p>
        </p:txBody>
      </p:sp>
      <p:sp>
        <p:nvSpPr>
          <p:cNvPr id="96421" name="Text Box 165"/>
          <p:cNvSpPr txBox="1">
            <a:spLocks noChangeArrowheads="1"/>
          </p:cNvSpPr>
          <p:nvPr/>
        </p:nvSpPr>
        <p:spPr bwMode="auto">
          <a:xfrm>
            <a:off x="7947025" y="3968750"/>
            <a:ext cx="449263" cy="396875"/>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endParaRPr lang="en-US" altLang="zh-CN" sz="2000" b="1">
              <a:solidFill>
                <a:srgbClr val="006600"/>
              </a:solidFill>
              <a:latin typeface="Times New Roman" panose="02020603050405020304" pitchFamily="18" charset="0"/>
            </a:endParaRPr>
          </a:p>
        </p:txBody>
      </p:sp>
      <p:sp>
        <p:nvSpPr>
          <p:cNvPr id="96422" name="Line 166"/>
          <p:cNvSpPr>
            <a:spLocks noChangeShapeType="1"/>
          </p:cNvSpPr>
          <p:nvPr/>
        </p:nvSpPr>
        <p:spPr bwMode="auto">
          <a:xfrm>
            <a:off x="7450138" y="3878263"/>
            <a:ext cx="539750" cy="0"/>
          </a:xfrm>
          <a:prstGeom prst="line">
            <a:avLst/>
          </a:prstGeom>
          <a:noFill/>
          <a:ln w="38100">
            <a:solidFill>
              <a:srgbClr val="00FF00"/>
            </a:solidFill>
            <a:round/>
            <a:tailEnd type="triangle" w="med" len="med"/>
          </a:ln>
        </p:spPr>
        <p:txBody>
          <a:bodyPr/>
          <a:lstStyle/>
          <a:p>
            <a:endParaRPr lang="zh-CN" altLang="en-US"/>
          </a:p>
        </p:txBody>
      </p:sp>
      <p:sp>
        <p:nvSpPr>
          <p:cNvPr id="96423" name="Text Box 167"/>
          <p:cNvSpPr txBox="1">
            <a:spLocks noChangeArrowheads="1"/>
          </p:cNvSpPr>
          <p:nvPr/>
        </p:nvSpPr>
        <p:spPr bwMode="auto">
          <a:xfrm>
            <a:off x="7720013" y="3429000"/>
            <a:ext cx="449262" cy="396875"/>
          </a:xfrm>
          <a:prstGeom prst="rect">
            <a:avLst/>
          </a:prstGeom>
          <a:noFill/>
          <a:ln w="9525">
            <a:noFill/>
            <a:miter lim="800000"/>
          </a:ln>
        </p:spPr>
        <p:txBody>
          <a:bodyPr>
            <a:spAutoFit/>
          </a:bodyPr>
          <a:lstStyle/>
          <a:p>
            <a:pPr>
              <a:spcBef>
                <a:spcPct val="50000"/>
              </a:spcBef>
            </a:pPr>
            <a:r>
              <a:rPr lang="en-US" altLang="zh-CN" sz="2000" b="1">
                <a:solidFill>
                  <a:srgbClr val="006600"/>
                </a:solidFill>
                <a:latin typeface="Times New Roman" panose="02020603050405020304" pitchFamily="18" charset="0"/>
              </a:rPr>
              <a:t>T</a:t>
            </a:r>
            <a:r>
              <a:rPr lang="en-US" altLang="zh-CN" sz="2000" b="1" baseline="30000">
                <a:solidFill>
                  <a:srgbClr val="006600"/>
                </a:solidFill>
                <a:latin typeface="Times New Roman" panose="02020603050405020304" pitchFamily="18" charset="0"/>
              </a:rPr>
              <a:t>’</a:t>
            </a:r>
            <a:endParaRPr lang="en-US" altLang="zh-CN" sz="2000" b="1">
              <a:solidFill>
                <a:srgbClr val="006600"/>
              </a:solidFill>
              <a:latin typeface="Times New Roman" panose="02020603050405020304" pitchFamily="18" charset="0"/>
            </a:endParaRPr>
          </a:p>
        </p:txBody>
      </p:sp>
      <p:sp>
        <p:nvSpPr>
          <p:cNvPr id="96424" name="Line 168"/>
          <p:cNvSpPr>
            <a:spLocks noChangeShapeType="1"/>
          </p:cNvSpPr>
          <p:nvPr/>
        </p:nvSpPr>
        <p:spPr bwMode="auto">
          <a:xfrm flipH="1">
            <a:off x="6910388" y="3878263"/>
            <a:ext cx="539750" cy="0"/>
          </a:xfrm>
          <a:prstGeom prst="line">
            <a:avLst/>
          </a:prstGeom>
          <a:noFill/>
          <a:ln w="38100">
            <a:solidFill>
              <a:srgbClr val="FF3300"/>
            </a:solidFill>
            <a:round/>
            <a:tailEnd type="triangle" w="med" len="med"/>
          </a:ln>
        </p:spPr>
        <p:txBody>
          <a:bodyPr/>
          <a:lstStyle/>
          <a:p>
            <a:endParaRPr lang="zh-CN" altLang="en-US"/>
          </a:p>
        </p:txBody>
      </p:sp>
      <p:sp>
        <p:nvSpPr>
          <p:cNvPr id="96425" name="Text Box 169"/>
          <p:cNvSpPr txBox="1">
            <a:spLocks noChangeArrowheads="1"/>
          </p:cNvSpPr>
          <p:nvPr/>
        </p:nvSpPr>
        <p:spPr bwMode="auto">
          <a:xfrm>
            <a:off x="6775450" y="3429000"/>
            <a:ext cx="449263" cy="396875"/>
          </a:xfrm>
          <a:prstGeom prst="rect">
            <a:avLst/>
          </a:prstGeom>
          <a:noFill/>
          <a:ln w="9525">
            <a:noFill/>
            <a:miter lim="800000"/>
          </a:ln>
        </p:spPr>
        <p:txBody>
          <a:bodyPr>
            <a:spAutoFit/>
          </a:bodyPr>
          <a:lstStyle/>
          <a:p>
            <a:pPr>
              <a:spcBef>
                <a:spcPct val="50000"/>
              </a:spcBef>
            </a:pPr>
            <a:r>
              <a:rPr lang="en-US" altLang="zh-CN" sz="2000" b="1">
                <a:solidFill>
                  <a:srgbClr val="FF3300"/>
                </a:solidFill>
                <a:latin typeface="Times New Roman" panose="02020603050405020304" pitchFamily="18" charset="0"/>
              </a:rPr>
              <a:t>f</a:t>
            </a:r>
            <a:endParaRPr lang="en-US" altLang="zh-CN" sz="2000" b="1">
              <a:solidFill>
                <a:srgbClr val="FF3300"/>
              </a:solidFill>
              <a:latin typeface="Times New Roman" panose="02020603050405020304" pitchFamily="18" charset="0"/>
            </a:endParaRPr>
          </a:p>
        </p:txBody>
      </p:sp>
      <p:graphicFrame>
        <p:nvGraphicFramePr>
          <p:cNvPr id="15" name="Object 10"/>
          <p:cNvGraphicFramePr/>
          <p:nvPr/>
        </p:nvGraphicFramePr>
        <p:xfrm>
          <a:off x="5157470" y="2711450"/>
          <a:ext cx="2449830" cy="695325"/>
        </p:xfrm>
        <a:graphic>
          <a:graphicData uri="http://schemas.openxmlformats.org/presentationml/2006/ole">
            <mc:AlternateContent xmlns:mc="http://schemas.openxmlformats.org/markup-compatibility/2006">
              <mc:Choice xmlns:v="urn:schemas-microsoft-com:vml" Requires="v">
                <p:oleObj spid="_x0000_s16" name="公式" r:id="rId11" imgW="1282700" imgH="393700" progId="Equation.3">
                  <p:embed/>
                </p:oleObj>
              </mc:Choice>
              <mc:Fallback>
                <p:oleObj name="公式" r:id="rId11" imgW="1282700" imgH="393700" progId="Equation.3">
                  <p:embed/>
                  <p:pic>
                    <p:nvPicPr>
                      <p:cNvPr id="0" name="Object 10"/>
                      <p:cNvPicPr/>
                      <p:nvPr/>
                    </p:nvPicPr>
                    <p:blipFill>
                      <a:blip r:embed="rId12"/>
                      <a:stretch>
                        <a:fillRect/>
                      </a:stretch>
                    </p:blipFill>
                    <p:spPr>
                      <a:xfrm>
                        <a:off x="5157470" y="2711450"/>
                        <a:ext cx="2449830" cy="695325"/>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6258"/>
                                        </p:tgtEl>
                                        <p:attrNameLst>
                                          <p:attrName>style.visibility</p:attrName>
                                        </p:attrNameLst>
                                      </p:cBhvr>
                                      <p:to>
                                        <p:strVal val="visible"/>
                                      </p:to>
                                    </p:set>
                                    <p:animEffect transition="in" filter="wipe(left)">
                                      <p:cBhvr>
                                        <p:cTn id="7" dur="500"/>
                                        <p:tgtEl>
                                          <p:spTgt spid="9625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6263"/>
                                        </p:tgtEl>
                                        <p:attrNameLst>
                                          <p:attrName>style.visibility</p:attrName>
                                        </p:attrNameLst>
                                      </p:cBhvr>
                                      <p:to>
                                        <p:strVal val="visible"/>
                                      </p:to>
                                    </p:set>
                                    <p:animEffect transition="in" filter="wipe(left)">
                                      <p:cBhvr>
                                        <p:cTn id="12" dur="1000"/>
                                        <p:tgtEl>
                                          <p:spTgt spid="9626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up)">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6418"/>
                                        </p:tgtEl>
                                        <p:attrNameLst>
                                          <p:attrName>style.visibility</p:attrName>
                                        </p:attrNameLst>
                                      </p:cBhvr>
                                      <p:to>
                                        <p:strVal val="visible"/>
                                      </p:to>
                                    </p:set>
                                    <p:animEffect transition="in" filter="wipe(up)">
                                      <p:cBhvr>
                                        <p:cTn id="26" dur="500"/>
                                        <p:tgtEl>
                                          <p:spTgt spid="96418"/>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96419"/>
                                        </p:tgtEl>
                                        <p:attrNameLst>
                                          <p:attrName>style.visibility</p:attrName>
                                        </p:attrNameLst>
                                      </p:cBhvr>
                                      <p:to>
                                        <p:strVal val="visible"/>
                                      </p:to>
                                    </p:set>
                                    <p:animEffect transition="in" filter="wipe(left)">
                                      <p:cBhvr>
                                        <p:cTn id="30" dur="500"/>
                                        <p:tgtEl>
                                          <p:spTgt spid="9641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96420"/>
                                        </p:tgtEl>
                                        <p:attrNameLst>
                                          <p:attrName>style.visibility</p:attrName>
                                        </p:attrNameLst>
                                      </p:cBhvr>
                                      <p:to>
                                        <p:strVal val="visible"/>
                                      </p:to>
                                    </p:set>
                                    <p:animEffect transition="in" filter="wipe(down)">
                                      <p:cBhvr>
                                        <p:cTn id="35" dur="500"/>
                                        <p:tgtEl>
                                          <p:spTgt spid="96420"/>
                                        </p:tgtEl>
                                      </p:cBhvr>
                                    </p:animEffect>
                                  </p:childTnLst>
                                </p:cTn>
                              </p:par>
                            </p:childTnLst>
                          </p:cTn>
                        </p:par>
                        <p:par>
                          <p:cTn id="36" fill="hold">
                            <p:stCondLst>
                              <p:cond delay="500"/>
                            </p:stCondLst>
                            <p:childTnLst>
                              <p:par>
                                <p:cTn id="37" presetID="22" presetClass="entr" presetSubtype="8" fill="hold" grpId="0" nodeType="afterEffect">
                                  <p:stCondLst>
                                    <p:cond delay="0"/>
                                  </p:stCondLst>
                                  <p:childTnLst>
                                    <p:set>
                                      <p:cBhvr>
                                        <p:cTn id="38" dur="1" fill="hold">
                                          <p:stCondLst>
                                            <p:cond delay="0"/>
                                          </p:stCondLst>
                                        </p:cTn>
                                        <p:tgtEl>
                                          <p:spTgt spid="96421"/>
                                        </p:tgtEl>
                                        <p:attrNameLst>
                                          <p:attrName>style.visibility</p:attrName>
                                        </p:attrNameLst>
                                      </p:cBhvr>
                                      <p:to>
                                        <p:strVal val="visible"/>
                                      </p:to>
                                    </p:set>
                                    <p:animEffect transition="in" filter="wipe(left)">
                                      <p:cBhvr>
                                        <p:cTn id="39" dur="500"/>
                                        <p:tgtEl>
                                          <p:spTgt spid="964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grpId="0" nodeType="clickEffect">
                                  <p:stCondLst>
                                    <p:cond delay="0"/>
                                  </p:stCondLst>
                                  <p:childTnLst>
                                    <p:set>
                                      <p:cBhvr>
                                        <p:cTn id="43" dur="1" fill="hold">
                                          <p:stCondLst>
                                            <p:cond delay="0"/>
                                          </p:stCondLst>
                                        </p:cTn>
                                        <p:tgtEl>
                                          <p:spTgt spid="96424"/>
                                        </p:tgtEl>
                                        <p:attrNameLst>
                                          <p:attrName>style.visibility</p:attrName>
                                        </p:attrNameLst>
                                      </p:cBhvr>
                                      <p:to>
                                        <p:strVal val="visible"/>
                                      </p:to>
                                    </p:set>
                                    <p:animEffect transition="in" filter="wipe(right)">
                                      <p:cBhvr>
                                        <p:cTn id="44" dur="500"/>
                                        <p:tgtEl>
                                          <p:spTgt spid="96424"/>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96425"/>
                                        </p:tgtEl>
                                        <p:attrNameLst>
                                          <p:attrName>style.visibility</p:attrName>
                                        </p:attrNameLst>
                                      </p:cBhvr>
                                      <p:to>
                                        <p:strVal val="visible"/>
                                      </p:to>
                                    </p:set>
                                    <p:animEffect transition="in" filter="wipe(left)">
                                      <p:cBhvr>
                                        <p:cTn id="48" dur="500"/>
                                        <p:tgtEl>
                                          <p:spTgt spid="9642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6422"/>
                                        </p:tgtEl>
                                        <p:attrNameLst>
                                          <p:attrName>style.visibility</p:attrName>
                                        </p:attrNameLst>
                                      </p:cBhvr>
                                      <p:to>
                                        <p:strVal val="visible"/>
                                      </p:to>
                                    </p:set>
                                    <p:animEffect transition="in" filter="wipe(left)">
                                      <p:cBhvr>
                                        <p:cTn id="53" dur="500"/>
                                        <p:tgtEl>
                                          <p:spTgt spid="96422"/>
                                        </p:tgtEl>
                                      </p:cBhvr>
                                    </p:animEffect>
                                  </p:childTnLst>
                                </p:cTn>
                              </p:par>
                            </p:childTnLst>
                          </p:cTn>
                        </p:par>
                        <p:par>
                          <p:cTn id="54" fill="hold">
                            <p:stCondLst>
                              <p:cond delay="500"/>
                            </p:stCondLst>
                            <p:childTnLst>
                              <p:par>
                                <p:cTn id="55" presetID="22" presetClass="entr" presetSubtype="8" fill="hold" grpId="0" nodeType="afterEffect">
                                  <p:stCondLst>
                                    <p:cond delay="0"/>
                                  </p:stCondLst>
                                  <p:childTnLst>
                                    <p:set>
                                      <p:cBhvr>
                                        <p:cTn id="56" dur="1" fill="hold">
                                          <p:stCondLst>
                                            <p:cond delay="0"/>
                                          </p:stCondLst>
                                        </p:cTn>
                                        <p:tgtEl>
                                          <p:spTgt spid="96423"/>
                                        </p:tgtEl>
                                        <p:attrNameLst>
                                          <p:attrName>style.visibility</p:attrName>
                                        </p:attrNameLst>
                                      </p:cBhvr>
                                      <p:to>
                                        <p:strVal val="visible"/>
                                      </p:to>
                                    </p:set>
                                    <p:animEffect transition="in" filter="wipe(left)">
                                      <p:cBhvr>
                                        <p:cTn id="57" dur="500"/>
                                        <p:tgtEl>
                                          <p:spTgt spid="96423"/>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96264"/>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96259"/>
                                        </p:tgtEl>
                                        <p:attrNameLst>
                                          <p:attrName>style.visibility</p:attrName>
                                        </p:attrNameLst>
                                      </p:cBhvr>
                                      <p:to>
                                        <p:strVal val="visible"/>
                                      </p:to>
                                    </p:set>
                                    <p:animEffect transition="in" filter="wipe(left)">
                                      <p:cBhvr>
                                        <p:cTn id="66" dur="500"/>
                                        <p:tgtEl>
                                          <p:spTgt spid="9625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96265"/>
                                        </p:tgtEl>
                                        <p:attrNameLst>
                                          <p:attrName>style.visibility</p:attrName>
                                        </p:attrNameLst>
                                      </p:cBhvr>
                                      <p:to>
                                        <p:strVal val="visible"/>
                                      </p:to>
                                    </p:set>
                                    <p:animEffect transition="in" filter="wipe(left)">
                                      <p:cBhvr>
                                        <p:cTn id="71" dur="500"/>
                                        <p:tgtEl>
                                          <p:spTgt spid="96265"/>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96260"/>
                                        </p:tgtEl>
                                        <p:attrNameLst>
                                          <p:attrName>style.visibility</p:attrName>
                                        </p:attrNameLst>
                                      </p:cBhvr>
                                      <p:to>
                                        <p:strVal val="visible"/>
                                      </p:to>
                                    </p:set>
                                    <p:animEffect transition="in" filter="wipe(left)">
                                      <p:cBhvr>
                                        <p:cTn id="76" dur="500"/>
                                        <p:tgtEl>
                                          <p:spTgt spid="96260"/>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wipe(left)">
                                      <p:cBhvr>
                                        <p:cTn id="81" dur="500"/>
                                        <p:tgtEl>
                                          <p:spTgt spid="1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96266"/>
                                        </p:tgtEl>
                                        <p:attrNameLst>
                                          <p:attrName>style.visibility</p:attrName>
                                        </p:attrNameLst>
                                      </p:cBhvr>
                                      <p:to>
                                        <p:strVal val="visible"/>
                                      </p:to>
                                    </p:set>
                                    <p:animEffect transition="in" filter="wipe(left)">
                                      <p:cBhvr>
                                        <p:cTn id="86" dur="500"/>
                                        <p:tgtEl>
                                          <p:spTgt spid="9626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96261"/>
                                        </p:tgtEl>
                                        <p:attrNameLst>
                                          <p:attrName>style.visibility</p:attrName>
                                        </p:attrNameLst>
                                      </p:cBhvr>
                                      <p:to>
                                        <p:strVal val="visible"/>
                                      </p:to>
                                    </p:set>
                                    <p:animEffect transition="in" filter="wipe(left)">
                                      <p:cBhvr>
                                        <p:cTn id="91" dur="500"/>
                                        <p:tgtEl>
                                          <p:spTgt spid="96261"/>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nodeType="clickEffect">
                                  <p:stCondLst>
                                    <p:cond delay="0"/>
                                  </p:stCondLst>
                                  <p:childTnLst>
                                    <p:set>
                                      <p:cBhvr>
                                        <p:cTn id="95" dur="1" fill="hold">
                                          <p:stCondLst>
                                            <p:cond delay="0"/>
                                          </p:stCondLst>
                                        </p:cTn>
                                        <p:tgtEl>
                                          <p:spTgt spid="96262"/>
                                        </p:tgtEl>
                                        <p:attrNameLst>
                                          <p:attrName>style.visibility</p:attrName>
                                        </p:attrNameLst>
                                      </p:cBhvr>
                                      <p:to>
                                        <p:strVal val="visible"/>
                                      </p:to>
                                    </p:set>
                                    <p:animEffect transition="in" filter="wipe(left)">
                                      <p:cBhvr>
                                        <p:cTn id="96" dur="500"/>
                                        <p:tgtEl>
                                          <p:spTgt spid="962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58" grpId="0" autoUpdateAnimBg="0"/>
      <p:bldP spid="96263" grpId="0"/>
      <p:bldP spid="96264" grpId="0" animBg="1"/>
      <p:bldP spid="96265" grpId="0" animBg="1"/>
      <p:bldP spid="96418" grpId="0" animBg="1"/>
      <p:bldP spid="96419" grpId="0"/>
      <p:bldP spid="96420" grpId="0" animBg="1"/>
      <p:bldP spid="96421" grpId="0"/>
      <p:bldP spid="96422" grpId="0" animBg="1"/>
      <p:bldP spid="96423" grpId="0"/>
      <p:bldP spid="96424" grpId="0" animBg="1"/>
      <p:bldP spid="9642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3" name="Rectangle 3"/>
          <p:cNvSpPr>
            <a:spLocks noChangeArrowheads="1"/>
          </p:cNvSpPr>
          <p:nvPr/>
        </p:nvSpPr>
        <p:spPr bwMode="auto">
          <a:xfrm>
            <a:off x="115888" y="541338"/>
            <a:ext cx="7138987" cy="457200"/>
          </a:xfrm>
          <a:prstGeom prst="rect">
            <a:avLst/>
          </a:prstGeom>
          <a:noFill/>
          <a:ln w="9525" algn="ctr">
            <a:noFill/>
            <a:miter lim="800000"/>
          </a:ln>
        </p:spPr>
        <p:txBody>
          <a:bodyPr>
            <a:spAutoFit/>
          </a:bodyPr>
          <a:lstStyle/>
          <a:p>
            <a:pPr algn="l"/>
            <a:r>
              <a:rPr lang="en-US" altLang="zh-CN" b="1" i="0">
                <a:solidFill>
                  <a:schemeClr val="accent2"/>
                </a:solidFill>
                <a:latin typeface="Times New Roman" panose="02020603050405020304" pitchFamily="18" charset="0"/>
              </a:rPr>
              <a:t>3.   </a:t>
            </a:r>
            <a:r>
              <a:rPr lang="zh-CN" altLang="en-US" b="1" i="0">
                <a:solidFill>
                  <a:schemeClr val="accent2"/>
                </a:solidFill>
                <a:latin typeface="Times New Roman" panose="02020603050405020304" pitchFamily="18" charset="0"/>
              </a:rPr>
              <a:t>刚体的转动动能        刚体转动的动能定理</a:t>
            </a:r>
            <a:endParaRPr lang="zh-CN" altLang="en-US" b="1" i="0">
              <a:solidFill>
                <a:schemeClr val="accent2"/>
              </a:solidFill>
              <a:latin typeface="Times New Roman" panose="02020603050405020304" pitchFamily="18" charset="0"/>
            </a:endParaRPr>
          </a:p>
        </p:txBody>
      </p:sp>
      <p:sp>
        <p:nvSpPr>
          <p:cNvPr id="97284" name="Text Box 4"/>
          <p:cNvSpPr txBox="1">
            <a:spLocks noChangeArrowheads="1"/>
          </p:cNvSpPr>
          <p:nvPr/>
        </p:nvSpPr>
        <p:spPr bwMode="auto">
          <a:xfrm>
            <a:off x="161925" y="1127125"/>
            <a:ext cx="5157788" cy="457200"/>
          </a:xfrm>
          <a:prstGeom prst="rect">
            <a:avLst/>
          </a:prstGeom>
          <a:noFill/>
          <a:ln w="9525">
            <a:noFill/>
            <a:miter lim="800000"/>
          </a:ln>
        </p:spPr>
        <p:txBody>
          <a:bodyPr>
            <a:spAutoFit/>
          </a:bodyPr>
          <a:lstStyle/>
          <a:p>
            <a:pPr algn="l" eaLnBrk="0" hangingPunct="0"/>
            <a:r>
              <a:rPr lang="en-US" altLang="zh-CN" b="1" i="0">
                <a:solidFill>
                  <a:srgbClr val="FF0000"/>
                </a:solidFill>
                <a:latin typeface="Times New Roman" panose="02020603050405020304" pitchFamily="18" charset="0"/>
              </a:rPr>
              <a:t>(1)  </a:t>
            </a:r>
            <a:r>
              <a:rPr lang="zh-CN" altLang="en-US" b="1" i="0">
                <a:solidFill>
                  <a:srgbClr val="FF0000"/>
                </a:solidFill>
                <a:latin typeface="Times New Roman" panose="02020603050405020304" pitchFamily="18" charset="0"/>
              </a:rPr>
              <a:t>刚体的转动</a:t>
            </a:r>
            <a:r>
              <a:rPr kumimoji="0" lang="zh-CN" altLang="en-US" b="1" i="0">
                <a:solidFill>
                  <a:srgbClr val="FF0000"/>
                </a:solidFill>
                <a:latin typeface="Times New Roman" panose="02020603050405020304" pitchFamily="18" charset="0"/>
              </a:rPr>
              <a:t>动能</a:t>
            </a:r>
            <a:endParaRPr kumimoji="0" lang="zh-CN" altLang="en-US" b="1" i="0">
              <a:solidFill>
                <a:srgbClr val="FF0000"/>
              </a:solidFill>
              <a:latin typeface="Times New Roman" panose="02020603050405020304" pitchFamily="18" charset="0"/>
            </a:endParaRPr>
          </a:p>
        </p:txBody>
      </p:sp>
      <p:sp>
        <p:nvSpPr>
          <p:cNvPr id="97312" name="Freeform 32"/>
          <p:cNvSpPr/>
          <p:nvPr/>
        </p:nvSpPr>
        <p:spPr bwMode="auto">
          <a:xfrm>
            <a:off x="5435600" y="1843088"/>
            <a:ext cx="3205163" cy="2881312"/>
          </a:xfrm>
          <a:custGeom>
            <a:avLst/>
            <a:gdLst>
              <a:gd name="T0" fmla="*/ 2147483647 w 1761"/>
              <a:gd name="T1" fmla="*/ 2147483647 h 1074"/>
              <a:gd name="T2" fmla="*/ 2147483647 w 1761"/>
              <a:gd name="T3" fmla="*/ 2147483647 h 1074"/>
              <a:gd name="T4" fmla="*/ 2147483647 w 1761"/>
              <a:gd name="T5" fmla="*/ 2147483647 h 1074"/>
              <a:gd name="T6" fmla="*/ 2147483647 w 1761"/>
              <a:gd name="T7" fmla="*/ 2147483647 h 1074"/>
              <a:gd name="T8" fmla="*/ 2147483647 w 1761"/>
              <a:gd name="T9" fmla="*/ 2147483647 h 1074"/>
              <a:gd name="T10" fmla="*/ 2147483647 w 1761"/>
              <a:gd name="T11" fmla="*/ 2147483647 h 1074"/>
              <a:gd name="T12" fmla="*/ 2147483647 w 1761"/>
              <a:gd name="T13" fmla="*/ 2147483647 h 1074"/>
              <a:gd name="T14" fmla="*/ 2147483647 w 1761"/>
              <a:gd name="T15" fmla="*/ 2147483647 h 1074"/>
              <a:gd name="T16" fmla="*/ 2147483647 w 1761"/>
              <a:gd name="T17" fmla="*/ 2147483647 h 1074"/>
              <a:gd name="T18" fmla="*/ 2147483647 w 1761"/>
              <a:gd name="T19" fmla="*/ 2147483647 h 10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761"/>
              <a:gd name="T31" fmla="*/ 0 h 1074"/>
              <a:gd name="T32" fmla="*/ 1761 w 1761"/>
              <a:gd name="T33" fmla="*/ 1074 h 10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761" h="1074">
                <a:moveTo>
                  <a:pt x="1013" y="8"/>
                </a:moveTo>
                <a:cubicBezTo>
                  <a:pt x="794" y="0"/>
                  <a:pt x="499" y="31"/>
                  <a:pt x="333" y="99"/>
                </a:cubicBezTo>
                <a:cubicBezTo>
                  <a:pt x="167" y="167"/>
                  <a:pt x="30" y="295"/>
                  <a:pt x="15" y="416"/>
                </a:cubicBezTo>
                <a:cubicBezTo>
                  <a:pt x="0" y="537"/>
                  <a:pt x="128" y="727"/>
                  <a:pt x="242" y="825"/>
                </a:cubicBezTo>
                <a:cubicBezTo>
                  <a:pt x="356" y="923"/>
                  <a:pt x="560" y="983"/>
                  <a:pt x="696" y="1006"/>
                </a:cubicBezTo>
                <a:cubicBezTo>
                  <a:pt x="832" y="1029"/>
                  <a:pt x="937" y="954"/>
                  <a:pt x="1058" y="961"/>
                </a:cubicBezTo>
                <a:cubicBezTo>
                  <a:pt x="1179" y="968"/>
                  <a:pt x="1315" y="1074"/>
                  <a:pt x="1421" y="1051"/>
                </a:cubicBezTo>
                <a:cubicBezTo>
                  <a:pt x="1527" y="1028"/>
                  <a:pt x="1655" y="976"/>
                  <a:pt x="1693" y="825"/>
                </a:cubicBezTo>
                <a:cubicBezTo>
                  <a:pt x="1731" y="674"/>
                  <a:pt x="1761" y="280"/>
                  <a:pt x="1648" y="144"/>
                </a:cubicBezTo>
                <a:cubicBezTo>
                  <a:pt x="1535" y="8"/>
                  <a:pt x="1232" y="16"/>
                  <a:pt x="1013" y="8"/>
                </a:cubicBezTo>
                <a:close/>
              </a:path>
            </a:pathLst>
          </a:custGeom>
          <a:solidFill>
            <a:srgbClr val="00FFFF"/>
          </a:solidFill>
          <a:ln w="9525">
            <a:miter lim="800000"/>
          </a:ln>
          <a:scene3d>
            <a:camera prst="legacyPerspectiveFront">
              <a:rot lat="17699992" lon="0" rev="0"/>
            </a:camera>
            <a:lightRig rig="legacyFlat1" dir="t"/>
          </a:scene3d>
          <a:sp3d extrusionH="201600" prstMaterial="legacyPlastic">
            <a:bevelT w="13500" h="13500" prst="angle"/>
            <a:bevelB w="13500" h="13500" prst="angle"/>
            <a:extrusionClr>
              <a:srgbClr val="008080"/>
            </a:extrusionClr>
          </a:sp3d>
        </p:spPr>
        <p:txBody>
          <a:bodyPr wrap="none" anchor="ctr">
            <a:flatTx/>
          </a:bodyPr>
          <a:lstStyle/>
          <a:p>
            <a:endParaRPr lang="zh-CN" altLang="en-US"/>
          </a:p>
        </p:txBody>
      </p:sp>
      <p:sp>
        <p:nvSpPr>
          <p:cNvPr id="97313" name="Line 33"/>
          <p:cNvSpPr>
            <a:spLocks noChangeShapeType="1"/>
          </p:cNvSpPr>
          <p:nvPr/>
        </p:nvSpPr>
        <p:spPr bwMode="auto">
          <a:xfrm>
            <a:off x="6237288" y="1958975"/>
            <a:ext cx="0" cy="1295400"/>
          </a:xfrm>
          <a:prstGeom prst="line">
            <a:avLst/>
          </a:prstGeom>
          <a:noFill/>
          <a:ln w="50800">
            <a:solidFill>
              <a:srgbClr val="FF6600"/>
            </a:solidFill>
            <a:round/>
            <a:headEnd type="triangle" w="med" len="med"/>
          </a:ln>
        </p:spPr>
        <p:txBody>
          <a:bodyPr wrap="none" anchor="ctr"/>
          <a:lstStyle/>
          <a:p>
            <a:endParaRPr lang="zh-CN" altLang="en-US"/>
          </a:p>
        </p:txBody>
      </p:sp>
      <p:sp>
        <p:nvSpPr>
          <p:cNvPr id="97314" name="Line 34"/>
          <p:cNvSpPr>
            <a:spLocks noChangeShapeType="1"/>
          </p:cNvSpPr>
          <p:nvPr/>
        </p:nvSpPr>
        <p:spPr bwMode="auto">
          <a:xfrm>
            <a:off x="6237288" y="4030663"/>
            <a:ext cx="0" cy="376237"/>
          </a:xfrm>
          <a:prstGeom prst="line">
            <a:avLst/>
          </a:prstGeom>
          <a:noFill/>
          <a:ln w="50800">
            <a:solidFill>
              <a:srgbClr val="FF6600"/>
            </a:solidFill>
            <a:round/>
          </a:ln>
        </p:spPr>
        <p:txBody>
          <a:bodyPr wrap="none" anchor="ctr"/>
          <a:lstStyle/>
          <a:p>
            <a:endParaRPr lang="zh-CN" altLang="en-US"/>
          </a:p>
        </p:txBody>
      </p:sp>
      <p:sp>
        <p:nvSpPr>
          <p:cNvPr id="97315" name="Text Box 35"/>
          <p:cNvSpPr txBox="1">
            <a:spLocks noChangeArrowheads="1"/>
          </p:cNvSpPr>
          <p:nvPr/>
        </p:nvSpPr>
        <p:spPr bwMode="auto">
          <a:xfrm>
            <a:off x="5867400" y="1773238"/>
            <a:ext cx="381000" cy="457200"/>
          </a:xfrm>
          <a:prstGeom prst="rect">
            <a:avLst/>
          </a:prstGeom>
          <a:noFill/>
          <a:ln w="9525">
            <a:noFill/>
            <a:miter lim="800000"/>
          </a:ln>
        </p:spPr>
        <p:txBody>
          <a:bodyPr/>
          <a:lstStyle/>
          <a:p>
            <a:pPr algn="just" eaLnBrk="0" hangingPunct="0"/>
            <a:r>
              <a:rPr kumimoji="0" lang="en-US" altLang="zh-CN" b="1">
                <a:solidFill>
                  <a:srgbClr val="FF6600"/>
                </a:solidFill>
                <a:latin typeface="Times New Roman" panose="02020603050405020304" pitchFamily="18" charset="0"/>
              </a:rPr>
              <a:t>z</a:t>
            </a:r>
            <a:endParaRPr kumimoji="0" lang="en-US" altLang="zh-CN" b="1">
              <a:solidFill>
                <a:srgbClr val="FF6600"/>
              </a:solidFill>
              <a:latin typeface="Times New Roman" panose="02020603050405020304" pitchFamily="18" charset="0"/>
            </a:endParaRPr>
          </a:p>
        </p:txBody>
      </p:sp>
      <p:sp>
        <p:nvSpPr>
          <p:cNvPr id="97316" name="Text Box 36"/>
          <p:cNvSpPr txBox="1">
            <a:spLocks noChangeArrowheads="1"/>
          </p:cNvSpPr>
          <p:nvPr/>
        </p:nvSpPr>
        <p:spPr bwMode="auto">
          <a:xfrm>
            <a:off x="6227763" y="1989138"/>
            <a:ext cx="577850" cy="457200"/>
          </a:xfrm>
          <a:prstGeom prst="rect">
            <a:avLst/>
          </a:prstGeom>
          <a:noFill/>
          <a:ln w="9525">
            <a:noFill/>
            <a:miter lim="800000"/>
          </a:ln>
        </p:spPr>
        <p:txBody>
          <a:bodyPr/>
          <a:lstStyle/>
          <a:p>
            <a:pPr algn="just" eaLnBrk="0" hangingPunct="0"/>
            <a:r>
              <a:rPr kumimoji="0" lang="en-US" altLang="zh-CN" b="1">
                <a:solidFill>
                  <a:srgbClr val="CC0000"/>
                </a:solidFill>
                <a:latin typeface="Times New Roman" panose="02020603050405020304" pitchFamily="18" charset="0"/>
                <a:sym typeface="Symbol" panose="05050102010706020507" pitchFamily="18" charset="2"/>
              </a:rPr>
              <a:t></a:t>
            </a:r>
            <a:endParaRPr kumimoji="0" lang="en-US" altLang="zh-CN" b="1">
              <a:solidFill>
                <a:srgbClr val="CC0000"/>
              </a:solidFill>
              <a:latin typeface="Times New Roman" panose="02020603050405020304" pitchFamily="18" charset="0"/>
            </a:endParaRPr>
          </a:p>
        </p:txBody>
      </p:sp>
      <p:sp>
        <p:nvSpPr>
          <p:cNvPr id="97317" name="Line 37"/>
          <p:cNvSpPr>
            <a:spLocks noChangeShapeType="1"/>
          </p:cNvSpPr>
          <p:nvPr/>
        </p:nvSpPr>
        <p:spPr bwMode="auto">
          <a:xfrm>
            <a:off x="6227763" y="3259138"/>
            <a:ext cx="1066800" cy="381000"/>
          </a:xfrm>
          <a:prstGeom prst="line">
            <a:avLst/>
          </a:prstGeom>
          <a:noFill/>
          <a:ln w="28575">
            <a:solidFill>
              <a:srgbClr val="006600"/>
            </a:solidFill>
            <a:round/>
            <a:tailEnd type="triangle" w="med" len="lg"/>
          </a:ln>
        </p:spPr>
        <p:txBody>
          <a:bodyPr wrap="none" anchor="ctr"/>
          <a:lstStyle/>
          <a:p>
            <a:endParaRPr lang="zh-CN" altLang="en-US"/>
          </a:p>
        </p:txBody>
      </p:sp>
      <p:sp>
        <p:nvSpPr>
          <p:cNvPr id="97318" name="Text Box 38"/>
          <p:cNvSpPr txBox="1">
            <a:spLocks noChangeArrowheads="1"/>
          </p:cNvSpPr>
          <p:nvPr/>
        </p:nvSpPr>
        <p:spPr bwMode="auto">
          <a:xfrm>
            <a:off x="5837238" y="2987675"/>
            <a:ext cx="577850" cy="457200"/>
          </a:xfrm>
          <a:prstGeom prst="rect">
            <a:avLst/>
          </a:prstGeom>
          <a:noFill/>
          <a:ln w="9525">
            <a:noFill/>
            <a:miter lim="800000"/>
          </a:ln>
        </p:spPr>
        <p:txBody>
          <a:bodyPr/>
          <a:lstStyle/>
          <a:p>
            <a:pPr algn="just" eaLnBrk="0" hangingPunct="0"/>
            <a:r>
              <a:rPr kumimoji="0" lang="en-US" altLang="zh-CN" b="1">
                <a:solidFill>
                  <a:srgbClr val="006600"/>
                </a:solidFill>
                <a:latin typeface="Times New Roman" panose="02020603050405020304" pitchFamily="18" charset="0"/>
              </a:rPr>
              <a:t>O</a:t>
            </a:r>
            <a:endParaRPr kumimoji="0" lang="en-US" altLang="zh-CN" b="1">
              <a:solidFill>
                <a:srgbClr val="006600"/>
              </a:solidFill>
              <a:latin typeface="Times New Roman" panose="02020603050405020304" pitchFamily="18" charset="0"/>
            </a:endParaRPr>
          </a:p>
        </p:txBody>
      </p:sp>
      <p:graphicFrame>
        <p:nvGraphicFramePr>
          <p:cNvPr id="97319" name="Object 39"/>
          <p:cNvGraphicFramePr>
            <a:graphicFrameLocks noChangeAspect="1"/>
          </p:cNvGraphicFramePr>
          <p:nvPr/>
        </p:nvGraphicFramePr>
        <p:xfrm>
          <a:off x="6699250" y="3068638"/>
          <a:ext cx="233363" cy="392112"/>
        </p:xfrm>
        <a:graphic>
          <a:graphicData uri="http://schemas.openxmlformats.org/presentationml/2006/ole">
            <mc:AlternateContent xmlns:mc="http://schemas.openxmlformats.org/markup-compatibility/2006">
              <mc:Choice xmlns:v="urn:schemas-microsoft-com:vml" Requires="v">
                <p:oleObj spid="_x0000_s32769" name="公式" r:id="rId1" imgW="3352800" imgH="5486400" progId="Equation.3">
                  <p:embed/>
                </p:oleObj>
              </mc:Choice>
              <mc:Fallback>
                <p:oleObj name="公式" r:id="rId1" imgW="3352800" imgH="5486400" progId="Equation.3">
                  <p:embed/>
                  <p:pic>
                    <p:nvPicPr>
                      <p:cNvPr id="0" name="Object 39"/>
                      <p:cNvPicPr>
                        <a:picLocks noChangeAspect="1"/>
                      </p:cNvPicPr>
                      <p:nvPr/>
                    </p:nvPicPr>
                    <p:blipFill>
                      <a:blip r:embed="rId2"/>
                      <a:stretch>
                        <a:fillRect/>
                      </a:stretch>
                    </p:blipFill>
                    <p:spPr>
                      <a:xfrm>
                        <a:off x="6699250" y="3068638"/>
                        <a:ext cx="233363" cy="392112"/>
                      </a:xfrm>
                      <a:prstGeom prst="rect">
                        <a:avLst/>
                      </a:prstGeom>
                      <a:noFill/>
                      <a:ln w="9525">
                        <a:noFill/>
                      </a:ln>
                    </p:spPr>
                  </p:pic>
                </p:oleObj>
              </mc:Fallback>
            </mc:AlternateContent>
          </a:graphicData>
        </a:graphic>
      </p:graphicFrame>
      <p:graphicFrame>
        <p:nvGraphicFramePr>
          <p:cNvPr id="97320" name="Object 40"/>
          <p:cNvGraphicFramePr>
            <a:graphicFrameLocks noChangeAspect="1"/>
          </p:cNvGraphicFramePr>
          <p:nvPr/>
        </p:nvGraphicFramePr>
        <p:xfrm>
          <a:off x="7685088" y="2754313"/>
          <a:ext cx="352425" cy="387350"/>
        </p:xfrm>
        <a:graphic>
          <a:graphicData uri="http://schemas.openxmlformats.org/presentationml/2006/ole">
            <mc:AlternateContent xmlns:mc="http://schemas.openxmlformats.org/markup-compatibility/2006">
              <mc:Choice xmlns:v="urn:schemas-microsoft-com:vml" Requires="v">
                <p:oleObj spid="_x0000_s32771" name="公式" r:id="rId3" imgW="4267200" imgH="5486400" progId="Equation.3">
                  <p:embed/>
                </p:oleObj>
              </mc:Choice>
              <mc:Fallback>
                <p:oleObj name="公式" r:id="rId3" imgW="4267200" imgH="5486400" progId="Equation.3">
                  <p:embed/>
                  <p:pic>
                    <p:nvPicPr>
                      <p:cNvPr id="0" name="Object 40"/>
                      <p:cNvPicPr>
                        <a:picLocks noChangeAspect="1"/>
                      </p:cNvPicPr>
                      <p:nvPr/>
                    </p:nvPicPr>
                    <p:blipFill>
                      <a:blip r:embed="rId4"/>
                      <a:stretch>
                        <a:fillRect/>
                      </a:stretch>
                    </p:blipFill>
                    <p:spPr>
                      <a:xfrm>
                        <a:off x="7685088" y="2754313"/>
                        <a:ext cx="352425" cy="387350"/>
                      </a:xfrm>
                      <a:prstGeom prst="rect">
                        <a:avLst/>
                      </a:prstGeom>
                      <a:noFill/>
                      <a:ln w="9525">
                        <a:noFill/>
                      </a:ln>
                    </p:spPr>
                  </p:pic>
                </p:oleObj>
              </mc:Fallback>
            </mc:AlternateContent>
          </a:graphicData>
        </a:graphic>
      </p:graphicFrame>
      <p:sp>
        <p:nvSpPr>
          <p:cNvPr id="97321" name="Line 41"/>
          <p:cNvSpPr>
            <a:spLocks noChangeShapeType="1"/>
          </p:cNvSpPr>
          <p:nvPr/>
        </p:nvSpPr>
        <p:spPr bwMode="auto">
          <a:xfrm flipV="1">
            <a:off x="7304088" y="2949575"/>
            <a:ext cx="838200" cy="685800"/>
          </a:xfrm>
          <a:prstGeom prst="line">
            <a:avLst/>
          </a:prstGeom>
          <a:noFill/>
          <a:ln w="38100">
            <a:solidFill>
              <a:srgbClr val="FF0000"/>
            </a:solidFill>
            <a:round/>
            <a:tailEnd type="triangle" w="med" len="med"/>
          </a:ln>
        </p:spPr>
        <p:txBody>
          <a:bodyPr wrap="none" anchor="ctr"/>
          <a:lstStyle/>
          <a:p>
            <a:endParaRPr lang="zh-CN" altLang="en-US"/>
          </a:p>
        </p:txBody>
      </p:sp>
      <p:graphicFrame>
        <p:nvGraphicFramePr>
          <p:cNvPr id="97322" name="Object 42"/>
          <p:cNvGraphicFramePr>
            <a:graphicFrameLocks noChangeAspect="1"/>
          </p:cNvGraphicFramePr>
          <p:nvPr/>
        </p:nvGraphicFramePr>
        <p:xfrm>
          <a:off x="7307263" y="3578225"/>
          <a:ext cx="550862" cy="390525"/>
        </p:xfrm>
        <a:graphic>
          <a:graphicData uri="http://schemas.openxmlformats.org/presentationml/2006/ole">
            <mc:AlternateContent xmlns:mc="http://schemas.openxmlformats.org/markup-compatibility/2006">
              <mc:Choice xmlns:v="urn:schemas-microsoft-com:vml" Requires="v">
                <p:oleObj spid="_x0000_s32772" name="公式" r:id="rId5" imgW="7620000" imgH="5486400" progId="Equation.3">
                  <p:embed/>
                </p:oleObj>
              </mc:Choice>
              <mc:Fallback>
                <p:oleObj name="公式" r:id="rId5" imgW="7620000" imgH="5486400" progId="Equation.3">
                  <p:embed/>
                  <p:pic>
                    <p:nvPicPr>
                      <p:cNvPr id="0" name="Object 42"/>
                      <p:cNvPicPr>
                        <a:picLocks noChangeAspect="1"/>
                      </p:cNvPicPr>
                      <p:nvPr/>
                    </p:nvPicPr>
                    <p:blipFill>
                      <a:blip r:embed="rId6"/>
                      <a:stretch>
                        <a:fillRect/>
                      </a:stretch>
                    </p:blipFill>
                    <p:spPr>
                      <a:xfrm>
                        <a:off x="7307263" y="3578225"/>
                        <a:ext cx="550862" cy="390525"/>
                      </a:xfrm>
                      <a:prstGeom prst="rect">
                        <a:avLst/>
                      </a:prstGeom>
                      <a:noFill/>
                      <a:ln w="9525">
                        <a:noFill/>
                      </a:ln>
                    </p:spPr>
                  </p:pic>
                </p:oleObj>
              </mc:Fallback>
            </mc:AlternateContent>
          </a:graphicData>
        </a:graphic>
      </p:graphicFrame>
      <p:graphicFrame>
        <p:nvGraphicFramePr>
          <p:cNvPr id="97323" name="Object 43"/>
          <p:cNvGraphicFramePr>
            <a:graphicFrameLocks noChangeAspect="1"/>
          </p:cNvGraphicFramePr>
          <p:nvPr/>
        </p:nvGraphicFramePr>
        <p:xfrm>
          <a:off x="1285875" y="1644650"/>
          <a:ext cx="3073400" cy="409575"/>
        </p:xfrm>
        <a:graphic>
          <a:graphicData uri="http://schemas.openxmlformats.org/presentationml/2006/ole">
            <mc:AlternateContent xmlns:mc="http://schemas.openxmlformats.org/markup-compatibility/2006">
              <mc:Choice xmlns:v="urn:schemas-microsoft-com:vml" Requires="v">
                <p:oleObj spid="_x0000_s32773" name="公式" r:id="rId7" imgW="41148000" imgH="5486400" progId="Equation.3">
                  <p:embed/>
                </p:oleObj>
              </mc:Choice>
              <mc:Fallback>
                <p:oleObj name="公式" r:id="rId7" imgW="41148000" imgH="5486400" progId="Equation.3">
                  <p:embed/>
                  <p:pic>
                    <p:nvPicPr>
                      <p:cNvPr id="0" name="Object 43"/>
                      <p:cNvPicPr>
                        <a:picLocks noChangeAspect="1"/>
                      </p:cNvPicPr>
                      <p:nvPr/>
                    </p:nvPicPr>
                    <p:blipFill>
                      <a:blip r:embed="rId8"/>
                      <a:stretch>
                        <a:fillRect/>
                      </a:stretch>
                    </p:blipFill>
                    <p:spPr>
                      <a:xfrm>
                        <a:off x="1285875" y="1644650"/>
                        <a:ext cx="3073400" cy="409575"/>
                      </a:xfrm>
                      <a:prstGeom prst="rect">
                        <a:avLst/>
                      </a:prstGeom>
                      <a:noFill/>
                      <a:ln w="9525">
                        <a:noFill/>
                      </a:ln>
                    </p:spPr>
                  </p:pic>
                </p:oleObj>
              </mc:Fallback>
            </mc:AlternateContent>
          </a:graphicData>
        </a:graphic>
      </p:graphicFrame>
      <p:graphicFrame>
        <p:nvGraphicFramePr>
          <p:cNvPr id="97324" name="Object 44"/>
          <p:cNvGraphicFramePr>
            <a:graphicFrameLocks noChangeAspect="1"/>
          </p:cNvGraphicFramePr>
          <p:nvPr/>
        </p:nvGraphicFramePr>
        <p:xfrm>
          <a:off x="1331913" y="2168525"/>
          <a:ext cx="1874837" cy="434975"/>
        </p:xfrm>
        <a:graphic>
          <a:graphicData uri="http://schemas.openxmlformats.org/presentationml/2006/ole">
            <mc:AlternateContent xmlns:mc="http://schemas.openxmlformats.org/markup-compatibility/2006">
              <mc:Choice xmlns:v="urn:schemas-microsoft-com:vml" Requires="v">
                <p:oleObj spid="_x0000_s32774" name="公式" r:id="rId9" imgW="24993600" imgH="5791200" progId="Equation.3">
                  <p:embed/>
                </p:oleObj>
              </mc:Choice>
              <mc:Fallback>
                <p:oleObj name="公式" r:id="rId9" imgW="24993600" imgH="5791200" progId="Equation.3">
                  <p:embed/>
                  <p:pic>
                    <p:nvPicPr>
                      <p:cNvPr id="0" name="Object 44"/>
                      <p:cNvPicPr>
                        <a:picLocks noChangeAspect="1"/>
                      </p:cNvPicPr>
                      <p:nvPr/>
                    </p:nvPicPr>
                    <p:blipFill>
                      <a:blip r:embed="rId10"/>
                      <a:stretch>
                        <a:fillRect/>
                      </a:stretch>
                    </p:blipFill>
                    <p:spPr>
                      <a:xfrm>
                        <a:off x="1331913" y="2168525"/>
                        <a:ext cx="1874837" cy="434975"/>
                      </a:xfrm>
                      <a:prstGeom prst="rect">
                        <a:avLst/>
                      </a:prstGeom>
                      <a:noFill/>
                      <a:ln w="9525">
                        <a:noFill/>
                      </a:ln>
                    </p:spPr>
                  </p:pic>
                </p:oleObj>
              </mc:Fallback>
            </mc:AlternateContent>
          </a:graphicData>
        </a:graphic>
      </p:graphicFrame>
      <p:sp>
        <p:nvSpPr>
          <p:cNvPr id="97325" name="AutoShape 45"/>
          <p:cNvSpPr/>
          <p:nvPr/>
        </p:nvSpPr>
        <p:spPr bwMode="auto">
          <a:xfrm>
            <a:off x="960438" y="1841500"/>
            <a:ext cx="227012" cy="1047750"/>
          </a:xfrm>
          <a:prstGeom prst="leftBrace">
            <a:avLst>
              <a:gd name="adj1" fmla="val 38462"/>
              <a:gd name="adj2" fmla="val 50000"/>
            </a:avLst>
          </a:prstGeom>
          <a:noFill/>
          <a:ln w="25400">
            <a:solidFill>
              <a:schemeClr val="tx1"/>
            </a:solidFill>
            <a:round/>
          </a:ln>
        </p:spPr>
        <p:txBody>
          <a:bodyPr wrap="none" anchor="ctr"/>
          <a:lstStyle/>
          <a:p>
            <a:endParaRPr lang="zh-CN" altLang="en-US"/>
          </a:p>
        </p:txBody>
      </p:sp>
      <p:graphicFrame>
        <p:nvGraphicFramePr>
          <p:cNvPr id="97326" name="Object 46"/>
          <p:cNvGraphicFramePr>
            <a:graphicFrameLocks noChangeAspect="1"/>
          </p:cNvGraphicFramePr>
          <p:nvPr/>
        </p:nvGraphicFramePr>
        <p:xfrm>
          <a:off x="1285875" y="2657475"/>
          <a:ext cx="2098675" cy="411163"/>
        </p:xfrm>
        <a:graphic>
          <a:graphicData uri="http://schemas.openxmlformats.org/presentationml/2006/ole">
            <mc:AlternateContent xmlns:mc="http://schemas.openxmlformats.org/markup-compatibility/2006">
              <mc:Choice xmlns:v="urn:schemas-microsoft-com:vml" Requires="v">
                <p:oleObj spid="_x0000_s32775" name="公式" r:id="rId11" imgW="28041600" imgH="5486400" progId="Equation.3">
                  <p:embed/>
                </p:oleObj>
              </mc:Choice>
              <mc:Fallback>
                <p:oleObj name="公式" r:id="rId11" imgW="28041600" imgH="5486400" progId="Equation.3">
                  <p:embed/>
                  <p:pic>
                    <p:nvPicPr>
                      <p:cNvPr id="0" name="Object 46"/>
                      <p:cNvPicPr>
                        <a:picLocks noChangeAspect="1"/>
                      </p:cNvPicPr>
                      <p:nvPr/>
                    </p:nvPicPr>
                    <p:blipFill>
                      <a:blip r:embed="rId12"/>
                      <a:stretch>
                        <a:fillRect/>
                      </a:stretch>
                    </p:blipFill>
                    <p:spPr>
                      <a:xfrm>
                        <a:off x="1285875" y="2657475"/>
                        <a:ext cx="2098675" cy="411163"/>
                      </a:xfrm>
                      <a:prstGeom prst="rect">
                        <a:avLst/>
                      </a:prstGeom>
                      <a:noFill/>
                      <a:ln w="9525">
                        <a:noFill/>
                      </a:ln>
                    </p:spPr>
                  </p:pic>
                </p:oleObj>
              </mc:Fallback>
            </mc:AlternateContent>
          </a:graphicData>
        </a:graphic>
      </p:graphicFrame>
      <p:sp>
        <p:nvSpPr>
          <p:cNvPr id="97327" name="Text Box 47"/>
          <p:cNvSpPr txBox="1">
            <a:spLocks noChangeArrowheads="1"/>
          </p:cNvSpPr>
          <p:nvPr/>
        </p:nvSpPr>
        <p:spPr bwMode="auto">
          <a:xfrm>
            <a:off x="1406525" y="3197225"/>
            <a:ext cx="2220913"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的动能为</a:t>
            </a:r>
            <a:endParaRPr kumimoji="0" lang="zh-CN" altLang="en-US" i="0">
              <a:solidFill>
                <a:schemeClr val="bg1"/>
              </a:solidFill>
              <a:latin typeface="Times New Roman" panose="02020603050405020304" pitchFamily="18" charset="0"/>
            </a:endParaRPr>
          </a:p>
        </p:txBody>
      </p:sp>
      <p:graphicFrame>
        <p:nvGraphicFramePr>
          <p:cNvPr id="97328" name="Object 48"/>
          <p:cNvGraphicFramePr>
            <a:graphicFrameLocks noChangeAspect="1"/>
          </p:cNvGraphicFramePr>
          <p:nvPr/>
        </p:nvGraphicFramePr>
        <p:xfrm>
          <a:off x="890588" y="3243263"/>
          <a:ext cx="608012" cy="411162"/>
        </p:xfrm>
        <a:graphic>
          <a:graphicData uri="http://schemas.openxmlformats.org/presentationml/2006/ole">
            <mc:AlternateContent xmlns:mc="http://schemas.openxmlformats.org/markup-compatibility/2006">
              <mc:Choice xmlns:v="urn:schemas-microsoft-com:vml" Requires="v">
                <p:oleObj spid="_x0000_s32776" name="公式" r:id="rId13" imgW="7620000" imgH="5486400" progId="Equation.3">
                  <p:embed/>
                </p:oleObj>
              </mc:Choice>
              <mc:Fallback>
                <p:oleObj name="公式" r:id="rId13" imgW="7620000" imgH="5486400" progId="Equation.3">
                  <p:embed/>
                  <p:pic>
                    <p:nvPicPr>
                      <p:cNvPr id="0" name="Object 48"/>
                      <p:cNvPicPr>
                        <a:picLocks noChangeAspect="1"/>
                      </p:cNvPicPr>
                      <p:nvPr/>
                    </p:nvPicPr>
                    <p:blipFill>
                      <a:blip r:embed="rId14"/>
                      <a:stretch>
                        <a:fillRect/>
                      </a:stretch>
                    </p:blipFill>
                    <p:spPr>
                      <a:xfrm>
                        <a:off x="890588" y="3243263"/>
                        <a:ext cx="608012" cy="411162"/>
                      </a:xfrm>
                      <a:prstGeom prst="rect">
                        <a:avLst/>
                      </a:prstGeom>
                      <a:noFill/>
                      <a:ln w="9525">
                        <a:noFill/>
                      </a:ln>
                    </p:spPr>
                  </p:pic>
                </p:oleObj>
              </mc:Fallback>
            </mc:AlternateContent>
          </a:graphicData>
        </a:graphic>
      </p:graphicFrame>
      <p:graphicFrame>
        <p:nvGraphicFramePr>
          <p:cNvPr id="97329" name="Object 49"/>
          <p:cNvGraphicFramePr>
            <a:graphicFrameLocks noChangeAspect="1"/>
          </p:cNvGraphicFramePr>
          <p:nvPr/>
        </p:nvGraphicFramePr>
        <p:xfrm>
          <a:off x="1755775" y="3673475"/>
          <a:ext cx="1666875" cy="690563"/>
        </p:xfrm>
        <a:graphic>
          <a:graphicData uri="http://schemas.openxmlformats.org/presentationml/2006/ole">
            <mc:AlternateContent xmlns:mc="http://schemas.openxmlformats.org/markup-compatibility/2006">
              <mc:Choice xmlns:v="urn:schemas-microsoft-com:vml" Requires="v">
                <p:oleObj spid="_x0000_s32777" name="公式" r:id="rId15" imgW="23469600" imgH="9753600" progId="Equation.3">
                  <p:embed/>
                </p:oleObj>
              </mc:Choice>
              <mc:Fallback>
                <p:oleObj name="公式" r:id="rId15" imgW="23469600" imgH="9753600" progId="Equation.3">
                  <p:embed/>
                  <p:pic>
                    <p:nvPicPr>
                      <p:cNvPr id="0" name="Object 49"/>
                      <p:cNvPicPr>
                        <a:picLocks noChangeAspect="1"/>
                      </p:cNvPicPr>
                      <p:nvPr/>
                    </p:nvPicPr>
                    <p:blipFill>
                      <a:blip r:embed="rId16"/>
                      <a:stretch>
                        <a:fillRect/>
                      </a:stretch>
                    </p:blipFill>
                    <p:spPr>
                      <a:xfrm>
                        <a:off x="1755775" y="3673475"/>
                        <a:ext cx="1666875" cy="690563"/>
                      </a:xfrm>
                      <a:prstGeom prst="rect">
                        <a:avLst/>
                      </a:prstGeom>
                      <a:noFill/>
                      <a:ln w="9525">
                        <a:noFill/>
                      </a:ln>
                    </p:spPr>
                  </p:pic>
                </p:oleObj>
              </mc:Fallback>
            </mc:AlternateContent>
          </a:graphicData>
        </a:graphic>
      </p:graphicFrame>
      <p:graphicFrame>
        <p:nvGraphicFramePr>
          <p:cNvPr id="97330" name="Object 50"/>
          <p:cNvGraphicFramePr>
            <a:graphicFrameLocks noChangeAspect="1"/>
          </p:cNvGraphicFramePr>
          <p:nvPr/>
        </p:nvGraphicFramePr>
        <p:xfrm>
          <a:off x="3402013" y="3683000"/>
          <a:ext cx="1497012" cy="690563"/>
        </p:xfrm>
        <a:graphic>
          <a:graphicData uri="http://schemas.openxmlformats.org/presentationml/2006/ole">
            <mc:AlternateContent xmlns:mc="http://schemas.openxmlformats.org/markup-compatibility/2006">
              <mc:Choice xmlns:v="urn:schemas-microsoft-com:vml" Requires="v">
                <p:oleObj spid="_x0000_s32778" name="公式" r:id="rId17" imgW="21336000" imgH="9753600" progId="Equation.3">
                  <p:embed/>
                </p:oleObj>
              </mc:Choice>
              <mc:Fallback>
                <p:oleObj name="公式" r:id="rId17" imgW="21336000" imgH="9753600" progId="Equation.3">
                  <p:embed/>
                  <p:pic>
                    <p:nvPicPr>
                      <p:cNvPr id="0" name="Object 50"/>
                      <p:cNvPicPr>
                        <a:picLocks noChangeAspect="1"/>
                      </p:cNvPicPr>
                      <p:nvPr/>
                    </p:nvPicPr>
                    <p:blipFill>
                      <a:blip r:embed="rId18"/>
                      <a:stretch>
                        <a:fillRect/>
                      </a:stretch>
                    </p:blipFill>
                    <p:spPr>
                      <a:xfrm>
                        <a:off x="3402013" y="3683000"/>
                        <a:ext cx="1497012" cy="690563"/>
                      </a:xfrm>
                      <a:prstGeom prst="rect">
                        <a:avLst/>
                      </a:prstGeom>
                      <a:noFill/>
                      <a:ln w="9525">
                        <a:noFill/>
                      </a:ln>
                    </p:spPr>
                  </p:pic>
                </p:oleObj>
              </mc:Fallback>
            </mc:AlternateContent>
          </a:graphicData>
        </a:graphic>
      </p:graphicFrame>
      <p:graphicFrame>
        <p:nvGraphicFramePr>
          <p:cNvPr id="97331" name="Object 51"/>
          <p:cNvGraphicFramePr>
            <a:graphicFrameLocks noChangeAspect="1"/>
          </p:cNvGraphicFramePr>
          <p:nvPr/>
        </p:nvGraphicFramePr>
        <p:xfrm>
          <a:off x="1781175" y="4824413"/>
          <a:ext cx="3141663" cy="690562"/>
        </p:xfrm>
        <a:graphic>
          <a:graphicData uri="http://schemas.openxmlformats.org/presentationml/2006/ole">
            <mc:AlternateContent xmlns:mc="http://schemas.openxmlformats.org/markup-compatibility/2006">
              <mc:Choice xmlns:v="urn:schemas-microsoft-com:vml" Requires="v">
                <p:oleObj spid="_x0000_s32779" name="公式" r:id="rId19" imgW="42672000" imgH="9753600" progId="Equation.3">
                  <p:embed/>
                </p:oleObj>
              </mc:Choice>
              <mc:Fallback>
                <p:oleObj name="公式" r:id="rId19" imgW="42672000" imgH="9753600" progId="Equation.3">
                  <p:embed/>
                  <p:pic>
                    <p:nvPicPr>
                      <p:cNvPr id="0" name="Object 51"/>
                      <p:cNvPicPr>
                        <a:picLocks noChangeAspect="1"/>
                      </p:cNvPicPr>
                      <p:nvPr/>
                    </p:nvPicPr>
                    <p:blipFill>
                      <a:blip r:embed="rId20"/>
                      <a:stretch>
                        <a:fillRect/>
                      </a:stretch>
                    </p:blipFill>
                    <p:spPr>
                      <a:xfrm>
                        <a:off x="1781175" y="4824413"/>
                        <a:ext cx="3141663" cy="690562"/>
                      </a:xfrm>
                      <a:prstGeom prst="rect">
                        <a:avLst/>
                      </a:prstGeom>
                      <a:noFill/>
                      <a:ln w="9525">
                        <a:noFill/>
                      </a:ln>
                    </p:spPr>
                  </p:pic>
                </p:oleObj>
              </mc:Fallback>
            </mc:AlternateContent>
          </a:graphicData>
        </a:graphic>
      </p:graphicFrame>
      <p:sp>
        <p:nvSpPr>
          <p:cNvPr id="97332" name="Text Box 52"/>
          <p:cNvSpPr txBox="1">
            <a:spLocks noChangeArrowheads="1"/>
          </p:cNvSpPr>
          <p:nvPr/>
        </p:nvSpPr>
        <p:spPr bwMode="auto">
          <a:xfrm>
            <a:off x="846138" y="4373563"/>
            <a:ext cx="2690812"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刚体的总动能</a:t>
            </a:r>
            <a:endParaRPr kumimoji="0" lang="zh-CN" altLang="en-US" b="1" i="0">
              <a:solidFill>
                <a:schemeClr val="bg1"/>
              </a:solidFill>
              <a:latin typeface="Times New Roman" panose="02020603050405020304" pitchFamily="18" charset="0"/>
            </a:endParaRPr>
          </a:p>
        </p:txBody>
      </p:sp>
      <p:graphicFrame>
        <p:nvGraphicFramePr>
          <p:cNvPr id="97333" name="Object 53"/>
          <p:cNvGraphicFramePr>
            <a:graphicFrameLocks noChangeAspect="1"/>
          </p:cNvGraphicFramePr>
          <p:nvPr/>
        </p:nvGraphicFramePr>
        <p:xfrm>
          <a:off x="4932363" y="4824413"/>
          <a:ext cx="2070100" cy="692150"/>
        </p:xfrm>
        <a:graphic>
          <a:graphicData uri="http://schemas.openxmlformats.org/presentationml/2006/ole">
            <mc:AlternateContent xmlns:mc="http://schemas.openxmlformats.org/markup-compatibility/2006">
              <mc:Choice xmlns:v="urn:schemas-microsoft-com:vml" Requires="v">
                <p:oleObj spid="_x0000_s32780" name="公式" r:id="rId21" imgW="28041600" imgH="9753600" progId="Equation.3">
                  <p:embed/>
                </p:oleObj>
              </mc:Choice>
              <mc:Fallback>
                <p:oleObj name="公式" r:id="rId21" imgW="28041600" imgH="9753600" progId="Equation.3">
                  <p:embed/>
                  <p:pic>
                    <p:nvPicPr>
                      <p:cNvPr id="0" name="Object 53"/>
                      <p:cNvPicPr>
                        <a:picLocks noChangeAspect="1"/>
                      </p:cNvPicPr>
                      <p:nvPr/>
                    </p:nvPicPr>
                    <p:blipFill>
                      <a:blip r:embed="rId22"/>
                      <a:stretch>
                        <a:fillRect/>
                      </a:stretch>
                    </p:blipFill>
                    <p:spPr>
                      <a:xfrm>
                        <a:off x="4932363" y="4824413"/>
                        <a:ext cx="2070100" cy="692150"/>
                      </a:xfrm>
                      <a:prstGeom prst="rect">
                        <a:avLst/>
                      </a:prstGeom>
                      <a:noFill/>
                      <a:ln w="9525">
                        <a:noFill/>
                      </a:ln>
                    </p:spPr>
                  </p:pic>
                </p:oleObj>
              </mc:Fallback>
            </mc:AlternateContent>
          </a:graphicData>
        </a:graphic>
      </p:graphicFrame>
      <p:graphicFrame>
        <p:nvGraphicFramePr>
          <p:cNvPr id="97334" name="Object 54"/>
          <p:cNvGraphicFramePr>
            <a:graphicFrameLocks noChangeAspect="1"/>
          </p:cNvGraphicFramePr>
          <p:nvPr/>
        </p:nvGraphicFramePr>
        <p:xfrm>
          <a:off x="7046913" y="4824413"/>
          <a:ext cx="960437" cy="685800"/>
        </p:xfrm>
        <a:graphic>
          <a:graphicData uri="http://schemas.openxmlformats.org/presentationml/2006/ole">
            <mc:AlternateContent xmlns:mc="http://schemas.openxmlformats.org/markup-compatibility/2006">
              <mc:Choice xmlns:v="urn:schemas-microsoft-com:vml" Requires="v">
                <p:oleObj spid="_x0000_s32781" name="公式" r:id="rId23" imgW="13106400" imgH="9753600" progId="Equation.3">
                  <p:embed/>
                </p:oleObj>
              </mc:Choice>
              <mc:Fallback>
                <p:oleObj name="公式" r:id="rId23" imgW="13106400" imgH="9753600" progId="Equation.3">
                  <p:embed/>
                  <p:pic>
                    <p:nvPicPr>
                      <p:cNvPr id="0" name="Object 54"/>
                      <p:cNvPicPr>
                        <a:picLocks noChangeAspect="1"/>
                      </p:cNvPicPr>
                      <p:nvPr/>
                    </p:nvPicPr>
                    <p:blipFill>
                      <a:blip r:embed="rId24"/>
                      <a:stretch>
                        <a:fillRect/>
                      </a:stretch>
                    </p:blipFill>
                    <p:spPr>
                      <a:xfrm>
                        <a:off x="7046913" y="4824413"/>
                        <a:ext cx="960437" cy="685800"/>
                      </a:xfrm>
                      <a:prstGeom prst="rect">
                        <a:avLst/>
                      </a:prstGeom>
                      <a:noFill/>
                      <a:ln w="9525">
                        <a:noFill/>
                      </a:ln>
                    </p:spPr>
                  </p:pic>
                </p:oleObj>
              </mc:Fallback>
            </mc:AlternateContent>
          </a:graphicData>
        </a:graphic>
      </p:graphicFrame>
      <p:sp>
        <p:nvSpPr>
          <p:cNvPr id="97335" name="Text Box 55"/>
          <p:cNvSpPr txBox="1">
            <a:spLocks noChangeArrowheads="1"/>
          </p:cNvSpPr>
          <p:nvPr/>
        </p:nvSpPr>
        <p:spPr bwMode="auto">
          <a:xfrm>
            <a:off x="7119938" y="3092450"/>
            <a:ext cx="577850" cy="381000"/>
          </a:xfrm>
          <a:prstGeom prst="rect">
            <a:avLst/>
          </a:prstGeom>
          <a:noFill/>
          <a:ln w="9525">
            <a:noFill/>
            <a:miter lim="800000"/>
          </a:ln>
        </p:spPr>
        <p:txBody>
          <a:bodyPr/>
          <a:lstStyle/>
          <a:p>
            <a:pPr algn="just" eaLnBrk="0" hangingPunct="0"/>
            <a:r>
              <a:rPr kumimoji="0" lang="en-US" altLang="zh-CN" b="1">
                <a:latin typeface="Times New Roman" panose="02020603050405020304" pitchFamily="18" charset="0"/>
              </a:rPr>
              <a:t>P</a:t>
            </a:r>
            <a:endParaRPr kumimoji="0" lang="en-US" altLang="zh-CN" b="1">
              <a:latin typeface="Times New Roman" panose="02020603050405020304" pitchFamily="18" charset="0"/>
            </a:endParaRPr>
          </a:p>
        </p:txBody>
      </p:sp>
      <p:sp>
        <p:nvSpPr>
          <p:cNvPr id="97336" name="Rectangle 56"/>
          <p:cNvSpPr>
            <a:spLocks noChangeArrowheads="1"/>
          </p:cNvSpPr>
          <p:nvPr/>
        </p:nvSpPr>
        <p:spPr bwMode="auto">
          <a:xfrm>
            <a:off x="7132638" y="3403600"/>
            <a:ext cx="290512" cy="457200"/>
          </a:xfrm>
          <a:prstGeom prst="rect">
            <a:avLst/>
          </a:prstGeom>
          <a:noFill/>
          <a:ln w="9525">
            <a:noFill/>
            <a:miter lim="800000"/>
          </a:ln>
        </p:spPr>
        <p:txBody>
          <a:bodyPr wrap="none">
            <a:spAutoFit/>
          </a:bodyPr>
          <a:lstStyle/>
          <a:p>
            <a:pPr algn="just" eaLnBrk="0" hangingPunct="0"/>
            <a:r>
              <a:rPr kumimoji="0" lang="en-US" altLang="zh-CN" b="1">
                <a:latin typeface="Times New Roman" panose="02020603050405020304" pitchFamily="18" charset="0"/>
              </a:rPr>
              <a:t>•</a:t>
            </a:r>
            <a:endParaRPr kumimoji="0" lang="en-US" altLang="zh-CN" b="1">
              <a:latin typeface="Times New Roman" panose="02020603050405020304" pitchFamily="18" charset="0"/>
            </a:endParaRPr>
          </a:p>
        </p:txBody>
      </p:sp>
      <p:sp>
        <p:nvSpPr>
          <p:cNvPr id="97337" name="Text Box 57"/>
          <p:cNvSpPr txBox="1">
            <a:spLocks noChangeArrowheads="1"/>
          </p:cNvSpPr>
          <p:nvPr/>
        </p:nvSpPr>
        <p:spPr bwMode="auto">
          <a:xfrm>
            <a:off x="1314450" y="5543550"/>
            <a:ext cx="7307263" cy="903288"/>
          </a:xfrm>
          <a:prstGeom prst="rect">
            <a:avLst/>
          </a:prstGeom>
          <a:noFill/>
          <a:ln w="25400">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绕定轴转动刚体的动能等于刚体对转轴的转动惯量与其角速度平方乘积的一半</a:t>
            </a:r>
            <a:endParaRPr kumimoji="0" lang="zh-CN" altLang="en-US" i="0">
              <a:solidFill>
                <a:schemeClr val="bg1"/>
              </a:solidFill>
              <a:latin typeface="Times New Roman" panose="02020603050405020304" pitchFamily="18" charset="0"/>
            </a:endParaRPr>
          </a:p>
        </p:txBody>
      </p:sp>
      <p:sp>
        <p:nvSpPr>
          <p:cNvPr id="97338" name="Text Box 58"/>
          <p:cNvSpPr txBox="1">
            <a:spLocks noChangeArrowheads="1"/>
          </p:cNvSpPr>
          <p:nvPr/>
        </p:nvSpPr>
        <p:spPr bwMode="auto">
          <a:xfrm>
            <a:off x="476250" y="5526088"/>
            <a:ext cx="1366838" cy="512762"/>
          </a:xfrm>
          <a:prstGeom prst="rect">
            <a:avLst/>
          </a:prstGeom>
          <a:noFill/>
          <a:ln w="9525">
            <a:noFill/>
            <a:miter lim="800000"/>
          </a:ln>
        </p:spPr>
        <p:txBody>
          <a:bodyPr>
            <a:spAutoFit/>
          </a:bodyPr>
          <a:lstStyle/>
          <a:p>
            <a:pPr algn="l">
              <a:lnSpc>
                <a:spcPct val="115000"/>
              </a:lnSpc>
              <a:buClr>
                <a:srgbClr val="CC0000"/>
              </a:buClr>
              <a:buFont typeface="Wingdings" panose="05000000000000000000" pitchFamily="2" charset="2"/>
              <a:buNone/>
            </a:pPr>
            <a:r>
              <a:rPr kumimoji="0" lang="zh-CN" altLang="en-US" b="1" i="0">
                <a:solidFill>
                  <a:srgbClr val="FF6600"/>
                </a:solidFill>
                <a:latin typeface="Times New Roman" panose="02020603050405020304" pitchFamily="18" charset="0"/>
              </a:rPr>
              <a:t>结论</a:t>
            </a:r>
            <a:endParaRPr kumimoji="0" lang="zh-CN" altLang="en-US" b="1" i="0">
              <a:solidFill>
                <a:srgbClr val="FF6600"/>
              </a:solidFill>
              <a:latin typeface="Times New Roman" panose="02020603050405020304" pitchFamily="18" charset="0"/>
            </a:endParaRPr>
          </a:p>
        </p:txBody>
      </p:sp>
      <p:sp>
        <p:nvSpPr>
          <p:cNvPr id="97339" name="Arc 59"/>
          <p:cNvSpPr/>
          <p:nvPr/>
        </p:nvSpPr>
        <p:spPr bwMode="auto">
          <a:xfrm flipH="1">
            <a:off x="5992813" y="2419350"/>
            <a:ext cx="479425" cy="215900"/>
          </a:xfrm>
          <a:custGeom>
            <a:avLst/>
            <a:gdLst>
              <a:gd name="T0" fmla="*/ 525761236 w 43200"/>
              <a:gd name="T1" fmla="*/ 0 h 38804"/>
              <a:gd name="T2" fmla="*/ 128554704 w 43200"/>
              <a:gd name="T3" fmla="*/ 47026 h 38804"/>
              <a:gd name="T4" fmla="*/ 327643810 w 43200"/>
              <a:gd name="T5" fmla="*/ 16486760 h 38804"/>
              <a:gd name="T6" fmla="*/ 0 60000 65536"/>
              <a:gd name="T7" fmla="*/ 0 60000 65536"/>
              <a:gd name="T8" fmla="*/ 0 60000 65536"/>
              <a:gd name="T9" fmla="*/ 0 w 43200"/>
              <a:gd name="T10" fmla="*/ 0 h 38804"/>
              <a:gd name="T11" fmla="*/ 43200 w 43200"/>
              <a:gd name="T12" fmla="*/ 38804 h 38804"/>
            </a:gdLst>
            <a:ahLst/>
            <a:cxnLst>
              <a:cxn ang="T6">
                <a:pos x="T0" y="T1"/>
              </a:cxn>
              <a:cxn ang="T7">
                <a:pos x="T2" y="T3"/>
              </a:cxn>
              <a:cxn ang="T8">
                <a:pos x="T4" y="T5"/>
              </a:cxn>
            </a:cxnLst>
            <a:rect l="T9" t="T10" r="T11" b="T12"/>
            <a:pathLst>
              <a:path w="43200" h="38804" fill="none"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path>
              <a:path w="43200" h="38804" stroke="0" extrusionOk="0">
                <a:moveTo>
                  <a:pt x="34660" y="0"/>
                </a:moveTo>
                <a:cubicBezTo>
                  <a:pt x="40040" y="4084"/>
                  <a:pt x="43200" y="10449"/>
                  <a:pt x="43200" y="17204"/>
                </a:cubicBezTo>
                <a:cubicBezTo>
                  <a:pt x="43200" y="29133"/>
                  <a:pt x="33529" y="38804"/>
                  <a:pt x="21600" y="38804"/>
                </a:cubicBezTo>
                <a:cubicBezTo>
                  <a:pt x="9670" y="38804"/>
                  <a:pt x="0" y="29133"/>
                  <a:pt x="0" y="17204"/>
                </a:cubicBezTo>
                <a:cubicBezTo>
                  <a:pt x="-1" y="10478"/>
                  <a:pt x="3133" y="4135"/>
                  <a:pt x="8474" y="48"/>
                </a:cubicBezTo>
                <a:lnTo>
                  <a:pt x="21600" y="17204"/>
                </a:lnTo>
                <a:close/>
              </a:path>
            </a:pathLst>
          </a:custGeom>
          <a:noFill/>
          <a:ln w="28575">
            <a:solidFill>
              <a:srgbClr val="CC0000"/>
            </a:solidFill>
            <a:round/>
            <a:tailEnd type="triangle" w="med" len="med"/>
          </a:ln>
        </p:spPr>
        <p:txBody>
          <a:bodyPr wrap="none" anchor="ctr"/>
          <a:lstStyle/>
          <a:p>
            <a:endParaRPr lang="zh-CN" altLang="en-US"/>
          </a:p>
        </p:txBody>
      </p:sp>
      <p:sp>
        <p:nvSpPr>
          <p:cNvPr id="97340" name="AutoShape 60"/>
          <p:cNvSpPr>
            <a:spLocks noChangeArrowheads="1"/>
          </p:cNvSpPr>
          <p:nvPr/>
        </p:nvSpPr>
        <p:spPr bwMode="auto">
          <a:xfrm>
            <a:off x="161925" y="55086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283"/>
                                        </p:tgtEl>
                                        <p:attrNameLst>
                                          <p:attrName>style.visibility</p:attrName>
                                        </p:attrNameLst>
                                      </p:cBhvr>
                                      <p:to>
                                        <p:strVal val="visible"/>
                                      </p:to>
                                    </p:set>
                                    <p:animEffect transition="in" filter="wipe(left)">
                                      <p:cBhvr>
                                        <p:cTn id="7" dur="500"/>
                                        <p:tgtEl>
                                          <p:spTgt spid="972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84"/>
                                        </p:tgtEl>
                                        <p:attrNameLst>
                                          <p:attrName>style.visibility</p:attrName>
                                        </p:attrNameLst>
                                      </p:cBhvr>
                                      <p:to>
                                        <p:strVal val="visible"/>
                                      </p:to>
                                    </p:set>
                                    <p:animEffect transition="in" filter="wipe(left)">
                                      <p:cBhvr>
                                        <p:cTn id="12" dur="500"/>
                                        <p:tgtEl>
                                          <p:spTgt spid="97284"/>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97312"/>
                                        </p:tgtEl>
                                        <p:attrNameLst>
                                          <p:attrName>style.visibility</p:attrName>
                                        </p:attrNameLst>
                                      </p:cBhvr>
                                      <p:to>
                                        <p:strVal val="visible"/>
                                      </p:to>
                                    </p:set>
                                    <p:anim calcmode="lin" valueType="num">
                                      <p:cBhvr>
                                        <p:cTn id="17" dur="500" fill="hold"/>
                                        <p:tgtEl>
                                          <p:spTgt spid="97312"/>
                                        </p:tgtEl>
                                        <p:attrNameLst>
                                          <p:attrName>ppt_w</p:attrName>
                                        </p:attrNameLst>
                                      </p:cBhvr>
                                      <p:tavLst>
                                        <p:tav tm="0">
                                          <p:val>
                                            <p:fltVal val="0"/>
                                          </p:val>
                                        </p:tav>
                                        <p:tav tm="100000">
                                          <p:val>
                                            <p:strVal val="#ppt_w"/>
                                          </p:val>
                                        </p:tav>
                                      </p:tavLst>
                                    </p:anim>
                                    <p:anim calcmode="lin" valueType="num">
                                      <p:cBhvr>
                                        <p:cTn id="18" dur="500" fill="hold"/>
                                        <p:tgtEl>
                                          <p:spTgt spid="97312"/>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7313"/>
                                        </p:tgtEl>
                                        <p:attrNameLst>
                                          <p:attrName>style.visibility</p:attrName>
                                        </p:attrNameLst>
                                      </p:cBhvr>
                                      <p:to>
                                        <p:strVal val="visible"/>
                                      </p:to>
                                    </p:set>
                                    <p:animEffect transition="in" filter="wipe(left)">
                                      <p:cBhvr>
                                        <p:cTn id="23" dur="500"/>
                                        <p:tgtEl>
                                          <p:spTgt spid="97313"/>
                                        </p:tgtEl>
                                      </p:cBhvr>
                                    </p:animEffect>
                                  </p:childTnLst>
                                </p:cTn>
                              </p:par>
                            </p:childTnLst>
                          </p:cTn>
                        </p:par>
                        <p:par>
                          <p:cTn id="24" fill="hold">
                            <p:stCondLst>
                              <p:cond delay="500"/>
                            </p:stCondLst>
                            <p:childTnLst>
                              <p:par>
                                <p:cTn id="25" presetID="22" presetClass="entr" presetSubtype="8" fill="hold" grpId="0" nodeType="afterEffect">
                                  <p:stCondLst>
                                    <p:cond delay="0"/>
                                  </p:stCondLst>
                                  <p:childTnLst>
                                    <p:set>
                                      <p:cBhvr>
                                        <p:cTn id="26" dur="1" fill="hold">
                                          <p:stCondLst>
                                            <p:cond delay="0"/>
                                          </p:stCondLst>
                                        </p:cTn>
                                        <p:tgtEl>
                                          <p:spTgt spid="97314"/>
                                        </p:tgtEl>
                                        <p:attrNameLst>
                                          <p:attrName>style.visibility</p:attrName>
                                        </p:attrNameLst>
                                      </p:cBhvr>
                                      <p:to>
                                        <p:strVal val="visible"/>
                                      </p:to>
                                    </p:set>
                                    <p:animEffect transition="in" filter="wipe(left)">
                                      <p:cBhvr>
                                        <p:cTn id="27" dur="500"/>
                                        <p:tgtEl>
                                          <p:spTgt spid="97314"/>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97315"/>
                                        </p:tgtEl>
                                        <p:attrNameLst>
                                          <p:attrName>style.visibility</p:attrName>
                                        </p:attrNameLst>
                                      </p:cBhvr>
                                      <p:to>
                                        <p:strVal val="visible"/>
                                      </p:to>
                                    </p:set>
                                    <p:animEffect transition="in" filter="wipe(left)">
                                      <p:cBhvr>
                                        <p:cTn id="31" dur="500"/>
                                        <p:tgtEl>
                                          <p:spTgt spid="9731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97339"/>
                                        </p:tgtEl>
                                        <p:attrNameLst>
                                          <p:attrName>style.visibility</p:attrName>
                                        </p:attrNameLst>
                                      </p:cBhvr>
                                      <p:to>
                                        <p:strVal val="visible"/>
                                      </p:to>
                                    </p:set>
                                    <p:animEffect transition="in" filter="wipe(down)">
                                      <p:cBhvr>
                                        <p:cTn id="36" dur="500"/>
                                        <p:tgtEl>
                                          <p:spTgt spid="97339"/>
                                        </p:tgtEl>
                                      </p:cBhvr>
                                    </p:animEffect>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97316"/>
                                        </p:tgtEl>
                                        <p:attrNameLst>
                                          <p:attrName>style.visibility</p:attrName>
                                        </p:attrNameLst>
                                      </p:cBhvr>
                                      <p:to>
                                        <p:strVal val="visible"/>
                                      </p:to>
                                    </p:set>
                                    <p:animEffect transition="in" filter="wipe(left)">
                                      <p:cBhvr>
                                        <p:cTn id="40" dur="500"/>
                                        <p:tgtEl>
                                          <p:spTgt spid="9731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97323"/>
                                        </p:tgtEl>
                                        <p:attrNameLst>
                                          <p:attrName>style.visibility</p:attrName>
                                        </p:attrNameLst>
                                      </p:cBhvr>
                                      <p:to>
                                        <p:strVal val="visible"/>
                                      </p:to>
                                    </p:set>
                                    <p:animEffect transition="in" filter="wipe(left)">
                                      <p:cBhvr>
                                        <p:cTn id="45" dur="500"/>
                                        <p:tgtEl>
                                          <p:spTgt spid="9732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97336"/>
                                        </p:tgtEl>
                                        <p:attrNameLst>
                                          <p:attrName>style.visibility</p:attrName>
                                        </p:attrNameLst>
                                      </p:cBhvr>
                                      <p:to>
                                        <p:strVal val="visible"/>
                                      </p:to>
                                    </p:set>
                                    <p:animEffect transition="in" filter="wipe(down)">
                                      <p:cBhvr>
                                        <p:cTn id="50" dur="500"/>
                                        <p:tgtEl>
                                          <p:spTgt spid="97336"/>
                                        </p:tgtEl>
                                      </p:cBhvr>
                                    </p:animEffect>
                                  </p:childTnLst>
                                </p:cTn>
                              </p:par>
                            </p:childTnLst>
                          </p:cTn>
                        </p:par>
                        <p:par>
                          <p:cTn id="51" fill="hold">
                            <p:stCondLst>
                              <p:cond delay="500"/>
                            </p:stCondLst>
                            <p:childTnLst>
                              <p:par>
                                <p:cTn id="52" presetID="22" presetClass="entr" presetSubtype="4" fill="hold" grpId="0" nodeType="afterEffect">
                                  <p:stCondLst>
                                    <p:cond delay="0"/>
                                  </p:stCondLst>
                                  <p:childTnLst>
                                    <p:set>
                                      <p:cBhvr>
                                        <p:cTn id="53" dur="1" fill="hold">
                                          <p:stCondLst>
                                            <p:cond delay="0"/>
                                          </p:stCondLst>
                                        </p:cTn>
                                        <p:tgtEl>
                                          <p:spTgt spid="97335"/>
                                        </p:tgtEl>
                                        <p:attrNameLst>
                                          <p:attrName>style.visibility</p:attrName>
                                        </p:attrNameLst>
                                      </p:cBhvr>
                                      <p:to>
                                        <p:strVal val="visible"/>
                                      </p:to>
                                    </p:set>
                                    <p:animEffect transition="in" filter="wipe(down)">
                                      <p:cBhvr>
                                        <p:cTn id="54" dur="500"/>
                                        <p:tgtEl>
                                          <p:spTgt spid="97335"/>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97322"/>
                                        </p:tgtEl>
                                        <p:attrNameLst>
                                          <p:attrName>style.visibility</p:attrName>
                                        </p:attrNameLst>
                                      </p:cBhvr>
                                      <p:to>
                                        <p:strVal val="visible"/>
                                      </p:to>
                                    </p:set>
                                    <p:animEffect transition="in" filter="wipe(left)">
                                      <p:cBhvr>
                                        <p:cTn id="59" dur="500"/>
                                        <p:tgtEl>
                                          <p:spTgt spid="97322"/>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97318"/>
                                        </p:tgtEl>
                                        <p:attrNameLst>
                                          <p:attrName>style.visibility</p:attrName>
                                        </p:attrNameLst>
                                      </p:cBhvr>
                                      <p:to>
                                        <p:strVal val="visible"/>
                                      </p:to>
                                    </p:set>
                                    <p:animEffect transition="in" filter="wipe(left)">
                                      <p:cBhvr>
                                        <p:cTn id="64" dur="500"/>
                                        <p:tgtEl>
                                          <p:spTgt spid="97318"/>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97317"/>
                                        </p:tgtEl>
                                        <p:attrNameLst>
                                          <p:attrName>style.visibility</p:attrName>
                                        </p:attrNameLst>
                                      </p:cBhvr>
                                      <p:to>
                                        <p:strVal val="visible"/>
                                      </p:to>
                                    </p:set>
                                    <p:animEffect transition="in" filter="wipe(left)">
                                      <p:cBhvr>
                                        <p:cTn id="69" dur="500"/>
                                        <p:tgtEl>
                                          <p:spTgt spid="9731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97319"/>
                                        </p:tgtEl>
                                        <p:attrNameLst>
                                          <p:attrName>style.visibility</p:attrName>
                                        </p:attrNameLst>
                                      </p:cBhvr>
                                      <p:to>
                                        <p:strVal val="visible"/>
                                      </p:to>
                                    </p:set>
                                    <p:animEffect transition="in" filter="wipe(left)">
                                      <p:cBhvr>
                                        <p:cTn id="74" dur="500"/>
                                        <p:tgtEl>
                                          <p:spTgt spid="9731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nodeType="clickEffect">
                                  <p:stCondLst>
                                    <p:cond delay="0"/>
                                  </p:stCondLst>
                                  <p:childTnLst>
                                    <p:set>
                                      <p:cBhvr>
                                        <p:cTn id="78" dur="1" fill="hold">
                                          <p:stCondLst>
                                            <p:cond delay="0"/>
                                          </p:stCondLst>
                                        </p:cTn>
                                        <p:tgtEl>
                                          <p:spTgt spid="97324"/>
                                        </p:tgtEl>
                                        <p:attrNameLst>
                                          <p:attrName>style.visibility</p:attrName>
                                        </p:attrNameLst>
                                      </p:cBhvr>
                                      <p:to>
                                        <p:strVal val="visible"/>
                                      </p:to>
                                    </p:set>
                                    <p:animEffect transition="in" filter="wipe(left)">
                                      <p:cBhvr>
                                        <p:cTn id="79" dur="500"/>
                                        <p:tgtEl>
                                          <p:spTgt spid="97324"/>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97321"/>
                                        </p:tgtEl>
                                        <p:attrNameLst>
                                          <p:attrName>style.visibility</p:attrName>
                                        </p:attrNameLst>
                                      </p:cBhvr>
                                      <p:to>
                                        <p:strVal val="visible"/>
                                      </p:to>
                                    </p:set>
                                    <p:animEffect transition="in" filter="wipe(left)">
                                      <p:cBhvr>
                                        <p:cTn id="84" dur="500"/>
                                        <p:tgtEl>
                                          <p:spTgt spid="97321"/>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97320"/>
                                        </p:tgtEl>
                                        <p:attrNameLst>
                                          <p:attrName>style.visibility</p:attrName>
                                        </p:attrNameLst>
                                      </p:cBhvr>
                                      <p:to>
                                        <p:strVal val="visible"/>
                                      </p:to>
                                    </p:set>
                                    <p:animEffect transition="in" filter="wipe(left)">
                                      <p:cBhvr>
                                        <p:cTn id="89" dur="500"/>
                                        <p:tgtEl>
                                          <p:spTgt spid="97320"/>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nodeType="clickEffect">
                                  <p:stCondLst>
                                    <p:cond delay="0"/>
                                  </p:stCondLst>
                                  <p:childTnLst>
                                    <p:set>
                                      <p:cBhvr>
                                        <p:cTn id="93" dur="1" fill="hold">
                                          <p:stCondLst>
                                            <p:cond delay="0"/>
                                          </p:stCondLst>
                                        </p:cTn>
                                        <p:tgtEl>
                                          <p:spTgt spid="97326"/>
                                        </p:tgtEl>
                                        <p:attrNameLst>
                                          <p:attrName>style.visibility</p:attrName>
                                        </p:attrNameLst>
                                      </p:cBhvr>
                                      <p:to>
                                        <p:strVal val="visible"/>
                                      </p:to>
                                    </p:set>
                                    <p:animEffect transition="in" filter="wipe(left)">
                                      <p:cBhvr>
                                        <p:cTn id="94" dur="500"/>
                                        <p:tgtEl>
                                          <p:spTgt spid="97326"/>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97325"/>
                                        </p:tgtEl>
                                        <p:attrNameLst>
                                          <p:attrName>style.visibility</p:attrName>
                                        </p:attrNameLst>
                                      </p:cBhvr>
                                      <p:to>
                                        <p:strVal val="visible"/>
                                      </p:to>
                                    </p:set>
                                    <p:animEffect transition="in" filter="wipe(left)">
                                      <p:cBhvr>
                                        <p:cTn id="99" dur="500"/>
                                        <p:tgtEl>
                                          <p:spTgt spid="97325"/>
                                        </p:tgtEl>
                                      </p:cBhvr>
                                    </p:animEffect>
                                  </p:childTnLst>
                                </p:cTn>
                              </p:par>
                            </p:childTnLst>
                          </p:cTn>
                        </p:par>
                        <p:par>
                          <p:cTn id="100" fill="hold">
                            <p:stCondLst>
                              <p:cond delay="500"/>
                            </p:stCondLst>
                            <p:childTnLst>
                              <p:par>
                                <p:cTn id="101" presetID="22" presetClass="entr" presetSubtype="8" fill="hold" nodeType="afterEffect">
                                  <p:stCondLst>
                                    <p:cond delay="0"/>
                                  </p:stCondLst>
                                  <p:childTnLst>
                                    <p:set>
                                      <p:cBhvr>
                                        <p:cTn id="102" dur="1" fill="hold">
                                          <p:stCondLst>
                                            <p:cond delay="0"/>
                                          </p:stCondLst>
                                        </p:cTn>
                                        <p:tgtEl>
                                          <p:spTgt spid="97328"/>
                                        </p:tgtEl>
                                        <p:attrNameLst>
                                          <p:attrName>style.visibility</p:attrName>
                                        </p:attrNameLst>
                                      </p:cBhvr>
                                      <p:to>
                                        <p:strVal val="visible"/>
                                      </p:to>
                                    </p:set>
                                    <p:animEffect transition="in" filter="wipe(left)">
                                      <p:cBhvr>
                                        <p:cTn id="103" dur="500"/>
                                        <p:tgtEl>
                                          <p:spTgt spid="97328"/>
                                        </p:tgtEl>
                                      </p:cBhvr>
                                    </p:animEffect>
                                  </p:childTnLst>
                                </p:cTn>
                              </p:par>
                            </p:childTnLst>
                          </p:cTn>
                        </p:par>
                        <p:par>
                          <p:cTn id="104" fill="hold">
                            <p:stCondLst>
                              <p:cond delay="1000"/>
                            </p:stCondLst>
                            <p:childTnLst>
                              <p:par>
                                <p:cTn id="105" presetID="22" presetClass="entr" presetSubtype="8" fill="hold" grpId="0" nodeType="afterEffect">
                                  <p:stCondLst>
                                    <p:cond delay="0"/>
                                  </p:stCondLst>
                                  <p:childTnLst>
                                    <p:set>
                                      <p:cBhvr>
                                        <p:cTn id="106" dur="1" fill="hold">
                                          <p:stCondLst>
                                            <p:cond delay="0"/>
                                          </p:stCondLst>
                                        </p:cTn>
                                        <p:tgtEl>
                                          <p:spTgt spid="97327"/>
                                        </p:tgtEl>
                                        <p:attrNameLst>
                                          <p:attrName>style.visibility</p:attrName>
                                        </p:attrNameLst>
                                      </p:cBhvr>
                                      <p:to>
                                        <p:strVal val="visible"/>
                                      </p:to>
                                    </p:set>
                                    <p:animEffect transition="in" filter="wipe(left)">
                                      <p:cBhvr>
                                        <p:cTn id="107" dur="500"/>
                                        <p:tgtEl>
                                          <p:spTgt spid="97327"/>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97329"/>
                                        </p:tgtEl>
                                        <p:attrNameLst>
                                          <p:attrName>style.visibility</p:attrName>
                                        </p:attrNameLst>
                                      </p:cBhvr>
                                      <p:to>
                                        <p:strVal val="visible"/>
                                      </p:to>
                                    </p:set>
                                    <p:animEffect transition="in" filter="wipe(left)">
                                      <p:cBhvr>
                                        <p:cTn id="112" dur="500"/>
                                        <p:tgtEl>
                                          <p:spTgt spid="97329"/>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nodeType="clickEffect">
                                  <p:stCondLst>
                                    <p:cond delay="0"/>
                                  </p:stCondLst>
                                  <p:childTnLst>
                                    <p:set>
                                      <p:cBhvr>
                                        <p:cTn id="116" dur="1" fill="hold">
                                          <p:stCondLst>
                                            <p:cond delay="0"/>
                                          </p:stCondLst>
                                        </p:cTn>
                                        <p:tgtEl>
                                          <p:spTgt spid="97330"/>
                                        </p:tgtEl>
                                        <p:attrNameLst>
                                          <p:attrName>style.visibility</p:attrName>
                                        </p:attrNameLst>
                                      </p:cBhvr>
                                      <p:to>
                                        <p:strVal val="visible"/>
                                      </p:to>
                                    </p:set>
                                    <p:animEffect transition="in" filter="wipe(left)">
                                      <p:cBhvr>
                                        <p:cTn id="117" dur="500"/>
                                        <p:tgtEl>
                                          <p:spTgt spid="97330"/>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97332"/>
                                        </p:tgtEl>
                                        <p:attrNameLst>
                                          <p:attrName>style.visibility</p:attrName>
                                        </p:attrNameLst>
                                      </p:cBhvr>
                                      <p:to>
                                        <p:strVal val="visible"/>
                                      </p:to>
                                    </p:set>
                                    <p:animEffect transition="in" filter="wipe(left)">
                                      <p:cBhvr>
                                        <p:cTn id="122" dur="500"/>
                                        <p:tgtEl>
                                          <p:spTgt spid="97332"/>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nodeType="clickEffect">
                                  <p:stCondLst>
                                    <p:cond delay="0"/>
                                  </p:stCondLst>
                                  <p:childTnLst>
                                    <p:set>
                                      <p:cBhvr>
                                        <p:cTn id="126" dur="1" fill="hold">
                                          <p:stCondLst>
                                            <p:cond delay="0"/>
                                          </p:stCondLst>
                                        </p:cTn>
                                        <p:tgtEl>
                                          <p:spTgt spid="97331"/>
                                        </p:tgtEl>
                                        <p:attrNameLst>
                                          <p:attrName>style.visibility</p:attrName>
                                        </p:attrNameLst>
                                      </p:cBhvr>
                                      <p:to>
                                        <p:strVal val="visible"/>
                                      </p:to>
                                    </p:set>
                                    <p:animEffect transition="in" filter="wipe(left)">
                                      <p:cBhvr>
                                        <p:cTn id="127" dur="500"/>
                                        <p:tgtEl>
                                          <p:spTgt spid="97331"/>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nodeType="clickEffect">
                                  <p:stCondLst>
                                    <p:cond delay="0"/>
                                  </p:stCondLst>
                                  <p:childTnLst>
                                    <p:set>
                                      <p:cBhvr>
                                        <p:cTn id="131" dur="1" fill="hold">
                                          <p:stCondLst>
                                            <p:cond delay="0"/>
                                          </p:stCondLst>
                                        </p:cTn>
                                        <p:tgtEl>
                                          <p:spTgt spid="97333"/>
                                        </p:tgtEl>
                                        <p:attrNameLst>
                                          <p:attrName>style.visibility</p:attrName>
                                        </p:attrNameLst>
                                      </p:cBhvr>
                                      <p:to>
                                        <p:strVal val="visible"/>
                                      </p:to>
                                    </p:set>
                                    <p:animEffect transition="in" filter="wipe(left)">
                                      <p:cBhvr>
                                        <p:cTn id="132" dur="500"/>
                                        <p:tgtEl>
                                          <p:spTgt spid="97333"/>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97334"/>
                                        </p:tgtEl>
                                        <p:attrNameLst>
                                          <p:attrName>style.visibility</p:attrName>
                                        </p:attrNameLst>
                                      </p:cBhvr>
                                      <p:to>
                                        <p:strVal val="visible"/>
                                      </p:to>
                                    </p:set>
                                    <p:animEffect transition="in" filter="wipe(left)">
                                      <p:cBhvr>
                                        <p:cTn id="137" dur="500"/>
                                        <p:tgtEl>
                                          <p:spTgt spid="97334"/>
                                        </p:tgtEl>
                                      </p:cBhvr>
                                    </p:animEffect>
                                  </p:childTnLst>
                                </p:cTn>
                              </p:par>
                            </p:childTnLst>
                          </p:cTn>
                        </p:par>
                      </p:childTnLst>
                    </p:cTn>
                  </p:par>
                  <p:par>
                    <p:cTn id="138" fill="hold">
                      <p:stCondLst>
                        <p:cond delay="indefinite"/>
                      </p:stCondLst>
                      <p:childTnLst>
                        <p:par>
                          <p:cTn id="139" fill="hold">
                            <p:stCondLst>
                              <p:cond delay="0"/>
                            </p:stCondLst>
                            <p:childTnLst>
                              <p:par>
                                <p:cTn id="140" presetID="9" presetClass="entr" presetSubtype="0" fill="hold" grpId="0" nodeType="clickEffect">
                                  <p:stCondLst>
                                    <p:cond delay="0"/>
                                  </p:stCondLst>
                                  <p:childTnLst>
                                    <p:set>
                                      <p:cBhvr>
                                        <p:cTn id="141" dur="1" fill="hold">
                                          <p:stCondLst>
                                            <p:cond delay="0"/>
                                          </p:stCondLst>
                                        </p:cTn>
                                        <p:tgtEl>
                                          <p:spTgt spid="97340"/>
                                        </p:tgtEl>
                                        <p:attrNameLst>
                                          <p:attrName>style.visibility</p:attrName>
                                        </p:attrNameLst>
                                      </p:cBhvr>
                                      <p:to>
                                        <p:strVal val="visible"/>
                                      </p:to>
                                    </p:set>
                                    <p:animEffect transition="in" filter="dissolve">
                                      <p:cBhvr>
                                        <p:cTn id="142" dur="1000"/>
                                        <p:tgtEl>
                                          <p:spTgt spid="97340"/>
                                        </p:tgtEl>
                                      </p:cBhvr>
                                    </p:animEffect>
                                  </p:childTnLst>
                                </p:cTn>
                              </p:par>
                            </p:childTnLst>
                          </p:cTn>
                        </p:par>
                        <p:par>
                          <p:cTn id="143" fill="hold">
                            <p:stCondLst>
                              <p:cond delay="1000"/>
                            </p:stCondLst>
                            <p:childTnLst>
                              <p:par>
                                <p:cTn id="144" presetID="22" presetClass="entr" presetSubtype="8" fill="hold" grpId="0" nodeType="afterEffect">
                                  <p:stCondLst>
                                    <p:cond delay="0"/>
                                  </p:stCondLst>
                                  <p:childTnLst>
                                    <p:set>
                                      <p:cBhvr>
                                        <p:cTn id="145" dur="1" fill="hold">
                                          <p:stCondLst>
                                            <p:cond delay="0"/>
                                          </p:stCondLst>
                                        </p:cTn>
                                        <p:tgtEl>
                                          <p:spTgt spid="97338"/>
                                        </p:tgtEl>
                                        <p:attrNameLst>
                                          <p:attrName>style.visibility</p:attrName>
                                        </p:attrNameLst>
                                      </p:cBhvr>
                                      <p:to>
                                        <p:strVal val="visible"/>
                                      </p:to>
                                    </p:set>
                                    <p:animEffect transition="in" filter="wipe(left)">
                                      <p:cBhvr>
                                        <p:cTn id="146" dur="500"/>
                                        <p:tgtEl>
                                          <p:spTgt spid="97338"/>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97337"/>
                                        </p:tgtEl>
                                        <p:attrNameLst>
                                          <p:attrName>style.visibility</p:attrName>
                                        </p:attrNameLst>
                                      </p:cBhvr>
                                      <p:to>
                                        <p:strVal val="visible"/>
                                      </p:to>
                                    </p:set>
                                    <p:animEffect transition="in" filter="wipe(left)">
                                      <p:cBhvr>
                                        <p:cTn id="151" dur="500"/>
                                        <p:tgtEl>
                                          <p:spTgt spid="973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autoUpdateAnimBg="0"/>
      <p:bldP spid="97284" grpId="0" autoUpdateAnimBg="0"/>
      <p:bldP spid="97312" grpId="0" animBg="1"/>
      <p:bldP spid="97313" grpId="0" animBg="1"/>
      <p:bldP spid="97314" grpId="0" animBg="1"/>
      <p:bldP spid="97315" grpId="0" autoUpdateAnimBg="0"/>
      <p:bldP spid="97316" grpId="0" autoUpdateAnimBg="0"/>
      <p:bldP spid="97317" grpId="0" animBg="1"/>
      <p:bldP spid="97318" grpId="0" autoUpdateAnimBg="0"/>
      <p:bldP spid="97321" grpId="0" animBg="1"/>
      <p:bldP spid="97325" grpId="0" animBg="1"/>
      <p:bldP spid="97327" grpId="0" autoUpdateAnimBg="0"/>
      <p:bldP spid="97332" grpId="0" autoUpdateAnimBg="0"/>
      <p:bldP spid="97335" grpId="0"/>
      <p:bldP spid="97336" grpId="0"/>
      <p:bldP spid="97337" grpId="0"/>
      <p:bldP spid="97338" grpId="0"/>
      <p:bldP spid="97339" grpId="0" animBg="1"/>
      <p:bldP spid="9734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611188" y="5094288"/>
            <a:ext cx="7921625" cy="1169987"/>
          </a:xfrm>
          <a:prstGeom prst="rect">
            <a:avLst/>
          </a:prstGeom>
          <a:solidFill>
            <a:srgbClr val="CCECFF">
              <a:alpha val="30196"/>
            </a:srgbClr>
          </a:solidFill>
          <a:ln w="9525">
            <a:solidFill>
              <a:srgbClr val="66FFFF">
                <a:alpha val="70195"/>
              </a:srgbClr>
            </a:solidFill>
            <a:miter lim="800000"/>
          </a:ln>
        </p:spPr>
        <p:txBody>
          <a:bodyPr wrap="none" anchor="ctr"/>
          <a:lstStyle/>
          <a:p>
            <a:endParaRPr lang="zh-CN" altLang="zh-CN">
              <a:solidFill>
                <a:schemeClr val="tx2"/>
              </a:solidFill>
              <a:latin typeface="Times New Roman" panose="02020603050405020304" pitchFamily="18" charset="0"/>
            </a:endParaRPr>
          </a:p>
        </p:txBody>
      </p:sp>
      <p:sp>
        <p:nvSpPr>
          <p:cNvPr id="98307" name="Text Box 3"/>
          <p:cNvSpPr txBox="1">
            <a:spLocks noChangeArrowheads="1"/>
          </p:cNvSpPr>
          <p:nvPr/>
        </p:nvSpPr>
        <p:spPr bwMode="auto">
          <a:xfrm>
            <a:off x="161925" y="458788"/>
            <a:ext cx="4321175" cy="457200"/>
          </a:xfrm>
          <a:prstGeom prst="rect">
            <a:avLst/>
          </a:prstGeom>
          <a:noFill/>
          <a:ln w="9525">
            <a:noFill/>
            <a:miter lim="800000"/>
          </a:ln>
        </p:spPr>
        <p:txBody>
          <a:bodyPr>
            <a:spAutoFit/>
          </a:bodyPr>
          <a:lstStyle/>
          <a:p>
            <a:pPr algn="l" eaLnBrk="0" hangingPunct="0"/>
            <a:r>
              <a:rPr lang="en-US" altLang="zh-CN" b="1" i="0">
                <a:solidFill>
                  <a:srgbClr val="FF0000"/>
                </a:solidFill>
                <a:latin typeface="Times New Roman" panose="02020603050405020304" pitchFamily="18" charset="0"/>
              </a:rPr>
              <a:t>(2)  </a:t>
            </a:r>
            <a:r>
              <a:rPr lang="zh-CN" altLang="en-US" b="1" i="0">
                <a:solidFill>
                  <a:srgbClr val="FF0000"/>
                </a:solidFill>
                <a:latin typeface="Times New Roman" panose="02020603050405020304" pitchFamily="18" charset="0"/>
              </a:rPr>
              <a:t>刚体</a:t>
            </a:r>
            <a:r>
              <a:rPr kumimoji="0" lang="zh-CN" altLang="en-US" b="1" i="0">
                <a:solidFill>
                  <a:srgbClr val="FF0000"/>
                </a:solidFill>
                <a:latin typeface="Times New Roman" panose="02020603050405020304" pitchFamily="18" charset="0"/>
              </a:rPr>
              <a:t>转动的动能定理</a:t>
            </a:r>
            <a:endParaRPr kumimoji="0" lang="zh-CN" altLang="en-US" b="1" i="0">
              <a:solidFill>
                <a:srgbClr val="FF0000"/>
              </a:solidFill>
              <a:latin typeface="Times New Roman" panose="02020603050405020304" pitchFamily="18" charset="0"/>
            </a:endParaRPr>
          </a:p>
        </p:txBody>
      </p:sp>
      <p:sp>
        <p:nvSpPr>
          <p:cNvPr id="98308" name="Text Box 4"/>
          <p:cNvSpPr txBox="1">
            <a:spLocks noChangeArrowheads="1"/>
          </p:cNvSpPr>
          <p:nvPr/>
        </p:nvSpPr>
        <p:spPr bwMode="auto">
          <a:xfrm>
            <a:off x="3671888" y="503238"/>
            <a:ext cx="3725862" cy="461962"/>
          </a:xfrm>
          <a:prstGeom prst="rect">
            <a:avLst/>
          </a:prstGeom>
          <a:noFill/>
          <a:ln w="9525">
            <a:noFill/>
            <a:miter lim="800000"/>
          </a:ln>
        </p:spPr>
        <p:txBody>
          <a:bodyPr>
            <a:spAutoFit/>
          </a:bodyPr>
          <a:lstStyle/>
          <a:p>
            <a:pPr algn="l" eaLnBrk="0" hangingPunct="0"/>
            <a:r>
              <a:rPr kumimoji="0" lang="zh-CN" altLang="en-US" b="1" i="0">
                <a:solidFill>
                  <a:srgbClr val="CC0000"/>
                </a:solidFill>
                <a:latin typeface="Times New Roman" panose="02020603050405020304" pitchFamily="18" charset="0"/>
              </a:rPr>
              <a:t>（合力矩功的效果）</a:t>
            </a:r>
            <a:endParaRPr kumimoji="0" lang="zh-CN" altLang="en-US" b="1" i="0">
              <a:solidFill>
                <a:srgbClr val="CC0000"/>
              </a:solidFill>
              <a:latin typeface="Times New Roman" panose="02020603050405020304" pitchFamily="18" charset="0"/>
            </a:endParaRPr>
          </a:p>
        </p:txBody>
      </p:sp>
      <p:graphicFrame>
        <p:nvGraphicFramePr>
          <p:cNvPr id="98309" name="Object 5"/>
          <p:cNvGraphicFramePr>
            <a:graphicFrameLocks noChangeAspect="1"/>
          </p:cNvGraphicFramePr>
          <p:nvPr/>
        </p:nvGraphicFramePr>
        <p:xfrm>
          <a:off x="2411413" y="2481263"/>
          <a:ext cx="2278062" cy="812800"/>
        </p:xfrm>
        <a:graphic>
          <a:graphicData uri="http://schemas.openxmlformats.org/presentationml/2006/ole">
            <mc:AlternateContent xmlns:mc="http://schemas.openxmlformats.org/markup-compatibility/2006">
              <mc:Choice xmlns:v="urn:schemas-microsoft-com:vml" Requires="v">
                <p:oleObj spid="_x0000_s33793" name="公式" r:id="rId1" imgW="27432000" imgH="9753600" progId="Equation.3">
                  <p:embed/>
                </p:oleObj>
              </mc:Choice>
              <mc:Fallback>
                <p:oleObj name="公式" r:id="rId1" imgW="27432000" imgH="9753600" progId="Equation.3">
                  <p:embed/>
                  <p:pic>
                    <p:nvPicPr>
                      <p:cNvPr id="0" name="Object 5"/>
                      <p:cNvPicPr>
                        <a:picLocks noChangeAspect="1"/>
                      </p:cNvPicPr>
                      <p:nvPr/>
                    </p:nvPicPr>
                    <p:blipFill>
                      <a:blip r:embed="rId2"/>
                      <a:stretch>
                        <a:fillRect/>
                      </a:stretch>
                    </p:blipFill>
                    <p:spPr>
                      <a:xfrm>
                        <a:off x="2411413" y="2481263"/>
                        <a:ext cx="2278062" cy="812800"/>
                      </a:xfrm>
                      <a:prstGeom prst="rect">
                        <a:avLst/>
                      </a:prstGeom>
                      <a:noFill/>
                      <a:ln w="25400">
                        <a:noFill/>
                      </a:ln>
                    </p:spPr>
                  </p:pic>
                </p:oleObj>
              </mc:Fallback>
            </mc:AlternateContent>
          </a:graphicData>
        </a:graphic>
      </p:graphicFrame>
      <p:graphicFrame>
        <p:nvGraphicFramePr>
          <p:cNvPr id="98310" name="Object 6"/>
          <p:cNvGraphicFramePr>
            <a:graphicFrameLocks noChangeAspect="1"/>
          </p:cNvGraphicFramePr>
          <p:nvPr/>
        </p:nvGraphicFramePr>
        <p:xfrm>
          <a:off x="1827213" y="1042988"/>
          <a:ext cx="1428750" cy="355600"/>
        </p:xfrm>
        <a:graphic>
          <a:graphicData uri="http://schemas.openxmlformats.org/presentationml/2006/ole">
            <mc:AlternateContent xmlns:mc="http://schemas.openxmlformats.org/markup-compatibility/2006">
              <mc:Choice xmlns:v="urn:schemas-microsoft-com:vml" Requires="v">
                <p:oleObj spid="_x0000_s33795" name="公式" r:id="rId3" imgW="17068800" imgH="4267200" progId="Equation.3">
                  <p:embed/>
                </p:oleObj>
              </mc:Choice>
              <mc:Fallback>
                <p:oleObj name="公式" r:id="rId3" imgW="17068800" imgH="4267200" progId="Equation.3">
                  <p:embed/>
                  <p:pic>
                    <p:nvPicPr>
                      <p:cNvPr id="0" name="Object 6"/>
                      <p:cNvPicPr>
                        <a:picLocks noChangeAspect="1"/>
                      </p:cNvPicPr>
                      <p:nvPr/>
                    </p:nvPicPr>
                    <p:blipFill>
                      <a:blip r:embed="rId4"/>
                      <a:stretch>
                        <a:fillRect/>
                      </a:stretch>
                    </p:blipFill>
                    <p:spPr>
                      <a:xfrm>
                        <a:off x="1827213" y="1042988"/>
                        <a:ext cx="1428750" cy="355600"/>
                      </a:xfrm>
                      <a:prstGeom prst="rect">
                        <a:avLst/>
                      </a:prstGeom>
                      <a:noFill/>
                      <a:ln w="25400">
                        <a:noFill/>
                      </a:ln>
                    </p:spPr>
                  </p:pic>
                </p:oleObj>
              </mc:Fallback>
            </mc:AlternateContent>
          </a:graphicData>
        </a:graphic>
      </p:graphicFrame>
      <p:graphicFrame>
        <p:nvGraphicFramePr>
          <p:cNvPr id="98311" name="Object 7"/>
          <p:cNvGraphicFramePr>
            <a:graphicFrameLocks noChangeAspect="1"/>
          </p:cNvGraphicFramePr>
          <p:nvPr/>
        </p:nvGraphicFramePr>
        <p:xfrm>
          <a:off x="2276475" y="1538288"/>
          <a:ext cx="2724150" cy="809625"/>
        </p:xfrm>
        <a:graphic>
          <a:graphicData uri="http://schemas.openxmlformats.org/presentationml/2006/ole">
            <mc:AlternateContent xmlns:mc="http://schemas.openxmlformats.org/markup-compatibility/2006">
              <mc:Choice xmlns:v="urn:schemas-microsoft-com:vml" Requires="v">
                <p:oleObj spid="_x0000_s33796" name="公式" r:id="rId5" imgW="32613600" imgH="9753600" progId="Equation.3">
                  <p:embed/>
                </p:oleObj>
              </mc:Choice>
              <mc:Fallback>
                <p:oleObj name="公式" r:id="rId5" imgW="32613600" imgH="9753600" progId="Equation.3">
                  <p:embed/>
                  <p:pic>
                    <p:nvPicPr>
                      <p:cNvPr id="0" name="Object 7"/>
                      <p:cNvPicPr>
                        <a:picLocks noChangeAspect="1"/>
                      </p:cNvPicPr>
                      <p:nvPr/>
                    </p:nvPicPr>
                    <p:blipFill>
                      <a:blip r:embed="rId6"/>
                      <a:stretch>
                        <a:fillRect/>
                      </a:stretch>
                    </p:blipFill>
                    <p:spPr>
                      <a:xfrm>
                        <a:off x="2276475" y="1538288"/>
                        <a:ext cx="2724150" cy="809625"/>
                      </a:xfrm>
                      <a:prstGeom prst="rect">
                        <a:avLst/>
                      </a:prstGeom>
                      <a:noFill/>
                      <a:ln w="25400">
                        <a:noFill/>
                      </a:ln>
                    </p:spPr>
                  </p:pic>
                </p:oleObj>
              </mc:Fallback>
            </mc:AlternateContent>
          </a:graphicData>
        </a:graphic>
      </p:graphicFrame>
      <p:sp>
        <p:nvSpPr>
          <p:cNvPr id="98312" name="Text Box 8"/>
          <p:cNvSpPr txBox="1">
            <a:spLocks noChangeArrowheads="1"/>
          </p:cNvSpPr>
          <p:nvPr/>
        </p:nvSpPr>
        <p:spPr bwMode="auto">
          <a:xfrm>
            <a:off x="341313" y="3241675"/>
            <a:ext cx="2895600"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对于一有限过程</a:t>
            </a:r>
            <a:endParaRPr kumimoji="0" lang="zh-CN" altLang="en-US" i="0">
              <a:solidFill>
                <a:schemeClr val="bg1"/>
              </a:solidFill>
              <a:latin typeface="Times New Roman" panose="02020603050405020304" pitchFamily="18" charset="0"/>
            </a:endParaRPr>
          </a:p>
        </p:txBody>
      </p:sp>
      <p:graphicFrame>
        <p:nvGraphicFramePr>
          <p:cNvPr id="98313" name="Object 9"/>
          <p:cNvGraphicFramePr>
            <a:graphicFrameLocks noChangeAspect="1"/>
          </p:cNvGraphicFramePr>
          <p:nvPr/>
        </p:nvGraphicFramePr>
        <p:xfrm>
          <a:off x="1196975" y="3967163"/>
          <a:ext cx="3181350" cy="809625"/>
        </p:xfrm>
        <a:graphic>
          <a:graphicData uri="http://schemas.openxmlformats.org/presentationml/2006/ole">
            <mc:AlternateContent xmlns:mc="http://schemas.openxmlformats.org/markup-compatibility/2006">
              <mc:Choice xmlns:v="urn:schemas-microsoft-com:vml" Requires="v">
                <p:oleObj spid="_x0000_s33797" name="公式" r:id="rId7" imgW="38404800" imgH="9753600" progId="Equation.3">
                  <p:embed/>
                </p:oleObj>
              </mc:Choice>
              <mc:Fallback>
                <p:oleObj name="公式" r:id="rId7" imgW="38404800" imgH="9753600" progId="Equation.3">
                  <p:embed/>
                  <p:pic>
                    <p:nvPicPr>
                      <p:cNvPr id="0" name="Object 9"/>
                      <p:cNvPicPr>
                        <a:picLocks noChangeAspect="1"/>
                      </p:cNvPicPr>
                      <p:nvPr/>
                    </p:nvPicPr>
                    <p:blipFill>
                      <a:blip r:embed="rId8"/>
                      <a:stretch>
                        <a:fillRect/>
                      </a:stretch>
                    </p:blipFill>
                    <p:spPr>
                      <a:xfrm>
                        <a:off x="1196975" y="3967163"/>
                        <a:ext cx="3181350" cy="809625"/>
                      </a:xfrm>
                      <a:prstGeom prst="rect">
                        <a:avLst/>
                      </a:prstGeom>
                      <a:noFill/>
                      <a:ln w="25400">
                        <a:noFill/>
                      </a:ln>
                    </p:spPr>
                  </p:pic>
                </p:oleObj>
              </mc:Fallback>
            </mc:AlternateContent>
          </a:graphicData>
        </a:graphic>
      </p:graphicFrame>
      <p:graphicFrame>
        <p:nvGraphicFramePr>
          <p:cNvPr id="98314" name="Object 10"/>
          <p:cNvGraphicFramePr>
            <a:graphicFrameLocks noChangeAspect="1"/>
          </p:cNvGraphicFramePr>
          <p:nvPr/>
        </p:nvGraphicFramePr>
        <p:xfrm>
          <a:off x="4437063" y="3968750"/>
          <a:ext cx="2281237" cy="809625"/>
        </p:xfrm>
        <a:graphic>
          <a:graphicData uri="http://schemas.openxmlformats.org/presentationml/2006/ole">
            <mc:AlternateContent xmlns:mc="http://schemas.openxmlformats.org/markup-compatibility/2006">
              <mc:Choice xmlns:v="urn:schemas-microsoft-com:vml" Requires="v">
                <p:oleObj spid="_x0000_s33798" name="公式" r:id="rId9" imgW="27432000" imgH="9753600" progId="Equation.3">
                  <p:embed/>
                </p:oleObj>
              </mc:Choice>
              <mc:Fallback>
                <p:oleObj name="公式" r:id="rId9" imgW="27432000" imgH="9753600" progId="Equation.3">
                  <p:embed/>
                  <p:pic>
                    <p:nvPicPr>
                      <p:cNvPr id="0" name="Object 10"/>
                      <p:cNvPicPr>
                        <a:picLocks noChangeAspect="1"/>
                      </p:cNvPicPr>
                      <p:nvPr/>
                    </p:nvPicPr>
                    <p:blipFill>
                      <a:blip r:embed="rId10"/>
                      <a:stretch>
                        <a:fillRect/>
                      </a:stretch>
                    </p:blipFill>
                    <p:spPr>
                      <a:xfrm>
                        <a:off x="4437063" y="3968750"/>
                        <a:ext cx="2281237" cy="809625"/>
                      </a:xfrm>
                      <a:prstGeom prst="rect">
                        <a:avLst/>
                      </a:prstGeom>
                      <a:noFill/>
                      <a:ln w="25400">
                        <a:noFill/>
                      </a:ln>
                    </p:spPr>
                  </p:pic>
                </p:oleObj>
              </mc:Fallback>
            </mc:AlternateContent>
          </a:graphicData>
        </a:graphic>
      </p:graphicFrame>
      <p:graphicFrame>
        <p:nvGraphicFramePr>
          <p:cNvPr id="98315" name="Object 11"/>
          <p:cNvGraphicFramePr>
            <a:graphicFrameLocks noChangeAspect="1"/>
          </p:cNvGraphicFramePr>
          <p:nvPr/>
        </p:nvGraphicFramePr>
        <p:xfrm>
          <a:off x="6732588" y="4184650"/>
          <a:ext cx="871537" cy="458788"/>
        </p:xfrm>
        <a:graphic>
          <a:graphicData uri="http://schemas.openxmlformats.org/presentationml/2006/ole">
            <mc:AlternateContent xmlns:mc="http://schemas.openxmlformats.org/markup-compatibility/2006">
              <mc:Choice xmlns:v="urn:schemas-microsoft-com:vml" Requires="v">
                <p:oleObj spid="_x0000_s33799" name="公式" r:id="rId11" imgW="10363200" imgH="5486400" progId="Equation.3">
                  <p:embed/>
                </p:oleObj>
              </mc:Choice>
              <mc:Fallback>
                <p:oleObj name="公式" r:id="rId11" imgW="10363200" imgH="5486400" progId="Equation.3">
                  <p:embed/>
                  <p:pic>
                    <p:nvPicPr>
                      <p:cNvPr id="0" name="Object 11"/>
                      <p:cNvPicPr>
                        <a:picLocks noChangeAspect="1"/>
                      </p:cNvPicPr>
                      <p:nvPr/>
                    </p:nvPicPr>
                    <p:blipFill>
                      <a:blip r:embed="rId12"/>
                      <a:stretch>
                        <a:fillRect/>
                      </a:stretch>
                    </p:blipFill>
                    <p:spPr>
                      <a:xfrm>
                        <a:off x="6732588" y="4184650"/>
                        <a:ext cx="871537" cy="458788"/>
                      </a:xfrm>
                      <a:prstGeom prst="rect">
                        <a:avLst/>
                      </a:prstGeom>
                      <a:noFill/>
                      <a:ln w="25400">
                        <a:noFill/>
                      </a:ln>
                    </p:spPr>
                  </p:pic>
                </p:oleObj>
              </mc:Fallback>
            </mc:AlternateContent>
          </a:graphicData>
        </a:graphic>
      </p:graphicFrame>
      <p:sp>
        <p:nvSpPr>
          <p:cNvPr id="98316" name="Text Box 12"/>
          <p:cNvSpPr txBox="1">
            <a:spLocks noChangeArrowheads="1"/>
          </p:cNvSpPr>
          <p:nvPr/>
        </p:nvSpPr>
        <p:spPr bwMode="auto">
          <a:xfrm>
            <a:off x="792163" y="5184775"/>
            <a:ext cx="7650162" cy="1108075"/>
          </a:xfrm>
          <a:prstGeom prst="rect">
            <a:avLst/>
          </a:prstGeom>
          <a:noFill/>
          <a:ln w="19050">
            <a:noFill/>
            <a:miter lim="800000"/>
          </a:ln>
        </p:spPr>
        <p:txBody>
          <a:bodyPr lIns="0" tIns="0" rIns="0" bIns="0">
            <a:spAutoFit/>
          </a:bodyPr>
          <a:lstStyle/>
          <a:p>
            <a:pPr algn="l" eaLnBrk="0" hangingPunct="0"/>
            <a:r>
              <a:rPr kumimoji="0" lang="zh-CN" altLang="en-US" b="1" i="0">
                <a:solidFill>
                  <a:schemeClr val="tx2"/>
                </a:solidFill>
                <a:latin typeface="Times New Roman" panose="02020603050405020304" pitchFamily="18" charset="0"/>
              </a:rPr>
              <a:t>绕定轴转动刚体在任一过程中动能的增量，等于在该过程中作用在刚体上所有外力所作功的总和。这就是绕定轴转动刚体的</a:t>
            </a:r>
            <a:r>
              <a:rPr kumimoji="0" lang="en-US" altLang="zh-CN" b="1" i="0">
                <a:solidFill>
                  <a:schemeClr val="tx2"/>
                </a:solidFill>
                <a:latin typeface="Times New Roman" panose="02020603050405020304" pitchFamily="18" charset="0"/>
              </a:rPr>
              <a:t>——</a:t>
            </a:r>
            <a:r>
              <a:rPr kumimoji="0" lang="zh-CN" altLang="en-US" b="1" i="0">
                <a:solidFill>
                  <a:srgbClr val="CC0000"/>
                </a:solidFill>
                <a:latin typeface="Times New Roman" panose="02020603050405020304" pitchFamily="18" charset="0"/>
              </a:rPr>
              <a:t>动能定理</a:t>
            </a:r>
            <a:endParaRPr kumimoji="0" lang="zh-CN" altLang="en-US" i="0">
              <a:solidFill>
                <a:srgbClr val="CC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8307"/>
                                        </p:tgtEl>
                                        <p:attrNameLst>
                                          <p:attrName>style.visibility</p:attrName>
                                        </p:attrNameLst>
                                      </p:cBhvr>
                                      <p:to>
                                        <p:strVal val="visible"/>
                                      </p:to>
                                    </p:set>
                                    <p:animEffect transition="in" filter="wipe(left)">
                                      <p:cBhvr>
                                        <p:cTn id="7" dur="500"/>
                                        <p:tgtEl>
                                          <p:spTgt spid="9830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8308"/>
                                        </p:tgtEl>
                                        <p:attrNameLst>
                                          <p:attrName>style.visibility</p:attrName>
                                        </p:attrNameLst>
                                      </p:cBhvr>
                                      <p:to>
                                        <p:strVal val="visible"/>
                                      </p:to>
                                    </p:set>
                                    <p:animEffect transition="in" filter="wipe(left)">
                                      <p:cBhvr>
                                        <p:cTn id="12" dur="500"/>
                                        <p:tgtEl>
                                          <p:spTgt spid="9830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8310"/>
                                        </p:tgtEl>
                                        <p:attrNameLst>
                                          <p:attrName>style.visibility</p:attrName>
                                        </p:attrNameLst>
                                      </p:cBhvr>
                                      <p:to>
                                        <p:strVal val="visible"/>
                                      </p:to>
                                    </p:set>
                                    <p:animEffect transition="in" filter="wipe(left)">
                                      <p:cBhvr>
                                        <p:cTn id="17" dur="500"/>
                                        <p:tgtEl>
                                          <p:spTgt spid="983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8311"/>
                                        </p:tgtEl>
                                        <p:attrNameLst>
                                          <p:attrName>style.visibility</p:attrName>
                                        </p:attrNameLst>
                                      </p:cBhvr>
                                      <p:to>
                                        <p:strVal val="visible"/>
                                      </p:to>
                                    </p:set>
                                    <p:animEffect transition="in" filter="wipe(left)">
                                      <p:cBhvr>
                                        <p:cTn id="22" dur="500"/>
                                        <p:tgtEl>
                                          <p:spTgt spid="983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8309"/>
                                        </p:tgtEl>
                                        <p:attrNameLst>
                                          <p:attrName>style.visibility</p:attrName>
                                        </p:attrNameLst>
                                      </p:cBhvr>
                                      <p:to>
                                        <p:strVal val="visible"/>
                                      </p:to>
                                    </p:set>
                                    <p:animEffect transition="in" filter="wipe(left)">
                                      <p:cBhvr>
                                        <p:cTn id="27" dur="500"/>
                                        <p:tgtEl>
                                          <p:spTgt spid="9830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8312"/>
                                        </p:tgtEl>
                                        <p:attrNameLst>
                                          <p:attrName>style.visibility</p:attrName>
                                        </p:attrNameLst>
                                      </p:cBhvr>
                                      <p:to>
                                        <p:strVal val="visible"/>
                                      </p:to>
                                    </p:set>
                                    <p:animEffect transition="in" filter="wipe(left)">
                                      <p:cBhvr>
                                        <p:cTn id="32" dur="500"/>
                                        <p:tgtEl>
                                          <p:spTgt spid="983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8313"/>
                                        </p:tgtEl>
                                        <p:attrNameLst>
                                          <p:attrName>style.visibility</p:attrName>
                                        </p:attrNameLst>
                                      </p:cBhvr>
                                      <p:to>
                                        <p:strVal val="visible"/>
                                      </p:to>
                                    </p:set>
                                    <p:animEffect transition="in" filter="wipe(left)">
                                      <p:cBhvr>
                                        <p:cTn id="37" dur="500"/>
                                        <p:tgtEl>
                                          <p:spTgt spid="983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8314"/>
                                        </p:tgtEl>
                                        <p:attrNameLst>
                                          <p:attrName>style.visibility</p:attrName>
                                        </p:attrNameLst>
                                      </p:cBhvr>
                                      <p:to>
                                        <p:strVal val="visible"/>
                                      </p:to>
                                    </p:set>
                                    <p:animEffect transition="in" filter="wipe(left)">
                                      <p:cBhvr>
                                        <p:cTn id="42" dur="500"/>
                                        <p:tgtEl>
                                          <p:spTgt spid="983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98315"/>
                                        </p:tgtEl>
                                        <p:attrNameLst>
                                          <p:attrName>style.visibility</p:attrName>
                                        </p:attrNameLst>
                                      </p:cBhvr>
                                      <p:to>
                                        <p:strVal val="visible"/>
                                      </p:to>
                                    </p:set>
                                    <p:animEffect transition="in" filter="wipe(left)">
                                      <p:cBhvr>
                                        <p:cTn id="47" dur="500"/>
                                        <p:tgtEl>
                                          <p:spTgt spid="98315"/>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98316"/>
                                        </p:tgtEl>
                                        <p:attrNameLst>
                                          <p:attrName>style.visibility</p:attrName>
                                        </p:attrNameLst>
                                      </p:cBhvr>
                                      <p:to>
                                        <p:strVal val="visible"/>
                                      </p:to>
                                    </p:set>
                                    <p:animEffect transition="in" filter="wipe(left)">
                                      <p:cBhvr>
                                        <p:cTn id="52" dur="500"/>
                                        <p:tgtEl>
                                          <p:spTgt spid="98316"/>
                                        </p:tgtEl>
                                      </p:cBhvr>
                                    </p:animEffect>
                                  </p:childTnLst>
                                </p:cTn>
                              </p:par>
                              <p:par>
                                <p:cTn id="53" presetID="22" presetClass="entr" presetSubtype="8" fill="hold" grpId="0" nodeType="withEffect">
                                  <p:stCondLst>
                                    <p:cond delay="0"/>
                                  </p:stCondLst>
                                  <p:childTnLst>
                                    <p:set>
                                      <p:cBhvr>
                                        <p:cTn id="54" dur="1" fill="hold">
                                          <p:stCondLst>
                                            <p:cond delay="0"/>
                                          </p:stCondLst>
                                        </p:cTn>
                                        <p:tgtEl>
                                          <p:spTgt spid="98306"/>
                                        </p:tgtEl>
                                        <p:attrNameLst>
                                          <p:attrName>style.visibility</p:attrName>
                                        </p:attrNameLst>
                                      </p:cBhvr>
                                      <p:to>
                                        <p:strVal val="visible"/>
                                      </p:to>
                                    </p:set>
                                    <p:animEffect transition="in" filter="wipe(left)">
                                      <p:cBhvr>
                                        <p:cTn id="55" dur="500"/>
                                        <p:tgtEl>
                                          <p:spTgt spid="983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animBg="1"/>
      <p:bldP spid="98307" grpId="0" autoUpdateAnimBg="0"/>
      <p:bldP spid="98308" grpId="0" autoUpdateAnimBg="0"/>
      <p:bldP spid="98312" grpId="0" autoUpdateAnimBg="0"/>
      <p:bldP spid="9831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ChangeArrowheads="1"/>
          </p:cNvSpPr>
          <p:nvPr/>
        </p:nvSpPr>
        <p:spPr bwMode="auto">
          <a:xfrm>
            <a:off x="161925" y="469900"/>
            <a:ext cx="8696325" cy="933450"/>
          </a:xfrm>
          <a:prstGeom prst="rect">
            <a:avLst/>
          </a:prstGeom>
          <a:noFill/>
          <a:ln w="9525">
            <a:noFill/>
            <a:miter lim="800000"/>
          </a:ln>
        </p:spPr>
        <p:txBody>
          <a:bodyPr>
            <a:spAutoFit/>
          </a:bodyPr>
          <a:lstStyle/>
          <a:p>
            <a:pPr algn="l">
              <a:lnSpc>
                <a:spcPct val="115000"/>
              </a:lnSpc>
            </a:pPr>
            <a:r>
              <a:rPr lang="zh-CN" altLang="en-US" b="1" i="0">
                <a:solidFill>
                  <a:srgbClr val="FF0000"/>
                </a:solidFill>
                <a:latin typeface="Times New Roman" panose="02020603050405020304" pitchFamily="18" charset="0"/>
              </a:rPr>
              <a:t>例</a:t>
            </a:r>
            <a:r>
              <a:rPr lang="zh-CN" altLang="en-US" b="1" i="0">
                <a:solidFill>
                  <a:srgbClr val="FFFF00"/>
                </a:solidFill>
                <a:latin typeface="Times New Roman" panose="02020603050405020304" pitchFamily="18" charset="0"/>
              </a:rPr>
              <a:t>   </a:t>
            </a:r>
            <a:r>
              <a:rPr lang="zh-CN" altLang="en-US" b="1" i="0">
                <a:solidFill>
                  <a:schemeClr val="bg1"/>
                </a:solidFill>
                <a:latin typeface="Times New Roman" panose="02020603050405020304" pitchFamily="18" charset="0"/>
              </a:rPr>
              <a:t>一根长为</a:t>
            </a:r>
            <a:r>
              <a:rPr lang="zh-CN" altLang="en-US" b="1">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l</a:t>
            </a:r>
            <a:r>
              <a:rPr lang="en-US" altLang="zh-CN" b="1" i="0">
                <a:solidFill>
                  <a:srgbClr val="FF6600"/>
                </a:solidFill>
                <a:latin typeface="Times New Roman" panose="02020603050405020304" pitchFamily="18" charset="0"/>
              </a:rPr>
              <a:t> </a:t>
            </a:r>
            <a:r>
              <a:rPr lang="zh-CN" altLang="en-US" b="1" i="0">
                <a:solidFill>
                  <a:schemeClr val="bg1"/>
                </a:solidFill>
                <a:latin typeface="Times New Roman" panose="02020603050405020304" pitchFamily="18" charset="0"/>
              </a:rPr>
              <a:t>，质量为</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m</a:t>
            </a:r>
            <a:r>
              <a:rPr lang="en-US" altLang="zh-CN" b="1" i="0">
                <a:solidFill>
                  <a:srgbClr val="FF6600"/>
                </a:solidFill>
                <a:latin typeface="Times New Roman" panose="02020603050405020304" pitchFamily="18" charset="0"/>
              </a:rPr>
              <a:t> </a:t>
            </a:r>
            <a:r>
              <a:rPr lang="zh-CN" altLang="en-US" b="1" i="0">
                <a:solidFill>
                  <a:schemeClr val="bg1"/>
                </a:solidFill>
                <a:latin typeface="Times New Roman" panose="02020603050405020304" pitchFamily="18" charset="0"/>
              </a:rPr>
              <a:t>的均匀细直棒，可绕轴</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O</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在竖直平</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       面内转动，初始时它在水平位置</a:t>
            </a:r>
            <a:endParaRPr lang="zh-CN" altLang="en-US" b="1" i="0">
              <a:solidFill>
                <a:schemeClr val="hlink"/>
              </a:solidFill>
              <a:latin typeface="Times New Roman" panose="02020603050405020304" pitchFamily="18" charset="0"/>
            </a:endParaRPr>
          </a:p>
        </p:txBody>
      </p:sp>
      <p:sp>
        <p:nvSpPr>
          <p:cNvPr id="182275" name="Rectangle 3"/>
          <p:cNvSpPr>
            <a:spLocks noChangeArrowheads="1"/>
          </p:cNvSpPr>
          <p:nvPr/>
        </p:nvSpPr>
        <p:spPr bwMode="auto">
          <a:xfrm>
            <a:off x="161925" y="2106613"/>
            <a:ext cx="490538" cy="512762"/>
          </a:xfrm>
          <a:prstGeom prst="rect">
            <a:avLst/>
          </a:prstGeom>
          <a:noFill/>
          <a:ln w="9525">
            <a:noFill/>
            <a:miter lim="800000"/>
          </a:ln>
        </p:spPr>
        <p:txBody>
          <a:bodyPr wrap="none">
            <a:spAutoFit/>
          </a:bodyPr>
          <a:lstStyle/>
          <a:p>
            <a:pPr algn="l">
              <a:lnSpc>
                <a:spcPct val="115000"/>
              </a:lnSpc>
            </a:pPr>
            <a:r>
              <a:rPr lang="zh-CN" altLang="en-US" b="1" i="0">
                <a:solidFill>
                  <a:srgbClr val="FF0000"/>
                </a:solidFill>
                <a:latin typeface="Times New Roman" panose="02020603050405020304" pitchFamily="18" charset="0"/>
              </a:rPr>
              <a:t>解</a:t>
            </a:r>
            <a:endParaRPr lang="zh-CN" altLang="en-US" b="1">
              <a:solidFill>
                <a:srgbClr val="FF0000"/>
              </a:solidFill>
              <a:latin typeface="Times New Roman" panose="02020603050405020304" pitchFamily="18" charset="0"/>
            </a:endParaRPr>
          </a:p>
        </p:txBody>
      </p:sp>
      <p:graphicFrame>
        <p:nvGraphicFramePr>
          <p:cNvPr id="182276" name="Object 4"/>
          <p:cNvGraphicFramePr>
            <a:graphicFrameLocks noChangeAspect="1"/>
          </p:cNvGraphicFramePr>
          <p:nvPr/>
        </p:nvGraphicFramePr>
        <p:xfrm>
          <a:off x="1062038" y="2068513"/>
          <a:ext cx="1857375" cy="730250"/>
        </p:xfrm>
        <a:graphic>
          <a:graphicData uri="http://schemas.openxmlformats.org/presentationml/2006/ole">
            <mc:AlternateContent xmlns:mc="http://schemas.openxmlformats.org/markup-compatibility/2006">
              <mc:Choice xmlns:v="urn:schemas-microsoft-com:vml" Requires="v">
                <p:oleObj spid="_x0000_s34817" name="公式" r:id="rId1" imgW="24688800" imgH="9753600" progId="Equation.3">
                  <p:embed/>
                </p:oleObj>
              </mc:Choice>
              <mc:Fallback>
                <p:oleObj name="公式" r:id="rId1" imgW="24688800" imgH="9753600" progId="Equation.3">
                  <p:embed/>
                  <p:pic>
                    <p:nvPicPr>
                      <p:cNvPr id="0" name="Object 4"/>
                      <p:cNvPicPr>
                        <a:picLocks noChangeAspect="1"/>
                      </p:cNvPicPr>
                      <p:nvPr/>
                    </p:nvPicPr>
                    <p:blipFill>
                      <a:blip r:embed="rId2"/>
                      <a:stretch>
                        <a:fillRect/>
                      </a:stretch>
                    </p:blipFill>
                    <p:spPr>
                      <a:xfrm>
                        <a:off x="1062038" y="2068513"/>
                        <a:ext cx="1857375" cy="730250"/>
                      </a:xfrm>
                      <a:prstGeom prst="rect">
                        <a:avLst/>
                      </a:prstGeom>
                      <a:noFill/>
                      <a:ln w="22225">
                        <a:noFill/>
                      </a:ln>
                    </p:spPr>
                  </p:pic>
                </p:oleObj>
              </mc:Fallback>
            </mc:AlternateContent>
          </a:graphicData>
        </a:graphic>
      </p:graphicFrame>
      <p:graphicFrame>
        <p:nvGraphicFramePr>
          <p:cNvPr id="182277" name="Object 5"/>
          <p:cNvGraphicFramePr>
            <a:graphicFrameLocks noChangeAspect="1"/>
          </p:cNvGraphicFramePr>
          <p:nvPr/>
        </p:nvGraphicFramePr>
        <p:xfrm>
          <a:off x="701675" y="2968625"/>
          <a:ext cx="1446213" cy="592138"/>
        </p:xfrm>
        <a:graphic>
          <a:graphicData uri="http://schemas.openxmlformats.org/presentationml/2006/ole">
            <mc:AlternateContent xmlns:mc="http://schemas.openxmlformats.org/markup-compatibility/2006">
              <mc:Choice xmlns:v="urn:schemas-microsoft-com:vml" Requires="v">
                <p:oleObj spid="_x0000_s34819" name="公式" r:id="rId3" imgW="19202400" imgH="7924800" progId="Equation.3">
                  <p:embed/>
                </p:oleObj>
              </mc:Choice>
              <mc:Fallback>
                <p:oleObj name="公式" r:id="rId3" imgW="19202400" imgH="7924800" progId="Equation.3">
                  <p:embed/>
                  <p:pic>
                    <p:nvPicPr>
                      <p:cNvPr id="0" name="Object 5"/>
                      <p:cNvPicPr>
                        <a:picLocks noChangeAspect="1"/>
                      </p:cNvPicPr>
                      <p:nvPr/>
                    </p:nvPicPr>
                    <p:blipFill>
                      <a:blip r:embed="rId4"/>
                      <a:stretch>
                        <a:fillRect/>
                      </a:stretch>
                    </p:blipFill>
                    <p:spPr>
                      <a:xfrm>
                        <a:off x="701675" y="2968625"/>
                        <a:ext cx="1446213" cy="592138"/>
                      </a:xfrm>
                      <a:prstGeom prst="rect">
                        <a:avLst/>
                      </a:prstGeom>
                      <a:noFill/>
                      <a:ln w="25400">
                        <a:noFill/>
                      </a:ln>
                    </p:spPr>
                  </p:pic>
                </p:oleObj>
              </mc:Fallback>
            </mc:AlternateContent>
          </a:graphicData>
        </a:graphic>
      </p:graphicFrame>
      <p:sp>
        <p:nvSpPr>
          <p:cNvPr id="182278" name="Text Box 6"/>
          <p:cNvSpPr txBox="1">
            <a:spLocks noChangeArrowheads="1"/>
          </p:cNvSpPr>
          <p:nvPr/>
        </p:nvSpPr>
        <p:spPr bwMode="auto">
          <a:xfrm>
            <a:off x="746125" y="3608388"/>
            <a:ext cx="2733675" cy="479425"/>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由动能定理</a:t>
            </a:r>
            <a:endParaRPr lang="zh-CN" altLang="en-US" i="0">
              <a:solidFill>
                <a:schemeClr val="bg1"/>
              </a:solidFill>
              <a:latin typeface="Times New Roman" panose="02020603050405020304" pitchFamily="18" charset="0"/>
            </a:endParaRPr>
          </a:p>
        </p:txBody>
      </p:sp>
      <p:graphicFrame>
        <p:nvGraphicFramePr>
          <p:cNvPr id="182279" name="Object 7"/>
          <p:cNvGraphicFramePr>
            <a:graphicFrameLocks noChangeAspect="1"/>
          </p:cNvGraphicFramePr>
          <p:nvPr/>
        </p:nvGraphicFramePr>
        <p:xfrm>
          <a:off x="1376363" y="4238625"/>
          <a:ext cx="2665412" cy="730250"/>
        </p:xfrm>
        <a:graphic>
          <a:graphicData uri="http://schemas.openxmlformats.org/presentationml/2006/ole">
            <mc:AlternateContent xmlns:mc="http://schemas.openxmlformats.org/markup-compatibility/2006">
              <mc:Choice xmlns:v="urn:schemas-microsoft-com:vml" Requires="v">
                <p:oleObj spid="_x0000_s34820" name="公式" r:id="rId5" imgW="35661600" imgH="9753600" progId="Equation.3">
                  <p:embed/>
                </p:oleObj>
              </mc:Choice>
              <mc:Fallback>
                <p:oleObj name="公式" r:id="rId5" imgW="35661600" imgH="9753600" progId="Equation.3">
                  <p:embed/>
                  <p:pic>
                    <p:nvPicPr>
                      <p:cNvPr id="0" name="Object 7"/>
                      <p:cNvPicPr>
                        <a:picLocks noChangeAspect="1"/>
                      </p:cNvPicPr>
                      <p:nvPr/>
                    </p:nvPicPr>
                    <p:blipFill>
                      <a:blip r:embed="rId6"/>
                      <a:stretch>
                        <a:fillRect/>
                      </a:stretch>
                    </p:blipFill>
                    <p:spPr>
                      <a:xfrm>
                        <a:off x="1376363" y="4238625"/>
                        <a:ext cx="2665412" cy="730250"/>
                      </a:xfrm>
                      <a:prstGeom prst="rect">
                        <a:avLst/>
                      </a:prstGeom>
                      <a:noFill/>
                      <a:ln w="25400">
                        <a:noFill/>
                      </a:ln>
                    </p:spPr>
                  </p:pic>
                </p:oleObj>
              </mc:Fallback>
            </mc:AlternateContent>
          </a:graphicData>
        </a:graphic>
      </p:graphicFrame>
      <p:graphicFrame>
        <p:nvGraphicFramePr>
          <p:cNvPr id="182280" name="Object 8"/>
          <p:cNvGraphicFramePr>
            <a:graphicFrameLocks noChangeAspect="1"/>
          </p:cNvGraphicFramePr>
          <p:nvPr/>
        </p:nvGraphicFramePr>
        <p:xfrm>
          <a:off x="4257675" y="2878138"/>
          <a:ext cx="1371600" cy="730250"/>
        </p:xfrm>
        <a:graphic>
          <a:graphicData uri="http://schemas.openxmlformats.org/presentationml/2006/ole">
            <mc:AlternateContent xmlns:mc="http://schemas.openxmlformats.org/markup-compatibility/2006">
              <mc:Choice xmlns:v="urn:schemas-microsoft-com:vml" Requires="v">
                <p:oleObj spid="_x0000_s34821" name="公式" r:id="rId7" imgW="18288000" imgH="9753600" progId="Equation.3">
                  <p:embed/>
                </p:oleObj>
              </mc:Choice>
              <mc:Fallback>
                <p:oleObj name="公式" r:id="rId7" imgW="18288000" imgH="9753600" progId="Equation.3">
                  <p:embed/>
                  <p:pic>
                    <p:nvPicPr>
                      <p:cNvPr id="0" name="Object 8"/>
                      <p:cNvPicPr>
                        <a:picLocks noChangeAspect="1"/>
                      </p:cNvPicPr>
                      <p:nvPr/>
                    </p:nvPicPr>
                    <p:blipFill>
                      <a:blip r:embed="rId8"/>
                      <a:stretch>
                        <a:fillRect/>
                      </a:stretch>
                    </p:blipFill>
                    <p:spPr>
                      <a:xfrm>
                        <a:off x="4257675" y="2878138"/>
                        <a:ext cx="1371600" cy="730250"/>
                      </a:xfrm>
                      <a:prstGeom prst="rect">
                        <a:avLst/>
                      </a:prstGeom>
                      <a:noFill/>
                      <a:ln w="25400">
                        <a:noFill/>
                      </a:ln>
                    </p:spPr>
                  </p:pic>
                </p:oleObj>
              </mc:Fallback>
            </mc:AlternateContent>
          </a:graphicData>
        </a:graphic>
      </p:graphicFrame>
      <p:graphicFrame>
        <p:nvGraphicFramePr>
          <p:cNvPr id="182281" name="Object 9"/>
          <p:cNvGraphicFramePr>
            <a:graphicFrameLocks noChangeAspect="1"/>
          </p:cNvGraphicFramePr>
          <p:nvPr/>
        </p:nvGraphicFramePr>
        <p:xfrm>
          <a:off x="2051050" y="5222875"/>
          <a:ext cx="1539875" cy="727075"/>
        </p:xfrm>
        <a:graphic>
          <a:graphicData uri="http://schemas.openxmlformats.org/presentationml/2006/ole">
            <mc:AlternateContent xmlns:mc="http://schemas.openxmlformats.org/markup-compatibility/2006">
              <mc:Choice xmlns:v="urn:schemas-microsoft-com:vml" Requires="v">
                <p:oleObj spid="_x0000_s34822" name="公式" r:id="rId9" imgW="20726400" imgH="9753600" progId="Equation.3">
                  <p:embed/>
                </p:oleObj>
              </mc:Choice>
              <mc:Fallback>
                <p:oleObj name="公式" r:id="rId9" imgW="20726400" imgH="9753600" progId="Equation.3">
                  <p:embed/>
                  <p:pic>
                    <p:nvPicPr>
                      <p:cNvPr id="0" name="Object 9"/>
                      <p:cNvPicPr>
                        <a:picLocks noChangeAspect="1"/>
                      </p:cNvPicPr>
                      <p:nvPr/>
                    </p:nvPicPr>
                    <p:blipFill>
                      <a:blip r:embed="rId10"/>
                      <a:stretch>
                        <a:fillRect/>
                      </a:stretch>
                    </p:blipFill>
                    <p:spPr>
                      <a:xfrm>
                        <a:off x="2051050" y="5222875"/>
                        <a:ext cx="1539875" cy="727075"/>
                      </a:xfrm>
                      <a:prstGeom prst="rect">
                        <a:avLst/>
                      </a:prstGeom>
                      <a:noFill/>
                      <a:ln w="22225">
                        <a:noFill/>
                      </a:ln>
                    </p:spPr>
                  </p:pic>
                </p:oleObj>
              </mc:Fallback>
            </mc:AlternateContent>
          </a:graphicData>
        </a:graphic>
      </p:graphicFrame>
      <p:graphicFrame>
        <p:nvGraphicFramePr>
          <p:cNvPr id="182282" name="Object 10"/>
          <p:cNvGraphicFramePr>
            <a:graphicFrameLocks noChangeAspect="1"/>
          </p:cNvGraphicFramePr>
          <p:nvPr/>
        </p:nvGraphicFramePr>
        <p:xfrm>
          <a:off x="4797425" y="4238625"/>
          <a:ext cx="1195388" cy="731838"/>
        </p:xfrm>
        <a:graphic>
          <a:graphicData uri="http://schemas.openxmlformats.org/presentationml/2006/ole">
            <mc:AlternateContent xmlns:mc="http://schemas.openxmlformats.org/markup-compatibility/2006">
              <mc:Choice xmlns:v="urn:schemas-microsoft-com:vml" Requires="v">
                <p:oleObj spid="_x0000_s34823" name="公式" r:id="rId11" imgW="15849600" imgH="9753600" progId="Equation.3">
                  <p:embed/>
                </p:oleObj>
              </mc:Choice>
              <mc:Fallback>
                <p:oleObj name="公式" r:id="rId11" imgW="15849600" imgH="9753600" progId="Equation.3">
                  <p:embed/>
                  <p:pic>
                    <p:nvPicPr>
                      <p:cNvPr id="0" name="Object 10"/>
                      <p:cNvPicPr>
                        <a:picLocks noChangeAspect="1"/>
                      </p:cNvPicPr>
                      <p:nvPr/>
                    </p:nvPicPr>
                    <p:blipFill>
                      <a:blip r:embed="rId12"/>
                      <a:stretch>
                        <a:fillRect/>
                      </a:stretch>
                    </p:blipFill>
                    <p:spPr>
                      <a:xfrm>
                        <a:off x="4797425" y="4238625"/>
                        <a:ext cx="1195388" cy="731838"/>
                      </a:xfrm>
                      <a:prstGeom prst="rect">
                        <a:avLst/>
                      </a:prstGeom>
                      <a:noFill/>
                      <a:ln w="9525">
                        <a:noFill/>
                      </a:ln>
                    </p:spPr>
                  </p:pic>
                </p:oleObj>
              </mc:Fallback>
            </mc:AlternateContent>
          </a:graphicData>
        </a:graphic>
      </p:graphicFrame>
      <p:sp>
        <p:nvSpPr>
          <p:cNvPr id="182283" name="AutoShape 11"/>
          <p:cNvSpPr>
            <a:spLocks noChangeArrowheads="1"/>
          </p:cNvSpPr>
          <p:nvPr/>
        </p:nvSpPr>
        <p:spPr bwMode="auto">
          <a:xfrm>
            <a:off x="1285875" y="5489575"/>
            <a:ext cx="573088" cy="188913"/>
          </a:xfrm>
          <a:prstGeom prst="rightArrow">
            <a:avLst>
              <a:gd name="adj1" fmla="val 50000"/>
              <a:gd name="adj2" fmla="val 75840"/>
            </a:avLst>
          </a:prstGeom>
          <a:solidFill>
            <a:srgbClr val="0000FF"/>
          </a:solidFill>
          <a:ln w="9525">
            <a:solidFill>
              <a:schemeClr val="bg1"/>
            </a:solidFill>
            <a:miter lim="800000"/>
          </a:ln>
        </p:spPr>
        <p:txBody>
          <a:bodyPr wrap="none" anchor="ctr"/>
          <a:lstStyle/>
          <a:p>
            <a:endParaRPr lang="zh-CN" altLang="en-US"/>
          </a:p>
        </p:txBody>
      </p:sp>
      <p:graphicFrame>
        <p:nvGraphicFramePr>
          <p:cNvPr id="182284" name="Object 12"/>
          <p:cNvGraphicFramePr>
            <a:graphicFrameLocks noChangeAspect="1"/>
          </p:cNvGraphicFramePr>
          <p:nvPr/>
        </p:nvGraphicFramePr>
        <p:xfrm>
          <a:off x="4572000" y="5229225"/>
          <a:ext cx="1868488" cy="730250"/>
        </p:xfrm>
        <a:graphic>
          <a:graphicData uri="http://schemas.openxmlformats.org/presentationml/2006/ole">
            <mc:AlternateContent xmlns:mc="http://schemas.openxmlformats.org/markup-compatibility/2006">
              <mc:Choice xmlns:v="urn:schemas-microsoft-com:vml" Requires="v">
                <p:oleObj spid="_x0000_s34824" name="公式" r:id="rId13" imgW="24993600" imgH="9753600" progId="Equation.3">
                  <p:embed/>
                </p:oleObj>
              </mc:Choice>
              <mc:Fallback>
                <p:oleObj name="公式" r:id="rId13" imgW="24993600" imgH="9753600" progId="Equation.3">
                  <p:embed/>
                  <p:pic>
                    <p:nvPicPr>
                      <p:cNvPr id="0" name="Object 12"/>
                      <p:cNvPicPr>
                        <a:picLocks noChangeAspect="1"/>
                      </p:cNvPicPr>
                      <p:nvPr/>
                    </p:nvPicPr>
                    <p:blipFill>
                      <a:blip r:embed="rId14"/>
                      <a:stretch>
                        <a:fillRect/>
                      </a:stretch>
                    </p:blipFill>
                    <p:spPr>
                      <a:xfrm>
                        <a:off x="4572000" y="5229225"/>
                        <a:ext cx="1868488" cy="730250"/>
                      </a:xfrm>
                      <a:prstGeom prst="rect">
                        <a:avLst/>
                      </a:prstGeom>
                      <a:noFill/>
                      <a:ln w="22225">
                        <a:noFill/>
                      </a:ln>
                    </p:spPr>
                  </p:pic>
                </p:oleObj>
              </mc:Fallback>
            </mc:AlternateContent>
          </a:graphicData>
        </a:graphic>
      </p:graphicFrame>
      <p:sp>
        <p:nvSpPr>
          <p:cNvPr id="182285" name="AutoShape 13"/>
          <p:cNvSpPr>
            <a:spLocks noChangeArrowheads="1"/>
          </p:cNvSpPr>
          <p:nvPr/>
        </p:nvSpPr>
        <p:spPr bwMode="auto">
          <a:xfrm>
            <a:off x="3779838" y="5507038"/>
            <a:ext cx="574675" cy="217487"/>
          </a:xfrm>
          <a:prstGeom prst="rightArrow">
            <a:avLst>
              <a:gd name="adj1" fmla="val 50000"/>
              <a:gd name="adj2" fmla="val 66059"/>
            </a:avLst>
          </a:prstGeom>
          <a:solidFill>
            <a:srgbClr val="0000FF"/>
          </a:solidFill>
          <a:ln w="9525">
            <a:solidFill>
              <a:schemeClr val="bg1"/>
            </a:solidFill>
            <a:miter lim="800000"/>
          </a:ln>
        </p:spPr>
        <p:txBody>
          <a:bodyPr wrap="none" anchor="ctr"/>
          <a:lstStyle/>
          <a:p>
            <a:endParaRPr lang="zh-CN" altLang="en-US"/>
          </a:p>
        </p:txBody>
      </p:sp>
      <p:sp>
        <p:nvSpPr>
          <p:cNvPr id="34834" name="Rectangle 14"/>
          <p:cNvSpPr>
            <a:spLocks noChangeArrowheads="1"/>
          </p:cNvSpPr>
          <p:nvPr/>
        </p:nvSpPr>
        <p:spPr bwMode="auto">
          <a:xfrm>
            <a:off x="0" y="0"/>
            <a:ext cx="8893175" cy="1557338"/>
          </a:xfrm>
          <a:prstGeom prst="rect">
            <a:avLst/>
          </a:prstGeom>
          <a:noFill/>
          <a:ln w="9525">
            <a:noFill/>
            <a:miter lim="800000"/>
          </a:ln>
        </p:spPr>
        <p:txBody>
          <a:bodyPr wrap="none" anchor="ctr"/>
          <a:lstStyle/>
          <a:p>
            <a:endParaRPr lang="zh-CN" altLang="en-US"/>
          </a:p>
        </p:txBody>
      </p:sp>
      <p:sp>
        <p:nvSpPr>
          <p:cNvPr id="182287" name="Text Box 15"/>
          <p:cNvSpPr txBox="1">
            <a:spLocks noChangeArrowheads="1"/>
          </p:cNvSpPr>
          <p:nvPr/>
        </p:nvSpPr>
        <p:spPr bwMode="auto">
          <a:xfrm>
            <a:off x="115888" y="1441450"/>
            <a:ext cx="4248150" cy="512763"/>
          </a:xfrm>
          <a:prstGeom prst="rect">
            <a:avLst/>
          </a:prstGeom>
          <a:noFill/>
          <a:ln w="9525">
            <a:noFill/>
            <a:miter lim="800000"/>
          </a:ln>
        </p:spPr>
        <p:txBody>
          <a:bodyPr>
            <a:spAutoFit/>
          </a:bodyPr>
          <a:lstStyle/>
          <a:p>
            <a:pPr algn="l">
              <a:lnSpc>
                <a:spcPct val="115000"/>
              </a:lnSpc>
            </a:pPr>
            <a:r>
              <a:rPr lang="zh-CN" altLang="en-US" b="1" i="0">
                <a:solidFill>
                  <a:srgbClr val="FF0000"/>
                </a:solidFill>
                <a:latin typeface="Times New Roman" panose="02020603050405020304" pitchFamily="18" charset="0"/>
              </a:rPr>
              <a:t>求</a:t>
            </a:r>
            <a:r>
              <a:rPr lang="zh-CN" altLang="en-US" b="1" i="0">
                <a:solidFill>
                  <a:srgbClr val="FFFF00"/>
                </a:solidFill>
                <a:latin typeface="Times New Roman" panose="02020603050405020304" pitchFamily="18" charset="0"/>
              </a:rPr>
              <a:t>  </a:t>
            </a:r>
            <a:r>
              <a:rPr lang="zh-CN" altLang="en-US" b="1" i="0">
                <a:solidFill>
                  <a:schemeClr val="bg1"/>
                </a:solidFill>
                <a:latin typeface="Times New Roman" panose="02020603050405020304" pitchFamily="18" charset="0"/>
              </a:rPr>
              <a:t>它由此下摆</a:t>
            </a:r>
            <a:r>
              <a:rPr lang="zh-CN" altLang="en-US" b="1" i="0">
                <a:solidFill>
                  <a:srgbClr val="FF6600"/>
                </a:solidFill>
                <a:latin typeface="Times New Roman" panose="02020603050405020304" pitchFamily="18" charset="0"/>
              </a:rPr>
              <a:t> </a:t>
            </a:r>
            <a:r>
              <a:rPr lang="zh-CN" altLang="en-US" b="1">
                <a:solidFill>
                  <a:srgbClr val="FF6600"/>
                </a:solidFill>
                <a:latin typeface="Times New Roman" panose="02020603050405020304" pitchFamily="18" charset="0"/>
                <a:sym typeface="Symbol" panose="05050102010706020507" pitchFamily="18" charset="2"/>
              </a:rPr>
              <a:t></a:t>
            </a:r>
            <a:r>
              <a:rPr lang="zh-CN" altLang="en-US" b="1">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角时的 </a:t>
            </a:r>
            <a:r>
              <a:rPr lang="zh-CN" altLang="en-US" b="1">
                <a:solidFill>
                  <a:srgbClr val="FF6600"/>
                </a:solidFill>
                <a:latin typeface="Times New Roman" panose="02020603050405020304" pitchFamily="18" charset="0"/>
                <a:sym typeface="Symbol" panose="05050102010706020507" pitchFamily="18" charset="2"/>
              </a:rPr>
              <a:t></a:t>
            </a:r>
            <a:endParaRPr lang="zh-CN" altLang="en-US" b="1">
              <a:solidFill>
                <a:srgbClr val="FF6600"/>
              </a:solidFill>
              <a:latin typeface="Times New Roman" panose="02020603050405020304" pitchFamily="18" charset="0"/>
              <a:sym typeface="Symbol" panose="05050102010706020507" pitchFamily="18" charset="2"/>
            </a:endParaRPr>
          </a:p>
        </p:txBody>
      </p:sp>
      <p:sp>
        <p:nvSpPr>
          <p:cNvPr id="182289" name="Rectangle 17"/>
          <p:cNvSpPr>
            <a:spLocks noChangeArrowheads="1"/>
          </p:cNvSpPr>
          <p:nvPr/>
        </p:nvSpPr>
        <p:spPr bwMode="auto">
          <a:xfrm rot="-3124346">
            <a:off x="6762750" y="1352550"/>
            <a:ext cx="152400" cy="2438400"/>
          </a:xfrm>
          <a:prstGeom prst="rect">
            <a:avLst/>
          </a:prstGeom>
          <a:solidFill>
            <a:srgbClr val="CCCC00"/>
          </a:solidFill>
          <a:ln w="9525">
            <a:solidFill>
              <a:schemeClr val="tx1"/>
            </a:solidFill>
            <a:miter lim="800000"/>
          </a:ln>
        </p:spPr>
        <p:txBody>
          <a:bodyPr wrap="none" anchor="ctr"/>
          <a:lstStyle/>
          <a:p>
            <a:endParaRPr lang="zh-CN" altLang="en-US"/>
          </a:p>
        </p:txBody>
      </p:sp>
      <p:sp>
        <p:nvSpPr>
          <p:cNvPr id="182290" name="Rectangle 18"/>
          <p:cNvSpPr>
            <a:spLocks noChangeArrowheads="1"/>
          </p:cNvSpPr>
          <p:nvPr/>
        </p:nvSpPr>
        <p:spPr bwMode="auto">
          <a:xfrm>
            <a:off x="7677150" y="1314450"/>
            <a:ext cx="268288" cy="457200"/>
          </a:xfrm>
          <a:prstGeom prst="rect">
            <a:avLst/>
          </a:prstGeom>
          <a:noFill/>
          <a:ln w="9525">
            <a:noFill/>
            <a:miter lim="800000"/>
          </a:ln>
        </p:spPr>
        <p:txBody>
          <a:bodyPr wrap="none">
            <a:spAutoFit/>
          </a:bodyPr>
          <a:lstStyle/>
          <a:p>
            <a:pPr algn="l" eaLnBrk="0" hangingPunct="0"/>
            <a:r>
              <a:rPr kumimoji="0" lang="en-US" altLang="zh-CN" b="1">
                <a:solidFill>
                  <a:schemeClr val="accent2"/>
                </a:solidFill>
                <a:latin typeface="Times New Roman" panose="02020603050405020304" pitchFamily="18" charset="0"/>
              </a:rPr>
              <a:t>l</a:t>
            </a:r>
            <a:endParaRPr kumimoji="0" lang="en-US" altLang="zh-CN" b="1">
              <a:solidFill>
                <a:schemeClr val="accent2"/>
              </a:solidFill>
              <a:latin typeface="Times New Roman" panose="02020603050405020304" pitchFamily="18" charset="0"/>
            </a:endParaRPr>
          </a:p>
        </p:txBody>
      </p:sp>
      <p:sp>
        <p:nvSpPr>
          <p:cNvPr id="182291" name="Rectangle 19"/>
          <p:cNvSpPr>
            <a:spLocks noChangeArrowheads="1"/>
          </p:cNvSpPr>
          <p:nvPr/>
        </p:nvSpPr>
        <p:spPr bwMode="auto">
          <a:xfrm>
            <a:off x="6838950" y="1314450"/>
            <a:ext cx="420688" cy="457200"/>
          </a:xfrm>
          <a:prstGeom prst="rect">
            <a:avLst/>
          </a:prstGeom>
          <a:noFill/>
          <a:ln w="9525">
            <a:noFill/>
            <a:miter lim="800000"/>
          </a:ln>
        </p:spPr>
        <p:txBody>
          <a:bodyPr wrap="none">
            <a:spAutoFit/>
          </a:bodyPr>
          <a:lstStyle/>
          <a:p>
            <a:pPr algn="l" eaLnBrk="0" hangingPunct="0"/>
            <a:r>
              <a:rPr kumimoji="0" lang="en-US" altLang="zh-CN" b="1">
                <a:solidFill>
                  <a:schemeClr val="accent2"/>
                </a:solidFill>
                <a:latin typeface="Times New Roman" panose="02020603050405020304" pitchFamily="18" charset="0"/>
              </a:rPr>
              <a:t>m</a:t>
            </a:r>
            <a:endParaRPr kumimoji="0" lang="en-US" altLang="zh-CN" b="1">
              <a:solidFill>
                <a:schemeClr val="accent2"/>
              </a:solidFill>
              <a:latin typeface="Times New Roman" panose="02020603050405020304" pitchFamily="18" charset="0"/>
            </a:endParaRPr>
          </a:p>
        </p:txBody>
      </p:sp>
      <p:sp>
        <p:nvSpPr>
          <p:cNvPr id="182292" name="Rectangle 20"/>
          <p:cNvSpPr>
            <a:spLocks noChangeArrowheads="1"/>
          </p:cNvSpPr>
          <p:nvPr/>
        </p:nvSpPr>
        <p:spPr bwMode="auto">
          <a:xfrm>
            <a:off x="6408738" y="1849438"/>
            <a:ext cx="342900" cy="457200"/>
          </a:xfrm>
          <a:prstGeom prst="rect">
            <a:avLst/>
          </a:prstGeom>
          <a:noFill/>
          <a:ln w="9525">
            <a:noFill/>
            <a:miter lim="800000"/>
          </a:ln>
        </p:spPr>
        <p:txBody>
          <a:bodyPr wrap="none">
            <a:spAutoFit/>
          </a:bodyPr>
          <a:lstStyle/>
          <a:p>
            <a:pPr algn="l" eaLnBrk="0" hangingPunct="0"/>
            <a:r>
              <a:rPr kumimoji="0" lang="en-US" altLang="zh-CN" b="1">
                <a:solidFill>
                  <a:srgbClr val="CC0000"/>
                </a:solidFill>
                <a:latin typeface="Times New Roman" panose="02020603050405020304" pitchFamily="18" charset="0"/>
                <a:sym typeface="Symbol" panose="05050102010706020507" pitchFamily="18" charset="2"/>
              </a:rPr>
              <a:t></a:t>
            </a:r>
            <a:endParaRPr kumimoji="0" lang="en-US" altLang="zh-CN" b="1">
              <a:solidFill>
                <a:srgbClr val="CC0000"/>
              </a:solidFill>
              <a:latin typeface="Times New Roman" panose="02020603050405020304" pitchFamily="18" charset="0"/>
            </a:endParaRPr>
          </a:p>
        </p:txBody>
      </p:sp>
      <p:grpSp>
        <p:nvGrpSpPr>
          <p:cNvPr id="2" name="Group 21"/>
          <p:cNvGrpSpPr/>
          <p:nvPr/>
        </p:nvGrpSpPr>
        <p:grpSpPr bwMode="auto">
          <a:xfrm>
            <a:off x="6203950" y="2530475"/>
            <a:ext cx="635000" cy="914400"/>
            <a:chOff x="3805" y="1700"/>
            <a:chExt cx="400" cy="576"/>
          </a:xfrm>
        </p:grpSpPr>
        <p:sp>
          <p:nvSpPr>
            <p:cNvPr id="34850" name="Line 22"/>
            <p:cNvSpPr>
              <a:spLocks noChangeShapeType="1"/>
            </p:cNvSpPr>
            <p:nvPr/>
          </p:nvSpPr>
          <p:spPr bwMode="auto">
            <a:xfrm>
              <a:off x="4205" y="1700"/>
              <a:ext cx="0" cy="576"/>
            </a:xfrm>
            <a:prstGeom prst="line">
              <a:avLst/>
            </a:prstGeom>
            <a:noFill/>
            <a:ln w="38100">
              <a:solidFill>
                <a:srgbClr val="FF0000"/>
              </a:solidFill>
              <a:round/>
              <a:tailEnd type="triangle" w="med" len="med"/>
            </a:ln>
          </p:spPr>
          <p:txBody>
            <a:bodyPr wrap="none" anchor="ctr"/>
            <a:lstStyle/>
            <a:p>
              <a:endParaRPr lang="zh-CN" altLang="en-US"/>
            </a:p>
          </p:txBody>
        </p:sp>
        <p:graphicFrame>
          <p:nvGraphicFramePr>
            <p:cNvPr id="34828" name="Object 23"/>
            <p:cNvGraphicFramePr>
              <a:graphicFrameLocks noChangeAspect="1"/>
            </p:cNvGraphicFramePr>
            <p:nvPr/>
          </p:nvGraphicFramePr>
          <p:xfrm>
            <a:off x="3805" y="1988"/>
            <a:ext cx="352" cy="260"/>
          </p:xfrm>
          <a:graphic>
            <a:graphicData uri="http://schemas.openxmlformats.org/presentationml/2006/ole">
              <mc:AlternateContent xmlns:mc="http://schemas.openxmlformats.org/markup-compatibility/2006">
                <mc:Choice xmlns:v="urn:schemas-microsoft-com:vml" Requires="v">
                  <p:oleObj spid="_x0000_s34828" name="Equation" r:id="rId15" imgW="5791200" imgH="3962400" progId="Equation.3">
                    <p:embed/>
                  </p:oleObj>
                </mc:Choice>
                <mc:Fallback>
                  <p:oleObj name="Equation" r:id="rId15" imgW="5791200" imgH="3962400" progId="Equation.3">
                    <p:embed/>
                    <p:pic>
                      <p:nvPicPr>
                        <p:cNvPr id="0" name="Object 23"/>
                        <p:cNvPicPr>
                          <a:picLocks noChangeAspect="1"/>
                        </p:cNvPicPr>
                        <p:nvPr/>
                      </p:nvPicPr>
                      <p:blipFill>
                        <a:blip r:embed="rId16"/>
                        <a:stretch>
                          <a:fillRect/>
                        </a:stretch>
                      </p:blipFill>
                      <p:spPr>
                        <a:xfrm>
                          <a:off x="3805" y="1988"/>
                          <a:ext cx="352" cy="260"/>
                        </a:xfrm>
                        <a:prstGeom prst="rect">
                          <a:avLst/>
                        </a:prstGeom>
                        <a:noFill/>
                        <a:ln w="22225">
                          <a:noFill/>
                        </a:ln>
                      </p:spPr>
                    </p:pic>
                  </p:oleObj>
                </mc:Fallback>
              </mc:AlternateContent>
            </a:graphicData>
          </a:graphic>
        </p:graphicFrame>
      </p:grpSp>
      <p:grpSp>
        <p:nvGrpSpPr>
          <p:cNvPr id="3" name="Group 24"/>
          <p:cNvGrpSpPr/>
          <p:nvPr/>
        </p:nvGrpSpPr>
        <p:grpSpPr bwMode="auto">
          <a:xfrm>
            <a:off x="5456238" y="1466850"/>
            <a:ext cx="2906712" cy="481013"/>
            <a:chOff x="3334" y="980"/>
            <a:chExt cx="1831" cy="303"/>
          </a:xfrm>
        </p:grpSpPr>
        <p:sp>
          <p:nvSpPr>
            <p:cNvPr id="34848" name="Rectangle 25"/>
            <p:cNvSpPr>
              <a:spLocks noChangeArrowheads="1"/>
            </p:cNvSpPr>
            <p:nvPr/>
          </p:nvSpPr>
          <p:spPr bwMode="auto">
            <a:xfrm>
              <a:off x="3581" y="1172"/>
              <a:ext cx="1584" cy="96"/>
            </a:xfrm>
            <a:prstGeom prst="rect">
              <a:avLst/>
            </a:prstGeom>
            <a:solidFill>
              <a:srgbClr val="00FFCC">
                <a:alpha val="50195"/>
              </a:srgbClr>
            </a:solidFill>
            <a:ln w="9525">
              <a:solidFill>
                <a:schemeClr val="tx1"/>
              </a:solidFill>
              <a:miter lim="800000"/>
            </a:ln>
          </p:spPr>
          <p:txBody>
            <a:bodyPr wrap="none" anchor="ctr"/>
            <a:lstStyle/>
            <a:p>
              <a:endParaRPr lang="zh-CN" altLang="en-US"/>
            </a:p>
          </p:txBody>
        </p:sp>
        <p:sp>
          <p:nvSpPr>
            <p:cNvPr id="34849" name="Rectangle 26"/>
            <p:cNvSpPr>
              <a:spLocks noChangeArrowheads="1"/>
            </p:cNvSpPr>
            <p:nvPr/>
          </p:nvSpPr>
          <p:spPr bwMode="auto">
            <a:xfrm>
              <a:off x="3334" y="980"/>
              <a:ext cx="336" cy="288"/>
            </a:xfrm>
            <a:prstGeom prst="rect">
              <a:avLst/>
            </a:prstGeom>
            <a:noFill/>
            <a:ln w="9525">
              <a:noFill/>
              <a:miter lim="800000"/>
            </a:ln>
          </p:spPr>
          <p:txBody>
            <a:bodyPr>
              <a:spAutoFit/>
            </a:bodyPr>
            <a:lstStyle/>
            <a:p>
              <a:pPr algn="l" eaLnBrk="0" hangingPunct="0"/>
              <a:r>
                <a:rPr kumimoji="0" lang="en-US" altLang="zh-CN" b="1">
                  <a:solidFill>
                    <a:schemeClr val="accent2"/>
                  </a:solidFill>
                  <a:latin typeface="Times New Roman" panose="02020603050405020304" pitchFamily="18" charset="0"/>
                </a:rPr>
                <a:t>O</a:t>
              </a:r>
              <a:endParaRPr kumimoji="0" lang="en-US" altLang="zh-CN" b="1">
                <a:solidFill>
                  <a:schemeClr val="accent2"/>
                </a:solidFill>
                <a:latin typeface="Times New Roman" panose="02020603050405020304" pitchFamily="18" charset="0"/>
              </a:endParaRPr>
            </a:p>
          </p:txBody>
        </p:sp>
        <p:graphicFrame>
          <p:nvGraphicFramePr>
            <p:cNvPr id="34827" name="Object 27"/>
            <p:cNvGraphicFramePr/>
            <p:nvPr/>
          </p:nvGraphicFramePr>
          <p:xfrm>
            <a:off x="3561" y="1147"/>
            <a:ext cx="118" cy="136"/>
          </p:xfrm>
          <a:graphic>
            <a:graphicData uri="http://schemas.openxmlformats.org/presentationml/2006/ole">
              <mc:AlternateContent xmlns:mc="http://schemas.openxmlformats.org/markup-compatibility/2006">
                <mc:Choice xmlns:v="urn:schemas-microsoft-com:vml" Requires="v">
                  <p:oleObj spid="_x0000_s34827" name="公式" r:id="rId17" imgW="4572000" imgH="4572000" progId="Equation.3">
                    <p:embed/>
                  </p:oleObj>
                </mc:Choice>
                <mc:Fallback>
                  <p:oleObj name="公式" r:id="rId17" imgW="4572000" imgH="4572000" progId="Equation.3">
                    <p:embed/>
                    <p:pic>
                      <p:nvPicPr>
                        <p:cNvPr id="0" name="Object 27"/>
                        <p:cNvPicPr/>
                        <p:nvPr/>
                      </p:nvPicPr>
                      <p:blipFill>
                        <a:blip r:embed="rId18"/>
                        <a:stretch>
                          <a:fillRect/>
                        </a:stretch>
                      </p:blipFill>
                      <p:spPr>
                        <a:xfrm>
                          <a:off x="3561" y="1147"/>
                          <a:ext cx="118" cy="136"/>
                        </a:xfrm>
                        <a:prstGeom prst="rect">
                          <a:avLst/>
                        </a:prstGeom>
                        <a:noFill/>
                        <a:ln w="22225">
                          <a:noFill/>
                        </a:ln>
                      </p:spPr>
                    </p:pic>
                  </p:oleObj>
                </mc:Fallback>
              </mc:AlternateContent>
            </a:graphicData>
          </a:graphic>
        </p:graphicFrame>
      </p:grpSp>
      <p:grpSp>
        <p:nvGrpSpPr>
          <p:cNvPr id="4" name="Group 28"/>
          <p:cNvGrpSpPr/>
          <p:nvPr/>
        </p:nvGrpSpPr>
        <p:grpSpPr bwMode="auto">
          <a:xfrm>
            <a:off x="6743700" y="2214563"/>
            <a:ext cx="482600" cy="457200"/>
            <a:chOff x="4145" y="1460"/>
            <a:chExt cx="304" cy="288"/>
          </a:xfrm>
        </p:grpSpPr>
        <p:sp>
          <p:nvSpPr>
            <p:cNvPr id="34847" name="Rectangle 29"/>
            <p:cNvSpPr>
              <a:spLocks noChangeArrowheads="1"/>
            </p:cNvSpPr>
            <p:nvPr/>
          </p:nvSpPr>
          <p:spPr bwMode="auto">
            <a:xfrm>
              <a:off x="4205" y="1460"/>
              <a:ext cx="244" cy="288"/>
            </a:xfrm>
            <a:prstGeom prst="rect">
              <a:avLst/>
            </a:prstGeom>
            <a:noFill/>
            <a:ln w="9525">
              <a:noFill/>
              <a:miter lim="800000"/>
            </a:ln>
          </p:spPr>
          <p:txBody>
            <a:bodyPr wrap="none">
              <a:spAutoFit/>
            </a:bodyPr>
            <a:lstStyle/>
            <a:p>
              <a:pPr algn="l" eaLnBrk="0" hangingPunct="0"/>
              <a:r>
                <a:rPr kumimoji="0" lang="en-US" altLang="zh-CN" b="1">
                  <a:solidFill>
                    <a:schemeClr val="accent2"/>
                  </a:solidFill>
                  <a:latin typeface="Times New Roman" panose="02020603050405020304" pitchFamily="18" charset="0"/>
                </a:rPr>
                <a:t>C</a:t>
              </a:r>
              <a:endParaRPr kumimoji="0" lang="en-US" altLang="zh-CN" b="1">
                <a:solidFill>
                  <a:schemeClr val="accent2"/>
                </a:solidFill>
                <a:latin typeface="Times New Roman" panose="02020603050405020304" pitchFamily="18" charset="0"/>
              </a:endParaRPr>
            </a:p>
          </p:txBody>
        </p:sp>
        <p:graphicFrame>
          <p:nvGraphicFramePr>
            <p:cNvPr id="34826" name="Object 30"/>
            <p:cNvGraphicFramePr/>
            <p:nvPr/>
          </p:nvGraphicFramePr>
          <p:xfrm>
            <a:off x="4145" y="1607"/>
            <a:ext cx="118" cy="136"/>
          </p:xfrm>
          <a:graphic>
            <a:graphicData uri="http://schemas.openxmlformats.org/presentationml/2006/ole">
              <mc:AlternateContent xmlns:mc="http://schemas.openxmlformats.org/markup-compatibility/2006">
                <mc:Choice xmlns:v="urn:schemas-microsoft-com:vml" Requires="v">
                  <p:oleObj spid="_x0000_s34826" name="公式" r:id="rId19" imgW="4572000" imgH="4572000" progId="Equation.3">
                    <p:embed/>
                  </p:oleObj>
                </mc:Choice>
                <mc:Fallback>
                  <p:oleObj name="公式" r:id="rId19" imgW="4572000" imgH="4572000" progId="Equation.3">
                    <p:embed/>
                    <p:pic>
                      <p:nvPicPr>
                        <p:cNvPr id="0" name="Object 30"/>
                        <p:cNvPicPr/>
                        <p:nvPr/>
                      </p:nvPicPr>
                      <p:blipFill>
                        <a:blip r:embed="rId18"/>
                        <a:stretch>
                          <a:fillRect/>
                        </a:stretch>
                      </p:blipFill>
                      <p:spPr>
                        <a:xfrm>
                          <a:off x="4145" y="1607"/>
                          <a:ext cx="118" cy="136"/>
                        </a:xfrm>
                        <a:prstGeom prst="rect">
                          <a:avLst/>
                        </a:prstGeom>
                        <a:noFill/>
                        <a:ln w="22225">
                          <a:noFill/>
                        </a:ln>
                      </p:spPr>
                    </p:pic>
                  </p:oleObj>
                </mc:Fallback>
              </mc:AlternateContent>
            </a:graphicData>
          </a:graphic>
        </p:graphicFrame>
      </p:grpSp>
      <p:sp>
        <p:nvSpPr>
          <p:cNvPr id="182303" name="Arc 31"/>
          <p:cNvSpPr/>
          <p:nvPr/>
        </p:nvSpPr>
        <p:spPr bwMode="auto">
          <a:xfrm>
            <a:off x="5734050" y="1708150"/>
            <a:ext cx="760413" cy="425450"/>
          </a:xfrm>
          <a:custGeom>
            <a:avLst/>
            <a:gdLst>
              <a:gd name="T0" fmla="*/ 2147483647 w 20759"/>
              <a:gd name="T1" fmla="*/ 2147483647 h 11587"/>
              <a:gd name="T2" fmla="*/ 2147483647 w 20759"/>
              <a:gd name="T3" fmla="*/ 2147483647 h 11587"/>
              <a:gd name="T4" fmla="*/ 0 w 20759"/>
              <a:gd name="T5" fmla="*/ 0 h 11587"/>
              <a:gd name="T6" fmla="*/ 0 60000 65536"/>
              <a:gd name="T7" fmla="*/ 0 60000 65536"/>
              <a:gd name="T8" fmla="*/ 0 60000 65536"/>
              <a:gd name="T9" fmla="*/ 0 w 20759"/>
              <a:gd name="T10" fmla="*/ 0 h 11587"/>
              <a:gd name="T11" fmla="*/ 20759 w 20759"/>
              <a:gd name="T12" fmla="*/ 11587 h 11587"/>
            </a:gdLst>
            <a:ahLst/>
            <a:cxnLst>
              <a:cxn ang="T6">
                <a:pos x="T0" y="T1"/>
              </a:cxn>
              <a:cxn ang="T7">
                <a:pos x="T2" y="T3"/>
              </a:cxn>
              <a:cxn ang="T8">
                <a:pos x="T4" y="T5"/>
              </a:cxn>
            </a:cxnLst>
            <a:rect l="T9" t="T10" r="T11" b="T12"/>
            <a:pathLst>
              <a:path w="20759" h="11587" fill="none" extrusionOk="0">
                <a:moveTo>
                  <a:pt x="20759" y="5968"/>
                </a:moveTo>
                <a:cubicBezTo>
                  <a:pt x="20188" y="7952"/>
                  <a:pt x="19336" y="9844"/>
                  <a:pt x="18229" y="11587"/>
                </a:cubicBezTo>
              </a:path>
              <a:path w="20759" h="11587" stroke="0" extrusionOk="0">
                <a:moveTo>
                  <a:pt x="20759" y="5968"/>
                </a:moveTo>
                <a:cubicBezTo>
                  <a:pt x="20188" y="7952"/>
                  <a:pt x="19336" y="9844"/>
                  <a:pt x="18229" y="11587"/>
                </a:cubicBezTo>
                <a:lnTo>
                  <a:pt x="0" y="0"/>
                </a:lnTo>
                <a:close/>
              </a:path>
            </a:pathLst>
          </a:custGeom>
          <a:noFill/>
          <a:ln w="38100">
            <a:solidFill>
              <a:srgbClr val="CC0000"/>
            </a:solidFill>
            <a:round/>
          </a:ln>
        </p:spPr>
        <p:txBody>
          <a:bodyPr wrap="none" anchor="ctr"/>
          <a:lstStyle/>
          <a:p>
            <a:endParaRPr lang="zh-CN" altLang="en-US"/>
          </a:p>
        </p:txBody>
      </p:sp>
      <p:grpSp>
        <p:nvGrpSpPr>
          <p:cNvPr id="5" name="Group 32"/>
          <p:cNvGrpSpPr/>
          <p:nvPr/>
        </p:nvGrpSpPr>
        <p:grpSpPr bwMode="auto">
          <a:xfrm>
            <a:off x="5848350" y="1314450"/>
            <a:ext cx="2909888" cy="533400"/>
            <a:chOff x="3581" y="884"/>
            <a:chExt cx="1833" cy="336"/>
          </a:xfrm>
        </p:grpSpPr>
        <p:sp>
          <p:nvSpPr>
            <p:cNvPr id="34845" name="Line 33"/>
            <p:cNvSpPr>
              <a:spLocks noChangeShapeType="1"/>
            </p:cNvSpPr>
            <p:nvPr/>
          </p:nvSpPr>
          <p:spPr bwMode="auto">
            <a:xfrm>
              <a:off x="3581" y="1220"/>
              <a:ext cx="1824" cy="0"/>
            </a:xfrm>
            <a:prstGeom prst="line">
              <a:avLst/>
            </a:prstGeom>
            <a:noFill/>
            <a:ln w="28575">
              <a:solidFill>
                <a:schemeClr val="accent2"/>
              </a:solidFill>
              <a:round/>
              <a:tailEnd type="stealth" w="med" len="lg"/>
            </a:ln>
          </p:spPr>
          <p:txBody>
            <a:bodyPr wrap="none" anchor="ctr"/>
            <a:lstStyle/>
            <a:p>
              <a:endParaRPr lang="zh-CN" altLang="en-US"/>
            </a:p>
          </p:txBody>
        </p:sp>
        <p:sp>
          <p:nvSpPr>
            <p:cNvPr id="34846" name="Rectangle 34"/>
            <p:cNvSpPr>
              <a:spLocks noChangeArrowheads="1"/>
            </p:cNvSpPr>
            <p:nvPr/>
          </p:nvSpPr>
          <p:spPr bwMode="auto">
            <a:xfrm>
              <a:off x="5213" y="884"/>
              <a:ext cx="201" cy="288"/>
            </a:xfrm>
            <a:prstGeom prst="rect">
              <a:avLst/>
            </a:prstGeom>
            <a:noFill/>
            <a:ln w="9525">
              <a:noFill/>
              <a:miter lim="800000"/>
            </a:ln>
          </p:spPr>
          <p:txBody>
            <a:bodyPr wrap="none">
              <a:spAutoFit/>
            </a:bodyPr>
            <a:lstStyle/>
            <a:p>
              <a:pPr algn="l" eaLnBrk="0" hangingPunct="0"/>
              <a:r>
                <a:rPr kumimoji="0" lang="en-US" altLang="zh-CN">
                  <a:solidFill>
                    <a:schemeClr val="accent2"/>
                  </a:solidFill>
                  <a:latin typeface="Times New Roman" panose="02020603050405020304" pitchFamily="18" charset="0"/>
                </a:rPr>
                <a:t>x</a:t>
              </a:r>
              <a:endParaRPr kumimoji="0" lang="en-US" altLang="zh-CN">
                <a:solidFill>
                  <a:schemeClr val="accent2"/>
                </a:solidFill>
                <a:latin typeface="Times New Roman" panose="02020603050405020304" pitchFamily="18" charset="0"/>
              </a:endParaRPr>
            </a:p>
          </p:txBody>
        </p:sp>
      </p:grpSp>
      <p:graphicFrame>
        <p:nvGraphicFramePr>
          <p:cNvPr id="182307" name="Object 35"/>
          <p:cNvGraphicFramePr>
            <a:graphicFrameLocks noChangeAspect="1"/>
          </p:cNvGraphicFramePr>
          <p:nvPr/>
        </p:nvGraphicFramePr>
        <p:xfrm>
          <a:off x="2185988" y="2878138"/>
          <a:ext cx="2017712" cy="730250"/>
        </p:xfrm>
        <a:graphic>
          <a:graphicData uri="http://schemas.openxmlformats.org/presentationml/2006/ole">
            <mc:AlternateContent xmlns:mc="http://schemas.openxmlformats.org/markup-compatibility/2006">
              <mc:Choice xmlns:v="urn:schemas-microsoft-com:vml" Requires="v">
                <p:oleObj spid="_x0000_s34825" name="公式" r:id="rId20" imgW="26822400" imgH="9753600" progId="Equation.3">
                  <p:embed/>
                </p:oleObj>
              </mc:Choice>
              <mc:Fallback>
                <p:oleObj name="公式" r:id="rId20" imgW="26822400" imgH="9753600" progId="Equation.3">
                  <p:embed/>
                  <p:pic>
                    <p:nvPicPr>
                      <p:cNvPr id="0" name="Object 35"/>
                      <p:cNvPicPr>
                        <a:picLocks noChangeAspect="1"/>
                      </p:cNvPicPr>
                      <p:nvPr/>
                    </p:nvPicPr>
                    <p:blipFill>
                      <a:blip r:embed="rId21"/>
                      <a:stretch>
                        <a:fillRect/>
                      </a:stretch>
                    </p:blipFill>
                    <p:spPr>
                      <a:xfrm>
                        <a:off x="2185988" y="2878138"/>
                        <a:ext cx="2017712" cy="730250"/>
                      </a:xfrm>
                      <a:prstGeom prst="rect">
                        <a:avLst/>
                      </a:prstGeom>
                      <a:noFill/>
                      <a:ln w="25400">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2274"/>
                                        </p:tgtEl>
                                        <p:attrNameLst>
                                          <p:attrName>style.visibility</p:attrName>
                                        </p:attrNameLst>
                                      </p:cBhvr>
                                      <p:to>
                                        <p:strVal val="visible"/>
                                      </p:to>
                                    </p:set>
                                    <p:animEffect transition="in" filter="wipe(left)">
                                      <p:cBhvr>
                                        <p:cTn id="7" dur="500"/>
                                        <p:tgtEl>
                                          <p:spTgt spid="1822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2290"/>
                                        </p:tgtEl>
                                        <p:attrNameLst>
                                          <p:attrName>style.visibility</p:attrName>
                                        </p:attrNameLst>
                                      </p:cBhvr>
                                      <p:to>
                                        <p:strVal val="visible"/>
                                      </p:to>
                                    </p:set>
                                    <p:animEffect transition="in" filter="wipe(left)">
                                      <p:cBhvr>
                                        <p:cTn id="17" dur="500"/>
                                        <p:tgtEl>
                                          <p:spTgt spid="18229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2291"/>
                                        </p:tgtEl>
                                        <p:attrNameLst>
                                          <p:attrName>style.visibility</p:attrName>
                                        </p:attrNameLst>
                                      </p:cBhvr>
                                      <p:to>
                                        <p:strVal val="visible"/>
                                      </p:to>
                                    </p:set>
                                    <p:animEffect transition="in" filter="wipe(left)">
                                      <p:cBhvr>
                                        <p:cTn id="22" dur="500"/>
                                        <p:tgtEl>
                                          <p:spTgt spid="18229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82287"/>
                                        </p:tgtEl>
                                        <p:attrNameLst>
                                          <p:attrName>style.visibility</p:attrName>
                                        </p:attrNameLst>
                                      </p:cBhvr>
                                      <p:to>
                                        <p:strVal val="visible"/>
                                      </p:to>
                                    </p:set>
                                    <p:animEffect transition="in" filter="wipe(left)">
                                      <p:cBhvr>
                                        <p:cTn id="27" dur="500"/>
                                        <p:tgtEl>
                                          <p:spTgt spid="1822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2289"/>
                                        </p:tgtEl>
                                        <p:attrNameLst>
                                          <p:attrName>style.visibility</p:attrName>
                                        </p:attrNameLst>
                                      </p:cBhvr>
                                      <p:to>
                                        <p:strVal val="visible"/>
                                      </p:to>
                                    </p:set>
                                    <p:animEffect transition="in" filter="wipe(left)">
                                      <p:cBhvr>
                                        <p:cTn id="32" dur="500"/>
                                        <p:tgtEl>
                                          <p:spTgt spid="1822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82303"/>
                                        </p:tgtEl>
                                        <p:attrNameLst>
                                          <p:attrName>style.visibility</p:attrName>
                                        </p:attrNameLst>
                                      </p:cBhvr>
                                      <p:to>
                                        <p:strVal val="visible"/>
                                      </p:to>
                                    </p:set>
                                    <p:animEffect transition="in" filter="wipe(up)">
                                      <p:cBhvr>
                                        <p:cTn id="37" dur="500"/>
                                        <p:tgtEl>
                                          <p:spTgt spid="182303"/>
                                        </p:tgtEl>
                                      </p:cBhvr>
                                    </p:animEffect>
                                  </p:childTnLst>
                                </p:cTn>
                              </p:par>
                              <p:par>
                                <p:cTn id="38" presetID="22" presetClass="entr" presetSubtype="1" fill="hold" grpId="0" nodeType="withEffect">
                                  <p:stCondLst>
                                    <p:cond delay="0"/>
                                  </p:stCondLst>
                                  <p:childTnLst>
                                    <p:set>
                                      <p:cBhvr>
                                        <p:cTn id="39" dur="1" fill="hold">
                                          <p:stCondLst>
                                            <p:cond delay="0"/>
                                          </p:stCondLst>
                                        </p:cTn>
                                        <p:tgtEl>
                                          <p:spTgt spid="182292"/>
                                        </p:tgtEl>
                                        <p:attrNameLst>
                                          <p:attrName>style.visibility</p:attrName>
                                        </p:attrNameLst>
                                      </p:cBhvr>
                                      <p:to>
                                        <p:strVal val="visible"/>
                                      </p:to>
                                    </p:set>
                                    <p:animEffect transition="in" filter="wipe(up)">
                                      <p:cBhvr>
                                        <p:cTn id="40" dur="500"/>
                                        <p:tgtEl>
                                          <p:spTgt spid="18229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82275">
                                            <p:txEl>
                                              <p:pRg st="0" end="0"/>
                                            </p:txEl>
                                          </p:spTgt>
                                        </p:tgtEl>
                                        <p:attrNameLst>
                                          <p:attrName>style.visibility</p:attrName>
                                        </p:attrNameLst>
                                      </p:cBhvr>
                                      <p:to>
                                        <p:strVal val="visible"/>
                                      </p:to>
                                    </p:set>
                                    <p:animEffect transition="in" filter="wipe(left)">
                                      <p:cBhvr>
                                        <p:cTn id="45" dur="500"/>
                                        <p:tgtEl>
                                          <p:spTgt spid="182275">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wipe(left)">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wipe(left)">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wipe(up)">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182276"/>
                                        </p:tgtEl>
                                        <p:attrNameLst>
                                          <p:attrName>style.visibility</p:attrName>
                                        </p:attrNameLst>
                                      </p:cBhvr>
                                      <p:to>
                                        <p:strVal val="visible"/>
                                      </p:to>
                                    </p:set>
                                    <p:animEffect transition="in" filter="wipe(left)">
                                      <p:cBhvr>
                                        <p:cTn id="65" dur="500"/>
                                        <p:tgtEl>
                                          <p:spTgt spid="18227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182277"/>
                                        </p:tgtEl>
                                        <p:attrNameLst>
                                          <p:attrName>style.visibility</p:attrName>
                                        </p:attrNameLst>
                                      </p:cBhvr>
                                      <p:to>
                                        <p:strVal val="visible"/>
                                      </p:to>
                                    </p:set>
                                    <p:animEffect transition="in" filter="wipe(left)">
                                      <p:cBhvr>
                                        <p:cTn id="70" dur="500"/>
                                        <p:tgtEl>
                                          <p:spTgt spid="18227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182307"/>
                                        </p:tgtEl>
                                        <p:attrNameLst>
                                          <p:attrName>style.visibility</p:attrName>
                                        </p:attrNameLst>
                                      </p:cBhvr>
                                      <p:to>
                                        <p:strVal val="visible"/>
                                      </p:to>
                                    </p:set>
                                    <p:animEffect transition="in" filter="wipe(left)">
                                      <p:cBhvr>
                                        <p:cTn id="75" dur="500"/>
                                        <p:tgtEl>
                                          <p:spTgt spid="18230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82280"/>
                                        </p:tgtEl>
                                        <p:attrNameLst>
                                          <p:attrName>style.visibility</p:attrName>
                                        </p:attrNameLst>
                                      </p:cBhvr>
                                      <p:to>
                                        <p:strVal val="visible"/>
                                      </p:to>
                                    </p:set>
                                    <p:animEffect transition="in" filter="wipe(left)">
                                      <p:cBhvr>
                                        <p:cTn id="80" dur="500"/>
                                        <p:tgtEl>
                                          <p:spTgt spid="18228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182278">
                                            <p:txEl>
                                              <p:pRg st="0" end="0"/>
                                            </p:txEl>
                                          </p:spTgt>
                                        </p:tgtEl>
                                        <p:attrNameLst>
                                          <p:attrName>style.visibility</p:attrName>
                                        </p:attrNameLst>
                                      </p:cBhvr>
                                      <p:to>
                                        <p:strVal val="visible"/>
                                      </p:to>
                                    </p:set>
                                    <p:animEffect transition="in" filter="wipe(left)">
                                      <p:cBhvr>
                                        <p:cTn id="85" dur="500"/>
                                        <p:tgtEl>
                                          <p:spTgt spid="182278">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182279"/>
                                        </p:tgtEl>
                                        <p:attrNameLst>
                                          <p:attrName>style.visibility</p:attrName>
                                        </p:attrNameLst>
                                      </p:cBhvr>
                                      <p:to>
                                        <p:strVal val="visible"/>
                                      </p:to>
                                    </p:set>
                                    <p:animEffect transition="in" filter="wipe(left)">
                                      <p:cBhvr>
                                        <p:cTn id="90" dur="500"/>
                                        <p:tgtEl>
                                          <p:spTgt spid="182279"/>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182282"/>
                                        </p:tgtEl>
                                        <p:attrNameLst>
                                          <p:attrName>style.visibility</p:attrName>
                                        </p:attrNameLst>
                                      </p:cBhvr>
                                      <p:to>
                                        <p:strVal val="visible"/>
                                      </p:to>
                                    </p:set>
                                    <p:animEffect transition="in" filter="wipe(left)">
                                      <p:cBhvr>
                                        <p:cTn id="95" dur="500"/>
                                        <p:tgtEl>
                                          <p:spTgt spid="182282"/>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grpId="0" nodeType="clickEffect">
                                  <p:stCondLst>
                                    <p:cond delay="0"/>
                                  </p:stCondLst>
                                  <p:childTnLst>
                                    <p:set>
                                      <p:cBhvr>
                                        <p:cTn id="99" dur="1" fill="hold">
                                          <p:stCondLst>
                                            <p:cond delay="0"/>
                                          </p:stCondLst>
                                        </p:cTn>
                                        <p:tgtEl>
                                          <p:spTgt spid="182283"/>
                                        </p:tgtEl>
                                        <p:attrNameLst>
                                          <p:attrName>style.visibility</p:attrName>
                                        </p:attrNameLst>
                                      </p:cBhvr>
                                      <p:to>
                                        <p:strVal val="visible"/>
                                      </p:to>
                                    </p:set>
                                    <p:animEffect transition="in" filter="wipe(left)">
                                      <p:cBhvr>
                                        <p:cTn id="100" dur="500"/>
                                        <p:tgtEl>
                                          <p:spTgt spid="182283"/>
                                        </p:tgtEl>
                                      </p:cBhvr>
                                    </p:animEffect>
                                  </p:childTnLst>
                                </p:cTn>
                              </p:par>
                            </p:childTnLst>
                          </p:cTn>
                        </p:par>
                        <p:par>
                          <p:cTn id="101" fill="hold">
                            <p:stCondLst>
                              <p:cond delay="500"/>
                            </p:stCondLst>
                            <p:childTnLst>
                              <p:par>
                                <p:cTn id="102" presetID="22" presetClass="entr" presetSubtype="8" fill="hold" nodeType="afterEffect">
                                  <p:stCondLst>
                                    <p:cond delay="0"/>
                                  </p:stCondLst>
                                  <p:childTnLst>
                                    <p:set>
                                      <p:cBhvr>
                                        <p:cTn id="103" dur="1" fill="hold">
                                          <p:stCondLst>
                                            <p:cond delay="0"/>
                                          </p:stCondLst>
                                        </p:cTn>
                                        <p:tgtEl>
                                          <p:spTgt spid="182281"/>
                                        </p:tgtEl>
                                        <p:attrNameLst>
                                          <p:attrName>style.visibility</p:attrName>
                                        </p:attrNameLst>
                                      </p:cBhvr>
                                      <p:to>
                                        <p:strVal val="visible"/>
                                      </p:to>
                                    </p:set>
                                    <p:animEffect transition="in" filter="wipe(left)">
                                      <p:cBhvr>
                                        <p:cTn id="104" dur="500"/>
                                        <p:tgtEl>
                                          <p:spTgt spid="182281"/>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182285"/>
                                        </p:tgtEl>
                                        <p:attrNameLst>
                                          <p:attrName>style.visibility</p:attrName>
                                        </p:attrNameLst>
                                      </p:cBhvr>
                                      <p:to>
                                        <p:strVal val="visible"/>
                                      </p:to>
                                    </p:set>
                                    <p:animEffect transition="in" filter="wipe(left)">
                                      <p:cBhvr>
                                        <p:cTn id="109" dur="500"/>
                                        <p:tgtEl>
                                          <p:spTgt spid="182285"/>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82284"/>
                                        </p:tgtEl>
                                        <p:attrNameLst>
                                          <p:attrName>style.visibility</p:attrName>
                                        </p:attrNameLst>
                                      </p:cBhvr>
                                      <p:to>
                                        <p:strVal val="visible"/>
                                      </p:to>
                                    </p:set>
                                    <p:animEffect transition="in" filter="wipe(left)">
                                      <p:cBhvr>
                                        <p:cTn id="114" dur="500"/>
                                        <p:tgtEl>
                                          <p:spTgt spid="182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4" grpId="0"/>
      <p:bldP spid="182275" grpId="0" autoUpdateAnimBg="0" build="p"/>
      <p:bldP spid="182278" grpId="0" autoUpdateAnimBg="0" build="p"/>
      <p:bldP spid="182283" grpId="0" animBg="1"/>
      <p:bldP spid="182285" grpId="0" animBg="1"/>
      <p:bldP spid="182287" grpId="0"/>
      <p:bldP spid="182289" grpId="0" animBg="1"/>
      <p:bldP spid="182290" grpId="0"/>
      <p:bldP spid="182291" grpId="0"/>
      <p:bldP spid="182292" grpId="0"/>
      <p:bldP spid="18230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2"/>
          <p:cNvSpPr txBox="1">
            <a:spLocks noChangeArrowheads="1"/>
          </p:cNvSpPr>
          <p:nvPr/>
        </p:nvSpPr>
        <p:spPr bwMode="auto">
          <a:xfrm>
            <a:off x="115888" y="414338"/>
            <a:ext cx="5006975"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rPr>
              <a:t>3.2.3  </a:t>
            </a:r>
            <a:r>
              <a:rPr lang="zh-CN" altLang="en-US" b="1" i="0">
                <a:solidFill>
                  <a:srgbClr val="0000FF"/>
                </a:solidFill>
                <a:latin typeface="Times New Roman" panose="02020603050405020304" pitchFamily="18" charset="0"/>
              </a:rPr>
              <a:t>势能  机械能守恒定律 </a:t>
            </a:r>
            <a:endParaRPr lang="zh-CN" altLang="en-US" b="1" i="0">
              <a:solidFill>
                <a:srgbClr val="0000FF"/>
              </a:solidFill>
              <a:latin typeface="Times New Roman" panose="02020603050405020304" pitchFamily="18" charset="0"/>
            </a:endParaRPr>
          </a:p>
        </p:txBody>
      </p:sp>
      <p:sp>
        <p:nvSpPr>
          <p:cNvPr id="105475" name="Text Box 3"/>
          <p:cNvSpPr txBox="1">
            <a:spLocks noChangeArrowheads="1"/>
          </p:cNvSpPr>
          <p:nvPr/>
        </p:nvSpPr>
        <p:spPr bwMode="auto">
          <a:xfrm>
            <a:off x="250825" y="954088"/>
            <a:ext cx="2990850" cy="457200"/>
          </a:xfrm>
          <a:prstGeom prst="rect">
            <a:avLst/>
          </a:prstGeom>
          <a:noFill/>
          <a:ln w="9525">
            <a:noFill/>
            <a:miter lim="800000"/>
          </a:ln>
        </p:spPr>
        <p:txBody>
          <a:bodyPr>
            <a:spAutoFit/>
          </a:bodyPr>
          <a:lstStyle/>
          <a:p>
            <a:pPr algn="l"/>
            <a:r>
              <a:rPr lang="en-US" altLang="zh-CN" b="1" i="0">
                <a:solidFill>
                  <a:srgbClr val="0033CC"/>
                </a:solidFill>
                <a:latin typeface="Times New Roman" panose="02020603050405020304" pitchFamily="18" charset="0"/>
              </a:rPr>
              <a:t>1. </a:t>
            </a:r>
            <a:r>
              <a:rPr lang="zh-CN" altLang="en-US" b="1" i="0">
                <a:solidFill>
                  <a:srgbClr val="0033CC"/>
                </a:solidFill>
                <a:latin typeface="Times New Roman" panose="02020603050405020304" pitchFamily="18" charset="0"/>
              </a:rPr>
              <a:t>保守力    势能</a:t>
            </a:r>
            <a:endParaRPr lang="zh-CN" altLang="en-US" b="1" i="0">
              <a:solidFill>
                <a:srgbClr val="0033CC"/>
              </a:solidFill>
              <a:latin typeface="Times New Roman" panose="02020603050405020304" pitchFamily="18" charset="0"/>
            </a:endParaRPr>
          </a:p>
        </p:txBody>
      </p:sp>
      <p:sp>
        <p:nvSpPr>
          <p:cNvPr id="105495" name="Text Box 23"/>
          <p:cNvSpPr txBox="1">
            <a:spLocks noChangeArrowheads="1"/>
          </p:cNvSpPr>
          <p:nvPr/>
        </p:nvSpPr>
        <p:spPr bwMode="auto">
          <a:xfrm>
            <a:off x="588963" y="1479550"/>
            <a:ext cx="8113712" cy="933450"/>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如果力所做的功与路径无关，而只决定于物体的始末</a:t>
            </a:r>
            <a:endParaRPr lang="zh-CN" altLang="en-US" b="1" i="0">
              <a:solidFill>
                <a:schemeClr val="bg1"/>
              </a:solidFill>
              <a:latin typeface="Times New Roman" panose="02020603050405020304" pitchFamily="18" charset="0"/>
            </a:endParaRPr>
          </a:p>
          <a:p>
            <a:pPr algn="l">
              <a:lnSpc>
                <a:spcPct val="115000"/>
              </a:lnSpc>
            </a:pPr>
            <a:r>
              <a:rPr lang="zh-CN" altLang="en-US" b="1" i="0">
                <a:solidFill>
                  <a:schemeClr val="bg1"/>
                </a:solidFill>
                <a:latin typeface="Times New Roman" panose="02020603050405020304" pitchFamily="18" charset="0"/>
              </a:rPr>
              <a:t>相对位置，这样的力称为</a:t>
            </a:r>
            <a:r>
              <a:rPr lang="zh-CN" altLang="en-US" b="1" i="0">
                <a:solidFill>
                  <a:srgbClr val="FF6600"/>
                </a:solidFill>
                <a:latin typeface="Times New Roman" panose="02020603050405020304" pitchFamily="18" charset="0"/>
              </a:rPr>
              <a:t>保守力</a:t>
            </a:r>
            <a:r>
              <a:rPr lang="zh-CN" altLang="en-US" b="1" i="0">
                <a:solidFill>
                  <a:schemeClr val="bg1"/>
                </a:solidFill>
                <a:latin typeface="Times New Roman" panose="02020603050405020304" pitchFamily="18" charset="0"/>
              </a:rPr>
              <a:t>。</a:t>
            </a:r>
            <a:endParaRPr lang="zh-CN" altLang="en-US" i="0">
              <a:solidFill>
                <a:schemeClr val="bg1"/>
              </a:solidFill>
              <a:latin typeface="Times New Roman" panose="02020603050405020304" pitchFamily="18" charset="0"/>
            </a:endParaRPr>
          </a:p>
        </p:txBody>
      </p:sp>
      <p:sp>
        <p:nvSpPr>
          <p:cNvPr id="105496" name="Text Box 24"/>
          <p:cNvSpPr txBox="1">
            <a:spLocks noChangeArrowheads="1"/>
          </p:cNvSpPr>
          <p:nvPr/>
        </p:nvSpPr>
        <p:spPr bwMode="auto">
          <a:xfrm>
            <a:off x="657225" y="2406650"/>
            <a:ext cx="5478463" cy="466725"/>
          </a:xfrm>
          <a:prstGeom prst="rect">
            <a:avLst/>
          </a:prstGeom>
          <a:solidFill>
            <a:srgbClr val="CCFFFF"/>
          </a:solidFill>
          <a:ln w="9525">
            <a:solidFill>
              <a:srgbClr val="0033CC"/>
            </a:solidFill>
            <a:miter lim="800000"/>
          </a:ln>
        </p:spPr>
        <p:txBody>
          <a:bodyPr wrap="none">
            <a:spAutoFit/>
          </a:bodyPr>
          <a:lstStyle/>
          <a:p>
            <a:r>
              <a:rPr lang="zh-CN" altLang="en-US" b="1" i="0">
                <a:solidFill>
                  <a:srgbClr val="CC0000"/>
                </a:solidFill>
                <a:latin typeface="Times New Roman" panose="02020603050405020304" pitchFamily="18" charset="0"/>
              </a:rPr>
              <a:t>保守力沿闭合路径一周所做的功为零。 </a:t>
            </a:r>
            <a:endParaRPr lang="zh-CN" altLang="en-US" b="1" i="0">
              <a:solidFill>
                <a:srgbClr val="CC0000"/>
              </a:solidFill>
              <a:latin typeface="Times New Roman" panose="02020603050405020304" pitchFamily="18" charset="0"/>
            </a:endParaRPr>
          </a:p>
        </p:txBody>
      </p:sp>
      <p:sp>
        <p:nvSpPr>
          <p:cNvPr id="105497" name="Text Box 25"/>
          <p:cNvSpPr txBox="1">
            <a:spLocks noChangeArrowheads="1"/>
          </p:cNvSpPr>
          <p:nvPr/>
        </p:nvSpPr>
        <p:spPr bwMode="auto">
          <a:xfrm>
            <a:off x="577850" y="5432425"/>
            <a:ext cx="6157913" cy="457200"/>
          </a:xfrm>
          <a:prstGeom prst="rect">
            <a:avLst/>
          </a:prstGeom>
          <a:noFill/>
          <a:ln w="9525">
            <a:noFill/>
            <a:miter lim="800000"/>
          </a:ln>
        </p:spPr>
        <p:txBody>
          <a:bodyPr wrap="none">
            <a:spAutoFit/>
          </a:bodyPr>
          <a:lstStyle/>
          <a:p>
            <a:pPr algn="l"/>
            <a:r>
              <a:rPr lang="zh-CN" altLang="en-US" b="1" i="0">
                <a:solidFill>
                  <a:schemeClr val="bg1"/>
                </a:solidFill>
                <a:latin typeface="Times New Roman" panose="02020603050405020304" pitchFamily="18" charset="0"/>
              </a:rPr>
              <a:t>例如重力、万有引力、弹性力都是</a:t>
            </a:r>
            <a:r>
              <a:rPr lang="zh-CN" altLang="en-US" b="1" i="0">
                <a:solidFill>
                  <a:srgbClr val="FF6600"/>
                </a:solidFill>
                <a:latin typeface="Times New Roman" panose="02020603050405020304" pitchFamily="18" charset="0"/>
              </a:rPr>
              <a:t>保守力</a:t>
            </a:r>
            <a:r>
              <a:rPr lang="zh-CN" altLang="en-US" b="1" i="0">
                <a:solidFill>
                  <a:schemeClr val="bg1"/>
                </a:solidFill>
                <a:latin typeface="Times New Roman" panose="02020603050405020304" pitchFamily="18" charset="0"/>
              </a:rPr>
              <a:t>。</a:t>
            </a:r>
            <a:r>
              <a:rPr lang="zh-CN" altLang="en-US" i="0">
                <a:latin typeface="Times New Roman" panose="02020603050405020304" pitchFamily="18" charset="0"/>
              </a:rPr>
              <a:t> </a:t>
            </a:r>
            <a:endParaRPr lang="zh-CN" altLang="en-US" i="0">
              <a:latin typeface="Times New Roman" panose="02020603050405020304" pitchFamily="18" charset="0"/>
            </a:endParaRPr>
          </a:p>
        </p:txBody>
      </p:sp>
      <p:sp>
        <p:nvSpPr>
          <p:cNvPr id="105498" name="Text Box 26"/>
          <p:cNvSpPr txBox="1">
            <a:spLocks noChangeArrowheads="1"/>
          </p:cNvSpPr>
          <p:nvPr/>
        </p:nvSpPr>
        <p:spPr bwMode="auto">
          <a:xfrm>
            <a:off x="566738" y="5942013"/>
            <a:ext cx="7640637"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作功与路径有关的力称为</a:t>
            </a:r>
            <a:r>
              <a:rPr lang="zh-CN" altLang="en-US" b="1" i="0">
                <a:solidFill>
                  <a:srgbClr val="FF6600"/>
                </a:solidFill>
                <a:latin typeface="Times New Roman" panose="02020603050405020304" pitchFamily="18" charset="0"/>
              </a:rPr>
              <a:t>非保守力</a:t>
            </a:r>
            <a:r>
              <a:rPr lang="zh-CN" altLang="en-US" b="1" i="0">
                <a:solidFill>
                  <a:schemeClr val="bg1"/>
                </a:solidFill>
                <a:latin typeface="Times New Roman" panose="02020603050405020304" pitchFamily="18" charset="0"/>
              </a:rPr>
              <a:t>。</a:t>
            </a:r>
            <a:r>
              <a:rPr lang="zh-CN" altLang="en-US" b="1" i="0">
                <a:latin typeface="Times New Roman" panose="02020603050405020304" pitchFamily="18" charset="0"/>
                <a:cs typeface="Arial" panose="020B0604020202020204" pitchFamily="34" charset="0"/>
              </a:rPr>
              <a:t>例如</a:t>
            </a:r>
            <a:r>
              <a:rPr lang="en-US" altLang="zh-CN" b="1" i="0">
                <a:latin typeface="Times New Roman" panose="02020603050405020304" pitchFamily="18" charset="0"/>
                <a:cs typeface="Arial" panose="020B0604020202020204" pitchFamily="34" charset="0"/>
              </a:rPr>
              <a:t>: </a:t>
            </a:r>
            <a:r>
              <a:rPr lang="zh-CN" altLang="en-US" b="1" i="0">
                <a:solidFill>
                  <a:srgbClr val="006600"/>
                </a:solidFill>
                <a:latin typeface="Times New Roman" panose="02020603050405020304" pitchFamily="18" charset="0"/>
                <a:cs typeface="Arial" panose="020B0604020202020204" pitchFamily="34" charset="0"/>
              </a:rPr>
              <a:t>摩擦力</a:t>
            </a:r>
            <a:r>
              <a:rPr lang="zh-CN" altLang="en-US" i="0">
                <a:latin typeface="Times New Roman" panose="02020603050405020304" pitchFamily="18" charset="0"/>
              </a:rPr>
              <a:t> </a:t>
            </a:r>
            <a:endParaRPr lang="zh-CN" altLang="en-US" i="0">
              <a:latin typeface="Times New Roman" panose="02020603050405020304" pitchFamily="18" charset="0"/>
            </a:endParaRPr>
          </a:p>
        </p:txBody>
      </p:sp>
      <p:graphicFrame>
        <p:nvGraphicFramePr>
          <p:cNvPr id="105499" name="Object 27"/>
          <p:cNvGraphicFramePr>
            <a:graphicFrameLocks noChangeAspect="1"/>
          </p:cNvGraphicFramePr>
          <p:nvPr/>
        </p:nvGraphicFramePr>
        <p:xfrm>
          <a:off x="711200" y="3073400"/>
          <a:ext cx="2393950" cy="593725"/>
        </p:xfrm>
        <a:graphic>
          <a:graphicData uri="http://schemas.openxmlformats.org/presentationml/2006/ole">
            <mc:AlternateContent xmlns:mc="http://schemas.openxmlformats.org/markup-compatibility/2006">
              <mc:Choice xmlns:v="urn:schemas-microsoft-com:vml" Requires="v">
                <p:oleObj spid="_x0000_s35841" name="公式" r:id="rId1" imgW="32004000" imgH="7924800" progId="Equation.3">
                  <p:embed/>
                </p:oleObj>
              </mc:Choice>
              <mc:Fallback>
                <p:oleObj name="公式" r:id="rId1" imgW="32004000" imgH="7924800" progId="Equation.3">
                  <p:embed/>
                  <p:pic>
                    <p:nvPicPr>
                      <p:cNvPr id="0" name="Object 27"/>
                      <p:cNvPicPr>
                        <a:picLocks noChangeAspect="1"/>
                      </p:cNvPicPr>
                      <p:nvPr/>
                    </p:nvPicPr>
                    <p:blipFill>
                      <a:blip r:embed="rId2"/>
                      <a:stretch>
                        <a:fillRect/>
                      </a:stretch>
                    </p:blipFill>
                    <p:spPr>
                      <a:xfrm>
                        <a:off x="711200" y="3073400"/>
                        <a:ext cx="2393950" cy="593725"/>
                      </a:xfrm>
                      <a:prstGeom prst="rect">
                        <a:avLst/>
                      </a:prstGeom>
                      <a:noFill/>
                      <a:ln w="9525">
                        <a:noFill/>
                      </a:ln>
                    </p:spPr>
                  </p:pic>
                </p:oleObj>
              </mc:Fallback>
            </mc:AlternateContent>
          </a:graphicData>
        </a:graphic>
      </p:graphicFrame>
      <p:grpSp>
        <p:nvGrpSpPr>
          <p:cNvPr id="2" name="Group 28"/>
          <p:cNvGrpSpPr/>
          <p:nvPr/>
        </p:nvGrpSpPr>
        <p:grpSpPr bwMode="auto">
          <a:xfrm>
            <a:off x="6973888" y="2792413"/>
            <a:ext cx="1370012" cy="2649537"/>
            <a:chOff x="4377" y="2094"/>
            <a:chExt cx="863" cy="1669"/>
          </a:xfrm>
        </p:grpSpPr>
        <p:sp>
          <p:nvSpPr>
            <p:cNvPr id="35861" name="Arc 29"/>
            <p:cNvSpPr/>
            <p:nvPr/>
          </p:nvSpPr>
          <p:spPr bwMode="auto">
            <a:xfrm rot="-1756483">
              <a:off x="4424" y="2094"/>
              <a:ext cx="816" cy="1669"/>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275"/>
                    <a:pt x="8745" y="874"/>
                    <a:pt x="20040" y="56"/>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275"/>
                    <a:pt x="8745" y="874"/>
                    <a:pt x="20040" y="56"/>
                  </a:cubicBezTo>
                  <a:lnTo>
                    <a:pt x="21600" y="21600"/>
                  </a:lnTo>
                  <a:close/>
                </a:path>
              </a:pathLst>
            </a:custGeom>
            <a:noFill/>
            <a:ln w="9525">
              <a:solidFill>
                <a:schemeClr val="accent1"/>
              </a:solidFill>
              <a:round/>
            </a:ln>
          </p:spPr>
          <p:txBody>
            <a:bodyPr wrap="none" anchor="ctr"/>
            <a:lstStyle/>
            <a:p>
              <a:endParaRPr lang="zh-CN" altLang="en-US"/>
            </a:p>
          </p:txBody>
        </p:sp>
        <p:sp>
          <p:nvSpPr>
            <p:cNvPr id="35862" name="Oval 30"/>
            <p:cNvSpPr>
              <a:spLocks noChangeArrowheads="1"/>
            </p:cNvSpPr>
            <p:nvPr/>
          </p:nvSpPr>
          <p:spPr bwMode="auto">
            <a:xfrm flipV="1">
              <a:off x="4377" y="2160"/>
              <a:ext cx="91" cy="91"/>
            </a:xfrm>
            <a:prstGeom prst="ellipse">
              <a:avLst/>
            </a:prstGeom>
            <a:solidFill>
              <a:srgbClr val="FF9900"/>
            </a:solidFill>
            <a:ln w="9525">
              <a:solidFill>
                <a:schemeClr val="tx1"/>
              </a:solidFill>
              <a:round/>
            </a:ln>
          </p:spPr>
          <p:txBody>
            <a:bodyPr wrap="none" anchor="ctr"/>
            <a:lstStyle/>
            <a:p>
              <a:endParaRPr lang="zh-CN" altLang="en-US"/>
            </a:p>
          </p:txBody>
        </p:sp>
      </p:grpSp>
      <p:sp>
        <p:nvSpPr>
          <p:cNvPr id="105503" name="Oval 31"/>
          <p:cNvSpPr>
            <a:spLocks noChangeArrowheads="1"/>
          </p:cNvSpPr>
          <p:nvPr/>
        </p:nvSpPr>
        <p:spPr bwMode="auto">
          <a:xfrm>
            <a:off x="8413750" y="5057775"/>
            <a:ext cx="144463" cy="144463"/>
          </a:xfrm>
          <a:prstGeom prst="ellipse">
            <a:avLst/>
          </a:prstGeom>
          <a:solidFill>
            <a:srgbClr val="FF9900"/>
          </a:solidFill>
          <a:ln w="9525">
            <a:solidFill>
              <a:schemeClr val="tx1"/>
            </a:solidFill>
            <a:round/>
          </a:ln>
        </p:spPr>
        <p:txBody>
          <a:bodyPr wrap="none" anchor="ctr"/>
          <a:lstStyle/>
          <a:p>
            <a:endParaRPr lang="zh-CN" altLang="en-US"/>
          </a:p>
        </p:txBody>
      </p:sp>
      <p:sp>
        <p:nvSpPr>
          <p:cNvPr id="105504" name="Text Box 32"/>
          <p:cNvSpPr txBox="1">
            <a:spLocks noChangeArrowheads="1"/>
          </p:cNvSpPr>
          <p:nvPr/>
        </p:nvSpPr>
        <p:spPr bwMode="auto">
          <a:xfrm>
            <a:off x="6902450" y="2432050"/>
            <a:ext cx="576263" cy="457200"/>
          </a:xfrm>
          <a:prstGeom prst="rect">
            <a:avLst/>
          </a:prstGeom>
          <a:noFill/>
          <a:ln w="9525">
            <a:noFill/>
            <a:miter lim="800000"/>
          </a:ln>
        </p:spPr>
        <p:txBody>
          <a:bodyPr>
            <a:spAutoFit/>
          </a:bodyPr>
          <a:lstStyle/>
          <a:p>
            <a:pPr algn="l"/>
            <a:r>
              <a:rPr lang="en-US" altLang="zh-CN" b="1">
                <a:solidFill>
                  <a:srgbClr val="FF9900"/>
                </a:solidFill>
                <a:latin typeface="Times New Roman" panose="02020603050405020304" pitchFamily="18" charset="0"/>
                <a:ea typeface="楷体_GB2312" pitchFamily="49" charset="-122"/>
              </a:rPr>
              <a:t>a</a:t>
            </a:r>
            <a:endParaRPr lang="en-US" altLang="zh-CN" b="1">
              <a:solidFill>
                <a:srgbClr val="FF9900"/>
              </a:solidFill>
              <a:latin typeface="Times New Roman" panose="02020603050405020304" pitchFamily="18" charset="0"/>
              <a:ea typeface="楷体_GB2312" pitchFamily="49" charset="-122"/>
            </a:endParaRPr>
          </a:p>
        </p:txBody>
      </p:sp>
      <p:sp>
        <p:nvSpPr>
          <p:cNvPr id="105505" name="Text Box 33"/>
          <p:cNvSpPr txBox="1">
            <a:spLocks noChangeArrowheads="1"/>
          </p:cNvSpPr>
          <p:nvPr/>
        </p:nvSpPr>
        <p:spPr bwMode="auto">
          <a:xfrm>
            <a:off x="8342313" y="3448050"/>
            <a:ext cx="576262" cy="457200"/>
          </a:xfrm>
          <a:prstGeom prst="rect">
            <a:avLst/>
          </a:prstGeom>
          <a:noFill/>
          <a:ln w="9525">
            <a:noFill/>
            <a:miter lim="800000"/>
          </a:ln>
        </p:spPr>
        <p:txBody>
          <a:bodyPr>
            <a:spAutoFit/>
          </a:bodyPr>
          <a:lstStyle/>
          <a:p>
            <a:pPr algn="l"/>
            <a:r>
              <a:rPr lang="en-US" altLang="zh-CN" b="1">
                <a:solidFill>
                  <a:srgbClr val="FF9900"/>
                </a:solidFill>
                <a:latin typeface="宋体" panose="02010600030101010101" pitchFamily="2" charset="-122"/>
              </a:rPr>
              <a:t>b</a:t>
            </a:r>
            <a:endParaRPr lang="en-US" altLang="zh-CN" b="1">
              <a:solidFill>
                <a:srgbClr val="FF9900"/>
              </a:solidFill>
              <a:latin typeface="宋体" panose="02010600030101010101" pitchFamily="2" charset="-122"/>
            </a:endParaRPr>
          </a:p>
        </p:txBody>
      </p:sp>
      <p:sp>
        <p:nvSpPr>
          <p:cNvPr id="105506" name="Text Box 34"/>
          <p:cNvSpPr txBox="1">
            <a:spLocks noChangeArrowheads="1"/>
          </p:cNvSpPr>
          <p:nvPr/>
        </p:nvSpPr>
        <p:spPr bwMode="auto">
          <a:xfrm>
            <a:off x="6757988" y="4192588"/>
            <a:ext cx="576262" cy="457200"/>
          </a:xfrm>
          <a:prstGeom prst="rect">
            <a:avLst/>
          </a:prstGeom>
          <a:noFill/>
          <a:ln w="9525">
            <a:noFill/>
            <a:miter lim="800000"/>
          </a:ln>
        </p:spPr>
        <p:txBody>
          <a:bodyPr>
            <a:spAutoFit/>
          </a:bodyPr>
          <a:lstStyle/>
          <a:p>
            <a:pPr algn="l"/>
            <a:r>
              <a:rPr lang="en-US" altLang="zh-CN" b="1" i="0">
                <a:solidFill>
                  <a:srgbClr val="FF9900"/>
                </a:solidFill>
                <a:latin typeface="宋体" panose="02010600030101010101" pitchFamily="2" charset="-122"/>
              </a:rPr>
              <a:t>d</a:t>
            </a:r>
            <a:endParaRPr lang="en-US" altLang="zh-CN" b="1" i="0">
              <a:solidFill>
                <a:srgbClr val="FF9900"/>
              </a:solidFill>
              <a:latin typeface="宋体" panose="02010600030101010101" pitchFamily="2" charset="-122"/>
            </a:endParaRPr>
          </a:p>
        </p:txBody>
      </p:sp>
      <p:graphicFrame>
        <p:nvGraphicFramePr>
          <p:cNvPr id="105507" name="Object 35"/>
          <p:cNvGraphicFramePr>
            <a:graphicFrameLocks noChangeAspect="1"/>
          </p:cNvGraphicFramePr>
          <p:nvPr/>
        </p:nvGraphicFramePr>
        <p:xfrm>
          <a:off x="696913" y="4603750"/>
          <a:ext cx="2781300" cy="593725"/>
        </p:xfrm>
        <a:graphic>
          <a:graphicData uri="http://schemas.openxmlformats.org/presentationml/2006/ole">
            <mc:AlternateContent xmlns:mc="http://schemas.openxmlformats.org/markup-compatibility/2006">
              <mc:Choice xmlns:v="urn:schemas-microsoft-com:vml" Requires="v">
                <p:oleObj spid="_x0000_s35843" name="公式" r:id="rId3" imgW="37185600" imgH="7924800" progId="Equation.3">
                  <p:embed/>
                </p:oleObj>
              </mc:Choice>
              <mc:Fallback>
                <p:oleObj name="公式" r:id="rId3" imgW="37185600" imgH="7924800" progId="Equation.3">
                  <p:embed/>
                  <p:pic>
                    <p:nvPicPr>
                      <p:cNvPr id="0" name="Object 35"/>
                      <p:cNvPicPr>
                        <a:picLocks noChangeAspect="1"/>
                      </p:cNvPicPr>
                      <p:nvPr/>
                    </p:nvPicPr>
                    <p:blipFill>
                      <a:blip r:embed="rId4"/>
                      <a:stretch>
                        <a:fillRect/>
                      </a:stretch>
                    </p:blipFill>
                    <p:spPr>
                      <a:xfrm>
                        <a:off x="696913" y="4603750"/>
                        <a:ext cx="2781300" cy="593725"/>
                      </a:xfrm>
                      <a:prstGeom prst="rect">
                        <a:avLst/>
                      </a:prstGeom>
                      <a:noFill/>
                      <a:ln w="9525">
                        <a:noFill/>
                      </a:ln>
                    </p:spPr>
                  </p:pic>
                </p:oleObj>
              </mc:Fallback>
            </mc:AlternateContent>
          </a:graphicData>
        </a:graphic>
      </p:graphicFrame>
      <p:graphicFrame>
        <p:nvGraphicFramePr>
          <p:cNvPr id="105508" name="Object 36"/>
          <p:cNvGraphicFramePr>
            <a:graphicFrameLocks noChangeAspect="1"/>
          </p:cNvGraphicFramePr>
          <p:nvPr/>
        </p:nvGraphicFramePr>
        <p:xfrm>
          <a:off x="701675" y="3846513"/>
          <a:ext cx="2781300" cy="593725"/>
        </p:xfrm>
        <a:graphic>
          <a:graphicData uri="http://schemas.openxmlformats.org/presentationml/2006/ole">
            <mc:AlternateContent xmlns:mc="http://schemas.openxmlformats.org/markup-compatibility/2006">
              <mc:Choice xmlns:v="urn:schemas-microsoft-com:vml" Requires="v">
                <p:oleObj spid="_x0000_s35844" name="公式" r:id="rId5" imgW="37185600" imgH="7924800" progId="Equation.3">
                  <p:embed/>
                </p:oleObj>
              </mc:Choice>
              <mc:Fallback>
                <p:oleObj name="公式" r:id="rId5" imgW="37185600" imgH="7924800" progId="Equation.3">
                  <p:embed/>
                  <p:pic>
                    <p:nvPicPr>
                      <p:cNvPr id="0" name="Object 36"/>
                      <p:cNvPicPr>
                        <a:picLocks noChangeAspect="1"/>
                      </p:cNvPicPr>
                      <p:nvPr/>
                    </p:nvPicPr>
                    <p:blipFill>
                      <a:blip r:embed="rId6"/>
                      <a:stretch>
                        <a:fillRect/>
                      </a:stretch>
                    </p:blipFill>
                    <p:spPr>
                      <a:xfrm>
                        <a:off x="701675" y="3846513"/>
                        <a:ext cx="2781300" cy="593725"/>
                      </a:xfrm>
                      <a:prstGeom prst="rect">
                        <a:avLst/>
                      </a:prstGeom>
                      <a:noFill/>
                      <a:ln w="9525">
                        <a:noFill/>
                      </a:ln>
                    </p:spPr>
                  </p:pic>
                </p:oleObj>
              </mc:Fallback>
            </mc:AlternateContent>
          </a:graphicData>
        </a:graphic>
      </p:graphicFrame>
      <p:graphicFrame>
        <p:nvGraphicFramePr>
          <p:cNvPr id="105509" name="Object 37"/>
          <p:cNvGraphicFramePr>
            <a:graphicFrameLocks noChangeAspect="1"/>
          </p:cNvGraphicFramePr>
          <p:nvPr/>
        </p:nvGraphicFramePr>
        <p:xfrm>
          <a:off x="4111625" y="4564063"/>
          <a:ext cx="1317625" cy="525462"/>
        </p:xfrm>
        <a:graphic>
          <a:graphicData uri="http://schemas.openxmlformats.org/presentationml/2006/ole">
            <mc:AlternateContent xmlns:mc="http://schemas.openxmlformats.org/markup-compatibility/2006">
              <mc:Choice xmlns:v="urn:schemas-microsoft-com:vml" Requires="v">
                <p:oleObj spid="_x0000_s35845" name="公式" r:id="rId7" imgW="17678400" imgH="7010400" progId="Equation.3">
                  <p:embed/>
                </p:oleObj>
              </mc:Choice>
              <mc:Fallback>
                <p:oleObj name="公式" r:id="rId7" imgW="17678400" imgH="7010400" progId="Equation.3">
                  <p:embed/>
                  <p:pic>
                    <p:nvPicPr>
                      <p:cNvPr id="0" name="Object 37"/>
                      <p:cNvPicPr>
                        <a:picLocks noChangeAspect="1"/>
                      </p:cNvPicPr>
                      <p:nvPr/>
                    </p:nvPicPr>
                    <p:blipFill>
                      <a:blip r:embed="rId8"/>
                      <a:stretch>
                        <a:fillRect/>
                      </a:stretch>
                    </p:blipFill>
                    <p:spPr>
                      <a:xfrm>
                        <a:off x="4111625" y="4564063"/>
                        <a:ext cx="1317625" cy="525462"/>
                      </a:xfrm>
                      <a:prstGeom prst="rect">
                        <a:avLst/>
                      </a:prstGeom>
                      <a:solidFill>
                        <a:srgbClr val="66FFFF">
                          <a:alpha val="39999"/>
                        </a:srgbClr>
                      </a:solidFill>
                      <a:ln w="12700" cap="flat" cmpd="sng">
                        <a:solidFill>
                          <a:srgbClr val="00CC99">
                            <a:alpha val="39999"/>
                          </a:srgbClr>
                        </a:solidFill>
                        <a:prstDash val="solid"/>
                        <a:miter/>
                        <a:headEnd type="none" w="med" len="med"/>
                        <a:tailEnd type="none" w="med" len="med"/>
                      </a:ln>
                    </p:spPr>
                  </p:pic>
                </p:oleObj>
              </mc:Fallback>
            </mc:AlternateContent>
          </a:graphicData>
        </a:graphic>
      </p:graphicFrame>
      <p:sp>
        <p:nvSpPr>
          <p:cNvPr id="105510" name="Line 38"/>
          <p:cNvSpPr>
            <a:spLocks noChangeShapeType="1"/>
          </p:cNvSpPr>
          <p:nvPr/>
        </p:nvSpPr>
        <p:spPr bwMode="auto">
          <a:xfrm>
            <a:off x="8207375" y="3722688"/>
            <a:ext cx="115888" cy="228600"/>
          </a:xfrm>
          <a:prstGeom prst="line">
            <a:avLst/>
          </a:prstGeom>
          <a:noFill/>
          <a:ln w="28575">
            <a:solidFill>
              <a:schemeClr val="accent1"/>
            </a:solidFill>
            <a:round/>
            <a:tailEnd type="triangle" w="med" len="med"/>
          </a:ln>
        </p:spPr>
        <p:txBody>
          <a:bodyPr/>
          <a:lstStyle/>
          <a:p>
            <a:endParaRPr lang="zh-CN" altLang="en-US"/>
          </a:p>
        </p:txBody>
      </p:sp>
      <p:sp>
        <p:nvSpPr>
          <p:cNvPr id="105511" name="Line 39"/>
          <p:cNvSpPr>
            <a:spLocks noChangeShapeType="1"/>
          </p:cNvSpPr>
          <p:nvPr/>
        </p:nvSpPr>
        <p:spPr bwMode="auto">
          <a:xfrm flipH="1" flipV="1">
            <a:off x="6829425" y="3468688"/>
            <a:ext cx="73025" cy="288925"/>
          </a:xfrm>
          <a:prstGeom prst="line">
            <a:avLst/>
          </a:prstGeom>
          <a:noFill/>
          <a:ln w="28575">
            <a:solidFill>
              <a:schemeClr val="accent1"/>
            </a:solidFill>
            <a:round/>
            <a:headEnd type="triangle" w="med" len="med"/>
          </a:ln>
        </p:spPr>
        <p:txBody>
          <a:bodyPr/>
          <a:lstStyle/>
          <a:p>
            <a:endParaRPr lang="zh-CN" altLang="en-US"/>
          </a:p>
        </p:txBody>
      </p:sp>
      <p:sp>
        <p:nvSpPr>
          <p:cNvPr id="105512" name="Text Box 40"/>
          <p:cNvSpPr txBox="1">
            <a:spLocks noChangeArrowheads="1"/>
          </p:cNvSpPr>
          <p:nvPr/>
        </p:nvSpPr>
        <p:spPr bwMode="auto">
          <a:xfrm>
            <a:off x="8342313" y="5049838"/>
            <a:ext cx="576262" cy="457200"/>
          </a:xfrm>
          <a:prstGeom prst="rect">
            <a:avLst/>
          </a:prstGeom>
          <a:noFill/>
          <a:ln w="9525">
            <a:noFill/>
            <a:miter lim="800000"/>
          </a:ln>
        </p:spPr>
        <p:txBody>
          <a:bodyPr>
            <a:spAutoFit/>
          </a:bodyPr>
          <a:lstStyle/>
          <a:p>
            <a:pPr algn="l"/>
            <a:r>
              <a:rPr lang="en-US" altLang="zh-CN" b="1">
                <a:solidFill>
                  <a:srgbClr val="FF9900"/>
                </a:solidFill>
                <a:latin typeface="宋体" panose="02010600030101010101" pitchFamily="2" charset="-122"/>
              </a:rPr>
              <a:t>c</a:t>
            </a:r>
            <a:endParaRPr lang="en-US" altLang="zh-CN" b="1">
              <a:solidFill>
                <a:srgbClr val="FF9900"/>
              </a:solidFill>
              <a:latin typeface="宋体" panose="02010600030101010101" pitchFamily="2" charset="-122"/>
            </a:endParaRPr>
          </a:p>
        </p:txBody>
      </p:sp>
      <p:sp>
        <p:nvSpPr>
          <p:cNvPr id="105513" name="AutoShape 41"/>
          <p:cNvSpPr>
            <a:spLocks noChangeArrowheads="1"/>
          </p:cNvSpPr>
          <p:nvPr/>
        </p:nvSpPr>
        <p:spPr bwMode="auto">
          <a:xfrm rot="-2021404">
            <a:off x="6750050" y="3013075"/>
            <a:ext cx="1041400" cy="2724150"/>
          </a:xfrm>
          <a:prstGeom prst="bevel">
            <a:avLst>
              <a:gd name="adj" fmla="val 0"/>
            </a:avLst>
          </a:prstGeom>
          <a:solidFill>
            <a:srgbClr val="FFFFFF"/>
          </a:solidFill>
          <a:ln w="9525">
            <a:noFill/>
            <a:miter lim="800000"/>
          </a:ln>
        </p:spPr>
        <p:txBody>
          <a:bodyPr wrap="none" anchor="ctr"/>
          <a:lstStyle/>
          <a:p>
            <a:endParaRPr kumimoji="0" lang="zh-CN" altLang="zh-CN" sz="1800" i="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5474"/>
                                        </p:tgtEl>
                                        <p:attrNameLst>
                                          <p:attrName>style.visibility</p:attrName>
                                        </p:attrNameLst>
                                      </p:cBhvr>
                                      <p:to>
                                        <p:strVal val="visible"/>
                                      </p:to>
                                    </p:set>
                                    <p:animEffect transition="in" filter="wipe(left)">
                                      <p:cBhvr>
                                        <p:cTn id="7" dur="500"/>
                                        <p:tgtEl>
                                          <p:spTgt spid="1054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5475"/>
                                        </p:tgtEl>
                                        <p:attrNameLst>
                                          <p:attrName>style.visibility</p:attrName>
                                        </p:attrNameLst>
                                      </p:cBhvr>
                                      <p:to>
                                        <p:strVal val="visible"/>
                                      </p:to>
                                    </p:set>
                                    <p:animEffect transition="in" filter="wipe(left)">
                                      <p:cBhvr>
                                        <p:cTn id="12" dur="500"/>
                                        <p:tgtEl>
                                          <p:spTgt spid="1054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5495"/>
                                        </p:tgtEl>
                                        <p:attrNameLst>
                                          <p:attrName>style.visibility</p:attrName>
                                        </p:attrNameLst>
                                      </p:cBhvr>
                                      <p:to>
                                        <p:strVal val="visible"/>
                                      </p:to>
                                    </p:set>
                                    <p:animEffect transition="in" filter="wipe(left)">
                                      <p:cBhvr>
                                        <p:cTn id="17" dur="500"/>
                                        <p:tgtEl>
                                          <p:spTgt spid="10549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5496"/>
                                        </p:tgtEl>
                                        <p:attrNameLst>
                                          <p:attrName>style.visibility</p:attrName>
                                        </p:attrNameLst>
                                      </p:cBhvr>
                                      <p:to>
                                        <p:strVal val="visible"/>
                                      </p:to>
                                    </p:set>
                                    <p:animEffect transition="in" filter="wipe(left)">
                                      <p:cBhvr>
                                        <p:cTn id="22" dur="500"/>
                                        <p:tgtEl>
                                          <p:spTgt spid="10549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childTnLst>
                          </p:cTn>
                        </p:par>
                        <p:par>
                          <p:cTn id="28" fill="hold">
                            <p:stCondLst>
                              <p:cond delay="500"/>
                            </p:stCondLst>
                            <p:childTnLst>
                              <p:par>
                                <p:cTn id="29" presetID="22" presetClass="entr" presetSubtype="1" fill="hold" grpId="0" nodeType="afterEffect">
                                  <p:stCondLst>
                                    <p:cond delay="0"/>
                                  </p:stCondLst>
                                  <p:childTnLst>
                                    <p:set>
                                      <p:cBhvr>
                                        <p:cTn id="30" dur="1" fill="hold">
                                          <p:stCondLst>
                                            <p:cond delay="0"/>
                                          </p:stCondLst>
                                        </p:cTn>
                                        <p:tgtEl>
                                          <p:spTgt spid="105503"/>
                                        </p:tgtEl>
                                        <p:attrNameLst>
                                          <p:attrName>style.visibility</p:attrName>
                                        </p:attrNameLst>
                                      </p:cBhvr>
                                      <p:to>
                                        <p:strVal val="visible"/>
                                      </p:to>
                                    </p:set>
                                    <p:animEffect transition="in" filter="wipe(up)">
                                      <p:cBhvr>
                                        <p:cTn id="31" dur="500"/>
                                        <p:tgtEl>
                                          <p:spTgt spid="105503"/>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05504"/>
                                        </p:tgtEl>
                                        <p:attrNameLst>
                                          <p:attrName>style.visibility</p:attrName>
                                        </p:attrNameLst>
                                      </p:cBhvr>
                                      <p:to>
                                        <p:strVal val="visible"/>
                                      </p:to>
                                    </p:set>
                                    <p:animEffect transition="in" filter="wipe(left)">
                                      <p:cBhvr>
                                        <p:cTn id="36" dur="500"/>
                                        <p:tgtEl>
                                          <p:spTgt spid="10550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05505"/>
                                        </p:tgtEl>
                                        <p:attrNameLst>
                                          <p:attrName>style.visibility</p:attrName>
                                        </p:attrNameLst>
                                      </p:cBhvr>
                                      <p:to>
                                        <p:strVal val="visible"/>
                                      </p:to>
                                    </p:set>
                                    <p:animEffect transition="in" filter="wipe(left)">
                                      <p:cBhvr>
                                        <p:cTn id="41" dur="500"/>
                                        <p:tgtEl>
                                          <p:spTgt spid="10550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05512"/>
                                        </p:tgtEl>
                                        <p:attrNameLst>
                                          <p:attrName>style.visibility</p:attrName>
                                        </p:attrNameLst>
                                      </p:cBhvr>
                                      <p:to>
                                        <p:strVal val="visible"/>
                                      </p:to>
                                    </p:set>
                                    <p:animEffect transition="in" filter="wipe(left)">
                                      <p:cBhvr>
                                        <p:cTn id="46" dur="500"/>
                                        <p:tgtEl>
                                          <p:spTgt spid="10551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1" fill="hold" grpId="0" nodeType="clickEffect">
                                  <p:stCondLst>
                                    <p:cond delay="0"/>
                                  </p:stCondLst>
                                  <p:childTnLst>
                                    <p:set>
                                      <p:cBhvr>
                                        <p:cTn id="50" dur="1" fill="hold">
                                          <p:stCondLst>
                                            <p:cond delay="0"/>
                                          </p:stCondLst>
                                        </p:cTn>
                                        <p:tgtEl>
                                          <p:spTgt spid="105510"/>
                                        </p:tgtEl>
                                        <p:attrNameLst>
                                          <p:attrName>style.visibility</p:attrName>
                                        </p:attrNameLst>
                                      </p:cBhvr>
                                      <p:to>
                                        <p:strVal val="visible"/>
                                      </p:to>
                                    </p:set>
                                    <p:animEffect transition="in" filter="wipe(up)">
                                      <p:cBhvr>
                                        <p:cTn id="51" dur="500"/>
                                        <p:tgtEl>
                                          <p:spTgt spid="105510"/>
                                        </p:tgtEl>
                                      </p:cBhvr>
                                    </p:animEffect>
                                  </p:childTnLst>
                                </p:cTn>
                              </p:par>
                            </p:childTnLst>
                          </p:cTn>
                        </p:par>
                        <p:par>
                          <p:cTn id="52" fill="hold">
                            <p:stCondLst>
                              <p:cond delay="500"/>
                            </p:stCondLst>
                            <p:childTnLst>
                              <p:par>
                                <p:cTn id="53" presetID="22" presetClass="entr" presetSubtype="8" fill="hold" grpId="0" nodeType="afterEffect">
                                  <p:stCondLst>
                                    <p:cond delay="0"/>
                                  </p:stCondLst>
                                  <p:childTnLst>
                                    <p:set>
                                      <p:cBhvr>
                                        <p:cTn id="54" dur="1" fill="hold">
                                          <p:stCondLst>
                                            <p:cond delay="0"/>
                                          </p:stCondLst>
                                        </p:cTn>
                                        <p:tgtEl>
                                          <p:spTgt spid="105506"/>
                                        </p:tgtEl>
                                        <p:attrNameLst>
                                          <p:attrName>style.visibility</p:attrName>
                                        </p:attrNameLst>
                                      </p:cBhvr>
                                      <p:to>
                                        <p:strVal val="visible"/>
                                      </p:to>
                                    </p:set>
                                    <p:animEffect transition="in" filter="wipe(left)">
                                      <p:cBhvr>
                                        <p:cTn id="55" dur="500"/>
                                        <p:tgtEl>
                                          <p:spTgt spid="10550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grpId="0" nodeType="clickEffect">
                                  <p:stCondLst>
                                    <p:cond delay="0"/>
                                  </p:stCondLst>
                                  <p:childTnLst>
                                    <p:set>
                                      <p:cBhvr>
                                        <p:cTn id="59" dur="1" fill="hold">
                                          <p:stCondLst>
                                            <p:cond delay="0"/>
                                          </p:stCondLst>
                                        </p:cTn>
                                        <p:tgtEl>
                                          <p:spTgt spid="105511"/>
                                        </p:tgtEl>
                                        <p:attrNameLst>
                                          <p:attrName>style.visibility</p:attrName>
                                        </p:attrNameLst>
                                      </p:cBhvr>
                                      <p:to>
                                        <p:strVal val="visible"/>
                                      </p:to>
                                    </p:set>
                                    <p:animEffect transition="in" filter="wipe(up)">
                                      <p:cBhvr>
                                        <p:cTn id="60" dur="500"/>
                                        <p:tgtEl>
                                          <p:spTgt spid="105511"/>
                                        </p:tgtEl>
                                      </p:cBhvr>
                                    </p:animEffect>
                                  </p:childTnLst>
                                </p:cTn>
                              </p:par>
                            </p:childTnLst>
                          </p:cTn>
                        </p:par>
                        <p:par>
                          <p:cTn id="61" fill="hold">
                            <p:stCondLst>
                              <p:cond delay="500"/>
                            </p:stCondLst>
                            <p:childTnLst>
                              <p:par>
                                <p:cTn id="62" presetID="55" presetClass="exit" presetSubtype="0" fill="hold" grpId="0" nodeType="afterEffect">
                                  <p:stCondLst>
                                    <p:cond delay="0"/>
                                  </p:stCondLst>
                                  <p:childTnLst>
                                    <p:anim calcmode="lin" valueType="num">
                                      <p:cBhvr>
                                        <p:cTn id="63" dur="1000"/>
                                        <p:tgtEl>
                                          <p:spTgt spid="105513"/>
                                        </p:tgtEl>
                                        <p:attrNameLst>
                                          <p:attrName>ppt_w</p:attrName>
                                        </p:attrNameLst>
                                      </p:cBhvr>
                                      <p:tavLst>
                                        <p:tav tm="0">
                                          <p:val>
                                            <p:strVal val="ppt_w"/>
                                          </p:val>
                                        </p:tav>
                                        <p:tav tm="100000">
                                          <p:val>
                                            <p:strVal val="ppt_w*0.70"/>
                                          </p:val>
                                        </p:tav>
                                      </p:tavLst>
                                    </p:anim>
                                    <p:anim calcmode="lin" valueType="num">
                                      <p:cBhvr>
                                        <p:cTn id="64" dur="1000"/>
                                        <p:tgtEl>
                                          <p:spTgt spid="105513"/>
                                        </p:tgtEl>
                                        <p:attrNameLst>
                                          <p:attrName>ppt_h</p:attrName>
                                        </p:attrNameLst>
                                      </p:cBhvr>
                                      <p:tavLst>
                                        <p:tav tm="0">
                                          <p:val>
                                            <p:strVal val="ppt_h"/>
                                          </p:val>
                                        </p:tav>
                                        <p:tav tm="100000">
                                          <p:val>
                                            <p:strVal val="ppt_h"/>
                                          </p:val>
                                        </p:tav>
                                      </p:tavLst>
                                    </p:anim>
                                    <p:animEffect transition="out" filter="fade">
                                      <p:cBhvr>
                                        <p:cTn id="65" dur="1000"/>
                                        <p:tgtEl>
                                          <p:spTgt spid="105513"/>
                                        </p:tgtEl>
                                      </p:cBhvr>
                                    </p:animEffect>
                                    <p:set>
                                      <p:cBhvr>
                                        <p:cTn id="66" dur="1" fill="hold">
                                          <p:stCondLst>
                                            <p:cond delay="999"/>
                                          </p:stCondLst>
                                        </p:cTn>
                                        <p:tgtEl>
                                          <p:spTgt spid="10551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05499"/>
                                        </p:tgtEl>
                                        <p:attrNameLst>
                                          <p:attrName>style.visibility</p:attrName>
                                        </p:attrNameLst>
                                      </p:cBhvr>
                                      <p:to>
                                        <p:strVal val="visible"/>
                                      </p:to>
                                    </p:set>
                                    <p:animEffect transition="in" filter="wipe(left)">
                                      <p:cBhvr>
                                        <p:cTn id="71" dur="500"/>
                                        <p:tgtEl>
                                          <p:spTgt spid="105499"/>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105508"/>
                                        </p:tgtEl>
                                        <p:attrNameLst>
                                          <p:attrName>style.visibility</p:attrName>
                                        </p:attrNameLst>
                                      </p:cBhvr>
                                      <p:to>
                                        <p:strVal val="visible"/>
                                      </p:to>
                                    </p:set>
                                    <p:animEffect transition="in" filter="wipe(left)">
                                      <p:cBhvr>
                                        <p:cTn id="76" dur="500"/>
                                        <p:tgtEl>
                                          <p:spTgt spid="10550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105507"/>
                                        </p:tgtEl>
                                        <p:attrNameLst>
                                          <p:attrName>style.visibility</p:attrName>
                                        </p:attrNameLst>
                                      </p:cBhvr>
                                      <p:to>
                                        <p:strVal val="visible"/>
                                      </p:to>
                                    </p:set>
                                    <p:animEffect transition="in" filter="wipe(left)">
                                      <p:cBhvr>
                                        <p:cTn id="81" dur="500"/>
                                        <p:tgtEl>
                                          <p:spTgt spid="105507"/>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05509"/>
                                        </p:tgtEl>
                                        <p:attrNameLst>
                                          <p:attrName>style.visibility</p:attrName>
                                        </p:attrNameLst>
                                      </p:cBhvr>
                                      <p:to>
                                        <p:strVal val="visible"/>
                                      </p:to>
                                    </p:set>
                                    <p:animEffect transition="in" filter="wipe(left)">
                                      <p:cBhvr>
                                        <p:cTn id="86" dur="500"/>
                                        <p:tgtEl>
                                          <p:spTgt spid="105509"/>
                                        </p:tgtEl>
                                      </p:cBhvr>
                                    </p:animEffect>
                                  </p:childTnLst>
                                </p:cTn>
                              </p:par>
                            </p:childTnLst>
                          </p:cTn>
                        </p:par>
                        <p:par>
                          <p:cTn id="87" fill="hold">
                            <p:stCondLst>
                              <p:cond delay="500"/>
                            </p:stCondLst>
                            <p:childTnLst>
                              <p:par>
                                <p:cTn id="88" presetID="23" presetClass="entr" presetSubtype="16" fill="hold" grpId="1" nodeType="afterEffect">
                                  <p:stCondLst>
                                    <p:cond delay="0"/>
                                  </p:stCondLst>
                                  <p:childTnLst>
                                    <p:set>
                                      <p:cBhvr>
                                        <p:cTn id="89" dur="1" fill="hold">
                                          <p:stCondLst>
                                            <p:cond delay="0"/>
                                          </p:stCondLst>
                                        </p:cTn>
                                        <p:tgtEl>
                                          <p:spTgt spid="105496"/>
                                        </p:tgtEl>
                                        <p:attrNameLst>
                                          <p:attrName>style.visibility</p:attrName>
                                        </p:attrNameLst>
                                      </p:cBhvr>
                                      <p:to>
                                        <p:strVal val="visible"/>
                                      </p:to>
                                    </p:set>
                                    <p:anim calcmode="lin" valueType="num">
                                      <p:cBhvr>
                                        <p:cTn id="90" dur="500" fill="hold"/>
                                        <p:tgtEl>
                                          <p:spTgt spid="105496"/>
                                        </p:tgtEl>
                                        <p:attrNameLst>
                                          <p:attrName>ppt_w</p:attrName>
                                        </p:attrNameLst>
                                      </p:cBhvr>
                                      <p:tavLst>
                                        <p:tav tm="0">
                                          <p:val>
                                            <p:fltVal val="0"/>
                                          </p:val>
                                        </p:tav>
                                        <p:tav tm="100000">
                                          <p:val>
                                            <p:strVal val="#ppt_w"/>
                                          </p:val>
                                        </p:tav>
                                      </p:tavLst>
                                    </p:anim>
                                    <p:anim calcmode="lin" valueType="num">
                                      <p:cBhvr>
                                        <p:cTn id="91" dur="500" fill="hold"/>
                                        <p:tgtEl>
                                          <p:spTgt spid="105496"/>
                                        </p:tgtEl>
                                        <p:attrNameLst>
                                          <p:attrName>ppt_h</p:attrName>
                                        </p:attrNameLst>
                                      </p:cBhvr>
                                      <p:tavLst>
                                        <p:tav tm="0">
                                          <p:val>
                                            <p:fltVal val="0"/>
                                          </p:val>
                                        </p:tav>
                                        <p:tav tm="100000">
                                          <p:val>
                                            <p:strVal val="#ppt_h"/>
                                          </p:val>
                                        </p:tav>
                                      </p:tavLst>
                                    </p:anim>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105497"/>
                                        </p:tgtEl>
                                        <p:attrNameLst>
                                          <p:attrName>style.visibility</p:attrName>
                                        </p:attrNameLst>
                                      </p:cBhvr>
                                      <p:to>
                                        <p:strVal val="visible"/>
                                      </p:to>
                                    </p:set>
                                    <p:animEffect transition="in" filter="wipe(left)">
                                      <p:cBhvr>
                                        <p:cTn id="96" dur="500"/>
                                        <p:tgtEl>
                                          <p:spTgt spid="105497"/>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05498"/>
                                        </p:tgtEl>
                                        <p:attrNameLst>
                                          <p:attrName>style.visibility</p:attrName>
                                        </p:attrNameLst>
                                      </p:cBhvr>
                                      <p:to>
                                        <p:strVal val="visible"/>
                                      </p:to>
                                    </p:set>
                                    <p:animEffect transition="in" filter="wipe(left)">
                                      <p:cBhvr>
                                        <p:cTn id="101" dur="500"/>
                                        <p:tgtEl>
                                          <p:spTgt spid="1054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4" grpId="0" autoUpdateAnimBg="0"/>
      <p:bldP spid="105475" grpId="0" autoUpdateAnimBg="0"/>
      <p:bldP spid="105495" grpId="0" autoUpdateAnimBg="0"/>
      <p:bldP spid="105496" grpId="0" animBg="1" autoUpdateAnimBg="0"/>
      <p:bldP spid="105496" grpId="1" animBg="1"/>
      <p:bldP spid="105497" grpId="0" autoUpdateAnimBg="0"/>
      <p:bldP spid="105498" grpId="0" autoUpdateAnimBg="0"/>
      <p:bldP spid="105503" grpId="0" animBg="1"/>
      <p:bldP spid="105504" grpId="0" autoUpdateAnimBg="0"/>
      <p:bldP spid="105505" grpId="0" autoUpdateAnimBg="0"/>
      <p:bldP spid="105506" grpId="0" autoUpdateAnimBg="0"/>
      <p:bldP spid="105510" grpId="0" animBg="1"/>
      <p:bldP spid="105511" grpId="0" animBg="1"/>
      <p:bldP spid="105512" grpId="0" autoUpdateAnimBg="0"/>
      <p:bldP spid="10551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Text Box 2"/>
          <p:cNvSpPr txBox="1">
            <a:spLocks noChangeArrowheads="1"/>
          </p:cNvSpPr>
          <p:nvPr/>
        </p:nvSpPr>
        <p:spPr bwMode="auto">
          <a:xfrm>
            <a:off x="161925" y="414338"/>
            <a:ext cx="1619250" cy="457200"/>
          </a:xfrm>
          <a:prstGeom prst="rect">
            <a:avLst/>
          </a:prstGeom>
          <a:noFill/>
          <a:ln w="9525">
            <a:noFill/>
            <a:miter lim="800000"/>
          </a:ln>
        </p:spPr>
        <p:txBody>
          <a:bodyPr>
            <a:spAutoFit/>
          </a:bodyPr>
          <a:lstStyle/>
          <a:p>
            <a:pPr algn="l"/>
            <a:r>
              <a:rPr lang="zh-CN" altLang="en-US" b="1" i="0">
                <a:solidFill>
                  <a:schemeClr val="accent2"/>
                </a:solidFill>
                <a:latin typeface="宋体" panose="02010600030101010101" pitchFamily="2" charset="-122"/>
              </a:rPr>
              <a:t>势能</a:t>
            </a:r>
            <a:endParaRPr lang="zh-CN" altLang="en-US" b="1" i="0">
              <a:solidFill>
                <a:schemeClr val="accent2"/>
              </a:solidFill>
              <a:latin typeface="宋体" panose="02010600030101010101" pitchFamily="2" charset="-122"/>
            </a:endParaRPr>
          </a:p>
        </p:txBody>
      </p:sp>
      <p:sp>
        <p:nvSpPr>
          <p:cNvPr id="201731" name="Text Box 3"/>
          <p:cNvSpPr txBox="1">
            <a:spLocks noChangeArrowheads="1"/>
          </p:cNvSpPr>
          <p:nvPr/>
        </p:nvSpPr>
        <p:spPr bwMode="auto">
          <a:xfrm>
            <a:off x="827088" y="1036638"/>
            <a:ext cx="3519487" cy="457200"/>
          </a:xfrm>
          <a:prstGeom prst="rect">
            <a:avLst/>
          </a:prstGeom>
          <a:noFill/>
          <a:ln w="9525">
            <a:noFill/>
            <a:miter lim="800000"/>
          </a:ln>
        </p:spPr>
        <p:txBody>
          <a:bodyPr anchor="ctr">
            <a:spAutoFit/>
          </a:bodyPr>
          <a:lstStyle/>
          <a:p>
            <a:pPr algn="l"/>
            <a:r>
              <a:rPr lang="zh-CN" altLang="en-US" b="1" i="0">
                <a:solidFill>
                  <a:schemeClr val="bg1"/>
                </a:solidFill>
                <a:latin typeface="Times New Roman" panose="02020603050405020304" pitchFamily="18" charset="0"/>
              </a:rPr>
              <a:t>在保守力场中</a:t>
            </a:r>
            <a:endParaRPr lang="zh-CN" altLang="en-US" b="1" i="0">
              <a:solidFill>
                <a:schemeClr val="bg1"/>
              </a:solidFill>
              <a:latin typeface="Times New Roman" panose="02020603050405020304" pitchFamily="18" charset="0"/>
            </a:endParaRPr>
          </a:p>
        </p:txBody>
      </p:sp>
      <p:sp>
        <p:nvSpPr>
          <p:cNvPr id="201732" name="Freeform 4"/>
          <p:cNvSpPr/>
          <p:nvPr/>
        </p:nvSpPr>
        <p:spPr bwMode="auto">
          <a:xfrm>
            <a:off x="431800" y="2209800"/>
            <a:ext cx="2936875" cy="2209800"/>
          </a:xfrm>
          <a:custGeom>
            <a:avLst/>
            <a:gdLst>
              <a:gd name="T0" fmla="*/ 0 w 2208"/>
              <a:gd name="T1" fmla="*/ 2147483647 h 1392"/>
              <a:gd name="T2" fmla="*/ 2147483647 w 2208"/>
              <a:gd name="T3" fmla="*/ 2147483647 h 1392"/>
              <a:gd name="T4" fmla="*/ 2147483647 w 2208"/>
              <a:gd name="T5" fmla="*/ 2147483647 h 1392"/>
              <a:gd name="T6" fmla="*/ 2147483647 w 2208"/>
              <a:gd name="T7" fmla="*/ 0 h 1392"/>
              <a:gd name="T8" fmla="*/ 0 60000 65536"/>
              <a:gd name="T9" fmla="*/ 0 60000 65536"/>
              <a:gd name="T10" fmla="*/ 0 60000 65536"/>
              <a:gd name="T11" fmla="*/ 0 60000 65536"/>
              <a:gd name="T12" fmla="*/ 0 w 2208"/>
              <a:gd name="T13" fmla="*/ 0 h 1392"/>
              <a:gd name="T14" fmla="*/ 2208 w 2208"/>
              <a:gd name="T15" fmla="*/ 1392 h 1392"/>
            </a:gdLst>
            <a:ahLst/>
            <a:cxnLst>
              <a:cxn ang="T8">
                <a:pos x="T0" y="T1"/>
              </a:cxn>
              <a:cxn ang="T9">
                <a:pos x="T2" y="T3"/>
              </a:cxn>
              <a:cxn ang="T10">
                <a:pos x="T4" y="T5"/>
              </a:cxn>
              <a:cxn ang="T11">
                <a:pos x="T6" y="T7"/>
              </a:cxn>
            </a:cxnLst>
            <a:rect l="T12" t="T13" r="T14" b="T15"/>
            <a:pathLst>
              <a:path w="2208" h="1392">
                <a:moveTo>
                  <a:pt x="0" y="1392"/>
                </a:moveTo>
                <a:cubicBezTo>
                  <a:pt x="84" y="992"/>
                  <a:pt x="168" y="592"/>
                  <a:pt x="480" y="384"/>
                </a:cubicBezTo>
                <a:cubicBezTo>
                  <a:pt x="792" y="176"/>
                  <a:pt x="1584" y="208"/>
                  <a:pt x="1872" y="144"/>
                </a:cubicBezTo>
                <a:cubicBezTo>
                  <a:pt x="2160" y="80"/>
                  <a:pt x="2152" y="24"/>
                  <a:pt x="2208" y="0"/>
                </a:cubicBezTo>
              </a:path>
            </a:pathLst>
          </a:custGeom>
          <a:noFill/>
          <a:ln w="28575">
            <a:solidFill>
              <a:srgbClr val="FF6600"/>
            </a:solidFill>
            <a:round/>
            <a:headEnd type="oval" w="med" len="med"/>
            <a:tailEnd type="oval" w="med" len="med"/>
          </a:ln>
        </p:spPr>
        <p:txBody>
          <a:bodyPr wrap="none" anchor="ctr"/>
          <a:lstStyle/>
          <a:p>
            <a:endParaRPr lang="zh-CN" altLang="en-US"/>
          </a:p>
        </p:txBody>
      </p:sp>
      <p:sp>
        <p:nvSpPr>
          <p:cNvPr id="201733" name="Text Box 5"/>
          <p:cNvSpPr txBox="1">
            <a:spLocks noChangeArrowheads="1"/>
          </p:cNvSpPr>
          <p:nvPr/>
        </p:nvSpPr>
        <p:spPr bwMode="auto">
          <a:xfrm>
            <a:off x="206375" y="4419600"/>
            <a:ext cx="803275" cy="457200"/>
          </a:xfrm>
          <a:prstGeom prst="rect">
            <a:avLst/>
          </a:prstGeom>
          <a:noFill/>
          <a:ln w="9525">
            <a:noFill/>
            <a:miter lim="800000"/>
          </a:ln>
        </p:spPr>
        <p:txBody>
          <a:bodyPr anchor="ctr">
            <a:spAutoFit/>
          </a:bodyPr>
          <a:lstStyle/>
          <a:p>
            <a:pPr algn="l"/>
            <a:r>
              <a:rPr kumimoji="0" lang="en-US" altLang="zh-CN" b="1">
                <a:solidFill>
                  <a:srgbClr val="FF6600"/>
                </a:solidFill>
                <a:latin typeface="Times New Roman" panose="02020603050405020304" pitchFamily="18" charset="0"/>
              </a:rPr>
              <a:t>M</a:t>
            </a:r>
            <a:r>
              <a:rPr kumimoji="0" lang="en-US" altLang="zh-CN" b="1" i="0" baseline="-25000">
                <a:solidFill>
                  <a:srgbClr val="FF6600"/>
                </a:solidFill>
                <a:latin typeface="Times New Roman" panose="02020603050405020304" pitchFamily="18" charset="0"/>
              </a:rPr>
              <a:t>0</a:t>
            </a:r>
            <a:endParaRPr lang="en-US" altLang="zh-CN" b="1" i="0">
              <a:solidFill>
                <a:srgbClr val="FF6600"/>
              </a:solidFill>
              <a:latin typeface="Arial" panose="020B0604020202020204" pitchFamily="34" charset="0"/>
            </a:endParaRPr>
          </a:p>
        </p:txBody>
      </p:sp>
      <p:sp>
        <p:nvSpPr>
          <p:cNvPr id="201734" name="Text Box 6"/>
          <p:cNvSpPr txBox="1">
            <a:spLocks noChangeArrowheads="1"/>
          </p:cNvSpPr>
          <p:nvPr/>
        </p:nvSpPr>
        <p:spPr bwMode="auto">
          <a:xfrm>
            <a:off x="3103563" y="1628775"/>
            <a:ext cx="455612" cy="457200"/>
          </a:xfrm>
          <a:prstGeom prst="rect">
            <a:avLst/>
          </a:prstGeom>
          <a:noFill/>
          <a:ln w="9525">
            <a:noFill/>
            <a:miter lim="800000"/>
          </a:ln>
        </p:spPr>
        <p:txBody>
          <a:bodyPr wrap="none" anchor="ctr">
            <a:spAutoFit/>
          </a:bodyPr>
          <a:lstStyle/>
          <a:p>
            <a:r>
              <a:rPr lang="en-US" altLang="zh-CN" b="1">
                <a:solidFill>
                  <a:srgbClr val="FF6600"/>
                </a:solidFill>
                <a:latin typeface="Times New Roman" panose="02020603050405020304" pitchFamily="18" charset="0"/>
              </a:rPr>
              <a:t>M</a:t>
            </a:r>
            <a:endParaRPr lang="en-US" altLang="zh-CN" b="1">
              <a:solidFill>
                <a:srgbClr val="FF6600"/>
              </a:solidFill>
              <a:latin typeface="Times New Roman" panose="02020603050405020304" pitchFamily="18" charset="0"/>
            </a:endParaRPr>
          </a:p>
        </p:txBody>
      </p:sp>
      <p:sp>
        <p:nvSpPr>
          <p:cNvPr id="201735" name="Freeform 7"/>
          <p:cNvSpPr/>
          <p:nvPr/>
        </p:nvSpPr>
        <p:spPr bwMode="auto">
          <a:xfrm>
            <a:off x="431800" y="2133600"/>
            <a:ext cx="2936875" cy="3086100"/>
          </a:xfrm>
          <a:custGeom>
            <a:avLst/>
            <a:gdLst>
              <a:gd name="T0" fmla="*/ 0 w 2208"/>
              <a:gd name="T1" fmla="*/ 2147483647 h 1848"/>
              <a:gd name="T2" fmla="*/ 2147483647 w 2208"/>
              <a:gd name="T3" fmla="*/ 2147483647 h 1848"/>
              <a:gd name="T4" fmla="*/ 2147483647 w 2208"/>
              <a:gd name="T5" fmla="*/ 2147483647 h 1848"/>
              <a:gd name="T6" fmla="*/ 2147483647 w 2208"/>
              <a:gd name="T7" fmla="*/ 2147483647 h 1848"/>
              <a:gd name="T8" fmla="*/ 2147483647 w 2208"/>
              <a:gd name="T9" fmla="*/ 0 h 1848"/>
              <a:gd name="T10" fmla="*/ 0 60000 65536"/>
              <a:gd name="T11" fmla="*/ 0 60000 65536"/>
              <a:gd name="T12" fmla="*/ 0 60000 65536"/>
              <a:gd name="T13" fmla="*/ 0 60000 65536"/>
              <a:gd name="T14" fmla="*/ 0 60000 65536"/>
              <a:gd name="T15" fmla="*/ 0 w 2208"/>
              <a:gd name="T16" fmla="*/ 0 h 1848"/>
              <a:gd name="T17" fmla="*/ 2208 w 2208"/>
              <a:gd name="T18" fmla="*/ 1848 h 1848"/>
            </a:gdLst>
            <a:ahLst/>
            <a:cxnLst>
              <a:cxn ang="T10">
                <a:pos x="T0" y="T1"/>
              </a:cxn>
              <a:cxn ang="T11">
                <a:pos x="T2" y="T3"/>
              </a:cxn>
              <a:cxn ang="T12">
                <a:pos x="T4" y="T5"/>
              </a:cxn>
              <a:cxn ang="T13">
                <a:pos x="T6" y="T7"/>
              </a:cxn>
              <a:cxn ang="T14">
                <a:pos x="T8" y="T9"/>
              </a:cxn>
            </a:cxnLst>
            <a:rect l="T15" t="T16" r="T17" b="T18"/>
            <a:pathLst>
              <a:path w="2208" h="1848">
                <a:moveTo>
                  <a:pt x="0" y="1344"/>
                </a:moveTo>
                <a:cubicBezTo>
                  <a:pt x="272" y="1276"/>
                  <a:pt x="544" y="1208"/>
                  <a:pt x="768" y="1248"/>
                </a:cubicBezTo>
                <a:cubicBezTo>
                  <a:pt x="992" y="1288"/>
                  <a:pt x="1128" y="1528"/>
                  <a:pt x="1344" y="1584"/>
                </a:cubicBezTo>
                <a:cubicBezTo>
                  <a:pt x="1560" y="1640"/>
                  <a:pt x="1920" y="1848"/>
                  <a:pt x="2064" y="1584"/>
                </a:cubicBezTo>
                <a:cubicBezTo>
                  <a:pt x="2208" y="1320"/>
                  <a:pt x="2184" y="272"/>
                  <a:pt x="2208" y="0"/>
                </a:cubicBezTo>
              </a:path>
            </a:pathLst>
          </a:custGeom>
          <a:noFill/>
          <a:ln w="28575">
            <a:solidFill>
              <a:srgbClr val="FF6600"/>
            </a:solidFill>
            <a:round/>
          </a:ln>
        </p:spPr>
        <p:txBody>
          <a:bodyPr wrap="none" anchor="ctr"/>
          <a:lstStyle/>
          <a:p>
            <a:endParaRPr lang="zh-CN" altLang="en-US"/>
          </a:p>
        </p:txBody>
      </p:sp>
      <p:sp>
        <p:nvSpPr>
          <p:cNvPr id="201736" name="Line 8"/>
          <p:cNvSpPr>
            <a:spLocks noChangeShapeType="1"/>
          </p:cNvSpPr>
          <p:nvPr/>
        </p:nvSpPr>
        <p:spPr bwMode="auto">
          <a:xfrm flipV="1">
            <a:off x="1511300" y="2536825"/>
            <a:ext cx="403225" cy="71438"/>
          </a:xfrm>
          <a:prstGeom prst="line">
            <a:avLst/>
          </a:prstGeom>
          <a:noFill/>
          <a:ln w="38100">
            <a:solidFill>
              <a:srgbClr val="CC0000"/>
            </a:solidFill>
            <a:round/>
            <a:headEnd type="triangle" w="med" len="med"/>
          </a:ln>
        </p:spPr>
        <p:txBody>
          <a:bodyPr/>
          <a:lstStyle/>
          <a:p>
            <a:endParaRPr lang="zh-CN" altLang="en-US"/>
          </a:p>
        </p:txBody>
      </p:sp>
      <p:sp>
        <p:nvSpPr>
          <p:cNvPr id="201737" name="Line 9"/>
          <p:cNvSpPr>
            <a:spLocks noChangeShapeType="1"/>
          </p:cNvSpPr>
          <p:nvPr/>
        </p:nvSpPr>
        <p:spPr bwMode="auto">
          <a:xfrm flipV="1">
            <a:off x="3197225" y="4394200"/>
            <a:ext cx="66675" cy="288925"/>
          </a:xfrm>
          <a:prstGeom prst="line">
            <a:avLst/>
          </a:prstGeom>
          <a:noFill/>
          <a:ln w="38100">
            <a:solidFill>
              <a:srgbClr val="CC0000"/>
            </a:solidFill>
            <a:round/>
            <a:headEnd type="triangle" w="med" len="med"/>
          </a:ln>
        </p:spPr>
        <p:txBody>
          <a:bodyPr/>
          <a:lstStyle/>
          <a:p>
            <a:endParaRPr lang="zh-CN" altLang="en-US"/>
          </a:p>
        </p:txBody>
      </p:sp>
      <p:graphicFrame>
        <p:nvGraphicFramePr>
          <p:cNvPr id="201738" name="Object 10"/>
          <p:cNvGraphicFramePr>
            <a:graphicFrameLocks noChangeAspect="1"/>
          </p:cNvGraphicFramePr>
          <p:nvPr/>
        </p:nvGraphicFramePr>
        <p:xfrm>
          <a:off x="5538788" y="1011238"/>
          <a:ext cx="1370012" cy="593725"/>
        </p:xfrm>
        <a:graphic>
          <a:graphicData uri="http://schemas.openxmlformats.org/presentationml/2006/ole">
            <mc:AlternateContent xmlns:mc="http://schemas.openxmlformats.org/markup-compatibility/2006">
              <mc:Choice xmlns:v="urn:schemas-microsoft-com:vml" Requires="v">
                <p:oleObj spid="_x0000_s36865" name="公式" r:id="rId1" imgW="18288000" imgH="7924800" progId="Equation.3">
                  <p:embed/>
                </p:oleObj>
              </mc:Choice>
              <mc:Fallback>
                <p:oleObj name="公式" r:id="rId1" imgW="18288000" imgH="7924800" progId="Equation.3">
                  <p:embed/>
                  <p:pic>
                    <p:nvPicPr>
                      <p:cNvPr id="0" name="Object 10"/>
                      <p:cNvPicPr>
                        <a:picLocks noChangeAspect="1"/>
                      </p:cNvPicPr>
                      <p:nvPr/>
                    </p:nvPicPr>
                    <p:blipFill>
                      <a:blip r:embed="rId2"/>
                      <a:stretch>
                        <a:fillRect/>
                      </a:stretch>
                    </p:blipFill>
                    <p:spPr>
                      <a:xfrm>
                        <a:off x="5538788" y="1011238"/>
                        <a:ext cx="1370012" cy="593725"/>
                      </a:xfrm>
                      <a:prstGeom prst="rect">
                        <a:avLst/>
                      </a:prstGeom>
                      <a:noFill/>
                      <a:ln w="19050">
                        <a:noFill/>
                      </a:ln>
                    </p:spPr>
                  </p:pic>
                </p:oleObj>
              </mc:Fallback>
            </mc:AlternateContent>
          </a:graphicData>
        </a:graphic>
      </p:graphicFrame>
      <p:graphicFrame>
        <p:nvGraphicFramePr>
          <p:cNvPr id="201739" name="Object 11"/>
          <p:cNvGraphicFramePr>
            <a:graphicFrameLocks noChangeAspect="1"/>
          </p:cNvGraphicFramePr>
          <p:nvPr/>
        </p:nvGraphicFramePr>
        <p:xfrm>
          <a:off x="3357563" y="1128713"/>
          <a:ext cx="2095500" cy="409575"/>
        </p:xfrm>
        <a:graphic>
          <a:graphicData uri="http://schemas.openxmlformats.org/presentationml/2006/ole">
            <mc:AlternateContent xmlns:mc="http://schemas.openxmlformats.org/markup-compatibility/2006">
              <mc:Choice xmlns:v="urn:schemas-microsoft-com:vml" Requires="v">
                <p:oleObj spid="_x0000_s36867" name="公式" r:id="rId3" imgW="28041600" imgH="5486400" progId="Equation.3">
                  <p:embed/>
                </p:oleObj>
              </mc:Choice>
              <mc:Fallback>
                <p:oleObj name="公式" r:id="rId3" imgW="28041600" imgH="5486400" progId="Equation.3">
                  <p:embed/>
                  <p:pic>
                    <p:nvPicPr>
                      <p:cNvPr id="0" name="Object 11"/>
                      <p:cNvPicPr>
                        <a:picLocks noChangeAspect="1"/>
                      </p:cNvPicPr>
                      <p:nvPr/>
                    </p:nvPicPr>
                    <p:blipFill>
                      <a:blip r:embed="rId4"/>
                      <a:stretch>
                        <a:fillRect/>
                      </a:stretch>
                    </p:blipFill>
                    <p:spPr>
                      <a:xfrm>
                        <a:off x="3357563" y="1128713"/>
                        <a:ext cx="2095500" cy="409575"/>
                      </a:xfrm>
                      <a:prstGeom prst="rect">
                        <a:avLst/>
                      </a:prstGeom>
                      <a:noFill/>
                      <a:ln w="9525">
                        <a:noFill/>
                      </a:ln>
                    </p:spPr>
                  </p:pic>
                </p:oleObj>
              </mc:Fallback>
            </mc:AlternateContent>
          </a:graphicData>
        </a:graphic>
      </p:graphicFrame>
      <p:sp>
        <p:nvSpPr>
          <p:cNvPr id="201740" name="Text Box 12"/>
          <p:cNvSpPr txBox="1">
            <a:spLocks noChangeArrowheads="1"/>
          </p:cNvSpPr>
          <p:nvPr/>
        </p:nvSpPr>
        <p:spPr bwMode="auto">
          <a:xfrm>
            <a:off x="3908425" y="1935163"/>
            <a:ext cx="1081088" cy="457200"/>
          </a:xfrm>
          <a:prstGeom prst="rect">
            <a:avLst/>
          </a:prstGeom>
          <a:noFill/>
          <a:ln w="9525">
            <a:noFill/>
            <a:miter lim="800000"/>
          </a:ln>
        </p:spPr>
        <p:txBody>
          <a:bodyPr anchor="ctr">
            <a:spAutoFit/>
          </a:bodyPr>
          <a:lstStyle/>
          <a:p>
            <a:pPr algn="l"/>
            <a:r>
              <a:rPr lang="zh-CN" altLang="en-US" b="1" i="0">
                <a:solidFill>
                  <a:schemeClr val="bg1"/>
                </a:solidFill>
                <a:latin typeface="Times New Roman" panose="02020603050405020304" pitchFamily="18" charset="0"/>
              </a:rPr>
              <a:t>取：</a:t>
            </a:r>
            <a:endParaRPr lang="zh-CN" altLang="en-US" b="1" i="0">
              <a:solidFill>
                <a:schemeClr val="bg1"/>
              </a:solidFill>
              <a:latin typeface="Times New Roman" panose="02020603050405020304" pitchFamily="18" charset="0"/>
            </a:endParaRPr>
          </a:p>
        </p:txBody>
      </p:sp>
      <p:sp>
        <p:nvSpPr>
          <p:cNvPr id="201741" name="Text Box 13"/>
          <p:cNvSpPr txBox="1">
            <a:spLocks noChangeArrowheads="1"/>
          </p:cNvSpPr>
          <p:nvPr/>
        </p:nvSpPr>
        <p:spPr bwMode="auto">
          <a:xfrm>
            <a:off x="4183063" y="2836863"/>
            <a:ext cx="3603625" cy="457200"/>
          </a:xfrm>
          <a:prstGeom prst="rect">
            <a:avLst/>
          </a:prstGeom>
          <a:noFill/>
          <a:ln w="9525">
            <a:noFill/>
            <a:miter lim="800000"/>
          </a:ln>
        </p:spPr>
        <p:txBody>
          <a:bodyPr anchor="ctr">
            <a:spAutoFit/>
          </a:bodyPr>
          <a:lstStyle/>
          <a:p>
            <a:pPr algn="l"/>
            <a:r>
              <a:rPr lang="zh-CN" altLang="en-US" b="1" i="0">
                <a:solidFill>
                  <a:schemeClr val="bg1"/>
                </a:solidFill>
                <a:latin typeface="Times New Roman" panose="02020603050405020304" pitchFamily="18" charset="0"/>
              </a:rPr>
              <a:t>则</a:t>
            </a:r>
            <a:r>
              <a:rPr lang="zh-CN" altLang="en-US" b="1" i="0">
                <a:solidFill>
                  <a:srgbClr val="FF6600"/>
                </a:solidFill>
                <a:latin typeface="Times New Roman" panose="02020603050405020304" pitchFamily="18" charset="0"/>
              </a:rPr>
              <a:t>（势能的定义）</a:t>
            </a:r>
            <a:r>
              <a:rPr lang="zh-CN" altLang="en-US" i="0">
                <a:latin typeface="Times New Roman" panose="02020603050405020304" pitchFamily="18" charset="0"/>
              </a:rPr>
              <a:t> </a:t>
            </a:r>
            <a:r>
              <a:rPr lang="zh-CN" altLang="en-US" b="1" i="0">
                <a:solidFill>
                  <a:schemeClr val="bg1"/>
                </a:solidFill>
                <a:latin typeface="Times New Roman" panose="02020603050405020304" pitchFamily="18" charset="0"/>
              </a:rPr>
              <a:t>：</a:t>
            </a:r>
            <a:endParaRPr lang="zh-CN" altLang="en-US" b="1" i="0">
              <a:solidFill>
                <a:schemeClr val="bg1"/>
              </a:solidFill>
              <a:latin typeface="Times New Roman" panose="02020603050405020304" pitchFamily="18" charset="0"/>
            </a:endParaRPr>
          </a:p>
        </p:txBody>
      </p:sp>
      <p:graphicFrame>
        <p:nvGraphicFramePr>
          <p:cNvPr id="201742" name="Object 14"/>
          <p:cNvGraphicFramePr>
            <a:graphicFrameLocks noChangeAspect="1"/>
          </p:cNvGraphicFramePr>
          <p:nvPr/>
        </p:nvGraphicFramePr>
        <p:xfrm>
          <a:off x="4587875" y="2027238"/>
          <a:ext cx="1436688" cy="411162"/>
        </p:xfrm>
        <a:graphic>
          <a:graphicData uri="http://schemas.openxmlformats.org/presentationml/2006/ole">
            <mc:AlternateContent xmlns:mc="http://schemas.openxmlformats.org/markup-compatibility/2006">
              <mc:Choice xmlns:v="urn:schemas-microsoft-com:vml" Requires="v">
                <p:oleObj spid="_x0000_s36868" name="公式" r:id="rId5" imgW="19202400" imgH="5486400" progId="Equation.3">
                  <p:embed/>
                </p:oleObj>
              </mc:Choice>
              <mc:Fallback>
                <p:oleObj name="公式" r:id="rId5" imgW="19202400" imgH="5486400" progId="Equation.3">
                  <p:embed/>
                  <p:pic>
                    <p:nvPicPr>
                      <p:cNvPr id="0" name="Object 14"/>
                      <p:cNvPicPr>
                        <a:picLocks noChangeAspect="1"/>
                      </p:cNvPicPr>
                      <p:nvPr/>
                    </p:nvPicPr>
                    <p:blipFill>
                      <a:blip r:embed="rId6"/>
                      <a:stretch>
                        <a:fillRect/>
                      </a:stretch>
                    </p:blipFill>
                    <p:spPr>
                      <a:xfrm>
                        <a:off x="4587875" y="2027238"/>
                        <a:ext cx="1436688" cy="411162"/>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sp>
        <p:nvSpPr>
          <p:cNvPr id="201743" name="Text Box 15"/>
          <p:cNvSpPr txBox="1">
            <a:spLocks noChangeArrowheads="1"/>
          </p:cNvSpPr>
          <p:nvPr/>
        </p:nvSpPr>
        <p:spPr bwMode="auto">
          <a:xfrm>
            <a:off x="6102350" y="2011363"/>
            <a:ext cx="1627188" cy="461962"/>
          </a:xfrm>
          <a:prstGeom prst="rect">
            <a:avLst/>
          </a:prstGeom>
          <a:noFill/>
          <a:ln w="9525">
            <a:noFill/>
            <a:miter lim="800000"/>
          </a:ln>
        </p:spPr>
        <p:txBody>
          <a:bodyPr wrap="none" anchor="ctr">
            <a:spAutoFit/>
          </a:bodyPr>
          <a:lstStyle/>
          <a:p>
            <a:pPr algn="l"/>
            <a:r>
              <a:rPr lang="en-US" altLang="zh-CN" b="1" i="0">
                <a:solidFill>
                  <a:srgbClr val="6600CC"/>
                </a:solidFill>
                <a:latin typeface="Times New Roman" panose="02020603050405020304" pitchFamily="18" charset="0"/>
              </a:rPr>
              <a:t>(</a:t>
            </a:r>
            <a:r>
              <a:rPr lang="zh-CN" altLang="en-US" b="1" i="0">
                <a:solidFill>
                  <a:srgbClr val="6600CC"/>
                </a:solidFill>
                <a:latin typeface="Times New Roman" panose="02020603050405020304" pitchFamily="18" charset="0"/>
              </a:rPr>
              <a:t>势能零点</a:t>
            </a:r>
            <a:r>
              <a:rPr lang="en-US" altLang="zh-CN" b="1" i="0">
                <a:solidFill>
                  <a:srgbClr val="6600CC"/>
                </a:solidFill>
                <a:latin typeface="Times New Roman" panose="02020603050405020304" pitchFamily="18" charset="0"/>
              </a:rPr>
              <a:t>)</a:t>
            </a:r>
            <a:endParaRPr lang="en-US" altLang="zh-CN" b="1" i="0">
              <a:solidFill>
                <a:srgbClr val="6600CC"/>
              </a:solidFill>
              <a:latin typeface="Times New Roman" panose="02020603050405020304" pitchFamily="18" charset="0"/>
            </a:endParaRPr>
          </a:p>
        </p:txBody>
      </p:sp>
      <p:graphicFrame>
        <p:nvGraphicFramePr>
          <p:cNvPr id="201744" name="Object 16"/>
          <p:cNvGraphicFramePr>
            <a:graphicFrameLocks noChangeAspect="1"/>
          </p:cNvGraphicFramePr>
          <p:nvPr/>
        </p:nvGraphicFramePr>
        <p:xfrm>
          <a:off x="4662488" y="3613150"/>
          <a:ext cx="2260600" cy="593725"/>
        </p:xfrm>
        <a:graphic>
          <a:graphicData uri="http://schemas.openxmlformats.org/presentationml/2006/ole">
            <mc:AlternateContent xmlns:mc="http://schemas.openxmlformats.org/markup-compatibility/2006">
              <mc:Choice xmlns:v="urn:schemas-microsoft-com:vml" Requires="v">
                <p:oleObj spid="_x0000_s36869" name="公式" r:id="rId7" imgW="30175200" imgH="7924800" progId="Equation.3">
                  <p:embed/>
                </p:oleObj>
              </mc:Choice>
              <mc:Fallback>
                <p:oleObj name="公式" r:id="rId7" imgW="30175200" imgH="7924800" progId="Equation.3">
                  <p:embed/>
                  <p:pic>
                    <p:nvPicPr>
                      <p:cNvPr id="0" name="Object 16"/>
                      <p:cNvPicPr>
                        <a:picLocks noChangeAspect="1"/>
                      </p:cNvPicPr>
                      <p:nvPr/>
                    </p:nvPicPr>
                    <p:blipFill>
                      <a:blip r:embed="rId8"/>
                      <a:stretch>
                        <a:fillRect/>
                      </a:stretch>
                    </p:blipFill>
                    <p:spPr>
                      <a:xfrm>
                        <a:off x="4662488" y="3613150"/>
                        <a:ext cx="2260600" cy="593725"/>
                      </a:xfrm>
                      <a:prstGeom prst="rect">
                        <a:avLst/>
                      </a:prstGeom>
                      <a:solidFill>
                        <a:srgbClr val="CCFFFF"/>
                      </a:solidFill>
                      <a:ln w="19050" cap="flat" cmpd="sng">
                        <a:solidFill>
                          <a:srgbClr val="00FFFF"/>
                        </a:solidFill>
                        <a:prstDash val="solid"/>
                        <a:miter/>
                        <a:headEnd type="none" w="med" len="med"/>
                        <a:tailEnd type="none" w="med" len="med"/>
                      </a:ln>
                    </p:spPr>
                  </p:pic>
                </p:oleObj>
              </mc:Fallback>
            </mc:AlternateContent>
          </a:graphicData>
        </a:graphic>
      </p:graphicFrame>
      <p:sp>
        <p:nvSpPr>
          <p:cNvPr id="201745" name="Text Box 17"/>
          <p:cNvSpPr txBox="1">
            <a:spLocks noChangeArrowheads="1"/>
          </p:cNvSpPr>
          <p:nvPr/>
        </p:nvSpPr>
        <p:spPr bwMode="auto">
          <a:xfrm>
            <a:off x="3762375" y="4381500"/>
            <a:ext cx="4752975" cy="1354138"/>
          </a:xfrm>
          <a:prstGeom prst="rect">
            <a:avLst/>
          </a:prstGeom>
          <a:noFill/>
          <a:ln w="9525">
            <a:noFill/>
            <a:miter lim="800000"/>
          </a:ln>
        </p:spPr>
        <p:txBody>
          <a:bodyPr anchor="ctr">
            <a:spAutoFit/>
          </a:bodyPr>
          <a:lstStyle/>
          <a:p>
            <a:pPr algn="l">
              <a:lnSpc>
                <a:spcPct val="115000"/>
              </a:lnSpc>
            </a:pPr>
            <a:r>
              <a:rPr lang="zh-CN" altLang="en-US" b="1" i="0">
                <a:solidFill>
                  <a:srgbClr val="CC0000"/>
                </a:solidFill>
                <a:latin typeface="Times New Roman" panose="02020603050405020304" pitchFamily="18" charset="0"/>
              </a:rPr>
              <a:t>势能是位置的函数，</a:t>
            </a:r>
            <a:r>
              <a:rPr lang="zh-CN" altLang="en-US" b="1" i="0">
                <a:solidFill>
                  <a:schemeClr val="bg1"/>
                </a:solidFill>
                <a:latin typeface="Times New Roman" panose="02020603050405020304" pitchFamily="18" charset="0"/>
              </a:rPr>
              <a:t>在数值上等于从 </a:t>
            </a:r>
            <a:r>
              <a:rPr lang="en-US" altLang="zh-CN" b="1">
                <a:solidFill>
                  <a:srgbClr val="FF6600"/>
                </a:solidFill>
                <a:latin typeface="Times New Roman" panose="02020603050405020304" pitchFamily="18" charset="0"/>
              </a:rPr>
              <a:t>M</a:t>
            </a:r>
            <a:r>
              <a:rPr lang="en-US" altLang="zh-CN" b="1" i="0">
                <a:solidFill>
                  <a:srgbClr val="FF6600"/>
                </a:solidFill>
                <a:latin typeface="Times New Roman" panose="02020603050405020304" pitchFamily="18" charset="0"/>
              </a:rPr>
              <a:t> </a:t>
            </a:r>
            <a:r>
              <a:rPr lang="zh-CN" altLang="en-US" b="1" i="0">
                <a:solidFill>
                  <a:schemeClr val="bg1"/>
                </a:solidFill>
                <a:latin typeface="Times New Roman" panose="02020603050405020304" pitchFamily="18" charset="0"/>
              </a:rPr>
              <a:t>到 </a:t>
            </a:r>
            <a:r>
              <a:rPr lang="zh-CN" altLang="en-US" b="1" i="0">
                <a:solidFill>
                  <a:srgbClr val="FF6600"/>
                </a:solidFill>
                <a:latin typeface="Times New Roman" panose="02020603050405020304" pitchFamily="18" charset="0"/>
              </a:rPr>
              <a:t>势能零点</a:t>
            </a:r>
            <a:r>
              <a:rPr lang="zh-CN" altLang="en-US" b="1" i="0">
                <a:solidFill>
                  <a:srgbClr val="FF9900"/>
                </a:solidFill>
                <a:latin typeface="Times New Roman" panose="02020603050405020304" pitchFamily="18" charset="0"/>
              </a:rPr>
              <a:t> </a:t>
            </a:r>
            <a:r>
              <a:rPr lang="zh-CN" altLang="en-US" b="1" i="0">
                <a:solidFill>
                  <a:schemeClr val="bg1"/>
                </a:solidFill>
                <a:latin typeface="Times New Roman" panose="02020603050405020304" pitchFamily="18" charset="0"/>
              </a:rPr>
              <a:t>保守力所做的功，该函数通常称作</a:t>
            </a:r>
            <a:r>
              <a:rPr lang="zh-CN" altLang="en-US" b="1" i="0">
                <a:solidFill>
                  <a:srgbClr val="FF6600"/>
                </a:solidFill>
                <a:latin typeface="Times New Roman" panose="02020603050405020304" pitchFamily="18" charset="0"/>
              </a:rPr>
              <a:t>势能函数</a:t>
            </a:r>
            <a:r>
              <a:rPr lang="zh-CN" altLang="en-US" b="1" i="0">
                <a:solidFill>
                  <a:schemeClr val="bg1"/>
                </a:solidFill>
                <a:latin typeface="Times New Roman" panose="02020603050405020304" pitchFamily="18" charset="0"/>
              </a:rPr>
              <a:t>。</a:t>
            </a:r>
            <a:endParaRPr lang="zh-CN" altLang="en-US" b="1" i="0">
              <a:solidFill>
                <a:schemeClr val="bg1"/>
              </a:solidFill>
              <a:latin typeface="Times New Roman" panose="02020603050405020304" pitchFamily="18" charset="0"/>
            </a:endParaRPr>
          </a:p>
        </p:txBody>
      </p:sp>
      <p:sp>
        <p:nvSpPr>
          <p:cNvPr id="201746" name="Text Box 18"/>
          <p:cNvSpPr txBox="1">
            <a:spLocks noChangeArrowheads="1"/>
          </p:cNvSpPr>
          <p:nvPr/>
        </p:nvSpPr>
        <p:spPr bwMode="auto">
          <a:xfrm>
            <a:off x="2555875" y="5915025"/>
            <a:ext cx="4752975" cy="466725"/>
          </a:xfrm>
          <a:prstGeom prst="rect">
            <a:avLst/>
          </a:prstGeom>
          <a:solidFill>
            <a:srgbClr val="66FFFF">
              <a:alpha val="50195"/>
            </a:srgbClr>
          </a:solidFill>
          <a:ln w="9525">
            <a:solidFill>
              <a:srgbClr val="3399FF"/>
            </a:solidFill>
            <a:miter lim="800000"/>
          </a:ln>
        </p:spPr>
        <p:txBody>
          <a:bodyPr anchor="ctr">
            <a:spAutoFit/>
          </a:bodyPr>
          <a:lstStyle/>
          <a:p>
            <a:r>
              <a:rPr lang="zh-CN" altLang="en-US" b="1" i="0">
                <a:solidFill>
                  <a:schemeClr val="bg1"/>
                </a:solidFill>
                <a:latin typeface="Times New Roman" panose="02020603050405020304" pitchFamily="18" charset="0"/>
              </a:rPr>
              <a:t>势能是系统具有的作功本领</a:t>
            </a:r>
            <a:endParaRPr lang="zh-CN" altLang="en-US" b="1" i="0">
              <a:solidFill>
                <a:schemeClr val="bg1"/>
              </a:solidFill>
              <a:latin typeface="Times New Roman" panose="02020603050405020304" pitchFamily="18" charset="0"/>
            </a:endParaRPr>
          </a:p>
        </p:txBody>
      </p:sp>
      <p:sp>
        <p:nvSpPr>
          <p:cNvPr id="201747" name="Text Box 19"/>
          <p:cNvSpPr txBox="1">
            <a:spLocks noChangeArrowheads="1"/>
          </p:cNvSpPr>
          <p:nvPr/>
        </p:nvSpPr>
        <p:spPr bwMode="auto">
          <a:xfrm>
            <a:off x="588963" y="4419600"/>
            <a:ext cx="1282700" cy="457200"/>
          </a:xfrm>
          <a:prstGeom prst="rect">
            <a:avLst/>
          </a:prstGeom>
          <a:noFill/>
          <a:ln w="9525">
            <a:noFill/>
            <a:miter lim="800000"/>
          </a:ln>
        </p:spPr>
        <p:txBody>
          <a:bodyPr wrap="none" anchor="ctr">
            <a:spAutoFit/>
          </a:bodyPr>
          <a:lstStyle/>
          <a:p>
            <a:r>
              <a:rPr kumimoji="0" lang="en-US" altLang="zh-CN" b="1" i="0">
                <a:solidFill>
                  <a:srgbClr val="6600CC"/>
                </a:solidFill>
                <a:latin typeface="Times New Roman" panose="02020603050405020304" pitchFamily="18" charset="0"/>
              </a:rPr>
              <a:t>(</a:t>
            </a:r>
            <a:r>
              <a:rPr lang="zh-CN" altLang="en-US" sz="1800" b="1" i="0">
                <a:solidFill>
                  <a:srgbClr val="6600CC"/>
                </a:solidFill>
                <a:latin typeface="Arial" panose="020B0604020202020204" pitchFamily="34" charset="0"/>
              </a:rPr>
              <a:t>选参考点</a:t>
            </a:r>
            <a:r>
              <a:rPr lang="en-US" altLang="zh-CN" sz="1800" b="1" i="0">
                <a:solidFill>
                  <a:srgbClr val="6600CC"/>
                </a:solidFill>
                <a:latin typeface="Arial" panose="020B0604020202020204" pitchFamily="34" charset="0"/>
              </a:rPr>
              <a:t>)</a:t>
            </a:r>
            <a:endParaRPr lang="en-US" altLang="zh-CN" sz="1800" b="1" i="0">
              <a:solidFill>
                <a:srgbClr val="6600CC"/>
              </a:solidFill>
              <a:latin typeface="Arial" panose="020B0604020202020204" pitchFamily="34" charset="0"/>
            </a:endParaRPr>
          </a:p>
        </p:txBody>
      </p:sp>
      <p:sp>
        <p:nvSpPr>
          <p:cNvPr id="201748" name="Text Box 20"/>
          <p:cNvSpPr txBox="1">
            <a:spLocks noChangeArrowheads="1"/>
          </p:cNvSpPr>
          <p:nvPr/>
        </p:nvSpPr>
        <p:spPr bwMode="auto">
          <a:xfrm>
            <a:off x="881063" y="414338"/>
            <a:ext cx="5087937" cy="457200"/>
          </a:xfrm>
          <a:prstGeom prst="rect">
            <a:avLst/>
          </a:prstGeom>
          <a:noFill/>
          <a:ln w="9525">
            <a:noFill/>
            <a:miter lim="800000"/>
          </a:ln>
        </p:spPr>
        <p:txBody>
          <a:bodyPr wrap="none" anchor="ctr">
            <a:spAutoFit/>
          </a:bodyPr>
          <a:lstStyle/>
          <a:p>
            <a:r>
              <a:rPr kumimoji="0" lang="en-US" altLang="zh-CN" b="1" i="0">
                <a:solidFill>
                  <a:srgbClr val="006600"/>
                </a:solidFill>
                <a:latin typeface="Times New Roman" panose="02020603050405020304" pitchFamily="18" charset="0"/>
              </a:rPr>
              <a:t>(</a:t>
            </a:r>
            <a:r>
              <a:rPr kumimoji="0" lang="zh-CN" altLang="en-US" b="1" i="0">
                <a:solidFill>
                  <a:srgbClr val="006600"/>
                </a:solidFill>
                <a:latin typeface="Times New Roman" panose="02020603050405020304" pitchFamily="18" charset="0"/>
              </a:rPr>
              <a:t>蕴藏在保守力场与位置有关的能量</a:t>
            </a:r>
            <a:r>
              <a:rPr kumimoji="0" lang="en-US" altLang="zh-CN" b="1" i="0">
                <a:solidFill>
                  <a:srgbClr val="006600"/>
                </a:solidFill>
                <a:latin typeface="Times New Roman" panose="02020603050405020304" pitchFamily="18" charset="0"/>
              </a:rPr>
              <a:t>)</a:t>
            </a:r>
            <a:endParaRPr lang="en-US" altLang="zh-CN" b="1" i="0">
              <a:solidFill>
                <a:srgbClr val="0066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1730"/>
                                        </p:tgtEl>
                                        <p:attrNameLst>
                                          <p:attrName>style.visibility</p:attrName>
                                        </p:attrNameLst>
                                      </p:cBhvr>
                                      <p:to>
                                        <p:strVal val="visible"/>
                                      </p:to>
                                    </p:set>
                                    <p:animEffect transition="in" filter="wipe(left)">
                                      <p:cBhvr>
                                        <p:cTn id="7" dur="500"/>
                                        <p:tgtEl>
                                          <p:spTgt spid="2017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1731"/>
                                        </p:tgtEl>
                                        <p:attrNameLst>
                                          <p:attrName>style.visibility</p:attrName>
                                        </p:attrNameLst>
                                      </p:cBhvr>
                                      <p:to>
                                        <p:strVal val="visible"/>
                                      </p:to>
                                    </p:set>
                                    <p:animEffect transition="in" filter="wipe(left)">
                                      <p:cBhvr>
                                        <p:cTn id="12" dur="500"/>
                                        <p:tgtEl>
                                          <p:spTgt spid="20173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1732"/>
                                        </p:tgtEl>
                                        <p:attrNameLst>
                                          <p:attrName>style.visibility</p:attrName>
                                        </p:attrNameLst>
                                      </p:cBhvr>
                                      <p:to>
                                        <p:strVal val="visible"/>
                                      </p:to>
                                    </p:set>
                                    <p:animEffect transition="in" filter="wipe(left)">
                                      <p:cBhvr>
                                        <p:cTn id="17" dur="500"/>
                                        <p:tgtEl>
                                          <p:spTgt spid="2017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1733"/>
                                        </p:tgtEl>
                                        <p:attrNameLst>
                                          <p:attrName>style.visibility</p:attrName>
                                        </p:attrNameLst>
                                      </p:cBhvr>
                                      <p:to>
                                        <p:strVal val="visible"/>
                                      </p:to>
                                    </p:set>
                                    <p:animEffect transition="in" filter="wipe(left)">
                                      <p:cBhvr>
                                        <p:cTn id="22" dur="500"/>
                                        <p:tgtEl>
                                          <p:spTgt spid="20173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1734"/>
                                        </p:tgtEl>
                                        <p:attrNameLst>
                                          <p:attrName>style.visibility</p:attrName>
                                        </p:attrNameLst>
                                      </p:cBhvr>
                                      <p:to>
                                        <p:strVal val="visible"/>
                                      </p:to>
                                    </p:set>
                                    <p:animEffect transition="in" filter="wipe(left)">
                                      <p:cBhvr>
                                        <p:cTn id="27" dur="500"/>
                                        <p:tgtEl>
                                          <p:spTgt spid="2017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1735"/>
                                        </p:tgtEl>
                                        <p:attrNameLst>
                                          <p:attrName>style.visibility</p:attrName>
                                        </p:attrNameLst>
                                      </p:cBhvr>
                                      <p:to>
                                        <p:strVal val="visible"/>
                                      </p:to>
                                    </p:set>
                                    <p:animEffect transition="in" filter="wipe(left)">
                                      <p:cBhvr>
                                        <p:cTn id="32" dur="500"/>
                                        <p:tgtEl>
                                          <p:spTgt spid="20173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1748"/>
                                        </p:tgtEl>
                                        <p:attrNameLst>
                                          <p:attrName>style.visibility</p:attrName>
                                        </p:attrNameLst>
                                      </p:cBhvr>
                                      <p:to>
                                        <p:strVal val="visible"/>
                                      </p:to>
                                    </p:set>
                                    <p:animEffect transition="in" filter="wipe(left)">
                                      <p:cBhvr>
                                        <p:cTn id="37" dur="500"/>
                                        <p:tgtEl>
                                          <p:spTgt spid="20174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1747"/>
                                        </p:tgtEl>
                                        <p:attrNameLst>
                                          <p:attrName>style.visibility</p:attrName>
                                        </p:attrNameLst>
                                      </p:cBhvr>
                                      <p:to>
                                        <p:strVal val="visible"/>
                                      </p:to>
                                    </p:set>
                                    <p:animEffect transition="in" filter="wipe(left)">
                                      <p:cBhvr>
                                        <p:cTn id="42" dur="500"/>
                                        <p:tgtEl>
                                          <p:spTgt spid="201747"/>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01736"/>
                                        </p:tgtEl>
                                        <p:attrNameLst>
                                          <p:attrName>style.visibility</p:attrName>
                                        </p:attrNameLst>
                                      </p:cBhvr>
                                      <p:to>
                                        <p:strVal val="visible"/>
                                      </p:to>
                                    </p:set>
                                    <p:animEffect transition="in" filter="wipe(left)">
                                      <p:cBhvr>
                                        <p:cTn id="47" dur="500"/>
                                        <p:tgtEl>
                                          <p:spTgt spid="2017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01737"/>
                                        </p:tgtEl>
                                        <p:attrNameLst>
                                          <p:attrName>style.visibility</p:attrName>
                                        </p:attrNameLst>
                                      </p:cBhvr>
                                      <p:to>
                                        <p:strVal val="visible"/>
                                      </p:to>
                                    </p:set>
                                    <p:animEffect transition="in" filter="wipe(left)">
                                      <p:cBhvr>
                                        <p:cTn id="52" dur="500"/>
                                        <p:tgtEl>
                                          <p:spTgt spid="2017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1738"/>
                                        </p:tgtEl>
                                        <p:attrNameLst>
                                          <p:attrName>style.visibility</p:attrName>
                                        </p:attrNameLst>
                                      </p:cBhvr>
                                      <p:to>
                                        <p:strVal val="visible"/>
                                      </p:to>
                                    </p:set>
                                    <p:animEffect transition="in" filter="wipe(left)">
                                      <p:cBhvr>
                                        <p:cTn id="57" dur="500"/>
                                        <p:tgtEl>
                                          <p:spTgt spid="2017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01739"/>
                                        </p:tgtEl>
                                        <p:attrNameLst>
                                          <p:attrName>style.visibility</p:attrName>
                                        </p:attrNameLst>
                                      </p:cBhvr>
                                      <p:to>
                                        <p:strVal val="visible"/>
                                      </p:to>
                                    </p:set>
                                    <p:animEffect transition="in" filter="wipe(left)">
                                      <p:cBhvr>
                                        <p:cTn id="62" dur="500"/>
                                        <p:tgtEl>
                                          <p:spTgt spid="2017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01740"/>
                                        </p:tgtEl>
                                        <p:attrNameLst>
                                          <p:attrName>style.visibility</p:attrName>
                                        </p:attrNameLst>
                                      </p:cBhvr>
                                      <p:to>
                                        <p:strVal val="visible"/>
                                      </p:to>
                                    </p:set>
                                    <p:animEffect transition="in" filter="wipe(left)">
                                      <p:cBhvr>
                                        <p:cTn id="67" dur="500"/>
                                        <p:tgtEl>
                                          <p:spTgt spid="20174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01742"/>
                                        </p:tgtEl>
                                        <p:attrNameLst>
                                          <p:attrName>style.visibility</p:attrName>
                                        </p:attrNameLst>
                                      </p:cBhvr>
                                      <p:to>
                                        <p:strVal val="visible"/>
                                      </p:to>
                                    </p:set>
                                    <p:animEffect transition="in" filter="wipe(left)">
                                      <p:cBhvr>
                                        <p:cTn id="72" dur="500"/>
                                        <p:tgtEl>
                                          <p:spTgt spid="201742"/>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01743"/>
                                        </p:tgtEl>
                                        <p:attrNameLst>
                                          <p:attrName>style.visibility</p:attrName>
                                        </p:attrNameLst>
                                      </p:cBhvr>
                                      <p:to>
                                        <p:strVal val="visible"/>
                                      </p:to>
                                    </p:set>
                                    <p:animEffect transition="in" filter="wipe(left)">
                                      <p:cBhvr>
                                        <p:cTn id="77" dur="500"/>
                                        <p:tgtEl>
                                          <p:spTgt spid="201743"/>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01741"/>
                                        </p:tgtEl>
                                        <p:attrNameLst>
                                          <p:attrName>style.visibility</p:attrName>
                                        </p:attrNameLst>
                                      </p:cBhvr>
                                      <p:to>
                                        <p:strVal val="visible"/>
                                      </p:to>
                                    </p:set>
                                    <p:animEffect transition="in" filter="wipe(left)">
                                      <p:cBhvr>
                                        <p:cTn id="82" dur="500"/>
                                        <p:tgtEl>
                                          <p:spTgt spid="20174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1744"/>
                                        </p:tgtEl>
                                        <p:attrNameLst>
                                          <p:attrName>style.visibility</p:attrName>
                                        </p:attrNameLst>
                                      </p:cBhvr>
                                      <p:to>
                                        <p:strVal val="visible"/>
                                      </p:to>
                                    </p:set>
                                    <p:animEffect transition="in" filter="wipe(left)">
                                      <p:cBhvr>
                                        <p:cTn id="87" dur="500"/>
                                        <p:tgtEl>
                                          <p:spTgt spid="201744"/>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01745"/>
                                        </p:tgtEl>
                                        <p:attrNameLst>
                                          <p:attrName>style.visibility</p:attrName>
                                        </p:attrNameLst>
                                      </p:cBhvr>
                                      <p:to>
                                        <p:strVal val="visible"/>
                                      </p:to>
                                    </p:set>
                                    <p:animEffect transition="in" filter="wipe(left)">
                                      <p:cBhvr>
                                        <p:cTn id="92" dur="500"/>
                                        <p:tgtEl>
                                          <p:spTgt spid="201745"/>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01746"/>
                                        </p:tgtEl>
                                        <p:attrNameLst>
                                          <p:attrName>style.visibility</p:attrName>
                                        </p:attrNameLst>
                                      </p:cBhvr>
                                      <p:to>
                                        <p:strVal val="visible"/>
                                      </p:to>
                                    </p:set>
                                    <p:animEffect transition="in" filter="wipe(left)">
                                      <p:cBhvr>
                                        <p:cTn id="97" dur="500"/>
                                        <p:tgtEl>
                                          <p:spTgt spid="20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1730" grpId="0"/>
      <p:bldP spid="201731" grpId="0"/>
      <p:bldP spid="201732" grpId="0" animBg="1"/>
      <p:bldP spid="201733" grpId="0"/>
      <p:bldP spid="201734" grpId="0"/>
      <p:bldP spid="201735" grpId="0" animBg="1"/>
      <p:bldP spid="201736" grpId="0" animBg="1"/>
      <p:bldP spid="201737" grpId="0" animBg="1"/>
      <p:bldP spid="201740" grpId="0"/>
      <p:bldP spid="201741" grpId="0"/>
      <p:bldP spid="201743" grpId="0"/>
      <p:bldP spid="201745" grpId="0"/>
      <p:bldP spid="201746" grpId="0" animBg="1"/>
      <p:bldP spid="201747" grpId="0"/>
      <p:bldP spid="20174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ChangeArrowheads="1"/>
          </p:cNvSpPr>
          <p:nvPr/>
        </p:nvSpPr>
        <p:spPr bwMode="auto">
          <a:xfrm>
            <a:off x="611188" y="512763"/>
            <a:ext cx="2292350"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讨论</a:t>
            </a:r>
            <a:endParaRPr lang="zh-CN" altLang="en-US" b="1" i="0">
              <a:solidFill>
                <a:srgbClr val="FF6600"/>
              </a:solidFill>
              <a:latin typeface="Times New Roman" panose="02020603050405020304" pitchFamily="18" charset="0"/>
            </a:endParaRPr>
          </a:p>
        </p:txBody>
      </p:sp>
      <p:sp>
        <p:nvSpPr>
          <p:cNvPr id="203779" name="Text Box 3"/>
          <p:cNvSpPr txBox="1">
            <a:spLocks noChangeArrowheads="1"/>
          </p:cNvSpPr>
          <p:nvPr/>
        </p:nvSpPr>
        <p:spPr bwMode="auto">
          <a:xfrm>
            <a:off x="206375" y="1020763"/>
            <a:ext cx="8037513" cy="968375"/>
          </a:xfrm>
          <a:prstGeom prst="rect">
            <a:avLst/>
          </a:prstGeom>
          <a:noFill/>
          <a:ln w="9525">
            <a:noFill/>
            <a:miter lim="800000"/>
          </a:ln>
        </p:spPr>
        <p:txBody>
          <a:bodyPr>
            <a:spAutoFit/>
          </a:bodyPr>
          <a:lstStyle/>
          <a:p>
            <a:pPr marL="476250" indent="-476250" algn="l">
              <a:lnSpc>
                <a:spcPct val="125000"/>
              </a:lnSpc>
            </a:pPr>
            <a:r>
              <a:rPr lang="zh-CN" altLang="en-US" b="1" i="0">
                <a:solidFill>
                  <a:schemeClr val="bg1"/>
                </a:solidFill>
                <a:latin typeface="Times New Roman" panose="02020603050405020304" pitchFamily="18" charset="0"/>
              </a:rPr>
              <a:t>（</a:t>
            </a:r>
            <a:r>
              <a:rPr lang="en-US" altLang="zh-CN" b="1" i="0">
                <a:solidFill>
                  <a:schemeClr val="bg1"/>
                </a:solidFill>
                <a:latin typeface="Times New Roman" panose="02020603050405020304" pitchFamily="18" charset="0"/>
              </a:rPr>
              <a:t>1</a:t>
            </a:r>
            <a:r>
              <a:rPr lang="zh-CN" altLang="en-US" b="1" i="0">
                <a:solidFill>
                  <a:schemeClr val="bg1"/>
                </a:solidFill>
                <a:latin typeface="Times New Roman" panose="02020603050405020304" pitchFamily="18" charset="0"/>
              </a:rPr>
              <a:t>）由于势能零点可以任意选取，所以某一点的势能值是相对的。</a:t>
            </a:r>
            <a:endParaRPr lang="zh-CN" altLang="en-US" b="1" i="0">
              <a:solidFill>
                <a:schemeClr val="bg1"/>
              </a:solidFill>
              <a:latin typeface="Times New Roman" panose="02020603050405020304" pitchFamily="18" charset="0"/>
            </a:endParaRPr>
          </a:p>
        </p:txBody>
      </p:sp>
      <p:graphicFrame>
        <p:nvGraphicFramePr>
          <p:cNvPr id="203780" name="Object 4"/>
          <p:cNvGraphicFramePr>
            <a:graphicFrameLocks noChangeAspect="1"/>
          </p:cNvGraphicFramePr>
          <p:nvPr/>
        </p:nvGraphicFramePr>
        <p:xfrm>
          <a:off x="2876550" y="1517650"/>
          <a:ext cx="2138363" cy="561975"/>
        </p:xfrm>
        <a:graphic>
          <a:graphicData uri="http://schemas.openxmlformats.org/presentationml/2006/ole">
            <mc:AlternateContent xmlns:mc="http://schemas.openxmlformats.org/markup-compatibility/2006">
              <mc:Choice xmlns:v="urn:schemas-microsoft-com:vml" Requires="v">
                <p:oleObj spid="_x0000_s37889" name="公式" r:id="rId1" imgW="30175200" imgH="7924800" progId="Equation.3">
                  <p:embed/>
                </p:oleObj>
              </mc:Choice>
              <mc:Fallback>
                <p:oleObj name="公式" r:id="rId1" imgW="30175200" imgH="7924800" progId="Equation.3">
                  <p:embed/>
                  <p:pic>
                    <p:nvPicPr>
                      <p:cNvPr id="0" name="Object 4"/>
                      <p:cNvPicPr>
                        <a:picLocks noChangeAspect="1"/>
                      </p:cNvPicPr>
                      <p:nvPr/>
                    </p:nvPicPr>
                    <p:blipFill>
                      <a:blip r:embed="rId2"/>
                      <a:stretch>
                        <a:fillRect/>
                      </a:stretch>
                    </p:blipFill>
                    <p:spPr>
                      <a:xfrm>
                        <a:off x="2876550" y="1517650"/>
                        <a:ext cx="2138363" cy="561975"/>
                      </a:xfrm>
                      <a:prstGeom prst="rect">
                        <a:avLst/>
                      </a:prstGeom>
                      <a:noFill/>
                      <a:ln w="19050">
                        <a:noFill/>
                      </a:ln>
                    </p:spPr>
                  </p:pic>
                </p:oleObj>
              </mc:Fallback>
            </mc:AlternateContent>
          </a:graphicData>
        </a:graphic>
      </p:graphicFrame>
      <p:sp>
        <p:nvSpPr>
          <p:cNvPr id="203781" name="Text Box 5"/>
          <p:cNvSpPr txBox="1">
            <a:spLocks noChangeArrowheads="1"/>
          </p:cNvSpPr>
          <p:nvPr/>
        </p:nvSpPr>
        <p:spPr bwMode="auto">
          <a:xfrm>
            <a:off x="206375" y="2100263"/>
            <a:ext cx="8893175" cy="1016000"/>
          </a:xfrm>
          <a:prstGeom prst="rect">
            <a:avLst/>
          </a:prstGeom>
          <a:noFill/>
          <a:ln w="9525">
            <a:noFill/>
            <a:miter lim="800000"/>
          </a:ln>
        </p:spPr>
        <p:txBody>
          <a:bodyPr>
            <a:spAutoFit/>
          </a:bodyPr>
          <a:lstStyle/>
          <a:p>
            <a:pPr algn="l">
              <a:lnSpc>
                <a:spcPct val="125000"/>
              </a:lnSpc>
              <a:buFont typeface="Symbol" panose="05050102010706020507" pitchFamily="18" charset="2"/>
              <a:buNone/>
            </a:pPr>
            <a:r>
              <a:rPr lang="zh-CN" altLang="en-US" b="1" i="0">
                <a:solidFill>
                  <a:schemeClr val="bg1"/>
                </a:solidFill>
                <a:latin typeface="Times New Roman" panose="02020603050405020304" pitchFamily="18" charset="0"/>
              </a:rPr>
              <a:t>（</a:t>
            </a:r>
            <a:r>
              <a:rPr lang="en-US" altLang="zh-CN" b="1" i="0">
                <a:solidFill>
                  <a:schemeClr val="bg1"/>
                </a:solidFill>
                <a:latin typeface="Times New Roman" panose="02020603050405020304" pitchFamily="18" charset="0"/>
              </a:rPr>
              <a:t>2</a:t>
            </a:r>
            <a:r>
              <a:rPr lang="zh-CN" altLang="en-US" b="1" i="0">
                <a:solidFill>
                  <a:schemeClr val="bg1"/>
                </a:solidFill>
                <a:latin typeface="Times New Roman" panose="02020603050405020304" pitchFamily="18" charset="0"/>
              </a:rPr>
              <a:t>）</a:t>
            </a:r>
            <a:r>
              <a:rPr lang="zh-CN" altLang="en-US" b="1" i="0">
                <a:solidFill>
                  <a:srgbClr val="FF6600"/>
                </a:solidFill>
                <a:latin typeface="Times New Roman" panose="02020603050405020304" pitchFamily="18" charset="0"/>
              </a:rPr>
              <a:t>势能增量：</a:t>
            </a:r>
            <a:r>
              <a:rPr lang="zh-CN" altLang="en-US" b="1" i="0">
                <a:solidFill>
                  <a:schemeClr val="bg1"/>
                </a:solidFill>
                <a:latin typeface="Times New Roman" panose="02020603050405020304" pitchFamily="18" charset="0"/>
              </a:rPr>
              <a:t>在保守力场中，质点从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1</a:t>
            </a:r>
            <a:r>
              <a:rPr lang="en-US" altLang="zh-CN" b="1" i="0">
                <a:solidFill>
                  <a:srgbClr val="FF6600"/>
                </a:solidFill>
                <a:latin typeface="Times New Roman" panose="02020603050405020304" pitchFamily="18" charset="0"/>
              </a:rPr>
              <a:t> →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位置，势能增量为</a:t>
            </a:r>
            <a:endParaRPr lang="zh-CN" altLang="en-US" b="1" i="0">
              <a:solidFill>
                <a:schemeClr val="bg1"/>
              </a:solidFill>
              <a:latin typeface="Times New Roman" panose="02020603050405020304" pitchFamily="18" charset="0"/>
            </a:endParaRPr>
          </a:p>
        </p:txBody>
      </p:sp>
      <p:graphicFrame>
        <p:nvGraphicFramePr>
          <p:cNvPr id="203782" name="Object 6"/>
          <p:cNvGraphicFramePr>
            <a:graphicFrameLocks noChangeAspect="1"/>
          </p:cNvGraphicFramePr>
          <p:nvPr/>
        </p:nvGraphicFramePr>
        <p:xfrm>
          <a:off x="882650" y="3043238"/>
          <a:ext cx="2833688" cy="409575"/>
        </p:xfrm>
        <a:graphic>
          <a:graphicData uri="http://schemas.openxmlformats.org/presentationml/2006/ole">
            <mc:AlternateContent xmlns:mc="http://schemas.openxmlformats.org/markup-compatibility/2006">
              <mc:Choice xmlns:v="urn:schemas-microsoft-com:vml" Requires="v">
                <p:oleObj spid="_x0000_s37891" name="公式" r:id="rId3" imgW="39928800" imgH="5791200" progId="Equation.3">
                  <p:embed/>
                </p:oleObj>
              </mc:Choice>
              <mc:Fallback>
                <p:oleObj name="公式" r:id="rId3" imgW="39928800" imgH="5791200" progId="Equation.3">
                  <p:embed/>
                  <p:pic>
                    <p:nvPicPr>
                      <p:cNvPr id="0" name="Object 6"/>
                      <p:cNvPicPr>
                        <a:picLocks noChangeAspect="1"/>
                      </p:cNvPicPr>
                      <p:nvPr/>
                    </p:nvPicPr>
                    <p:blipFill>
                      <a:blip r:embed="rId4"/>
                      <a:stretch>
                        <a:fillRect/>
                      </a:stretch>
                    </p:blipFill>
                    <p:spPr>
                      <a:xfrm>
                        <a:off x="882650" y="3043238"/>
                        <a:ext cx="2833688" cy="409575"/>
                      </a:xfrm>
                      <a:prstGeom prst="rect">
                        <a:avLst/>
                      </a:prstGeom>
                      <a:noFill/>
                      <a:ln w="9525">
                        <a:noFill/>
                      </a:ln>
                    </p:spPr>
                  </p:pic>
                </p:oleObj>
              </mc:Fallback>
            </mc:AlternateContent>
          </a:graphicData>
        </a:graphic>
      </p:graphicFrame>
      <p:graphicFrame>
        <p:nvGraphicFramePr>
          <p:cNvPr id="203783" name="Object 7"/>
          <p:cNvGraphicFramePr>
            <a:graphicFrameLocks noChangeAspect="1"/>
          </p:cNvGraphicFramePr>
          <p:nvPr/>
        </p:nvGraphicFramePr>
        <p:xfrm>
          <a:off x="3709988" y="2960688"/>
          <a:ext cx="2530475" cy="604837"/>
        </p:xfrm>
        <a:graphic>
          <a:graphicData uri="http://schemas.openxmlformats.org/presentationml/2006/ole">
            <mc:AlternateContent xmlns:mc="http://schemas.openxmlformats.org/markup-compatibility/2006">
              <mc:Choice xmlns:v="urn:schemas-microsoft-com:vml" Requires="v">
                <p:oleObj spid="_x0000_s37892" name="公式" r:id="rId5" imgW="35661600" imgH="8534400" progId="Equation.3">
                  <p:embed/>
                </p:oleObj>
              </mc:Choice>
              <mc:Fallback>
                <p:oleObj name="公式" r:id="rId5" imgW="35661600" imgH="8534400" progId="Equation.3">
                  <p:embed/>
                  <p:pic>
                    <p:nvPicPr>
                      <p:cNvPr id="0" name="Object 7"/>
                      <p:cNvPicPr>
                        <a:picLocks noChangeAspect="1"/>
                      </p:cNvPicPr>
                      <p:nvPr/>
                    </p:nvPicPr>
                    <p:blipFill>
                      <a:blip r:embed="rId6"/>
                      <a:stretch>
                        <a:fillRect/>
                      </a:stretch>
                    </p:blipFill>
                    <p:spPr>
                      <a:xfrm>
                        <a:off x="3709988" y="2960688"/>
                        <a:ext cx="2530475" cy="604837"/>
                      </a:xfrm>
                      <a:prstGeom prst="rect">
                        <a:avLst/>
                      </a:prstGeom>
                      <a:noFill/>
                      <a:ln w="19050">
                        <a:noFill/>
                      </a:ln>
                    </p:spPr>
                  </p:pic>
                </p:oleObj>
              </mc:Fallback>
            </mc:AlternateContent>
          </a:graphicData>
        </a:graphic>
      </p:graphicFrame>
      <p:graphicFrame>
        <p:nvGraphicFramePr>
          <p:cNvPr id="203784" name="Object 8"/>
          <p:cNvGraphicFramePr>
            <a:graphicFrameLocks noChangeAspect="1"/>
          </p:cNvGraphicFramePr>
          <p:nvPr/>
        </p:nvGraphicFramePr>
        <p:xfrm>
          <a:off x="6416675" y="2960688"/>
          <a:ext cx="1298575" cy="604837"/>
        </p:xfrm>
        <a:graphic>
          <a:graphicData uri="http://schemas.openxmlformats.org/presentationml/2006/ole">
            <mc:AlternateContent xmlns:mc="http://schemas.openxmlformats.org/markup-compatibility/2006">
              <mc:Choice xmlns:v="urn:schemas-microsoft-com:vml" Requires="v">
                <p:oleObj spid="_x0000_s37893" name="公式" r:id="rId7" imgW="18288000" imgH="8534400" progId="Equation.3">
                  <p:embed/>
                </p:oleObj>
              </mc:Choice>
              <mc:Fallback>
                <p:oleObj name="公式" r:id="rId7" imgW="18288000" imgH="8534400" progId="Equation.3">
                  <p:embed/>
                  <p:pic>
                    <p:nvPicPr>
                      <p:cNvPr id="0" name="Object 8"/>
                      <p:cNvPicPr>
                        <a:picLocks noChangeAspect="1"/>
                      </p:cNvPicPr>
                      <p:nvPr/>
                    </p:nvPicPr>
                    <p:blipFill>
                      <a:blip r:embed="rId8"/>
                      <a:stretch>
                        <a:fillRect/>
                      </a:stretch>
                    </p:blipFill>
                    <p:spPr>
                      <a:xfrm>
                        <a:off x="6416675" y="2960688"/>
                        <a:ext cx="1298575" cy="604837"/>
                      </a:xfrm>
                      <a:prstGeom prst="rect">
                        <a:avLst/>
                      </a:prstGeom>
                      <a:noFill/>
                      <a:ln w="19050">
                        <a:noFill/>
                      </a:ln>
                    </p:spPr>
                  </p:pic>
                </p:oleObj>
              </mc:Fallback>
            </mc:AlternateContent>
          </a:graphicData>
        </a:graphic>
      </p:graphicFrame>
      <p:sp>
        <p:nvSpPr>
          <p:cNvPr id="203785" name="Text Box 9"/>
          <p:cNvSpPr txBox="1">
            <a:spLocks noChangeArrowheads="1"/>
          </p:cNvSpPr>
          <p:nvPr/>
        </p:nvSpPr>
        <p:spPr bwMode="auto">
          <a:xfrm>
            <a:off x="971550" y="3517900"/>
            <a:ext cx="5327650" cy="506413"/>
          </a:xfrm>
          <a:prstGeom prst="rect">
            <a:avLst/>
          </a:prstGeom>
          <a:noFill/>
          <a:ln w="9525">
            <a:noFill/>
            <a:miter lim="800000"/>
          </a:ln>
        </p:spPr>
        <p:txBody>
          <a:bodyPr>
            <a:spAutoFit/>
          </a:bodyPr>
          <a:lstStyle/>
          <a:p>
            <a:pPr algn="l">
              <a:lnSpc>
                <a:spcPct val="125000"/>
              </a:lnSpc>
              <a:buFont typeface="Symbol" panose="05050102010706020507" pitchFamily="18" charset="2"/>
              <a:buNone/>
            </a:pPr>
            <a:r>
              <a:rPr lang="zh-CN" altLang="en-US" b="1" i="0">
                <a:solidFill>
                  <a:schemeClr val="bg1"/>
                </a:solidFill>
                <a:latin typeface="Times New Roman" panose="02020603050405020304" pitchFamily="18" charset="0"/>
              </a:rPr>
              <a:t>质点在该过程中，保守力的功</a:t>
            </a:r>
            <a:r>
              <a:rPr lang="zh-CN" altLang="en-US" b="1" i="0">
                <a:solidFill>
                  <a:srgbClr val="66FFFF"/>
                </a:solidFill>
                <a:latin typeface="Times New Roman" panose="02020603050405020304" pitchFamily="18" charset="0"/>
              </a:rPr>
              <a:t> </a:t>
            </a:r>
            <a:r>
              <a:rPr lang="en-US" altLang="zh-CN" b="1">
                <a:solidFill>
                  <a:srgbClr val="FF6600"/>
                </a:solidFill>
                <a:latin typeface="Times New Roman" panose="02020603050405020304" pitchFamily="18" charset="0"/>
              </a:rPr>
              <a:t>A </a:t>
            </a:r>
            <a:r>
              <a:rPr lang="zh-CN" altLang="en-US" b="1" i="0">
                <a:solidFill>
                  <a:schemeClr val="bg1"/>
                </a:solidFill>
                <a:latin typeface="Times New Roman" panose="02020603050405020304" pitchFamily="18" charset="0"/>
              </a:rPr>
              <a:t>等为</a:t>
            </a:r>
            <a:endParaRPr lang="zh-CN" altLang="en-US" b="1" i="0">
              <a:solidFill>
                <a:schemeClr val="bg1"/>
              </a:solidFill>
              <a:latin typeface="Times New Roman" panose="02020603050405020304" pitchFamily="18" charset="0"/>
            </a:endParaRPr>
          </a:p>
        </p:txBody>
      </p:sp>
      <p:graphicFrame>
        <p:nvGraphicFramePr>
          <p:cNvPr id="203786" name="Object 10"/>
          <p:cNvGraphicFramePr>
            <a:graphicFrameLocks noChangeAspect="1"/>
          </p:cNvGraphicFramePr>
          <p:nvPr/>
        </p:nvGraphicFramePr>
        <p:xfrm>
          <a:off x="1781175" y="4006850"/>
          <a:ext cx="1536700" cy="604838"/>
        </p:xfrm>
        <a:graphic>
          <a:graphicData uri="http://schemas.openxmlformats.org/presentationml/2006/ole">
            <mc:AlternateContent xmlns:mc="http://schemas.openxmlformats.org/markup-compatibility/2006">
              <mc:Choice xmlns:v="urn:schemas-microsoft-com:vml" Requires="v">
                <p:oleObj spid="_x0000_s37894" name="公式" r:id="rId9" imgW="21640800" imgH="8534400" progId="Equation.3">
                  <p:embed/>
                </p:oleObj>
              </mc:Choice>
              <mc:Fallback>
                <p:oleObj name="公式" r:id="rId9" imgW="21640800" imgH="8534400" progId="Equation.3">
                  <p:embed/>
                  <p:pic>
                    <p:nvPicPr>
                      <p:cNvPr id="0" name="Object 10"/>
                      <p:cNvPicPr>
                        <a:picLocks noChangeAspect="1"/>
                      </p:cNvPicPr>
                      <p:nvPr/>
                    </p:nvPicPr>
                    <p:blipFill>
                      <a:blip r:embed="rId10"/>
                      <a:stretch>
                        <a:fillRect/>
                      </a:stretch>
                    </p:blipFill>
                    <p:spPr>
                      <a:xfrm>
                        <a:off x="1781175" y="4006850"/>
                        <a:ext cx="1536700" cy="604838"/>
                      </a:xfrm>
                      <a:prstGeom prst="rect">
                        <a:avLst/>
                      </a:prstGeom>
                      <a:noFill/>
                      <a:ln w="19050">
                        <a:noFill/>
                      </a:ln>
                    </p:spPr>
                  </p:pic>
                </p:oleObj>
              </mc:Fallback>
            </mc:AlternateContent>
          </a:graphicData>
        </a:graphic>
      </p:graphicFrame>
      <p:graphicFrame>
        <p:nvGraphicFramePr>
          <p:cNvPr id="203787" name="Object 11"/>
          <p:cNvGraphicFramePr>
            <a:graphicFrameLocks noChangeAspect="1"/>
          </p:cNvGraphicFramePr>
          <p:nvPr/>
        </p:nvGraphicFramePr>
        <p:xfrm>
          <a:off x="3381375" y="4006850"/>
          <a:ext cx="2312988" cy="604838"/>
        </p:xfrm>
        <a:graphic>
          <a:graphicData uri="http://schemas.openxmlformats.org/presentationml/2006/ole">
            <mc:AlternateContent xmlns:mc="http://schemas.openxmlformats.org/markup-compatibility/2006">
              <mc:Choice xmlns:v="urn:schemas-microsoft-com:vml" Requires="v">
                <p:oleObj spid="_x0000_s37895" name="公式" r:id="rId11" imgW="32613600" imgH="8534400" progId="Equation.3">
                  <p:embed/>
                </p:oleObj>
              </mc:Choice>
              <mc:Fallback>
                <p:oleObj name="公式" r:id="rId11" imgW="32613600" imgH="8534400" progId="Equation.3">
                  <p:embed/>
                  <p:pic>
                    <p:nvPicPr>
                      <p:cNvPr id="0" name="Object 11"/>
                      <p:cNvPicPr>
                        <a:picLocks noChangeAspect="1"/>
                      </p:cNvPicPr>
                      <p:nvPr/>
                    </p:nvPicPr>
                    <p:blipFill>
                      <a:blip r:embed="rId12"/>
                      <a:stretch>
                        <a:fillRect/>
                      </a:stretch>
                    </p:blipFill>
                    <p:spPr>
                      <a:xfrm>
                        <a:off x="3381375" y="4006850"/>
                        <a:ext cx="2312988" cy="604838"/>
                      </a:xfrm>
                      <a:prstGeom prst="rect">
                        <a:avLst/>
                      </a:prstGeom>
                      <a:noFill/>
                      <a:ln w="19050">
                        <a:noFill/>
                      </a:ln>
                    </p:spPr>
                  </p:pic>
                </p:oleObj>
              </mc:Fallback>
            </mc:AlternateContent>
          </a:graphicData>
        </a:graphic>
      </p:graphicFrame>
      <p:sp>
        <p:nvSpPr>
          <p:cNvPr id="203788" name="Text Box 12"/>
          <p:cNvSpPr txBox="1">
            <a:spLocks noChangeArrowheads="1"/>
          </p:cNvSpPr>
          <p:nvPr/>
        </p:nvSpPr>
        <p:spPr bwMode="auto">
          <a:xfrm>
            <a:off x="385763" y="4549775"/>
            <a:ext cx="8382000" cy="968375"/>
          </a:xfrm>
          <a:prstGeom prst="rect">
            <a:avLst/>
          </a:prstGeom>
          <a:solidFill>
            <a:srgbClr val="CCFFCC"/>
          </a:solidFill>
          <a:ln w="9525">
            <a:solidFill>
              <a:srgbClr val="00FF00"/>
            </a:solidFill>
            <a:miter lim="800000"/>
          </a:ln>
        </p:spPr>
        <p:txBody>
          <a:bodyPr>
            <a:spAutoFit/>
          </a:bodyPr>
          <a:lstStyle/>
          <a:p>
            <a:pPr algn="just">
              <a:lnSpc>
                <a:spcPct val="125000"/>
              </a:lnSpc>
              <a:buFont typeface="Symbol" panose="05050102010706020507" pitchFamily="18" charset="2"/>
              <a:buNone/>
            </a:pPr>
            <a:r>
              <a:rPr lang="zh-CN" altLang="en-US" b="1" i="0">
                <a:solidFill>
                  <a:schemeClr val="bg1"/>
                </a:solidFill>
                <a:latin typeface="Times New Roman" panose="02020603050405020304" pitchFamily="18" charset="0"/>
              </a:rPr>
              <a:t>即在该过程中，保守力的功</a:t>
            </a:r>
            <a:r>
              <a:rPr lang="zh-CN" altLang="en-US" b="1" i="0">
                <a:solidFill>
                  <a:srgbClr val="66FFFF"/>
                </a:solidFill>
                <a:latin typeface="Times New Roman" panose="02020603050405020304" pitchFamily="18" charset="0"/>
              </a:rPr>
              <a:t> </a:t>
            </a:r>
            <a:r>
              <a:rPr lang="en-US" altLang="zh-CN" b="1">
                <a:solidFill>
                  <a:srgbClr val="FF6600"/>
                </a:solidFill>
                <a:latin typeface="Times New Roman" panose="02020603050405020304" pitchFamily="18" charset="0"/>
              </a:rPr>
              <a:t>A</a:t>
            </a:r>
            <a:r>
              <a:rPr lang="en-US" altLang="zh-CN" b="1">
                <a:solidFill>
                  <a:srgbClr val="66FFFF"/>
                </a:solidFill>
                <a:latin typeface="Times New Roman" panose="02020603050405020304" pitchFamily="18" charset="0"/>
              </a:rPr>
              <a:t> </a:t>
            </a:r>
            <a:r>
              <a:rPr lang="zh-CN" altLang="en-US" b="1" i="0">
                <a:solidFill>
                  <a:schemeClr val="bg1"/>
                </a:solidFill>
                <a:latin typeface="Times New Roman" panose="02020603050405020304" pitchFamily="18" charset="0"/>
              </a:rPr>
              <a:t>等于质点在始末两位置势能增量的</a:t>
            </a:r>
            <a:r>
              <a:rPr lang="zh-CN" altLang="en-US" b="1" i="0">
                <a:solidFill>
                  <a:srgbClr val="FF6600"/>
                </a:solidFill>
                <a:latin typeface="Times New Roman" panose="02020603050405020304" pitchFamily="18" charset="0"/>
              </a:rPr>
              <a:t>负值</a:t>
            </a:r>
            <a:r>
              <a:rPr lang="zh-CN" altLang="en-US" b="1" i="0">
                <a:solidFill>
                  <a:schemeClr val="bg1"/>
                </a:solidFill>
                <a:latin typeface="Times New Roman" panose="02020603050405020304" pitchFamily="18" charset="0"/>
              </a:rPr>
              <a:t> </a:t>
            </a:r>
            <a:endParaRPr lang="zh-CN" altLang="en-US" b="1" i="0">
              <a:solidFill>
                <a:schemeClr val="bg1"/>
              </a:solidFill>
              <a:latin typeface="Times New Roman" panose="02020603050405020304" pitchFamily="18" charset="0"/>
            </a:endParaRPr>
          </a:p>
        </p:txBody>
      </p:sp>
      <p:sp>
        <p:nvSpPr>
          <p:cNvPr id="203789" name="Rectangle 13"/>
          <p:cNvSpPr>
            <a:spLocks noChangeArrowheads="1"/>
          </p:cNvSpPr>
          <p:nvPr/>
        </p:nvSpPr>
        <p:spPr bwMode="auto">
          <a:xfrm>
            <a:off x="393700" y="5505450"/>
            <a:ext cx="2292350" cy="457200"/>
          </a:xfrm>
          <a:prstGeom prst="rect">
            <a:avLst/>
          </a:prstGeom>
          <a:noFill/>
          <a:ln w="9525">
            <a:noFill/>
            <a:miter lim="800000"/>
          </a:ln>
        </p:spPr>
        <p:txBody>
          <a:bodyPr>
            <a:spAutoFit/>
          </a:bodyPr>
          <a:lstStyle/>
          <a:p>
            <a:pPr algn="l"/>
            <a:r>
              <a:rPr lang="zh-CN" altLang="en-US" b="1" i="0">
                <a:solidFill>
                  <a:srgbClr val="CC0000"/>
                </a:solidFill>
                <a:latin typeface="Times New Roman" panose="02020603050405020304" pitchFamily="18" charset="0"/>
              </a:rPr>
              <a:t>微分形式</a:t>
            </a:r>
            <a:endParaRPr lang="zh-CN" altLang="en-US" b="1" i="0">
              <a:solidFill>
                <a:srgbClr val="CC0000"/>
              </a:solidFill>
              <a:latin typeface="Times New Roman" panose="02020603050405020304" pitchFamily="18" charset="0"/>
            </a:endParaRPr>
          </a:p>
        </p:txBody>
      </p:sp>
      <p:graphicFrame>
        <p:nvGraphicFramePr>
          <p:cNvPr id="203790" name="Object 14"/>
          <p:cNvGraphicFramePr>
            <a:graphicFrameLocks noChangeAspect="1"/>
          </p:cNvGraphicFramePr>
          <p:nvPr/>
        </p:nvGraphicFramePr>
        <p:xfrm>
          <a:off x="2082800" y="5570538"/>
          <a:ext cx="1252538" cy="366712"/>
        </p:xfrm>
        <a:graphic>
          <a:graphicData uri="http://schemas.openxmlformats.org/presentationml/2006/ole">
            <mc:AlternateContent xmlns:mc="http://schemas.openxmlformats.org/markup-compatibility/2006">
              <mc:Choice xmlns:v="urn:schemas-microsoft-com:vml" Requires="v">
                <p:oleObj spid="_x0000_s37896" name="公式" r:id="rId13" imgW="17678400" imgH="5181600" progId="Equation.3">
                  <p:embed/>
                </p:oleObj>
              </mc:Choice>
              <mc:Fallback>
                <p:oleObj name="公式" r:id="rId13" imgW="17678400" imgH="5181600" progId="Equation.3">
                  <p:embed/>
                  <p:pic>
                    <p:nvPicPr>
                      <p:cNvPr id="0" name="Object 14"/>
                      <p:cNvPicPr>
                        <a:picLocks noChangeAspect="1"/>
                      </p:cNvPicPr>
                      <p:nvPr/>
                    </p:nvPicPr>
                    <p:blipFill>
                      <a:blip r:embed="rId14"/>
                      <a:stretch>
                        <a:fillRect/>
                      </a:stretch>
                    </p:blipFill>
                    <p:spPr>
                      <a:xfrm>
                        <a:off x="2082800" y="5570538"/>
                        <a:ext cx="1252538" cy="366712"/>
                      </a:xfrm>
                      <a:prstGeom prst="rect">
                        <a:avLst/>
                      </a:prstGeom>
                      <a:solidFill>
                        <a:srgbClr val="CCFFFF"/>
                      </a:solidFill>
                      <a:ln w="19050" cap="flat" cmpd="sng">
                        <a:solidFill>
                          <a:srgbClr val="00FFFF"/>
                        </a:solidFill>
                        <a:prstDash val="solid"/>
                        <a:miter/>
                        <a:headEnd type="none" w="med" len="med"/>
                        <a:tailEnd type="none" w="med" len="med"/>
                      </a:ln>
                    </p:spPr>
                  </p:pic>
                </p:oleObj>
              </mc:Fallback>
            </mc:AlternateContent>
          </a:graphicData>
        </a:graphic>
      </p:graphicFrame>
      <p:sp>
        <p:nvSpPr>
          <p:cNvPr id="203791" name="Text Box 15"/>
          <p:cNvSpPr txBox="1">
            <a:spLocks noChangeArrowheads="1"/>
          </p:cNvSpPr>
          <p:nvPr/>
        </p:nvSpPr>
        <p:spPr bwMode="auto">
          <a:xfrm>
            <a:off x="206375" y="5908675"/>
            <a:ext cx="8074025" cy="506413"/>
          </a:xfrm>
          <a:prstGeom prst="rect">
            <a:avLst/>
          </a:prstGeom>
          <a:noFill/>
          <a:ln w="9525">
            <a:noFill/>
            <a:miter lim="800000"/>
          </a:ln>
        </p:spPr>
        <p:txBody>
          <a:bodyPr>
            <a:spAutoFit/>
          </a:bodyPr>
          <a:lstStyle/>
          <a:p>
            <a:pPr marL="384175" indent="-384175" algn="l">
              <a:lnSpc>
                <a:spcPct val="125000"/>
              </a:lnSpc>
            </a:pPr>
            <a:r>
              <a:rPr lang="zh-CN" altLang="en-US" b="1" i="0">
                <a:solidFill>
                  <a:schemeClr val="bg1"/>
                </a:solidFill>
                <a:latin typeface="Times New Roman" panose="02020603050405020304" pitchFamily="18" charset="0"/>
              </a:rPr>
              <a:t>（</a:t>
            </a:r>
            <a:r>
              <a:rPr lang="en-US" altLang="zh-CN" b="1" i="0">
                <a:solidFill>
                  <a:schemeClr val="bg1"/>
                </a:solidFill>
                <a:latin typeface="Times New Roman" panose="02020603050405020304" pitchFamily="18" charset="0"/>
              </a:rPr>
              <a:t>3</a:t>
            </a:r>
            <a:r>
              <a:rPr lang="zh-CN" altLang="en-US" b="1" i="0">
                <a:solidFill>
                  <a:schemeClr val="bg1"/>
                </a:solidFill>
                <a:latin typeface="Times New Roman" panose="02020603050405020304" pitchFamily="18" charset="0"/>
              </a:rPr>
              <a:t>）保守力场中任意两点间的势能差与势能零点选取</a:t>
            </a:r>
            <a:r>
              <a:rPr lang="zh-CN" altLang="en-US" b="1" i="0">
                <a:solidFill>
                  <a:srgbClr val="FF6600"/>
                </a:solidFill>
                <a:latin typeface="Times New Roman" panose="02020603050405020304" pitchFamily="18" charset="0"/>
              </a:rPr>
              <a:t>无关</a:t>
            </a:r>
            <a:r>
              <a:rPr lang="zh-CN" altLang="en-US" b="1" i="0">
                <a:solidFill>
                  <a:schemeClr val="bg1"/>
                </a:solidFill>
                <a:latin typeface="Times New Roman" panose="02020603050405020304" pitchFamily="18" charset="0"/>
              </a:rPr>
              <a:t>。</a:t>
            </a:r>
            <a:endParaRPr lang="zh-CN" altLang="en-US" b="1" i="0">
              <a:solidFill>
                <a:schemeClr val="bg1"/>
              </a:solidFill>
              <a:latin typeface="Times New Roman" panose="02020603050405020304" pitchFamily="18" charset="0"/>
            </a:endParaRPr>
          </a:p>
        </p:txBody>
      </p:sp>
      <p:sp>
        <p:nvSpPr>
          <p:cNvPr id="203792" name="AutoShape 16"/>
          <p:cNvSpPr>
            <a:spLocks noChangeArrowheads="1"/>
          </p:cNvSpPr>
          <p:nvPr/>
        </p:nvSpPr>
        <p:spPr bwMode="auto">
          <a:xfrm>
            <a:off x="250825" y="46672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3792"/>
                                        </p:tgtEl>
                                        <p:attrNameLst>
                                          <p:attrName>style.visibility</p:attrName>
                                        </p:attrNameLst>
                                      </p:cBhvr>
                                      <p:to>
                                        <p:strVal val="visible"/>
                                      </p:to>
                                    </p:set>
                                    <p:animEffect transition="in" filter="dissolve">
                                      <p:cBhvr>
                                        <p:cTn id="7" dur="1000"/>
                                        <p:tgtEl>
                                          <p:spTgt spid="20379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03778"/>
                                        </p:tgtEl>
                                        <p:attrNameLst>
                                          <p:attrName>style.visibility</p:attrName>
                                        </p:attrNameLst>
                                      </p:cBhvr>
                                      <p:to>
                                        <p:strVal val="visible"/>
                                      </p:to>
                                    </p:set>
                                    <p:animEffect transition="in" filter="wipe(left)">
                                      <p:cBhvr>
                                        <p:cTn id="11" dur="500"/>
                                        <p:tgtEl>
                                          <p:spTgt spid="20377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03779"/>
                                        </p:tgtEl>
                                        <p:attrNameLst>
                                          <p:attrName>style.visibility</p:attrName>
                                        </p:attrNameLst>
                                      </p:cBhvr>
                                      <p:to>
                                        <p:strVal val="visible"/>
                                      </p:to>
                                    </p:set>
                                    <p:animEffect transition="in" filter="wipe(left)">
                                      <p:cBhvr>
                                        <p:cTn id="16" dur="500"/>
                                        <p:tgtEl>
                                          <p:spTgt spid="20377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3780"/>
                                        </p:tgtEl>
                                        <p:attrNameLst>
                                          <p:attrName>style.visibility</p:attrName>
                                        </p:attrNameLst>
                                      </p:cBhvr>
                                      <p:to>
                                        <p:strVal val="visible"/>
                                      </p:to>
                                    </p:set>
                                    <p:animEffect transition="in" filter="wipe(left)">
                                      <p:cBhvr>
                                        <p:cTn id="21" dur="500"/>
                                        <p:tgtEl>
                                          <p:spTgt spid="20378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3781"/>
                                        </p:tgtEl>
                                        <p:attrNameLst>
                                          <p:attrName>style.visibility</p:attrName>
                                        </p:attrNameLst>
                                      </p:cBhvr>
                                      <p:to>
                                        <p:strVal val="visible"/>
                                      </p:to>
                                    </p:set>
                                    <p:animEffect transition="in" filter="wipe(left)">
                                      <p:cBhvr>
                                        <p:cTn id="26" dur="500"/>
                                        <p:tgtEl>
                                          <p:spTgt spid="20378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03782"/>
                                        </p:tgtEl>
                                        <p:attrNameLst>
                                          <p:attrName>style.visibility</p:attrName>
                                        </p:attrNameLst>
                                      </p:cBhvr>
                                      <p:to>
                                        <p:strVal val="visible"/>
                                      </p:to>
                                    </p:set>
                                    <p:animEffect transition="in" filter="wipe(left)">
                                      <p:cBhvr>
                                        <p:cTn id="31" dur="500"/>
                                        <p:tgtEl>
                                          <p:spTgt spid="20378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03783"/>
                                        </p:tgtEl>
                                        <p:attrNameLst>
                                          <p:attrName>style.visibility</p:attrName>
                                        </p:attrNameLst>
                                      </p:cBhvr>
                                      <p:to>
                                        <p:strVal val="visible"/>
                                      </p:to>
                                    </p:set>
                                    <p:animEffect transition="in" filter="wipe(left)">
                                      <p:cBhvr>
                                        <p:cTn id="36" dur="500"/>
                                        <p:tgtEl>
                                          <p:spTgt spid="20378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03784"/>
                                        </p:tgtEl>
                                        <p:attrNameLst>
                                          <p:attrName>style.visibility</p:attrName>
                                        </p:attrNameLst>
                                      </p:cBhvr>
                                      <p:to>
                                        <p:strVal val="visible"/>
                                      </p:to>
                                    </p:set>
                                    <p:animEffect transition="in" filter="wipe(left)">
                                      <p:cBhvr>
                                        <p:cTn id="41" dur="500"/>
                                        <p:tgtEl>
                                          <p:spTgt spid="20378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03785"/>
                                        </p:tgtEl>
                                        <p:attrNameLst>
                                          <p:attrName>style.visibility</p:attrName>
                                        </p:attrNameLst>
                                      </p:cBhvr>
                                      <p:to>
                                        <p:strVal val="visible"/>
                                      </p:to>
                                    </p:set>
                                    <p:animEffect transition="in" filter="wipe(left)">
                                      <p:cBhvr>
                                        <p:cTn id="46" dur="500"/>
                                        <p:tgtEl>
                                          <p:spTgt spid="20378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203786"/>
                                        </p:tgtEl>
                                        <p:attrNameLst>
                                          <p:attrName>style.visibility</p:attrName>
                                        </p:attrNameLst>
                                      </p:cBhvr>
                                      <p:to>
                                        <p:strVal val="visible"/>
                                      </p:to>
                                    </p:set>
                                    <p:animEffect transition="in" filter="wipe(left)">
                                      <p:cBhvr>
                                        <p:cTn id="51" dur="500"/>
                                        <p:tgtEl>
                                          <p:spTgt spid="20378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03787"/>
                                        </p:tgtEl>
                                        <p:attrNameLst>
                                          <p:attrName>style.visibility</p:attrName>
                                        </p:attrNameLst>
                                      </p:cBhvr>
                                      <p:to>
                                        <p:strVal val="visible"/>
                                      </p:to>
                                    </p:set>
                                    <p:animEffect transition="in" filter="wipe(left)">
                                      <p:cBhvr>
                                        <p:cTn id="56" dur="500"/>
                                        <p:tgtEl>
                                          <p:spTgt spid="20378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03788"/>
                                        </p:tgtEl>
                                        <p:attrNameLst>
                                          <p:attrName>style.visibility</p:attrName>
                                        </p:attrNameLst>
                                      </p:cBhvr>
                                      <p:to>
                                        <p:strVal val="visible"/>
                                      </p:to>
                                    </p:set>
                                    <p:animEffect transition="in" filter="wipe(left)">
                                      <p:cBhvr>
                                        <p:cTn id="61" dur="500"/>
                                        <p:tgtEl>
                                          <p:spTgt spid="20378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03789"/>
                                        </p:tgtEl>
                                        <p:attrNameLst>
                                          <p:attrName>style.visibility</p:attrName>
                                        </p:attrNameLst>
                                      </p:cBhvr>
                                      <p:to>
                                        <p:strVal val="visible"/>
                                      </p:to>
                                    </p:set>
                                    <p:animEffect transition="in" filter="wipe(left)">
                                      <p:cBhvr>
                                        <p:cTn id="66" dur="500"/>
                                        <p:tgtEl>
                                          <p:spTgt spid="20378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203790"/>
                                        </p:tgtEl>
                                        <p:attrNameLst>
                                          <p:attrName>style.visibility</p:attrName>
                                        </p:attrNameLst>
                                      </p:cBhvr>
                                      <p:to>
                                        <p:strVal val="visible"/>
                                      </p:to>
                                    </p:set>
                                    <p:animEffect transition="in" filter="wipe(left)">
                                      <p:cBhvr>
                                        <p:cTn id="71" dur="500"/>
                                        <p:tgtEl>
                                          <p:spTgt spid="203790"/>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203791"/>
                                        </p:tgtEl>
                                        <p:attrNameLst>
                                          <p:attrName>style.visibility</p:attrName>
                                        </p:attrNameLst>
                                      </p:cBhvr>
                                      <p:to>
                                        <p:strVal val="visible"/>
                                      </p:to>
                                    </p:set>
                                    <p:animEffect transition="in" filter="wipe(left)">
                                      <p:cBhvr>
                                        <p:cTn id="76" dur="500"/>
                                        <p:tgtEl>
                                          <p:spTgt spid="2037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78" grpId="0" autoUpdateAnimBg="0"/>
      <p:bldP spid="203779" grpId="0" autoUpdateAnimBg="0"/>
      <p:bldP spid="203781" grpId="0" autoUpdateAnimBg="0"/>
      <p:bldP spid="203785" grpId="0" autoUpdateAnimBg="0"/>
      <p:bldP spid="203788" grpId="0" animBg="1" autoUpdateAnimBg="0"/>
      <p:bldP spid="203789" grpId="0" autoUpdateAnimBg="0"/>
      <p:bldP spid="203791" grpId="0" autoUpdateAnimBg="0"/>
      <p:bldP spid="20379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ChangeArrowheads="1"/>
          </p:cNvSpPr>
          <p:nvPr/>
        </p:nvSpPr>
        <p:spPr bwMode="auto">
          <a:xfrm>
            <a:off x="206375" y="736600"/>
            <a:ext cx="557213" cy="457200"/>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04803" name="Text Box 3"/>
          <p:cNvSpPr txBox="1">
            <a:spLocks noChangeArrowheads="1"/>
          </p:cNvSpPr>
          <p:nvPr/>
        </p:nvSpPr>
        <p:spPr bwMode="auto">
          <a:xfrm>
            <a:off x="206375" y="1879600"/>
            <a:ext cx="773113" cy="549275"/>
          </a:xfrm>
          <a:prstGeom prst="rect">
            <a:avLst/>
          </a:prstGeom>
          <a:noFill/>
          <a:ln w="9525">
            <a:noFill/>
            <a:miter lim="800000"/>
          </a:ln>
        </p:spPr>
        <p:txBody>
          <a:bodyPr>
            <a:spAutoFit/>
          </a:bodyPr>
          <a:lstStyle/>
          <a:p>
            <a:pPr marL="384175" indent="-384175" algn="l">
              <a:lnSpc>
                <a:spcPct val="125000"/>
              </a:lnSpc>
            </a:pPr>
            <a:r>
              <a:rPr lang="zh-CN" altLang="en-US" b="1" i="0">
                <a:solidFill>
                  <a:srgbClr val="FF0000"/>
                </a:solidFill>
                <a:latin typeface="Times New Roman" panose="02020603050405020304" pitchFamily="18" charset="0"/>
              </a:rPr>
              <a:t>求</a:t>
            </a:r>
            <a:endParaRPr lang="zh-CN" altLang="en-US" b="1" i="0">
              <a:solidFill>
                <a:schemeClr val="bg1"/>
              </a:solidFill>
              <a:latin typeface="Times New Roman" panose="02020603050405020304" pitchFamily="18" charset="0"/>
            </a:endParaRPr>
          </a:p>
        </p:txBody>
      </p:sp>
      <p:sp>
        <p:nvSpPr>
          <p:cNvPr id="204804" name="Text Box 4"/>
          <p:cNvSpPr txBox="1">
            <a:spLocks noChangeArrowheads="1"/>
          </p:cNvSpPr>
          <p:nvPr/>
        </p:nvSpPr>
        <p:spPr bwMode="auto">
          <a:xfrm>
            <a:off x="700088" y="1889125"/>
            <a:ext cx="7786687" cy="549275"/>
          </a:xfrm>
          <a:prstGeom prst="rect">
            <a:avLst/>
          </a:prstGeom>
          <a:noFill/>
          <a:ln w="9525">
            <a:noFill/>
            <a:miter lim="800000"/>
          </a:ln>
        </p:spPr>
        <p:txBody>
          <a:bodyPr>
            <a:spAutoFit/>
          </a:bodyPr>
          <a:lstStyle/>
          <a:p>
            <a:pPr marL="384175" indent="-384175" algn="l">
              <a:lnSpc>
                <a:spcPct val="125000"/>
              </a:lnSpc>
            </a:pPr>
            <a:r>
              <a:rPr lang="zh-CN" altLang="en-US" b="1" i="0">
                <a:solidFill>
                  <a:schemeClr val="bg1"/>
                </a:solidFill>
                <a:latin typeface="Times New Roman" panose="02020603050405020304" pitchFamily="18" charset="0"/>
              </a:rPr>
              <a:t>两粒子相距为 </a:t>
            </a:r>
            <a:r>
              <a:rPr lang="en-US" altLang="zh-CN" b="1">
                <a:solidFill>
                  <a:srgbClr val="FF6600"/>
                </a:solidFill>
                <a:latin typeface="Times New Roman" panose="02020603050405020304" pitchFamily="18" charset="0"/>
              </a:rPr>
              <a:t>r </a:t>
            </a:r>
            <a:r>
              <a:rPr lang="zh-CN" altLang="en-US" b="1" i="0">
                <a:solidFill>
                  <a:schemeClr val="bg1"/>
                </a:solidFill>
                <a:latin typeface="Times New Roman" panose="02020603050405020304" pitchFamily="18" charset="0"/>
              </a:rPr>
              <a:t>时的势能。设无穷远处为零势能位置。</a:t>
            </a:r>
            <a:endParaRPr lang="zh-CN" altLang="en-US" b="1" i="0">
              <a:solidFill>
                <a:schemeClr val="bg1"/>
              </a:solidFill>
              <a:latin typeface="Times New Roman" panose="02020603050405020304" pitchFamily="18" charset="0"/>
            </a:endParaRPr>
          </a:p>
        </p:txBody>
      </p:sp>
      <p:grpSp>
        <p:nvGrpSpPr>
          <p:cNvPr id="2" name="Group 5"/>
          <p:cNvGrpSpPr/>
          <p:nvPr/>
        </p:nvGrpSpPr>
        <p:grpSpPr bwMode="auto">
          <a:xfrm>
            <a:off x="706438" y="690563"/>
            <a:ext cx="8104187" cy="982662"/>
            <a:chOff x="445" y="304"/>
            <a:chExt cx="5105" cy="619"/>
          </a:xfrm>
        </p:grpSpPr>
        <p:sp>
          <p:nvSpPr>
            <p:cNvPr id="38924" name="Text Box 6"/>
            <p:cNvSpPr txBox="1">
              <a:spLocks noChangeArrowheads="1"/>
            </p:cNvSpPr>
            <p:nvPr/>
          </p:nvSpPr>
          <p:spPr bwMode="auto">
            <a:xfrm>
              <a:off x="445" y="313"/>
              <a:ext cx="5100" cy="610"/>
            </a:xfrm>
            <a:prstGeom prst="rect">
              <a:avLst/>
            </a:prstGeom>
            <a:noFill/>
            <a:ln w="9525">
              <a:noFill/>
              <a:miter lim="800000"/>
            </a:ln>
          </p:spPr>
          <p:txBody>
            <a:bodyPr>
              <a:spAutoFit/>
            </a:bodyPr>
            <a:lstStyle/>
            <a:p>
              <a:pPr algn="l">
                <a:lnSpc>
                  <a:spcPct val="120000"/>
                </a:lnSpc>
              </a:pPr>
              <a:r>
                <a:rPr lang="zh-CN" altLang="en-US" b="1" i="0">
                  <a:solidFill>
                    <a:schemeClr val="bg1"/>
                  </a:solidFill>
                  <a:latin typeface="Times New Roman" panose="02020603050405020304" pitchFamily="18" charset="0"/>
                </a:rPr>
                <a:t>设两粒子之间的相互作用力为排斥力 </a:t>
              </a:r>
              <a:r>
                <a:rPr lang="en-US" altLang="zh-CN" b="1">
                  <a:solidFill>
                    <a:srgbClr val="FF6600"/>
                  </a:solidFill>
                  <a:latin typeface="Times New Roman" panose="02020603050405020304" pitchFamily="18" charset="0"/>
                </a:rPr>
                <a:t>f</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，其变化规律为          </a:t>
              </a:r>
              <a:r>
                <a:rPr lang="en-US" altLang="zh-CN" b="1">
                  <a:solidFill>
                    <a:srgbClr val="FF6600"/>
                  </a:solidFill>
                  <a:latin typeface="Times New Roman" panose="02020603050405020304" pitchFamily="18" charset="0"/>
                </a:rPr>
                <a:t>k </a:t>
              </a:r>
              <a:r>
                <a:rPr lang="zh-CN" altLang="en-US" b="1" i="0">
                  <a:solidFill>
                    <a:schemeClr val="bg1"/>
                  </a:solidFill>
                  <a:latin typeface="Times New Roman" panose="02020603050405020304" pitchFamily="18" charset="0"/>
                </a:rPr>
                <a:t>为常数，</a:t>
              </a:r>
              <a:r>
                <a:rPr lang="en-US" altLang="zh-CN" b="1">
                  <a:solidFill>
                    <a:srgbClr val="FF6600"/>
                  </a:solidFill>
                  <a:latin typeface="Times New Roman" panose="02020603050405020304" pitchFamily="18" charset="0"/>
                </a:rPr>
                <a:t>r </a:t>
              </a:r>
              <a:r>
                <a:rPr lang="zh-CN" altLang="en-US" b="1" i="0">
                  <a:solidFill>
                    <a:schemeClr val="bg1"/>
                  </a:solidFill>
                  <a:latin typeface="Times New Roman" panose="02020603050405020304" pitchFamily="18" charset="0"/>
                </a:rPr>
                <a:t>为二者之间的距离。</a:t>
              </a:r>
              <a:endParaRPr lang="zh-CN" altLang="en-US" b="1" i="0">
                <a:solidFill>
                  <a:schemeClr val="bg1"/>
                </a:solidFill>
                <a:latin typeface="Times New Roman" panose="02020603050405020304" pitchFamily="18" charset="0"/>
              </a:endParaRPr>
            </a:p>
          </p:txBody>
        </p:sp>
        <p:graphicFrame>
          <p:nvGraphicFramePr>
            <p:cNvPr id="38917" name="Object 7"/>
            <p:cNvGraphicFramePr>
              <a:graphicFrameLocks noChangeAspect="1"/>
            </p:cNvGraphicFramePr>
            <p:nvPr/>
          </p:nvGraphicFramePr>
          <p:xfrm>
            <a:off x="5063" y="304"/>
            <a:ext cx="487" cy="410"/>
          </p:xfrm>
          <a:graphic>
            <a:graphicData uri="http://schemas.openxmlformats.org/presentationml/2006/ole">
              <mc:AlternateContent xmlns:mc="http://schemas.openxmlformats.org/markup-compatibility/2006">
                <mc:Choice xmlns:v="urn:schemas-microsoft-com:vml" Requires="v">
                  <p:oleObj spid="_x0000_s38913" name="公式" r:id="rId1" imgW="11582400" imgH="9753600" progId="Equation.3">
                    <p:embed/>
                  </p:oleObj>
                </mc:Choice>
                <mc:Fallback>
                  <p:oleObj name="公式" r:id="rId1" imgW="11582400" imgH="9753600" progId="Equation.3">
                    <p:embed/>
                    <p:pic>
                      <p:nvPicPr>
                        <p:cNvPr id="0" name="Object 7"/>
                        <p:cNvPicPr>
                          <a:picLocks noChangeAspect="1"/>
                        </p:cNvPicPr>
                        <p:nvPr/>
                      </p:nvPicPr>
                      <p:blipFill>
                        <a:blip r:embed="rId2"/>
                        <a:stretch>
                          <a:fillRect/>
                        </a:stretch>
                      </p:blipFill>
                      <p:spPr>
                        <a:xfrm>
                          <a:off x="5063" y="304"/>
                          <a:ext cx="487" cy="410"/>
                        </a:xfrm>
                        <a:prstGeom prst="rect">
                          <a:avLst/>
                        </a:prstGeom>
                        <a:noFill/>
                        <a:ln w="9525">
                          <a:noFill/>
                        </a:ln>
                      </p:spPr>
                    </p:pic>
                  </p:oleObj>
                </mc:Fallback>
              </mc:AlternateContent>
            </a:graphicData>
          </a:graphic>
        </p:graphicFrame>
      </p:grpSp>
      <p:sp>
        <p:nvSpPr>
          <p:cNvPr id="204808" name="Text Box 8"/>
          <p:cNvSpPr txBox="1">
            <a:spLocks noChangeArrowheads="1"/>
          </p:cNvSpPr>
          <p:nvPr/>
        </p:nvSpPr>
        <p:spPr bwMode="auto">
          <a:xfrm>
            <a:off x="250825" y="2643188"/>
            <a:ext cx="944563" cy="549275"/>
          </a:xfrm>
          <a:prstGeom prst="rect">
            <a:avLst/>
          </a:prstGeom>
          <a:noFill/>
          <a:ln w="9525">
            <a:noFill/>
            <a:miter lim="800000"/>
          </a:ln>
        </p:spPr>
        <p:txBody>
          <a:bodyPr>
            <a:spAutoFit/>
          </a:bodyPr>
          <a:lstStyle/>
          <a:p>
            <a:pPr marL="384175" indent="-384175" algn="l">
              <a:lnSpc>
                <a:spcPct val="125000"/>
              </a:lnSpc>
            </a:pPr>
            <a:r>
              <a:rPr lang="zh-CN" altLang="en-US" b="1" i="0">
                <a:solidFill>
                  <a:srgbClr val="FF0000"/>
                </a:solidFill>
                <a:latin typeface="Times New Roman" panose="02020603050405020304" pitchFamily="18" charset="0"/>
              </a:rPr>
              <a:t>解</a:t>
            </a:r>
            <a:endParaRPr lang="zh-CN" altLang="en-US" b="1" i="0">
              <a:solidFill>
                <a:srgbClr val="FF6600"/>
              </a:solidFill>
              <a:latin typeface="Times New Roman" panose="02020603050405020304" pitchFamily="18" charset="0"/>
              <a:ea typeface="楷体_GB2312" pitchFamily="49" charset="-122"/>
            </a:endParaRPr>
          </a:p>
        </p:txBody>
      </p:sp>
      <p:sp>
        <p:nvSpPr>
          <p:cNvPr id="204809" name="Text Box 9"/>
          <p:cNvSpPr txBox="1">
            <a:spLocks noChangeArrowheads="1"/>
          </p:cNvSpPr>
          <p:nvPr/>
        </p:nvSpPr>
        <p:spPr bwMode="auto">
          <a:xfrm>
            <a:off x="792163" y="2643188"/>
            <a:ext cx="3960812" cy="506412"/>
          </a:xfrm>
          <a:prstGeom prst="rect">
            <a:avLst/>
          </a:prstGeom>
          <a:noFill/>
          <a:ln w="9525">
            <a:noFill/>
            <a:miter lim="800000"/>
          </a:ln>
        </p:spPr>
        <p:txBody>
          <a:bodyPr>
            <a:spAutoFit/>
          </a:bodyPr>
          <a:lstStyle/>
          <a:p>
            <a:pPr marL="384175" indent="-384175" algn="l">
              <a:lnSpc>
                <a:spcPct val="125000"/>
              </a:lnSpc>
            </a:pPr>
            <a:r>
              <a:rPr lang="zh-CN" altLang="en-US" b="1" i="0">
                <a:solidFill>
                  <a:schemeClr val="bg1"/>
                </a:solidFill>
                <a:latin typeface="Times New Roman" panose="02020603050405020304" pitchFamily="18" charset="0"/>
              </a:rPr>
              <a:t>根据势能的定义，有</a:t>
            </a:r>
            <a:endParaRPr lang="zh-CN" altLang="en-US" b="1" i="0">
              <a:solidFill>
                <a:srgbClr val="FF6600"/>
              </a:solidFill>
              <a:latin typeface="Times New Roman" panose="02020603050405020304" pitchFamily="18" charset="0"/>
            </a:endParaRPr>
          </a:p>
        </p:txBody>
      </p:sp>
      <p:graphicFrame>
        <p:nvGraphicFramePr>
          <p:cNvPr id="204810" name="Object 10"/>
          <p:cNvGraphicFramePr>
            <a:graphicFrameLocks noChangeAspect="1"/>
          </p:cNvGraphicFramePr>
          <p:nvPr/>
        </p:nvGraphicFramePr>
        <p:xfrm>
          <a:off x="1511300" y="3508375"/>
          <a:ext cx="1733550" cy="593725"/>
        </p:xfrm>
        <a:graphic>
          <a:graphicData uri="http://schemas.openxmlformats.org/presentationml/2006/ole">
            <mc:AlternateContent xmlns:mc="http://schemas.openxmlformats.org/markup-compatibility/2006">
              <mc:Choice xmlns:v="urn:schemas-microsoft-com:vml" Requires="v">
                <p:oleObj spid="_x0000_s38914" name="公式" r:id="rId3" imgW="23164800" imgH="7924800" progId="Equation.3">
                  <p:embed/>
                </p:oleObj>
              </mc:Choice>
              <mc:Fallback>
                <p:oleObj name="公式" r:id="rId3" imgW="23164800" imgH="7924800" progId="Equation.3">
                  <p:embed/>
                  <p:pic>
                    <p:nvPicPr>
                      <p:cNvPr id="0" name="Object 10"/>
                      <p:cNvPicPr>
                        <a:picLocks noChangeAspect="1"/>
                      </p:cNvPicPr>
                      <p:nvPr/>
                    </p:nvPicPr>
                    <p:blipFill>
                      <a:blip r:embed="rId4"/>
                      <a:stretch>
                        <a:fillRect/>
                      </a:stretch>
                    </p:blipFill>
                    <p:spPr>
                      <a:xfrm>
                        <a:off x="1511300" y="3508375"/>
                        <a:ext cx="1733550" cy="593725"/>
                      </a:xfrm>
                      <a:prstGeom prst="rect">
                        <a:avLst/>
                      </a:prstGeom>
                      <a:noFill/>
                      <a:ln w="9525">
                        <a:noFill/>
                      </a:ln>
                    </p:spPr>
                  </p:pic>
                </p:oleObj>
              </mc:Fallback>
            </mc:AlternateContent>
          </a:graphicData>
        </a:graphic>
      </p:graphicFrame>
      <p:graphicFrame>
        <p:nvGraphicFramePr>
          <p:cNvPr id="204811" name="Object 11"/>
          <p:cNvGraphicFramePr>
            <a:graphicFrameLocks noChangeAspect="1"/>
          </p:cNvGraphicFramePr>
          <p:nvPr/>
        </p:nvGraphicFramePr>
        <p:xfrm>
          <a:off x="2232025" y="4271963"/>
          <a:ext cx="1208088" cy="731837"/>
        </p:xfrm>
        <a:graphic>
          <a:graphicData uri="http://schemas.openxmlformats.org/presentationml/2006/ole">
            <mc:AlternateContent xmlns:mc="http://schemas.openxmlformats.org/markup-compatibility/2006">
              <mc:Choice xmlns:v="urn:schemas-microsoft-com:vml" Requires="v">
                <p:oleObj spid="_x0000_s38915" name="公式" r:id="rId5" imgW="16154400" imgH="9753600" progId="Equation.3">
                  <p:embed/>
                </p:oleObj>
              </mc:Choice>
              <mc:Fallback>
                <p:oleObj name="公式" r:id="rId5" imgW="16154400" imgH="9753600" progId="Equation.3">
                  <p:embed/>
                  <p:pic>
                    <p:nvPicPr>
                      <p:cNvPr id="0" name="Object 11"/>
                      <p:cNvPicPr>
                        <a:picLocks noChangeAspect="1"/>
                      </p:cNvPicPr>
                      <p:nvPr/>
                    </p:nvPicPr>
                    <p:blipFill>
                      <a:blip r:embed="rId6"/>
                      <a:stretch>
                        <a:fillRect/>
                      </a:stretch>
                    </p:blipFill>
                    <p:spPr>
                      <a:xfrm>
                        <a:off x="2232025" y="4271963"/>
                        <a:ext cx="1208088" cy="731837"/>
                      </a:xfrm>
                      <a:prstGeom prst="rect">
                        <a:avLst/>
                      </a:prstGeom>
                      <a:noFill/>
                      <a:ln w="9525">
                        <a:noFill/>
                      </a:ln>
                    </p:spPr>
                  </p:pic>
                </p:oleObj>
              </mc:Fallback>
            </mc:AlternateContent>
          </a:graphicData>
        </a:graphic>
      </p:graphicFrame>
      <p:graphicFrame>
        <p:nvGraphicFramePr>
          <p:cNvPr id="204812" name="Object 12"/>
          <p:cNvGraphicFramePr>
            <a:graphicFrameLocks noChangeAspect="1"/>
          </p:cNvGraphicFramePr>
          <p:nvPr/>
        </p:nvGraphicFramePr>
        <p:xfrm>
          <a:off x="2333625" y="5262563"/>
          <a:ext cx="752475" cy="731837"/>
        </p:xfrm>
        <a:graphic>
          <a:graphicData uri="http://schemas.openxmlformats.org/presentationml/2006/ole">
            <mc:AlternateContent xmlns:mc="http://schemas.openxmlformats.org/markup-compatibility/2006">
              <mc:Choice xmlns:v="urn:schemas-microsoft-com:vml" Requires="v">
                <p:oleObj spid="_x0000_s38916" name="公式" r:id="rId7" imgW="10058400" imgH="9753600" progId="Equation.3">
                  <p:embed/>
                </p:oleObj>
              </mc:Choice>
              <mc:Fallback>
                <p:oleObj name="公式" r:id="rId7" imgW="10058400" imgH="9753600" progId="Equation.3">
                  <p:embed/>
                  <p:pic>
                    <p:nvPicPr>
                      <p:cNvPr id="0" name="Object 12"/>
                      <p:cNvPicPr>
                        <a:picLocks noChangeAspect="1"/>
                      </p:cNvPicPr>
                      <p:nvPr/>
                    </p:nvPicPr>
                    <p:blipFill>
                      <a:blip r:embed="rId8"/>
                      <a:stretch>
                        <a:fillRect/>
                      </a:stretch>
                    </p:blipFill>
                    <p:spPr>
                      <a:xfrm>
                        <a:off x="2333625" y="5262563"/>
                        <a:ext cx="752475" cy="73183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4802"/>
                                        </p:tgtEl>
                                        <p:attrNameLst>
                                          <p:attrName>style.visibility</p:attrName>
                                        </p:attrNameLst>
                                      </p:cBhvr>
                                      <p:to>
                                        <p:strVal val="visible"/>
                                      </p:to>
                                    </p:set>
                                    <p:animEffect transition="in" filter="wipe(left)">
                                      <p:cBhvr>
                                        <p:cTn id="7" dur="500"/>
                                        <p:tgtEl>
                                          <p:spTgt spid="2048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4803"/>
                                        </p:tgtEl>
                                        <p:attrNameLst>
                                          <p:attrName>style.visibility</p:attrName>
                                        </p:attrNameLst>
                                      </p:cBhvr>
                                      <p:to>
                                        <p:strVal val="visible"/>
                                      </p:to>
                                    </p:set>
                                    <p:animEffect transition="in" filter="wipe(left)">
                                      <p:cBhvr>
                                        <p:cTn id="17" dur="500"/>
                                        <p:tgtEl>
                                          <p:spTgt spid="20480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4804"/>
                                        </p:tgtEl>
                                        <p:attrNameLst>
                                          <p:attrName>style.visibility</p:attrName>
                                        </p:attrNameLst>
                                      </p:cBhvr>
                                      <p:to>
                                        <p:strVal val="visible"/>
                                      </p:to>
                                    </p:set>
                                    <p:animEffect transition="in" filter="wipe(left)">
                                      <p:cBhvr>
                                        <p:cTn id="22" dur="500"/>
                                        <p:tgtEl>
                                          <p:spTgt spid="20480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4808"/>
                                        </p:tgtEl>
                                        <p:attrNameLst>
                                          <p:attrName>style.visibility</p:attrName>
                                        </p:attrNameLst>
                                      </p:cBhvr>
                                      <p:to>
                                        <p:strVal val="visible"/>
                                      </p:to>
                                    </p:set>
                                    <p:animEffect transition="in" filter="wipe(left)">
                                      <p:cBhvr>
                                        <p:cTn id="27" dur="500"/>
                                        <p:tgtEl>
                                          <p:spTgt spid="20480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4809"/>
                                        </p:tgtEl>
                                        <p:attrNameLst>
                                          <p:attrName>style.visibility</p:attrName>
                                        </p:attrNameLst>
                                      </p:cBhvr>
                                      <p:to>
                                        <p:strVal val="visible"/>
                                      </p:to>
                                    </p:set>
                                    <p:animEffect transition="in" filter="wipe(left)">
                                      <p:cBhvr>
                                        <p:cTn id="32" dur="500"/>
                                        <p:tgtEl>
                                          <p:spTgt spid="20480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04810"/>
                                        </p:tgtEl>
                                        <p:attrNameLst>
                                          <p:attrName>style.visibility</p:attrName>
                                        </p:attrNameLst>
                                      </p:cBhvr>
                                      <p:to>
                                        <p:strVal val="visible"/>
                                      </p:to>
                                    </p:set>
                                    <p:animEffect transition="in" filter="wipe(left)">
                                      <p:cBhvr>
                                        <p:cTn id="37" dur="500"/>
                                        <p:tgtEl>
                                          <p:spTgt spid="2048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04811"/>
                                        </p:tgtEl>
                                        <p:attrNameLst>
                                          <p:attrName>style.visibility</p:attrName>
                                        </p:attrNameLst>
                                      </p:cBhvr>
                                      <p:to>
                                        <p:strVal val="visible"/>
                                      </p:to>
                                    </p:set>
                                    <p:animEffect transition="in" filter="wipe(left)">
                                      <p:cBhvr>
                                        <p:cTn id="42" dur="500"/>
                                        <p:tgtEl>
                                          <p:spTgt spid="2048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4812"/>
                                        </p:tgtEl>
                                        <p:attrNameLst>
                                          <p:attrName>style.visibility</p:attrName>
                                        </p:attrNameLst>
                                      </p:cBhvr>
                                      <p:to>
                                        <p:strVal val="visible"/>
                                      </p:to>
                                    </p:set>
                                    <p:animEffect transition="in" filter="wipe(left)">
                                      <p:cBhvr>
                                        <p:cTn id="47" dur="500"/>
                                        <p:tgtEl>
                                          <p:spTgt spid="2048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2" grpId="0" autoUpdateAnimBg="0"/>
      <p:bldP spid="204803" grpId="0" autoUpdateAnimBg="0"/>
      <p:bldP spid="204804" grpId="0" autoUpdateAnimBg="0"/>
      <p:bldP spid="204808" grpId="0" autoUpdateAnimBg="0"/>
      <p:bldP spid="204809"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941" name="AutoShape 93"/>
          <p:cNvSpPr>
            <a:spLocks noChangeArrowheads="1"/>
          </p:cNvSpPr>
          <p:nvPr/>
        </p:nvSpPr>
        <p:spPr bwMode="auto">
          <a:xfrm>
            <a:off x="5786438" y="819150"/>
            <a:ext cx="2070100" cy="674688"/>
          </a:xfrm>
          <a:prstGeom prst="parallelogram">
            <a:avLst>
              <a:gd name="adj" fmla="val 51535"/>
            </a:avLst>
          </a:prstGeom>
          <a:solidFill>
            <a:srgbClr val="66FF99">
              <a:alpha val="52940"/>
            </a:srgbClr>
          </a:solidFill>
          <a:ln w="9525">
            <a:noFill/>
            <a:miter lim="800000"/>
          </a:ln>
        </p:spPr>
        <p:txBody>
          <a:bodyPr wrap="none" anchor="ctr"/>
          <a:lstStyle/>
          <a:p>
            <a:endParaRPr lang="zh-CN" altLang="en-US"/>
          </a:p>
        </p:txBody>
      </p:sp>
      <p:sp>
        <p:nvSpPr>
          <p:cNvPr id="206935" name="AutoShape 87"/>
          <p:cNvSpPr>
            <a:spLocks noChangeArrowheads="1"/>
          </p:cNvSpPr>
          <p:nvPr/>
        </p:nvSpPr>
        <p:spPr bwMode="auto">
          <a:xfrm>
            <a:off x="5651500" y="2033588"/>
            <a:ext cx="2070100" cy="674687"/>
          </a:xfrm>
          <a:prstGeom prst="parallelogram">
            <a:avLst>
              <a:gd name="adj" fmla="val 51535"/>
            </a:avLst>
          </a:prstGeom>
          <a:solidFill>
            <a:srgbClr val="B1FFCB"/>
          </a:solidFill>
          <a:ln w="9525">
            <a:noFill/>
            <a:miter lim="800000"/>
          </a:ln>
        </p:spPr>
        <p:txBody>
          <a:bodyPr wrap="none" anchor="ctr"/>
          <a:lstStyle/>
          <a:p>
            <a:endParaRPr lang="zh-CN" altLang="en-US"/>
          </a:p>
        </p:txBody>
      </p:sp>
      <p:sp>
        <p:nvSpPr>
          <p:cNvPr id="206850" name="Text Box 2"/>
          <p:cNvSpPr txBox="1">
            <a:spLocks noChangeArrowheads="1"/>
          </p:cNvSpPr>
          <p:nvPr/>
        </p:nvSpPr>
        <p:spPr bwMode="auto">
          <a:xfrm>
            <a:off x="6732588" y="3698875"/>
            <a:ext cx="398462" cy="519113"/>
          </a:xfrm>
          <a:prstGeom prst="rect">
            <a:avLst/>
          </a:prstGeom>
          <a:noFill/>
          <a:ln w="9525">
            <a:noFill/>
            <a:miter lim="800000"/>
          </a:ln>
        </p:spPr>
        <p:txBody>
          <a:bodyPr>
            <a:spAutoFit/>
          </a:bodyPr>
          <a:lstStyle/>
          <a:p>
            <a:pPr algn="l"/>
            <a:r>
              <a:rPr lang="en-US" altLang="zh-CN" sz="2800" b="1">
                <a:solidFill>
                  <a:srgbClr val="FF0000"/>
                </a:solidFill>
                <a:latin typeface="Times New Roman" panose="02020603050405020304" pitchFamily="18" charset="0"/>
              </a:rPr>
              <a:t>r</a:t>
            </a:r>
            <a:endParaRPr lang="en-US" altLang="zh-CN" sz="2800" b="1">
              <a:solidFill>
                <a:srgbClr val="FF0000"/>
              </a:solidFill>
              <a:latin typeface="Times New Roman" panose="02020603050405020304" pitchFamily="18" charset="0"/>
            </a:endParaRPr>
          </a:p>
        </p:txBody>
      </p:sp>
      <p:sp>
        <p:nvSpPr>
          <p:cNvPr id="206851" name="Text Box 3"/>
          <p:cNvSpPr txBox="1">
            <a:spLocks noChangeArrowheads="1"/>
          </p:cNvSpPr>
          <p:nvPr/>
        </p:nvSpPr>
        <p:spPr bwMode="auto">
          <a:xfrm>
            <a:off x="161925" y="458788"/>
            <a:ext cx="2930525"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0000"/>
                </a:solidFill>
                <a:latin typeface="Times New Roman" panose="02020603050405020304" pitchFamily="18" charset="0"/>
              </a:rPr>
              <a:t>几种常见的势能</a:t>
            </a:r>
            <a:endParaRPr lang="zh-CN" altLang="en-US" b="1" i="0">
              <a:solidFill>
                <a:srgbClr val="FF0000"/>
              </a:solidFill>
              <a:latin typeface="Times New Roman" panose="02020603050405020304" pitchFamily="18" charset="0"/>
            </a:endParaRPr>
          </a:p>
        </p:txBody>
      </p:sp>
      <p:graphicFrame>
        <p:nvGraphicFramePr>
          <p:cNvPr id="206852" name="Object 4"/>
          <p:cNvGraphicFramePr>
            <a:graphicFrameLocks noChangeAspect="1"/>
          </p:cNvGraphicFramePr>
          <p:nvPr/>
        </p:nvGraphicFramePr>
        <p:xfrm>
          <a:off x="657225" y="1089025"/>
          <a:ext cx="2260600" cy="593725"/>
        </p:xfrm>
        <a:graphic>
          <a:graphicData uri="http://schemas.openxmlformats.org/presentationml/2006/ole">
            <mc:AlternateContent xmlns:mc="http://schemas.openxmlformats.org/markup-compatibility/2006">
              <mc:Choice xmlns:v="urn:schemas-microsoft-com:vml" Requires="v">
                <p:oleObj spid="_x0000_s39937" name="公式" r:id="rId1" imgW="30175200" imgH="7924800" progId="Equation.3">
                  <p:embed/>
                </p:oleObj>
              </mc:Choice>
              <mc:Fallback>
                <p:oleObj name="公式" r:id="rId1" imgW="30175200" imgH="7924800" progId="Equation.3">
                  <p:embed/>
                  <p:pic>
                    <p:nvPicPr>
                      <p:cNvPr id="0" name="Object 4"/>
                      <p:cNvPicPr>
                        <a:picLocks noChangeAspect="1"/>
                      </p:cNvPicPr>
                      <p:nvPr/>
                    </p:nvPicPr>
                    <p:blipFill>
                      <a:blip r:embed="rId2"/>
                      <a:stretch>
                        <a:fillRect/>
                      </a:stretch>
                    </p:blipFill>
                    <p:spPr>
                      <a:xfrm>
                        <a:off x="657225" y="1089025"/>
                        <a:ext cx="2260600" cy="593725"/>
                      </a:xfrm>
                      <a:prstGeom prst="rect">
                        <a:avLst/>
                      </a:prstGeom>
                      <a:solidFill>
                        <a:srgbClr val="CCFFFF"/>
                      </a:solidFill>
                      <a:ln w="19050" cap="flat" cmpd="sng">
                        <a:solidFill>
                          <a:srgbClr val="66FFFF"/>
                        </a:solidFill>
                        <a:prstDash val="solid"/>
                        <a:miter/>
                        <a:headEnd type="none" w="med" len="med"/>
                        <a:tailEnd type="none" w="med" len="med"/>
                      </a:ln>
                    </p:spPr>
                  </p:pic>
                </p:oleObj>
              </mc:Fallback>
            </mc:AlternateContent>
          </a:graphicData>
        </a:graphic>
      </p:graphicFrame>
      <p:sp>
        <p:nvSpPr>
          <p:cNvPr id="206853" name="Text Box 5"/>
          <p:cNvSpPr txBox="1">
            <a:spLocks noChangeArrowheads="1"/>
          </p:cNvSpPr>
          <p:nvPr/>
        </p:nvSpPr>
        <p:spPr bwMode="auto">
          <a:xfrm>
            <a:off x="2862263" y="1176338"/>
            <a:ext cx="2520950" cy="461962"/>
          </a:xfrm>
          <a:prstGeom prst="rect">
            <a:avLst/>
          </a:prstGeom>
          <a:noFill/>
          <a:ln w="9525">
            <a:noFill/>
            <a:miter lim="800000"/>
          </a:ln>
        </p:spPr>
        <p:txBody>
          <a:bodyPr>
            <a:spAutoFit/>
          </a:bodyPr>
          <a:lstStyle/>
          <a:p>
            <a:pPr algn="l"/>
            <a:r>
              <a:rPr lang="zh-CN" altLang="en-US" b="1" i="0">
                <a:solidFill>
                  <a:srgbClr val="006600"/>
                </a:solidFill>
                <a:latin typeface="Times New Roman" panose="02020603050405020304" pitchFamily="18" charset="0"/>
              </a:rPr>
              <a:t>（势能定义）</a:t>
            </a:r>
            <a:endParaRPr lang="zh-CN" altLang="en-US" b="1" i="0">
              <a:solidFill>
                <a:srgbClr val="006600"/>
              </a:solidFill>
              <a:latin typeface="Times New Roman" panose="02020603050405020304" pitchFamily="18" charset="0"/>
            </a:endParaRPr>
          </a:p>
        </p:txBody>
      </p:sp>
      <p:sp>
        <p:nvSpPr>
          <p:cNvPr id="206854" name="Text Box 6"/>
          <p:cNvSpPr txBox="1">
            <a:spLocks noChangeArrowheads="1"/>
          </p:cNvSpPr>
          <p:nvPr/>
        </p:nvSpPr>
        <p:spPr bwMode="auto">
          <a:xfrm>
            <a:off x="206375" y="1801813"/>
            <a:ext cx="2232025" cy="457200"/>
          </a:xfrm>
          <a:prstGeom prst="rect">
            <a:avLst/>
          </a:prstGeom>
          <a:noFill/>
          <a:ln w="9525">
            <a:noFill/>
            <a:miter lim="800000"/>
          </a:ln>
        </p:spPr>
        <p:txBody>
          <a:bodyPr>
            <a:spAutoFit/>
          </a:bodyPr>
          <a:lstStyle/>
          <a:p>
            <a:pPr algn="l"/>
            <a:r>
              <a:rPr lang="en-US" altLang="zh-CN" b="1" i="0">
                <a:solidFill>
                  <a:srgbClr val="CC0000"/>
                </a:solidFill>
                <a:latin typeface="Times New Roman" panose="02020603050405020304" pitchFamily="18" charset="0"/>
              </a:rPr>
              <a:t>1. </a:t>
            </a:r>
            <a:r>
              <a:rPr lang="zh-CN" altLang="en-US" b="1" i="0">
                <a:solidFill>
                  <a:srgbClr val="CC0000"/>
                </a:solidFill>
                <a:latin typeface="Times New Roman" panose="02020603050405020304" pitchFamily="18" charset="0"/>
              </a:rPr>
              <a:t>重力势能</a:t>
            </a:r>
            <a:r>
              <a:rPr lang="zh-CN" altLang="en-US" i="0">
                <a:solidFill>
                  <a:srgbClr val="CC0000"/>
                </a:solidFill>
                <a:latin typeface="Times New Roman" panose="02020603050405020304" pitchFamily="18" charset="0"/>
              </a:rPr>
              <a:t> </a:t>
            </a:r>
            <a:endParaRPr lang="zh-CN" altLang="en-US" i="0">
              <a:solidFill>
                <a:srgbClr val="CC0000"/>
              </a:solidFill>
              <a:latin typeface="Times New Roman" panose="02020603050405020304" pitchFamily="18" charset="0"/>
            </a:endParaRPr>
          </a:p>
        </p:txBody>
      </p:sp>
      <p:grpSp>
        <p:nvGrpSpPr>
          <p:cNvPr id="2" name="Group 7"/>
          <p:cNvGrpSpPr/>
          <p:nvPr/>
        </p:nvGrpSpPr>
        <p:grpSpPr bwMode="auto">
          <a:xfrm>
            <a:off x="5265738" y="420688"/>
            <a:ext cx="2849562" cy="2459037"/>
            <a:chOff x="3424" y="1397"/>
            <a:chExt cx="1795" cy="1549"/>
          </a:xfrm>
        </p:grpSpPr>
        <p:sp>
          <p:nvSpPr>
            <p:cNvPr id="40023" name="Line 8"/>
            <p:cNvSpPr>
              <a:spLocks noChangeShapeType="1"/>
            </p:cNvSpPr>
            <p:nvPr/>
          </p:nvSpPr>
          <p:spPr bwMode="auto">
            <a:xfrm>
              <a:off x="3888" y="2416"/>
              <a:ext cx="1248" cy="0"/>
            </a:xfrm>
            <a:prstGeom prst="line">
              <a:avLst/>
            </a:prstGeom>
            <a:noFill/>
            <a:ln w="28575">
              <a:solidFill>
                <a:schemeClr val="accent2"/>
              </a:solidFill>
              <a:round/>
              <a:tailEnd type="triangle" w="med" len="lg"/>
            </a:ln>
          </p:spPr>
          <p:txBody>
            <a:bodyPr/>
            <a:lstStyle/>
            <a:p>
              <a:endParaRPr lang="zh-CN" altLang="en-US"/>
            </a:p>
          </p:txBody>
        </p:sp>
        <p:sp>
          <p:nvSpPr>
            <p:cNvPr id="40024" name="Line 9"/>
            <p:cNvSpPr>
              <a:spLocks noChangeShapeType="1"/>
            </p:cNvSpPr>
            <p:nvPr/>
          </p:nvSpPr>
          <p:spPr bwMode="auto">
            <a:xfrm flipH="1">
              <a:off x="3649" y="2405"/>
              <a:ext cx="240" cy="480"/>
            </a:xfrm>
            <a:prstGeom prst="line">
              <a:avLst/>
            </a:prstGeom>
            <a:noFill/>
            <a:ln w="28575">
              <a:solidFill>
                <a:schemeClr val="accent2"/>
              </a:solidFill>
              <a:round/>
              <a:tailEnd type="triangle" w="med" len="lg"/>
            </a:ln>
          </p:spPr>
          <p:txBody>
            <a:bodyPr/>
            <a:lstStyle/>
            <a:p>
              <a:endParaRPr lang="zh-CN" altLang="en-US"/>
            </a:p>
          </p:txBody>
        </p:sp>
        <p:sp>
          <p:nvSpPr>
            <p:cNvPr id="40025" name="Line 10"/>
            <p:cNvSpPr>
              <a:spLocks noChangeShapeType="1"/>
            </p:cNvSpPr>
            <p:nvPr/>
          </p:nvSpPr>
          <p:spPr bwMode="auto">
            <a:xfrm flipV="1">
              <a:off x="3888" y="1456"/>
              <a:ext cx="0" cy="960"/>
            </a:xfrm>
            <a:prstGeom prst="line">
              <a:avLst/>
            </a:prstGeom>
            <a:noFill/>
            <a:ln w="28575">
              <a:solidFill>
                <a:schemeClr val="accent2"/>
              </a:solidFill>
              <a:round/>
              <a:tailEnd type="triangle" w="med" len="lg"/>
            </a:ln>
          </p:spPr>
          <p:txBody>
            <a:bodyPr/>
            <a:lstStyle/>
            <a:p>
              <a:endParaRPr lang="zh-CN" altLang="en-US"/>
            </a:p>
          </p:txBody>
        </p:sp>
        <p:sp>
          <p:nvSpPr>
            <p:cNvPr id="40026" name="Text Box 11"/>
            <p:cNvSpPr txBox="1">
              <a:spLocks noChangeArrowheads="1"/>
            </p:cNvSpPr>
            <p:nvPr/>
          </p:nvSpPr>
          <p:spPr bwMode="auto">
            <a:xfrm>
              <a:off x="3424" y="2658"/>
              <a:ext cx="212"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x</a:t>
              </a:r>
              <a:endParaRPr lang="en-US" altLang="zh-CN" b="1">
                <a:solidFill>
                  <a:schemeClr val="accent2"/>
                </a:solidFill>
                <a:latin typeface="Times New Roman" panose="02020603050405020304" pitchFamily="18" charset="0"/>
              </a:endParaRPr>
            </a:p>
          </p:txBody>
        </p:sp>
        <p:sp>
          <p:nvSpPr>
            <p:cNvPr id="40027" name="Text Box 12"/>
            <p:cNvSpPr txBox="1">
              <a:spLocks noChangeArrowheads="1"/>
            </p:cNvSpPr>
            <p:nvPr/>
          </p:nvSpPr>
          <p:spPr bwMode="auto">
            <a:xfrm>
              <a:off x="5018" y="2073"/>
              <a:ext cx="201"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y</a:t>
              </a:r>
              <a:endParaRPr lang="en-US" altLang="zh-CN" b="1">
                <a:solidFill>
                  <a:schemeClr val="accent2"/>
                </a:solidFill>
                <a:latin typeface="Times New Roman" panose="02020603050405020304" pitchFamily="18" charset="0"/>
              </a:endParaRPr>
            </a:p>
          </p:txBody>
        </p:sp>
        <p:sp>
          <p:nvSpPr>
            <p:cNvPr id="40028" name="Text Box 13"/>
            <p:cNvSpPr txBox="1">
              <a:spLocks noChangeArrowheads="1"/>
            </p:cNvSpPr>
            <p:nvPr/>
          </p:nvSpPr>
          <p:spPr bwMode="auto">
            <a:xfrm>
              <a:off x="3660" y="1397"/>
              <a:ext cx="191"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z</a:t>
              </a:r>
              <a:endParaRPr lang="en-US" altLang="zh-CN" b="1">
                <a:solidFill>
                  <a:schemeClr val="accent2"/>
                </a:solidFill>
                <a:latin typeface="Times New Roman" panose="02020603050405020304" pitchFamily="18" charset="0"/>
              </a:endParaRPr>
            </a:p>
          </p:txBody>
        </p:sp>
        <p:sp>
          <p:nvSpPr>
            <p:cNvPr id="40029" name="Text Box 14"/>
            <p:cNvSpPr txBox="1">
              <a:spLocks noChangeArrowheads="1"/>
            </p:cNvSpPr>
            <p:nvPr/>
          </p:nvSpPr>
          <p:spPr bwMode="auto">
            <a:xfrm>
              <a:off x="3804" y="2405"/>
              <a:ext cx="255"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O</a:t>
              </a:r>
              <a:endParaRPr lang="en-US" altLang="zh-CN" b="1">
                <a:solidFill>
                  <a:schemeClr val="accent2"/>
                </a:solidFill>
                <a:latin typeface="Times New Roman" panose="02020603050405020304" pitchFamily="18" charset="0"/>
              </a:endParaRPr>
            </a:p>
          </p:txBody>
        </p:sp>
      </p:grpSp>
      <p:sp>
        <p:nvSpPr>
          <p:cNvPr id="206863" name="Oval 15"/>
          <p:cNvSpPr>
            <a:spLocks noChangeArrowheads="1"/>
          </p:cNvSpPr>
          <p:nvPr/>
        </p:nvSpPr>
        <p:spPr bwMode="auto">
          <a:xfrm>
            <a:off x="7239000" y="2547938"/>
            <a:ext cx="76200" cy="76200"/>
          </a:xfrm>
          <a:prstGeom prst="ellipse">
            <a:avLst/>
          </a:prstGeom>
          <a:solidFill>
            <a:srgbClr val="FF0000"/>
          </a:solidFill>
          <a:ln w="9525">
            <a:solidFill>
              <a:srgbClr val="FF0000"/>
            </a:solidFill>
            <a:round/>
          </a:ln>
        </p:spPr>
        <p:txBody>
          <a:bodyPr wrap="none" anchor="ctr"/>
          <a:lstStyle/>
          <a:p>
            <a:endParaRPr lang="zh-CN" altLang="en-US"/>
          </a:p>
        </p:txBody>
      </p:sp>
      <p:graphicFrame>
        <p:nvGraphicFramePr>
          <p:cNvPr id="206864" name="Object 16"/>
          <p:cNvGraphicFramePr>
            <a:graphicFrameLocks noChangeAspect="1"/>
          </p:cNvGraphicFramePr>
          <p:nvPr/>
        </p:nvGraphicFramePr>
        <p:xfrm>
          <a:off x="6597650" y="2708275"/>
          <a:ext cx="1443038" cy="363538"/>
        </p:xfrm>
        <a:graphic>
          <a:graphicData uri="http://schemas.openxmlformats.org/presentationml/2006/ole">
            <mc:AlternateContent xmlns:mc="http://schemas.openxmlformats.org/markup-compatibility/2006">
              <mc:Choice xmlns:v="urn:schemas-microsoft-com:vml" Requires="v">
                <p:oleObj spid="_x0000_s39939" name="公式" r:id="rId3" imgW="21945600" imgH="5486400" progId="Equation.3">
                  <p:embed/>
                </p:oleObj>
              </mc:Choice>
              <mc:Fallback>
                <p:oleObj name="公式" r:id="rId3" imgW="21945600" imgH="5486400" progId="Equation.3">
                  <p:embed/>
                  <p:pic>
                    <p:nvPicPr>
                      <p:cNvPr id="0" name="Object 16"/>
                      <p:cNvPicPr>
                        <a:picLocks noChangeAspect="1"/>
                      </p:cNvPicPr>
                      <p:nvPr/>
                    </p:nvPicPr>
                    <p:blipFill>
                      <a:blip r:embed="rId4"/>
                      <a:stretch>
                        <a:fillRect/>
                      </a:stretch>
                    </p:blipFill>
                    <p:spPr>
                      <a:xfrm>
                        <a:off x="6597650" y="2708275"/>
                        <a:ext cx="1443038" cy="363538"/>
                      </a:xfrm>
                      <a:prstGeom prst="rect">
                        <a:avLst/>
                      </a:prstGeom>
                      <a:noFill/>
                      <a:ln w="9525">
                        <a:noFill/>
                      </a:ln>
                    </p:spPr>
                  </p:pic>
                </p:oleObj>
              </mc:Fallback>
            </mc:AlternateContent>
          </a:graphicData>
        </a:graphic>
      </p:graphicFrame>
      <p:sp>
        <p:nvSpPr>
          <p:cNvPr id="206866" name="Oval 18"/>
          <p:cNvSpPr>
            <a:spLocks noChangeArrowheads="1"/>
          </p:cNvSpPr>
          <p:nvPr/>
        </p:nvSpPr>
        <p:spPr bwMode="auto">
          <a:xfrm>
            <a:off x="6376988" y="989013"/>
            <a:ext cx="76200" cy="76200"/>
          </a:xfrm>
          <a:prstGeom prst="ellipse">
            <a:avLst/>
          </a:prstGeom>
          <a:solidFill>
            <a:srgbClr val="FF0000"/>
          </a:solidFill>
          <a:ln w="9525">
            <a:solidFill>
              <a:srgbClr val="FF0000"/>
            </a:solidFill>
            <a:round/>
          </a:ln>
        </p:spPr>
        <p:txBody>
          <a:bodyPr wrap="none" anchor="ctr"/>
          <a:lstStyle/>
          <a:p>
            <a:endParaRPr lang="zh-CN" altLang="zh-CN" i="0">
              <a:latin typeface="Times New Roman" panose="02020603050405020304" pitchFamily="18" charset="0"/>
            </a:endParaRPr>
          </a:p>
        </p:txBody>
      </p:sp>
      <p:graphicFrame>
        <p:nvGraphicFramePr>
          <p:cNvPr id="206867" name="Object 19"/>
          <p:cNvGraphicFramePr>
            <a:graphicFrameLocks noChangeAspect="1"/>
          </p:cNvGraphicFramePr>
          <p:nvPr/>
        </p:nvGraphicFramePr>
        <p:xfrm>
          <a:off x="6372225" y="674688"/>
          <a:ext cx="1096963" cy="323850"/>
        </p:xfrm>
        <a:graphic>
          <a:graphicData uri="http://schemas.openxmlformats.org/presentationml/2006/ole">
            <mc:AlternateContent xmlns:mc="http://schemas.openxmlformats.org/markup-compatibility/2006">
              <mc:Choice xmlns:v="urn:schemas-microsoft-com:vml" Requires="v">
                <p:oleObj spid="_x0000_s39940" name="公式" r:id="rId5" imgW="16459200" imgH="4876800" progId="Equation.3">
                  <p:embed/>
                </p:oleObj>
              </mc:Choice>
              <mc:Fallback>
                <p:oleObj name="公式" r:id="rId5" imgW="16459200" imgH="4876800" progId="Equation.3">
                  <p:embed/>
                  <p:pic>
                    <p:nvPicPr>
                      <p:cNvPr id="0" name="Object 19"/>
                      <p:cNvPicPr>
                        <a:picLocks noChangeAspect="1"/>
                      </p:cNvPicPr>
                      <p:nvPr/>
                    </p:nvPicPr>
                    <p:blipFill>
                      <a:blip r:embed="rId6"/>
                      <a:stretch>
                        <a:fillRect/>
                      </a:stretch>
                    </p:blipFill>
                    <p:spPr>
                      <a:xfrm>
                        <a:off x="6372225" y="674688"/>
                        <a:ext cx="1096963" cy="323850"/>
                      </a:xfrm>
                      <a:prstGeom prst="rect">
                        <a:avLst/>
                      </a:prstGeom>
                      <a:noFill/>
                      <a:ln w="9525">
                        <a:noFill/>
                      </a:ln>
                    </p:spPr>
                  </p:pic>
                </p:oleObj>
              </mc:Fallback>
            </mc:AlternateContent>
          </a:graphicData>
        </a:graphic>
      </p:graphicFrame>
      <p:graphicFrame>
        <p:nvGraphicFramePr>
          <p:cNvPr id="206869" name="Object 21"/>
          <p:cNvGraphicFramePr>
            <a:graphicFrameLocks noChangeAspect="1"/>
          </p:cNvGraphicFramePr>
          <p:nvPr/>
        </p:nvGraphicFramePr>
        <p:xfrm>
          <a:off x="6697663" y="1576388"/>
          <a:ext cx="261937" cy="322262"/>
        </p:xfrm>
        <a:graphic>
          <a:graphicData uri="http://schemas.openxmlformats.org/presentationml/2006/ole">
            <mc:AlternateContent xmlns:mc="http://schemas.openxmlformats.org/markup-compatibility/2006">
              <mc:Choice xmlns:v="urn:schemas-microsoft-com:vml" Requires="v">
                <p:oleObj spid="_x0000_s39941" name="公式" r:id="rId7" imgW="3962400" imgH="4876800" progId="Equation.3">
                  <p:embed/>
                </p:oleObj>
              </mc:Choice>
              <mc:Fallback>
                <p:oleObj name="公式" r:id="rId7" imgW="3962400" imgH="4876800" progId="Equation.3">
                  <p:embed/>
                  <p:pic>
                    <p:nvPicPr>
                      <p:cNvPr id="0" name="Object 21"/>
                      <p:cNvPicPr>
                        <a:picLocks noChangeAspect="1"/>
                      </p:cNvPicPr>
                      <p:nvPr/>
                    </p:nvPicPr>
                    <p:blipFill>
                      <a:blip r:embed="rId8"/>
                      <a:stretch>
                        <a:fillRect/>
                      </a:stretch>
                    </p:blipFill>
                    <p:spPr>
                      <a:xfrm>
                        <a:off x="6697663" y="1576388"/>
                        <a:ext cx="261937" cy="322262"/>
                      </a:xfrm>
                      <a:prstGeom prst="rect">
                        <a:avLst/>
                      </a:prstGeom>
                      <a:noFill/>
                      <a:ln w="9525">
                        <a:noFill/>
                      </a:ln>
                    </p:spPr>
                  </p:pic>
                </p:oleObj>
              </mc:Fallback>
            </mc:AlternateContent>
          </a:graphicData>
        </a:graphic>
      </p:graphicFrame>
      <p:graphicFrame>
        <p:nvGraphicFramePr>
          <p:cNvPr id="206870" name="Object 22"/>
          <p:cNvGraphicFramePr>
            <a:graphicFrameLocks noChangeAspect="1"/>
          </p:cNvGraphicFramePr>
          <p:nvPr/>
        </p:nvGraphicFramePr>
        <p:xfrm>
          <a:off x="971550" y="2303463"/>
          <a:ext cx="1965325" cy="593725"/>
        </p:xfrm>
        <a:graphic>
          <a:graphicData uri="http://schemas.openxmlformats.org/presentationml/2006/ole">
            <mc:AlternateContent xmlns:mc="http://schemas.openxmlformats.org/markup-compatibility/2006">
              <mc:Choice xmlns:v="urn:schemas-microsoft-com:vml" Requires="v">
                <p:oleObj spid="_x0000_s39942" name="公式" r:id="rId9" imgW="26212800" imgH="7924800" progId="Equation.3">
                  <p:embed/>
                </p:oleObj>
              </mc:Choice>
              <mc:Fallback>
                <p:oleObj name="公式" r:id="rId9" imgW="26212800" imgH="7924800" progId="Equation.3">
                  <p:embed/>
                  <p:pic>
                    <p:nvPicPr>
                      <p:cNvPr id="0" name="Object 22"/>
                      <p:cNvPicPr>
                        <a:picLocks noChangeAspect="1"/>
                      </p:cNvPicPr>
                      <p:nvPr/>
                    </p:nvPicPr>
                    <p:blipFill>
                      <a:blip r:embed="rId10"/>
                      <a:stretch>
                        <a:fillRect/>
                      </a:stretch>
                    </p:blipFill>
                    <p:spPr>
                      <a:xfrm>
                        <a:off x="971550" y="2303463"/>
                        <a:ext cx="1965325" cy="593725"/>
                      </a:xfrm>
                      <a:prstGeom prst="rect">
                        <a:avLst/>
                      </a:prstGeom>
                      <a:noFill/>
                      <a:ln w="9525">
                        <a:noFill/>
                      </a:ln>
                    </p:spPr>
                  </p:pic>
                </p:oleObj>
              </mc:Fallback>
            </mc:AlternateContent>
          </a:graphicData>
        </a:graphic>
      </p:graphicFrame>
      <p:graphicFrame>
        <p:nvGraphicFramePr>
          <p:cNvPr id="206871" name="Object 23"/>
          <p:cNvGraphicFramePr>
            <a:graphicFrameLocks noChangeAspect="1"/>
          </p:cNvGraphicFramePr>
          <p:nvPr/>
        </p:nvGraphicFramePr>
        <p:xfrm>
          <a:off x="2997200" y="2493963"/>
          <a:ext cx="777875" cy="298450"/>
        </p:xfrm>
        <a:graphic>
          <a:graphicData uri="http://schemas.openxmlformats.org/presentationml/2006/ole">
            <mc:AlternateContent xmlns:mc="http://schemas.openxmlformats.org/markup-compatibility/2006">
              <mc:Choice xmlns:v="urn:schemas-microsoft-com:vml" Requires="v">
                <p:oleObj spid="_x0000_s39943" name="公式" r:id="rId11" imgW="10363200" imgH="3962400" progId="Equation.3">
                  <p:embed/>
                </p:oleObj>
              </mc:Choice>
              <mc:Fallback>
                <p:oleObj name="公式" r:id="rId11" imgW="10363200" imgH="3962400" progId="Equation.3">
                  <p:embed/>
                  <p:pic>
                    <p:nvPicPr>
                      <p:cNvPr id="0" name="Object 23"/>
                      <p:cNvPicPr>
                        <a:picLocks noChangeAspect="1"/>
                      </p:cNvPicPr>
                      <p:nvPr/>
                    </p:nvPicPr>
                    <p:blipFill>
                      <a:blip r:embed="rId12"/>
                      <a:stretch>
                        <a:fillRect/>
                      </a:stretch>
                    </p:blipFill>
                    <p:spPr>
                      <a:xfrm>
                        <a:off x="2997200" y="2493963"/>
                        <a:ext cx="777875" cy="298450"/>
                      </a:xfrm>
                      <a:prstGeom prst="rect">
                        <a:avLst/>
                      </a:prstGeom>
                      <a:noFill/>
                      <a:ln w="9525">
                        <a:noFill/>
                      </a:ln>
                    </p:spPr>
                  </p:pic>
                </p:oleObj>
              </mc:Fallback>
            </mc:AlternateContent>
          </a:graphicData>
        </a:graphic>
      </p:graphicFrame>
      <p:sp>
        <p:nvSpPr>
          <p:cNvPr id="206872" name="Text Box 24"/>
          <p:cNvSpPr txBox="1">
            <a:spLocks noChangeArrowheads="1"/>
          </p:cNvSpPr>
          <p:nvPr/>
        </p:nvSpPr>
        <p:spPr bwMode="auto">
          <a:xfrm>
            <a:off x="206375" y="3062288"/>
            <a:ext cx="2479675" cy="457200"/>
          </a:xfrm>
          <a:prstGeom prst="rect">
            <a:avLst/>
          </a:prstGeom>
          <a:noFill/>
          <a:ln w="9525">
            <a:noFill/>
            <a:miter lim="800000"/>
          </a:ln>
        </p:spPr>
        <p:txBody>
          <a:bodyPr wrap="none">
            <a:spAutoFit/>
          </a:bodyPr>
          <a:lstStyle/>
          <a:p>
            <a:pPr algn="l"/>
            <a:r>
              <a:rPr lang="en-US" altLang="zh-CN" b="1" i="0">
                <a:solidFill>
                  <a:srgbClr val="CC0000"/>
                </a:solidFill>
                <a:latin typeface="Times New Roman" panose="02020603050405020304" pitchFamily="18" charset="0"/>
              </a:rPr>
              <a:t>2. </a:t>
            </a:r>
            <a:r>
              <a:rPr lang="zh-CN" altLang="en-US" b="1" i="0">
                <a:solidFill>
                  <a:srgbClr val="CC0000"/>
                </a:solidFill>
                <a:latin typeface="Times New Roman" panose="02020603050405020304" pitchFamily="18" charset="0"/>
              </a:rPr>
              <a:t>万有引力势能</a:t>
            </a:r>
            <a:r>
              <a:rPr lang="zh-CN" altLang="en-US" i="0">
                <a:solidFill>
                  <a:srgbClr val="CC0000"/>
                </a:solidFill>
                <a:latin typeface="Times New Roman" panose="02020603050405020304" pitchFamily="18" charset="0"/>
              </a:rPr>
              <a:t> </a:t>
            </a:r>
            <a:endParaRPr lang="zh-CN" altLang="en-US" i="0">
              <a:solidFill>
                <a:srgbClr val="CC0000"/>
              </a:solidFill>
              <a:latin typeface="Times New Roman" panose="02020603050405020304" pitchFamily="18" charset="0"/>
            </a:endParaRPr>
          </a:p>
        </p:txBody>
      </p:sp>
      <p:sp>
        <p:nvSpPr>
          <p:cNvPr id="206873" name="Oval 25"/>
          <p:cNvSpPr>
            <a:spLocks noChangeArrowheads="1"/>
          </p:cNvSpPr>
          <p:nvPr/>
        </p:nvSpPr>
        <p:spPr bwMode="auto">
          <a:xfrm>
            <a:off x="6035675" y="4033838"/>
            <a:ext cx="228600" cy="228600"/>
          </a:xfrm>
          <a:prstGeom prst="ellipse">
            <a:avLst/>
          </a:prstGeom>
          <a:gradFill rotWithShape="0">
            <a:gsLst>
              <a:gs pos="0">
                <a:srgbClr val="FFFF00"/>
              </a:gs>
              <a:gs pos="100000">
                <a:srgbClr val="FF0000"/>
              </a:gs>
            </a:gsLst>
            <a:path path="shape">
              <a:fillToRect l="50000" t="50000" r="50000" b="50000"/>
            </a:path>
          </a:gradFill>
          <a:ln w="9525">
            <a:noFill/>
            <a:round/>
          </a:ln>
        </p:spPr>
        <p:txBody>
          <a:bodyPr wrap="none" anchor="ctr"/>
          <a:lstStyle/>
          <a:p>
            <a:endParaRPr lang="zh-CN" altLang="en-US"/>
          </a:p>
        </p:txBody>
      </p:sp>
      <p:sp>
        <p:nvSpPr>
          <p:cNvPr id="206874" name="Line 26"/>
          <p:cNvSpPr>
            <a:spLocks noChangeShapeType="1"/>
          </p:cNvSpPr>
          <p:nvPr/>
        </p:nvSpPr>
        <p:spPr bwMode="auto">
          <a:xfrm flipV="1">
            <a:off x="6135688" y="4149725"/>
            <a:ext cx="2081212" cy="1588"/>
          </a:xfrm>
          <a:prstGeom prst="line">
            <a:avLst/>
          </a:prstGeom>
          <a:noFill/>
          <a:ln w="28575">
            <a:solidFill>
              <a:schemeClr val="accent2"/>
            </a:solidFill>
            <a:round/>
            <a:tailEnd type="triangle" w="med" len="lg"/>
          </a:ln>
        </p:spPr>
        <p:txBody>
          <a:bodyPr/>
          <a:lstStyle/>
          <a:p>
            <a:endParaRPr lang="zh-CN" altLang="en-US"/>
          </a:p>
        </p:txBody>
      </p:sp>
      <p:sp>
        <p:nvSpPr>
          <p:cNvPr id="206875" name="Oval 27"/>
          <p:cNvSpPr>
            <a:spLocks noChangeArrowheads="1"/>
          </p:cNvSpPr>
          <p:nvPr/>
        </p:nvSpPr>
        <p:spPr bwMode="auto">
          <a:xfrm>
            <a:off x="7635875" y="4059238"/>
            <a:ext cx="176213" cy="168275"/>
          </a:xfrm>
          <a:prstGeom prst="ellipse">
            <a:avLst/>
          </a:prstGeom>
          <a:gradFill rotWithShape="1">
            <a:gsLst>
              <a:gs pos="0">
                <a:srgbClr val="FF6600"/>
              </a:gs>
              <a:gs pos="100000">
                <a:srgbClr val="008000"/>
              </a:gs>
            </a:gsLst>
            <a:path path="shape">
              <a:fillToRect l="50000" t="50000" r="50000" b="50000"/>
            </a:path>
          </a:gradFill>
          <a:ln w="9525">
            <a:noFill/>
            <a:round/>
          </a:ln>
        </p:spPr>
        <p:txBody>
          <a:bodyPr wrap="none" anchor="ctr"/>
          <a:lstStyle/>
          <a:p>
            <a:endParaRPr lang="zh-CN" altLang="en-US"/>
          </a:p>
        </p:txBody>
      </p:sp>
      <p:sp>
        <p:nvSpPr>
          <p:cNvPr id="206876" name="Text Box 28"/>
          <p:cNvSpPr txBox="1">
            <a:spLocks noChangeArrowheads="1"/>
          </p:cNvSpPr>
          <p:nvPr/>
        </p:nvSpPr>
        <p:spPr bwMode="auto">
          <a:xfrm>
            <a:off x="7953375" y="3692525"/>
            <a:ext cx="398463" cy="457200"/>
          </a:xfrm>
          <a:prstGeom prst="rect">
            <a:avLst/>
          </a:prstGeom>
          <a:noFill/>
          <a:ln w="9525">
            <a:noFill/>
            <a:miter lim="800000"/>
          </a:ln>
        </p:spPr>
        <p:txBody>
          <a:bodyPr>
            <a:spAutoFit/>
          </a:bodyPr>
          <a:lstStyle/>
          <a:p>
            <a:pPr algn="l"/>
            <a:r>
              <a:rPr lang="en-US" altLang="zh-CN" b="1">
                <a:solidFill>
                  <a:schemeClr val="accent2"/>
                </a:solidFill>
                <a:latin typeface="Times New Roman" panose="02020603050405020304" pitchFamily="18" charset="0"/>
              </a:rPr>
              <a:t>r</a:t>
            </a:r>
            <a:endParaRPr lang="en-US" altLang="zh-CN" b="1">
              <a:solidFill>
                <a:schemeClr val="accent2"/>
              </a:solidFill>
              <a:latin typeface="Times New Roman" panose="02020603050405020304" pitchFamily="18" charset="0"/>
            </a:endParaRPr>
          </a:p>
        </p:txBody>
      </p:sp>
      <p:sp>
        <p:nvSpPr>
          <p:cNvPr id="206877" name="Text Box 29"/>
          <p:cNvSpPr txBox="1">
            <a:spLocks noChangeArrowheads="1"/>
          </p:cNvSpPr>
          <p:nvPr/>
        </p:nvSpPr>
        <p:spPr bwMode="auto">
          <a:xfrm>
            <a:off x="5867400" y="3500438"/>
            <a:ext cx="701675" cy="457200"/>
          </a:xfrm>
          <a:prstGeom prst="rect">
            <a:avLst/>
          </a:prstGeom>
          <a:noFill/>
          <a:ln w="9525">
            <a:noFill/>
            <a:miter lim="800000"/>
          </a:ln>
        </p:spPr>
        <p:txBody>
          <a:bodyPr>
            <a:spAutoFit/>
          </a:bodyPr>
          <a:lstStyle/>
          <a:p>
            <a:pPr algn="l"/>
            <a:r>
              <a:rPr lang="en-US" altLang="zh-CN" b="1">
                <a:solidFill>
                  <a:srgbClr val="FF0000"/>
                </a:solidFill>
                <a:latin typeface="Times New Roman" panose="02020603050405020304" pitchFamily="18" charset="0"/>
              </a:rPr>
              <a:t>M</a:t>
            </a:r>
            <a:endParaRPr lang="en-US" altLang="zh-CN" b="1">
              <a:solidFill>
                <a:srgbClr val="FF0000"/>
              </a:solidFill>
              <a:latin typeface="Times New Roman" panose="02020603050405020304" pitchFamily="18" charset="0"/>
            </a:endParaRPr>
          </a:p>
        </p:txBody>
      </p:sp>
      <p:sp>
        <p:nvSpPr>
          <p:cNvPr id="206878" name="Text Box 30"/>
          <p:cNvSpPr txBox="1">
            <a:spLocks noChangeArrowheads="1"/>
          </p:cNvSpPr>
          <p:nvPr/>
        </p:nvSpPr>
        <p:spPr bwMode="auto">
          <a:xfrm>
            <a:off x="7467600" y="3541713"/>
            <a:ext cx="625475" cy="457200"/>
          </a:xfrm>
          <a:prstGeom prst="rect">
            <a:avLst/>
          </a:prstGeom>
          <a:noFill/>
          <a:ln w="9525">
            <a:noFill/>
            <a:miter lim="800000"/>
          </a:ln>
        </p:spPr>
        <p:txBody>
          <a:bodyPr>
            <a:spAutoFit/>
          </a:bodyPr>
          <a:lstStyle/>
          <a:p>
            <a:pPr algn="l"/>
            <a:r>
              <a:rPr lang="en-US" altLang="zh-CN" b="1">
                <a:solidFill>
                  <a:srgbClr val="FF0000"/>
                </a:solidFill>
                <a:latin typeface="Times New Roman" panose="02020603050405020304" pitchFamily="18" charset="0"/>
              </a:rPr>
              <a:t>m</a:t>
            </a:r>
            <a:endParaRPr lang="en-US" altLang="zh-CN" b="1">
              <a:solidFill>
                <a:srgbClr val="FF0000"/>
              </a:solidFill>
              <a:latin typeface="Times New Roman" panose="02020603050405020304" pitchFamily="18" charset="0"/>
            </a:endParaRPr>
          </a:p>
        </p:txBody>
      </p:sp>
      <p:sp>
        <p:nvSpPr>
          <p:cNvPr id="206879" name="Line 31"/>
          <p:cNvSpPr>
            <a:spLocks noChangeShapeType="1"/>
          </p:cNvSpPr>
          <p:nvPr/>
        </p:nvSpPr>
        <p:spPr bwMode="auto">
          <a:xfrm flipH="1">
            <a:off x="7102475" y="4151313"/>
            <a:ext cx="609600" cy="0"/>
          </a:xfrm>
          <a:prstGeom prst="line">
            <a:avLst/>
          </a:prstGeom>
          <a:noFill/>
          <a:ln w="38100">
            <a:solidFill>
              <a:srgbClr val="FF0000"/>
            </a:solidFill>
            <a:round/>
            <a:tailEnd type="triangle" w="med" len="lg"/>
          </a:ln>
        </p:spPr>
        <p:txBody>
          <a:bodyPr/>
          <a:lstStyle/>
          <a:p>
            <a:endParaRPr lang="zh-CN" altLang="en-US"/>
          </a:p>
        </p:txBody>
      </p:sp>
      <p:graphicFrame>
        <p:nvGraphicFramePr>
          <p:cNvPr id="206880" name="Object 32"/>
          <p:cNvGraphicFramePr>
            <a:graphicFrameLocks noChangeAspect="1"/>
          </p:cNvGraphicFramePr>
          <p:nvPr/>
        </p:nvGraphicFramePr>
        <p:xfrm>
          <a:off x="7181850" y="4238625"/>
          <a:ext cx="269875" cy="306388"/>
        </p:xfrm>
        <a:graphic>
          <a:graphicData uri="http://schemas.openxmlformats.org/presentationml/2006/ole">
            <mc:AlternateContent xmlns:mc="http://schemas.openxmlformats.org/markup-compatibility/2006">
              <mc:Choice xmlns:v="urn:schemas-microsoft-com:vml" Requires="v">
                <p:oleObj spid="_x0000_s39944" name="公式" r:id="rId13" imgW="3962400" imgH="4572000" progId="Equation.3">
                  <p:embed/>
                </p:oleObj>
              </mc:Choice>
              <mc:Fallback>
                <p:oleObj name="公式" r:id="rId13" imgW="3962400" imgH="4572000" progId="Equation.3">
                  <p:embed/>
                  <p:pic>
                    <p:nvPicPr>
                      <p:cNvPr id="0" name="Object 32"/>
                      <p:cNvPicPr>
                        <a:picLocks noChangeAspect="1"/>
                      </p:cNvPicPr>
                      <p:nvPr/>
                    </p:nvPicPr>
                    <p:blipFill>
                      <a:blip r:embed="rId14"/>
                      <a:stretch>
                        <a:fillRect/>
                      </a:stretch>
                    </p:blipFill>
                    <p:spPr>
                      <a:xfrm>
                        <a:off x="7181850" y="4238625"/>
                        <a:ext cx="269875" cy="306388"/>
                      </a:xfrm>
                      <a:prstGeom prst="rect">
                        <a:avLst/>
                      </a:prstGeom>
                      <a:noFill/>
                      <a:ln w="9525">
                        <a:noFill/>
                      </a:ln>
                    </p:spPr>
                  </p:pic>
                </p:oleObj>
              </mc:Fallback>
            </mc:AlternateContent>
          </a:graphicData>
        </a:graphic>
      </p:graphicFrame>
      <p:sp>
        <p:nvSpPr>
          <p:cNvPr id="206881" name="Oval 33"/>
          <p:cNvSpPr>
            <a:spLocks noChangeArrowheads="1"/>
          </p:cNvSpPr>
          <p:nvPr/>
        </p:nvSpPr>
        <p:spPr bwMode="auto">
          <a:xfrm>
            <a:off x="5830888" y="3859213"/>
            <a:ext cx="609600" cy="609600"/>
          </a:xfrm>
          <a:prstGeom prst="ellipse">
            <a:avLst/>
          </a:prstGeom>
          <a:noFill/>
          <a:ln w="28575">
            <a:solidFill>
              <a:srgbClr val="CC0000"/>
            </a:solidFill>
            <a:prstDash val="dash"/>
            <a:round/>
          </a:ln>
        </p:spPr>
        <p:txBody>
          <a:bodyPr wrap="none" anchor="ctr"/>
          <a:lstStyle/>
          <a:p>
            <a:endParaRPr lang="zh-CN" altLang="en-US"/>
          </a:p>
        </p:txBody>
      </p:sp>
      <p:sp>
        <p:nvSpPr>
          <p:cNvPr id="206882" name="Oval 34"/>
          <p:cNvSpPr>
            <a:spLocks noChangeArrowheads="1"/>
          </p:cNvSpPr>
          <p:nvPr/>
        </p:nvSpPr>
        <p:spPr bwMode="auto">
          <a:xfrm>
            <a:off x="5602288" y="3576638"/>
            <a:ext cx="1066800" cy="1143000"/>
          </a:xfrm>
          <a:prstGeom prst="ellipse">
            <a:avLst/>
          </a:prstGeom>
          <a:noFill/>
          <a:ln w="28575">
            <a:solidFill>
              <a:srgbClr val="CC0000"/>
            </a:solidFill>
            <a:prstDash val="dash"/>
            <a:round/>
          </a:ln>
        </p:spPr>
        <p:txBody>
          <a:bodyPr wrap="none" anchor="ctr"/>
          <a:lstStyle/>
          <a:p>
            <a:endParaRPr lang="zh-CN" altLang="en-US"/>
          </a:p>
        </p:txBody>
      </p:sp>
      <p:sp>
        <p:nvSpPr>
          <p:cNvPr id="206883" name="Oval 35"/>
          <p:cNvSpPr>
            <a:spLocks noChangeArrowheads="1"/>
          </p:cNvSpPr>
          <p:nvPr/>
        </p:nvSpPr>
        <p:spPr bwMode="auto">
          <a:xfrm>
            <a:off x="5221288" y="3255963"/>
            <a:ext cx="1828800" cy="1828800"/>
          </a:xfrm>
          <a:prstGeom prst="ellipse">
            <a:avLst/>
          </a:prstGeom>
          <a:noFill/>
          <a:ln w="28575">
            <a:solidFill>
              <a:srgbClr val="CC0000"/>
            </a:solidFill>
            <a:prstDash val="dash"/>
            <a:round/>
          </a:ln>
        </p:spPr>
        <p:txBody>
          <a:bodyPr wrap="none" anchor="ctr"/>
          <a:lstStyle/>
          <a:p>
            <a:endParaRPr lang="zh-CN" altLang="en-US"/>
          </a:p>
        </p:txBody>
      </p:sp>
      <p:sp>
        <p:nvSpPr>
          <p:cNvPr id="206884" name="Text Box 36"/>
          <p:cNvSpPr txBox="1">
            <a:spLocks noChangeArrowheads="1"/>
          </p:cNvSpPr>
          <p:nvPr/>
        </p:nvSpPr>
        <p:spPr bwMode="auto">
          <a:xfrm>
            <a:off x="4484688" y="4619625"/>
            <a:ext cx="1212850" cy="396875"/>
          </a:xfrm>
          <a:prstGeom prst="rect">
            <a:avLst/>
          </a:prstGeom>
          <a:noFill/>
          <a:ln w="9525">
            <a:noFill/>
            <a:miter lim="800000"/>
          </a:ln>
        </p:spPr>
        <p:txBody>
          <a:bodyPr>
            <a:spAutoFit/>
          </a:bodyPr>
          <a:lstStyle/>
          <a:p>
            <a:pPr algn="l"/>
            <a:r>
              <a:rPr lang="zh-CN" altLang="en-US" sz="2000" b="1" i="0">
                <a:solidFill>
                  <a:srgbClr val="CC0000"/>
                </a:solidFill>
                <a:latin typeface="宋体" panose="02010600030101010101" pitchFamily="2" charset="-122"/>
              </a:rPr>
              <a:t>等势面</a:t>
            </a:r>
            <a:endParaRPr lang="zh-CN" altLang="en-US" sz="2000" b="1" i="0">
              <a:solidFill>
                <a:srgbClr val="CC0000"/>
              </a:solidFill>
              <a:latin typeface="宋体" panose="02010600030101010101" pitchFamily="2" charset="-122"/>
            </a:endParaRPr>
          </a:p>
        </p:txBody>
      </p:sp>
      <p:graphicFrame>
        <p:nvGraphicFramePr>
          <p:cNvPr id="206885" name="Object 37"/>
          <p:cNvGraphicFramePr>
            <a:graphicFrameLocks noChangeAspect="1"/>
          </p:cNvGraphicFramePr>
          <p:nvPr/>
        </p:nvGraphicFramePr>
        <p:xfrm>
          <a:off x="1016000" y="3651250"/>
          <a:ext cx="2408238" cy="731838"/>
        </p:xfrm>
        <a:graphic>
          <a:graphicData uri="http://schemas.openxmlformats.org/presentationml/2006/ole">
            <mc:AlternateContent xmlns:mc="http://schemas.openxmlformats.org/markup-compatibility/2006">
              <mc:Choice xmlns:v="urn:schemas-microsoft-com:vml" Requires="v">
                <p:oleObj spid="_x0000_s39945" name="公式" r:id="rId15" imgW="32004000" imgH="9753600" progId="Equation.3">
                  <p:embed/>
                </p:oleObj>
              </mc:Choice>
              <mc:Fallback>
                <p:oleObj name="公式" r:id="rId15" imgW="32004000" imgH="9753600" progId="Equation.3">
                  <p:embed/>
                  <p:pic>
                    <p:nvPicPr>
                      <p:cNvPr id="0" name="Object 37"/>
                      <p:cNvPicPr>
                        <a:picLocks noChangeAspect="1"/>
                      </p:cNvPicPr>
                      <p:nvPr/>
                    </p:nvPicPr>
                    <p:blipFill>
                      <a:blip r:embed="rId16"/>
                      <a:stretch>
                        <a:fillRect/>
                      </a:stretch>
                    </p:blipFill>
                    <p:spPr>
                      <a:xfrm>
                        <a:off x="1016000" y="3651250"/>
                        <a:ext cx="2408238" cy="731838"/>
                      </a:xfrm>
                      <a:prstGeom prst="rect">
                        <a:avLst/>
                      </a:prstGeom>
                      <a:noFill/>
                      <a:ln w="9525">
                        <a:noFill/>
                      </a:ln>
                    </p:spPr>
                  </p:pic>
                </p:oleObj>
              </mc:Fallback>
            </mc:AlternateContent>
          </a:graphicData>
        </a:graphic>
      </p:graphicFrame>
      <p:graphicFrame>
        <p:nvGraphicFramePr>
          <p:cNvPr id="206886" name="Object 38"/>
          <p:cNvGraphicFramePr>
            <a:graphicFrameLocks noChangeAspect="1"/>
          </p:cNvGraphicFramePr>
          <p:nvPr/>
        </p:nvGraphicFramePr>
        <p:xfrm>
          <a:off x="1466850" y="4464050"/>
          <a:ext cx="1255713" cy="730250"/>
        </p:xfrm>
        <a:graphic>
          <a:graphicData uri="http://schemas.openxmlformats.org/presentationml/2006/ole">
            <mc:AlternateContent xmlns:mc="http://schemas.openxmlformats.org/markup-compatibility/2006">
              <mc:Choice xmlns:v="urn:schemas-microsoft-com:vml" Requires="v">
                <p:oleObj spid="_x0000_s39946" name="公式" r:id="rId17" imgW="16764000" imgH="9753600" progId="Equation.3">
                  <p:embed/>
                </p:oleObj>
              </mc:Choice>
              <mc:Fallback>
                <p:oleObj name="公式" r:id="rId17" imgW="16764000" imgH="9753600" progId="Equation.3">
                  <p:embed/>
                  <p:pic>
                    <p:nvPicPr>
                      <p:cNvPr id="0" name="Object 38"/>
                      <p:cNvPicPr>
                        <a:picLocks noChangeAspect="1"/>
                      </p:cNvPicPr>
                      <p:nvPr/>
                    </p:nvPicPr>
                    <p:blipFill>
                      <a:blip r:embed="rId18"/>
                      <a:stretch>
                        <a:fillRect/>
                      </a:stretch>
                    </p:blipFill>
                    <p:spPr>
                      <a:xfrm>
                        <a:off x="1466850" y="4464050"/>
                        <a:ext cx="1255713" cy="730250"/>
                      </a:xfrm>
                      <a:prstGeom prst="rect">
                        <a:avLst/>
                      </a:prstGeom>
                      <a:noFill/>
                      <a:ln w="9525">
                        <a:noFill/>
                      </a:ln>
                    </p:spPr>
                  </p:pic>
                </p:oleObj>
              </mc:Fallback>
            </mc:AlternateContent>
          </a:graphicData>
        </a:graphic>
      </p:graphicFrame>
      <p:sp>
        <p:nvSpPr>
          <p:cNvPr id="206887" name="Text Box 39"/>
          <p:cNvSpPr txBox="1">
            <a:spLocks noChangeArrowheads="1"/>
          </p:cNvSpPr>
          <p:nvPr/>
        </p:nvSpPr>
        <p:spPr bwMode="auto">
          <a:xfrm>
            <a:off x="250825" y="5184775"/>
            <a:ext cx="1866900" cy="457200"/>
          </a:xfrm>
          <a:prstGeom prst="rect">
            <a:avLst/>
          </a:prstGeom>
          <a:noFill/>
          <a:ln w="9525">
            <a:noFill/>
            <a:miter lim="800000"/>
          </a:ln>
        </p:spPr>
        <p:txBody>
          <a:bodyPr wrap="none">
            <a:spAutoFit/>
          </a:bodyPr>
          <a:lstStyle/>
          <a:p>
            <a:pPr algn="l"/>
            <a:r>
              <a:rPr lang="en-US" altLang="zh-CN" b="1" i="0">
                <a:solidFill>
                  <a:srgbClr val="CC0000"/>
                </a:solidFill>
                <a:latin typeface="Times New Roman" panose="02020603050405020304" pitchFamily="18" charset="0"/>
              </a:rPr>
              <a:t>3. </a:t>
            </a:r>
            <a:r>
              <a:rPr lang="zh-CN" altLang="en-US" b="1" i="0">
                <a:solidFill>
                  <a:srgbClr val="CC0000"/>
                </a:solidFill>
                <a:latin typeface="Times New Roman" panose="02020603050405020304" pitchFamily="18" charset="0"/>
              </a:rPr>
              <a:t>弹性势能</a:t>
            </a:r>
            <a:r>
              <a:rPr lang="zh-CN" altLang="en-US" i="0">
                <a:solidFill>
                  <a:srgbClr val="CC0000"/>
                </a:solidFill>
                <a:latin typeface="Times New Roman" panose="02020603050405020304" pitchFamily="18" charset="0"/>
              </a:rPr>
              <a:t> </a:t>
            </a:r>
            <a:endParaRPr lang="zh-CN" altLang="en-US" i="0">
              <a:solidFill>
                <a:srgbClr val="CC0000"/>
              </a:solidFill>
              <a:latin typeface="Times New Roman" panose="02020603050405020304" pitchFamily="18" charset="0"/>
            </a:endParaRPr>
          </a:p>
        </p:txBody>
      </p:sp>
      <p:graphicFrame>
        <p:nvGraphicFramePr>
          <p:cNvPr id="206888" name="Object 40"/>
          <p:cNvGraphicFramePr>
            <a:graphicFrameLocks noChangeAspect="1"/>
          </p:cNvGraphicFramePr>
          <p:nvPr/>
        </p:nvGraphicFramePr>
        <p:xfrm>
          <a:off x="927100" y="5768975"/>
          <a:ext cx="1939925" cy="593725"/>
        </p:xfrm>
        <a:graphic>
          <a:graphicData uri="http://schemas.openxmlformats.org/presentationml/2006/ole">
            <mc:AlternateContent xmlns:mc="http://schemas.openxmlformats.org/markup-compatibility/2006">
              <mc:Choice xmlns:v="urn:schemas-microsoft-com:vml" Requires="v">
                <p:oleObj spid="_x0000_s39947" name="公式" r:id="rId19" imgW="25908000" imgH="7924800" progId="Equation.3">
                  <p:embed/>
                </p:oleObj>
              </mc:Choice>
              <mc:Fallback>
                <p:oleObj name="公式" r:id="rId19" imgW="25908000" imgH="7924800" progId="Equation.3">
                  <p:embed/>
                  <p:pic>
                    <p:nvPicPr>
                      <p:cNvPr id="0" name="Object 40"/>
                      <p:cNvPicPr>
                        <a:picLocks noChangeAspect="1"/>
                      </p:cNvPicPr>
                      <p:nvPr/>
                    </p:nvPicPr>
                    <p:blipFill>
                      <a:blip r:embed="rId20"/>
                      <a:stretch>
                        <a:fillRect/>
                      </a:stretch>
                    </p:blipFill>
                    <p:spPr>
                      <a:xfrm>
                        <a:off x="927100" y="5768975"/>
                        <a:ext cx="1939925" cy="593725"/>
                      </a:xfrm>
                      <a:prstGeom prst="rect">
                        <a:avLst/>
                      </a:prstGeom>
                      <a:noFill/>
                      <a:ln w="9525">
                        <a:noFill/>
                      </a:ln>
                    </p:spPr>
                  </p:pic>
                </p:oleObj>
              </mc:Fallback>
            </mc:AlternateContent>
          </a:graphicData>
        </a:graphic>
      </p:graphicFrame>
      <p:graphicFrame>
        <p:nvGraphicFramePr>
          <p:cNvPr id="206889" name="Object 41"/>
          <p:cNvGraphicFramePr>
            <a:graphicFrameLocks noChangeAspect="1"/>
          </p:cNvGraphicFramePr>
          <p:nvPr/>
        </p:nvGraphicFramePr>
        <p:xfrm>
          <a:off x="2936875" y="5678488"/>
          <a:ext cx="914400" cy="731837"/>
        </p:xfrm>
        <a:graphic>
          <a:graphicData uri="http://schemas.openxmlformats.org/presentationml/2006/ole">
            <mc:AlternateContent xmlns:mc="http://schemas.openxmlformats.org/markup-compatibility/2006">
              <mc:Choice xmlns:v="urn:schemas-microsoft-com:vml" Requires="v">
                <p:oleObj spid="_x0000_s39948" name="公式" r:id="rId21" imgW="12192000" imgH="9753600" progId="Equation.3">
                  <p:embed/>
                </p:oleObj>
              </mc:Choice>
              <mc:Fallback>
                <p:oleObj name="公式" r:id="rId21" imgW="12192000" imgH="9753600" progId="Equation.3">
                  <p:embed/>
                  <p:pic>
                    <p:nvPicPr>
                      <p:cNvPr id="0" name="Object 41"/>
                      <p:cNvPicPr>
                        <a:picLocks noChangeAspect="1"/>
                      </p:cNvPicPr>
                      <p:nvPr/>
                    </p:nvPicPr>
                    <p:blipFill>
                      <a:blip r:embed="rId22"/>
                      <a:stretch>
                        <a:fillRect/>
                      </a:stretch>
                    </p:blipFill>
                    <p:spPr>
                      <a:xfrm>
                        <a:off x="2936875" y="5678488"/>
                        <a:ext cx="914400" cy="731837"/>
                      </a:xfrm>
                      <a:prstGeom prst="rect">
                        <a:avLst/>
                      </a:prstGeom>
                      <a:noFill/>
                      <a:ln w="9525">
                        <a:noFill/>
                      </a:ln>
                    </p:spPr>
                  </p:pic>
                </p:oleObj>
              </mc:Fallback>
            </mc:AlternateContent>
          </a:graphicData>
        </a:graphic>
      </p:graphicFrame>
      <p:grpSp>
        <p:nvGrpSpPr>
          <p:cNvPr id="3" name="Group 42"/>
          <p:cNvGrpSpPr/>
          <p:nvPr/>
        </p:nvGrpSpPr>
        <p:grpSpPr bwMode="auto">
          <a:xfrm>
            <a:off x="6115050" y="5338763"/>
            <a:ext cx="2546350" cy="696912"/>
            <a:chOff x="3852" y="3180"/>
            <a:chExt cx="1604" cy="439"/>
          </a:xfrm>
        </p:grpSpPr>
        <p:sp>
          <p:nvSpPr>
            <p:cNvPr id="40020" name="Line 43"/>
            <p:cNvSpPr>
              <a:spLocks noChangeShapeType="1"/>
            </p:cNvSpPr>
            <p:nvPr/>
          </p:nvSpPr>
          <p:spPr bwMode="auto">
            <a:xfrm>
              <a:off x="4006" y="3619"/>
              <a:ext cx="1392" cy="0"/>
            </a:xfrm>
            <a:prstGeom prst="line">
              <a:avLst/>
            </a:prstGeom>
            <a:noFill/>
            <a:ln w="28575">
              <a:solidFill>
                <a:schemeClr val="accent2"/>
              </a:solidFill>
              <a:round/>
              <a:tailEnd type="triangle" w="med" len="lg"/>
            </a:ln>
          </p:spPr>
          <p:txBody>
            <a:bodyPr/>
            <a:lstStyle/>
            <a:p>
              <a:endParaRPr lang="zh-CN" altLang="en-US"/>
            </a:p>
          </p:txBody>
        </p:sp>
        <p:sp>
          <p:nvSpPr>
            <p:cNvPr id="40021" name="Text Box 44"/>
            <p:cNvSpPr txBox="1">
              <a:spLocks noChangeArrowheads="1"/>
            </p:cNvSpPr>
            <p:nvPr/>
          </p:nvSpPr>
          <p:spPr bwMode="auto">
            <a:xfrm>
              <a:off x="3852" y="3180"/>
              <a:ext cx="255"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O</a:t>
              </a:r>
              <a:endParaRPr lang="en-US" altLang="zh-CN" b="1">
                <a:solidFill>
                  <a:schemeClr val="accent2"/>
                </a:solidFill>
                <a:latin typeface="Times New Roman" panose="02020603050405020304" pitchFamily="18" charset="0"/>
              </a:endParaRPr>
            </a:p>
          </p:txBody>
        </p:sp>
        <p:sp>
          <p:nvSpPr>
            <p:cNvPr id="40022" name="Text Box 45"/>
            <p:cNvSpPr txBox="1">
              <a:spLocks noChangeArrowheads="1"/>
            </p:cNvSpPr>
            <p:nvPr/>
          </p:nvSpPr>
          <p:spPr bwMode="auto">
            <a:xfrm>
              <a:off x="5244" y="3228"/>
              <a:ext cx="212" cy="288"/>
            </a:xfrm>
            <a:prstGeom prst="rect">
              <a:avLst/>
            </a:prstGeom>
            <a:noFill/>
            <a:ln w="9525">
              <a:noFill/>
              <a:miter lim="800000"/>
            </a:ln>
          </p:spPr>
          <p:txBody>
            <a:bodyPr wrap="none">
              <a:spAutoFit/>
            </a:bodyPr>
            <a:lstStyle/>
            <a:p>
              <a:pPr algn="l"/>
              <a:r>
                <a:rPr lang="en-US" altLang="zh-CN" b="1">
                  <a:solidFill>
                    <a:schemeClr val="accent2"/>
                  </a:solidFill>
                  <a:latin typeface="Times New Roman" panose="02020603050405020304" pitchFamily="18" charset="0"/>
                </a:rPr>
                <a:t>x</a:t>
              </a:r>
              <a:endParaRPr lang="en-US" altLang="zh-CN" b="1">
                <a:solidFill>
                  <a:schemeClr val="accent2"/>
                </a:solidFill>
                <a:latin typeface="Times New Roman" panose="02020603050405020304" pitchFamily="18" charset="0"/>
              </a:endParaRPr>
            </a:p>
          </p:txBody>
        </p:sp>
      </p:grpSp>
      <p:sp>
        <p:nvSpPr>
          <p:cNvPr id="206894" name="Line 46"/>
          <p:cNvSpPr>
            <a:spLocks noChangeShapeType="1"/>
          </p:cNvSpPr>
          <p:nvPr/>
        </p:nvSpPr>
        <p:spPr bwMode="auto">
          <a:xfrm flipH="1">
            <a:off x="6775450" y="6038850"/>
            <a:ext cx="762000" cy="0"/>
          </a:xfrm>
          <a:prstGeom prst="line">
            <a:avLst/>
          </a:prstGeom>
          <a:noFill/>
          <a:ln w="57150">
            <a:solidFill>
              <a:srgbClr val="FF3300"/>
            </a:solidFill>
            <a:round/>
            <a:tailEnd type="triangle" w="med" len="lg"/>
          </a:ln>
        </p:spPr>
        <p:txBody>
          <a:bodyPr/>
          <a:lstStyle/>
          <a:p>
            <a:endParaRPr lang="zh-CN" altLang="en-US"/>
          </a:p>
        </p:txBody>
      </p:sp>
      <p:graphicFrame>
        <p:nvGraphicFramePr>
          <p:cNvPr id="206895" name="Object 47"/>
          <p:cNvGraphicFramePr>
            <a:graphicFrameLocks noChangeAspect="1"/>
          </p:cNvGraphicFramePr>
          <p:nvPr/>
        </p:nvGraphicFramePr>
        <p:xfrm>
          <a:off x="6851650" y="5454650"/>
          <a:ext cx="269875" cy="306388"/>
        </p:xfrm>
        <a:graphic>
          <a:graphicData uri="http://schemas.openxmlformats.org/presentationml/2006/ole">
            <mc:AlternateContent xmlns:mc="http://schemas.openxmlformats.org/markup-compatibility/2006">
              <mc:Choice xmlns:v="urn:schemas-microsoft-com:vml" Requires="v">
                <p:oleObj spid="_x0000_s39949" name="公式" r:id="rId23" imgW="3962400" imgH="4572000" progId="Equation.3">
                  <p:embed/>
                </p:oleObj>
              </mc:Choice>
              <mc:Fallback>
                <p:oleObj name="公式" r:id="rId23" imgW="3962400" imgH="4572000" progId="Equation.3">
                  <p:embed/>
                  <p:pic>
                    <p:nvPicPr>
                      <p:cNvPr id="0" name="Object 47"/>
                      <p:cNvPicPr>
                        <a:picLocks noChangeAspect="1"/>
                      </p:cNvPicPr>
                      <p:nvPr/>
                    </p:nvPicPr>
                    <p:blipFill>
                      <a:blip r:embed="rId24"/>
                      <a:stretch>
                        <a:fillRect/>
                      </a:stretch>
                    </p:blipFill>
                    <p:spPr>
                      <a:xfrm>
                        <a:off x="6851650" y="5454650"/>
                        <a:ext cx="269875" cy="306388"/>
                      </a:xfrm>
                      <a:prstGeom prst="rect">
                        <a:avLst/>
                      </a:prstGeom>
                      <a:noFill/>
                      <a:ln w="9525">
                        <a:noFill/>
                      </a:ln>
                    </p:spPr>
                  </p:pic>
                </p:oleObj>
              </mc:Fallback>
            </mc:AlternateContent>
          </a:graphicData>
        </a:graphic>
      </p:graphicFrame>
      <p:grpSp>
        <p:nvGrpSpPr>
          <p:cNvPr id="4" name="Group 48"/>
          <p:cNvGrpSpPr/>
          <p:nvPr/>
        </p:nvGrpSpPr>
        <p:grpSpPr bwMode="auto">
          <a:xfrm>
            <a:off x="4706938" y="5589588"/>
            <a:ext cx="3586162" cy="733425"/>
            <a:chOff x="2889" y="164"/>
            <a:chExt cx="2259" cy="462"/>
          </a:xfrm>
        </p:grpSpPr>
        <p:grpSp>
          <p:nvGrpSpPr>
            <p:cNvPr id="39988" name="Group 49"/>
            <p:cNvGrpSpPr/>
            <p:nvPr/>
          </p:nvGrpSpPr>
          <p:grpSpPr bwMode="auto">
            <a:xfrm>
              <a:off x="3056" y="328"/>
              <a:ext cx="1593" cy="191"/>
              <a:chOff x="2200" y="544"/>
              <a:chExt cx="1232" cy="191"/>
            </a:xfrm>
          </p:grpSpPr>
          <p:sp>
            <p:nvSpPr>
              <p:cNvPr id="39998" name="Freeform 50"/>
              <p:cNvSpPr/>
              <p:nvPr/>
            </p:nvSpPr>
            <p:spPr bwMode="auto">
              <a:xfrm>
                <a:off x="2350" y="544"/>
                <a:ext cx="89" cy="191"/>
              </a:xfrm>
              <a:custGeom>
                <a:avLst/>
                <a:gdLst>
                  <a:gd name="T0" fmla="*/ 0 w 89"/>
                  <a:gd name="T1" fmla="*/ 18 h 191"/>
                  <a:gd name="T2" fmla="*/ 29 w 89"/>
                  <a:gd name="T3" fmla="*/ 24 h 191"/>
                  <a:gd name="T4" fmla="*/ 47 w 89"/>
                  <a:gd name="T5" fmla="*/ 42 h 191"/>
                  <a:gd name="T6" fmla="*/ 59 w 89"/>
                  <a:gd name="T7" fmla="*/ 66 h 191"/>
                  <a:gd name="T8" fmla="*/ 65 w 89"/>
                  <a:gd name="T9" fmla="*/ 96 h 191"/>
                  <a:gd name="T10" fmla="*/ 65 w 89"/>
                  <a:gd name="T11" fmla="*/ 126 h 191"/>
                  <a:gd name="T12" fmla="*/ 65 w 89"/>
                  <a:gd name="T13" fmla="*/ 149 h 191"/>
                  <a:gd name="T14" fmla="*/ 59 w 89"/>
                  <a:gd name="T15" fmla="*/ 167 h 191"/>
                  <a:gd name="T16" fmla="*/ 47 w 89"/>
                  <a:gd name="T17" fmla="*/ 173 h 191"/>
                  <a:gd name="T18" fmla="*/ 47 w 89"/>
                  <a:gd name="T19" fmla="*/ 191 h 191"/>
                  <a:gd name="T20" fmla="*/ 65 w 89"/>
                  <a:gd name="T21" fmla="*/ 179 h 191"/>
                  <a:gd name="T22" fmla="*/ 83 w 89"/>
                  <a:gd name="T23" fmla="*/ 155 h 191"/>
                  <a:gd name="T24" fmla="*/ 89 w 89"/>
                  <a:gd name="T25" fmla="*/ 126 h 191"/>
                  <a:gd name="T26" fmla="*/ 89 w 89"/>
                  <a:gd name="T27" fmla="*/ 96 h 191"/>
                  <a:gd name="T28" fmla="*/ 77 w 89"/>
                  <a:gd name="T29" fmla="*/ 60 h 191"/>
                  <a:gd name="T30" fmla="*/ 59 w 89"/>
                  <a:gd name="T31" fmla="*/ 30 h 191"/>
                  <a:gd name="T32" fmla="*/ 35 w 89"/>
                  <a:gd name="T33" fmla="*/ 12 h 191"/>
                  <a:gd name="T34" fmla="*/ 0 w 89"/>
                  <a:gd name="T35" fmla="*/ 0 h 191"/>
                  <a:gd name="T36" fmla="*/ 0 w 89"/>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191"/>
                  <a:gd name="T59" fmla="*/ 89 w 89"/>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191">
                    <a:moveTo>
                      <a:pt x="0" y="18"/>
                    </a:moveTo>
                    <a:lnTo>
                      <a:pt x="29" y="24"/>
                    </a:lnTo>
                    <a:lnTo>
                      <a:pt x="47" y="42"/>
                    </a:lnTo>
                    <a:lnTo>
                      <a:pt x="59" y="66"/>
                    </a:lnTo>
                    <a:lnTo>
                      <a:pt x="65" y="96"/>
                    </a:lnTo>
                    <a:lnTo>
                      <a:pt x="65" y="126"/>
                    </a:lnTo>
                    <a:lnTo>
                      <a:pt x="65" y="149"/>
                    </a:lnTo>
                    <a:lnTo>
                      <a:pt x="59" y="167"/>
                    </a:lnTo>
                    <a:lnTo>
                      <a:pt x="47" y="173"/>
                    </a:lnTo>
                    <a:lnTo>
                      <a:pt x="47" y="191"/>
                    </a:lnTo>
                    <a:lnTo>
                      <a:pt x="65" y="179"/>
                    </a:lnTo>
                    <a:lnTo>
                      <a:pt x="83" y="155"/>
                    </a:lnTo>
                    <a:lnTo>
                      <a:pt x="89" y="126"/>
                    </a:lnTo>
                    <a:lnTo>
                      <a:pt x="89" y="96"/>
                    </a:lnTo>
                    <a:lnTo>
                      <a:pt x="77" y="60"/>
                    </a:lnTo>
                    <a:lnTo>
                      <a:pt x="59" y="30"/>
                    </a:lnTo>
                    <a:lnTo>
                      <a:pt x="35"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39999" name="Freeform 51"/>
              <p:cNvSpPr>
                <a:spLocks noEditPoints="1"/>
              </p:cNvSpPr>
              <p:nvPr/>
            </p:nvSpPr>
            <p:spPr bwMode="auto">
              <a:xfrm>
                <a:off x="2367" y="544"/>
                <a:ext cx="84" cy="191"/>
              </a:xfrm>
              <a:custGeom>
                <a:avLst/>
                <a:gdLst>
                  <a:gd name="T0" fmla="*/ 30 w 84"/>
                  <a:gd name="T1" fmla="*/ 173 h 191"/>
                  <a:gd name="T2" fmla="*/ 24 w 84"/>
                  <a:gd name="T3" fmla="*/ 167 h 191"/>
                  <a:gd name="T4" fmla="*/ 18 w 84"/>
                  <a:gd name="T5" fmla="*/ 149 h 191"/>
                  <a:gd name="T6" fmla="*/ 18 w 84"/>
                  <a:gd name="T7" fmla="*/ 126 h 191"/>
                  <a:gd name="T8" fmla="*/ 18 w 84"/>
                  <a:gd name="T9" fmla="*/ 96 h 191"/>
                  <a:gd name="T10" fmla="*/ 24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0 w 84"/>
                  <a:gd name="T31" fmla="*/ 155 h 191"/>
                  <a:gd name="T32" fmla="*/ 12 w 84"/>
                  <a:gd name="T33" fmla="*/ 179 h 191"/>
                  <a:gd name="T34" fmla="*/ 30 w 84"/>
                  <a:gd name="T35" fmla="*/ 191 h 191"/>
                  <a:gd name="T36" fmla="*/ 30 w 84"/>
                  <a:gd name="T37" fmla="*/ 173 h 191"/>
                  <a:gd name="T38" fmla="*/ 30 w 84"/>
                  <a:gd name="T39" fmla="*/ 191 h 191"/>
                  <a:gd name="T40" fmla="*/ 30 w 84"/>
                  <a:gd name="T41" fmla="*/ 191 h 191"/>
                  <a:gd name="T42" fmla="*/ 30 w 84"/>
                  <a:gd name="T43" fmla="*/ 179 h 191"/>
                  <a:gd name="T44" fmla="*/ 30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0" y="173"/>
                    </a:moveTo>
                    <a:lnTo>
                      <a:pt x="24" y="167"/>
                    </a:lnTo>
                    <a:lnTo>
                      <a:pt x="18" y="149"/>
                    </a:lnTo>
                    <a:lnTo>
                      <a:pt x="18" y="126"/>
                    </a:lnTo>
                    <a:lnTo>
                      <a:pt x="18" y="96"/>
                    </a:lnTo>
                    <a:lnTo>
                      <a:pt x="24" y="66"/>
                    </a:lnTo>
                    <a:lnTo>
                      <a:pt x="42" y="42"/>
                    </a:lnTo>
                    <a:lnTo>
                      <a:pt x="60" y="24"/>
                    </a:lnTo>
                    <a:lnTo>
                      <a:pt x="84" y="18"/>
                    </a:lnTo>
                    <a:lnTo>
                      <a:pt x="84" y="0"/>
                    </a:lnTo>
                    <a:lnTo>
                      <a:pt x="54" y="12"/>
                    </a:lnTo>
                    <a:lnTo>
                      <a:pt x="30" y="30"/>
                    </a:lnTo>
                    <a:lnTo>
                      <a:pt x="12" y="60"/>
                    </a:lnTo>
                    <a:lnTo>
                      <a:pt x="0" y="96"/>
                    </a:lnTo>
                    <a:lnTo>
                      <a:pt x="0" y="126"/>
                    </a:lnTo>
                    <a:lnTo>
                      <a:pt x="0" y="155"/>
                    </a:lnTo>
                    <a:lnTo>
                      <a:pt x="12" y="179"/>
                    </a:lnTo>
                    <a:lnTo>
                      <a:pt x="30" y="191"/>
                    </a:lnTo>
                    <a:lnTo>
                      <a:pt x="30" y="173"/>
                    </a:lnTo>
                    <a:close/>
                    <a:moveTo>
                      <a:pt x="30" y="191"/>
                    </a:moveTo>
                    <a:lnTo>
                      <a:pt x="30" y="191"/>
                    </a:lnTo>
                    <a:lnTo>
                      <a:pt x="30" y="179"/>
                    </a:lnTo>
                    <a:lnTo>
                      <a:pt x="30" y="191"/>
                    </a:lnTo>
                    <a:close/>
                  </a:path>
                </a:pathLst>
              </a:custGeom>
              <a:solidFill>
                <a:srgbClr val="008000"/>
              </a:solidFill>
              <a:ln w="9525">
                <a:solidFill>
                  <a:srgbClr val="008000"/>
                </a:solidFill>
                <a:round/>
              </a:ln>
            </p:spPr>
            <p:txBody>
              <a:bodyPr/>
              <a:lstStyle/>
              <a:p>
                <a:endParaRPr lang="zh-CN" altLang="en-US"/>
              </a:p>
            </p:txBody>
          </p:sp>
          <p:sp>
            <p:nvSpPr>
              <p:cNvPr id="40000" name="Freeform 52"/>
              <p:cNvSpPr/>
              <p:nvPr/>
            </p:nvSpPr>
            <p:spPr bwMode="auto">
              <a:xfrm>
                <a:off x="2451" y="544"/>
                <a:ext cx="84" cy="191"/>
              </a:xfrm>
              <a:custGeom>
                <a:avLst/>
                <a:gdLst>
                  <a:gd name="T0" fmla="*/ 0 w 84"/>
                  <a:gd name="T1" fmla="*/ 18 h 191"/>
                  <a:gd name="T2" fmla="*/ 30 w 84"/>
                  <a:gd name="T3" fmla="*/ 24 h 191"/>
                  <a:gd name="T4" fmla="*/ 48 w 84"/>
                  <a:gd name="T5" fmla="*/ 42 h 191"/>
                  <a:gd name="T6" fmla="*/ 60 w 84"/>
                  <a:gd name="T7" fmla="*/ 66 h 191"/>
                  <a:gd name="T8" fmla="*/ 66 w 84"/>
                  <a:gd name="T9" fmla="*/ 96 h 191"/>
                  <a:gd name="T10" fmla="*/ 66 w 84"/>
                  <a:gd name="T11" fmla="*/ 126 h 191"/>
                  <a:gd name="T12" fmla="*/ 66 w 84"/>
                  <a:gd name="T13" fmla="*/ 149 h 191"/>
                  <a:gd name="T14" fmla="*/ 60 w 84"/>
                  <a:gd name="T15" fmla="*/ 167 h 191"/>
                  <a:gd name="T16" fmla="*/ 48 w 84"/>
                  <a:gd name="T17" fmla="*/ 173 h 191"/>
                  <a:gd name="T18" fmla="*/ 48 w 84"/>
                  <a:gd name="T19" fmla="*/ 191 h 191"/>
                  <a:gd name="T20" fmla="*/ 66 w 84"/>
                  <a:gd name="T21" fmla="*/ 179 h 191"/>
                  <a:gd name="T22" fmla="*/ 78 w 84"/>
                  <a:gd name="T23" fmla="*/ 155 h 191"/>
                  <a:gd name="T24" fmla="*/ 84 w 84"/>
                  <a:gd name="T25" fmla="*/ 126 h 191"/>
                  <a:gd name="T26" fmla="*/ 84 w 84"/>
                  <a:gd name="T27" fmla="*/ 96 h 191"/>
                  <a:gd name="T28" fmla="*/ 78 w 84"/>
                  <a:gd name="T29" fmla="*/ 60 h 191"/>
                  <a:gd name="T30" fmla="*/ 60 w 84"/>
                  <a:gd name="T31" fmla="*/ 30 h 191"/>
                  <a:gd name="T32" fmla="*/ 36 w 84"/>
                  <a:gd name="T33" fmla="*/ 12 h 191"/>
                  <a:gd name="T34" fmla="*/ 0 w 84"/>
                  <a:gd name="T35" fmla="*/ 0 h 191"/>
                  <a:gd name="T36" fmla="*/ 0 w 84"/>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4"/>
                  <a:gd name="T58" fmla="*/ 0 h 191"/>
                  <a:gd name="T59" fmla="*/ 84 w 84"/>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4" h="191">
                    <a:moveTo>
                      <a:pt x="0" y="18"/>
                    </a:moveTo>
                    <a:lnTo>
                      <a:pt x="30" y="24"/>
                    </a:lnTo>
                    <a:lnTo>
                      <a:pt x="48" y="42"/>
                    </a:lnTo>
                    <a:lnTo>
                      <a:pt x="60" y="66"/>
                    </a:lnTo>
                    <a:lnTo>
                      <a:pt x="66" y="96"/>
                    </a:lnTo>
                    <a:lnTo>
                      <a:pt x="66" y="126"/>
                    </a:lnTo>
                    <a:lnTo>
                      <a:pt x="66" y="149"/>
                    </a:lnTo>
                    <a:lnTo>
                      <a:pt x="60" y="167"/>
                    </a:lnTo>
                    <a:lnTo>
                      <a:pt x="48" y="173"/>
                    </a:lnTo>
                    <a:lnTo>
                      <a:pt x="48" y="191"/>
                    </a:lnTo>
                    <a:lnTo>
                      <a:pt x="66" y="179"/>
                    </a:lnTo>
                    <a:lnTo>
                      <a:pt x="78" y="155"/>
                    </a:lnTo>
                    <a:lnTo>
                      <a:pt x="84" y="126"/>
                    </a:lnTo>
                    <a:lnTo>
                      <a:pt x="84" y="96"/>
                    </a:lnTo>
                    <a:lnTo>
                      <a:pt x="78" y="60"/>
                    </a:lnTo>
                    <a:lnTo>
                      <a:pt x="60" y="30"/>
                    </a:lnTo>
                    <a:lnTo>
                      <a:pt x="36"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01" name="Freeform 53"/>
              <p:cNvSpPr>
                <a:spLocks noEditPoints="1"/>
              </p:cNvSpPr>
              <p:nvPr/>
            </p:nvSpPr>
            <p:spPr bwMode="auto">
              <a:xfrm>
                <a:off x="2463" y="544"/>
                <a:ext cx="84" cy="191"/>
              </a:xfrm>
              <a:custGeom>
                <a:avLst/>
                <a:gdLst>
                  <a:gd name="T0" fmla="*/ 36 w 84"/>
                  <a:gd name="T1" fmla="*/ 173 h 191"/>
                  <a:gd name="T2" fmla="*/ 24 w 84"/>
                  <a:gd name="T3" fmla="*/ 167 h 191"/>
                  <a:gd name="T4" fmla="*/ 18 w 84"/>
                  <a:gd name="T5" fmla="*/ 149 h 191"/>
                  <a:gd name="T6" fmla="*/ 18 w 84"/>
                  <a:gd name="T7" fmla="*/ 126 h 191"/>
                  <a:gd name="T8" fmla="*/ 24 w 84"/>
                  <a:gd name="T9" fmla="*/ 96 h 191"/>
                  <a:gd name="T10" fmla="*/ 30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8" y="126"/>
                    </a:lnTo>
                    <a:lnTo>
                      <a:pt x="24" y="96"/>
                    </a:lnTo>
                    <a:lnTo>
                      <a:pt x="30" y="66"/>
                    </a:lnTo>
                    <a:lnTo>
                      <a:pt x="42" y="42"/>
                    </a:lnTo>
                    <a:lnTo>
                      <a:pt x="60" y="24"/>
                    </a:lnTo>
                    <a:lnTo>
                      <a:pt x="84" y="18"/>
                    </a:lnTo>
                    <a:lnTo>
                      <a:pt x="84"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02" name="Freeform 54"/>
              <p:cNvSpPr/>
              <p:nvPr/>
            </p:nvSpPr>
            <p:spPr bwMode="auto">
              <a:xfrm>
                <a:off x="2547" y="544"/>
                <a:ext cx="90" cy="191"/>
              </a:xfrm>
              <a:custGeom>
                <a:avLst/>
                <a:gdLst>
                  <a:gd name="T0" fmla="*/ 0 w 90"/>
                  <a:gd name="T1" fmla="*/ 18 h 191"/>
                  <a:gd name="T2" fmla="*/ 30 w 90"/>
                  <a:gd name="T3" fmla="*/ 24 h 191"/>
                  <a:gd name="T4" fmla="*/ 48 w 90"/>
                  <a:gd name="T5" fmla="*/ 42 h 191"/>
                  <a:gd name="T6" fmla="*/ 60 w 90"/>
                  <a:gd name="T7" fmla="*/ 66 h 191"/>
                  <a:gd name="T8" fmla="*/ 66 w 90"/>
                  <a:gd name="T9" fmla="*/ 96 h 191"/>
                  <a:gd name="T10" fmla="*/ 66 w 90"/>
                  <a:gd name="T11" fmla="*/ 126 h 191"/>
                  <a:gd name="T12" fmla="*/ 66 w 90"/>
                  <a:gd name="T13" fmla="*/ 149 h 191"/>
                  <a:gd name="T14" fmla="*/ 60 w 90"/>
                  <a:gd name="T15" fmla="*/ 167 h 191"/>
                  <a:gd name="T16" fmla="*/ 48 w 90"/>
                  <a:gd name="T17" fmla="*/ 173 h 191"/>
                  <a:gd name="T18" fmla="*/ 48 w 90"/>
                  <a:gd name="T19" fmla="*/ 191 h 191"/>
                  <a:gd name="T20" fmla="*/ 66 w 90"/>
                  <a:gd name="T21" fmla="*/ 179 h 191"/>
                  <a:gd name="T22" fmla="*/ 84 w 90"/>
                  <a:gd name="T23" fmla="*/ 155 h 191"/>
                  <a:gd name="T24" fmla="*/ 90 w 90"/>
                  <a:gd name="T25" fmla="*/ 126 h 191"/>
                  <a:gd name="T26" fmla="*/ 90 w 90"/>
                  <a:gd name="T27" fmla="*/ 96 h 191"/>
                  <a:gd name="T28" fmla="*/ 78 w 90"/>
                  <a:gd name="T29" fmla="*/ 60 h 191"/>
                  <a:gd name="T30" fmla="*/ 60 w 90"/>
                  <a:gd name="T31" fmla="*/ 30 h 191"/>
                  <a:gd name="T32" fmla="*/ 36 w 90"/>
                  <a:gd name="T33" fmla="*/ 12 h 191"/>
                  <a:gd name="T34" fmla="*/ 0 w 90"/>
                  <a:gd name="T35" fmla="*/ 0 h 191"/>
                  <a:gd name="T36" fmla="*/ 0 w 90"/>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0"/>
                  <a:gd name="T58" fmla="*/ 0 h 191"/>
                  <a:gd name="T59" fmla="*/ 90 w 90"/>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0" h="191">
                    <a:moveTo>
                      <a:pt x="0" y="18"/>
                    </a:moveTo>
                    <a:lnTo>
                      <a:pt x="30" y="24"/>
                    </a:lnTo>
                    <a:lnTo>
                      <a:pt x="48" y="42"/>
                    </a:lnTo>
                    <a:lnTo>
                      <a:pt x="60" y="66"/>
                    </a:lnTo>
                    <a:lnTo>
                      <a:pt x="66" y="96"/>
                    </a:lnTo>
                    <a:lnTo>
                      <a:pt x="66" y="126"/>
                    </a:lnTo>
                    <a:lnTo>
                      <a:pt x="66" y="149"/>
                    </a:lnTo>
                    <a:lnTo>
                      <a:pt x="60" y="167"/>
                    </a:lnTo>
                    <a:lnTo>
                      <a:pt x="48" y="173"/>
                    </a:lnTo>
                    <a:lnTo>
                      <a:pt x="48" y="191"/>
                    </a:lnTo>
                    <a:lnTo>
                      <a:pt x="66" y="179"/>
                    </a:lnTo>
                    <a:lnTo>
                      <a:pt x="84" y="155"/>
                    </a:lnTo>
                    <a:lnTo>
                      <a:pt x="90" y="126"/>
                    </a:lnTo>
                    <a:lnTo>
                      <a:pt x="90" y="96"/>
                    </a:lnTo>
                    <a:lnTo>
                      <a:pt x="78" y="60"/>
                    </a:lnTo>
                    <a:lnTo>
                      <a:pt x="60" y="30"/>
                    </a:lnTo>
                    <a:lnTo>
                      <a:pt x="36"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03" name="Freeform 55"/>
              <p:cNvSpPr>
                <a:spLocks noEditPoints="1"/>
              </p:cNvSpPr>
              <p:nvPr/>
            </p:nvSpPr>
            <p:spPr bwMode="auto">
              <a:xfrm>
                <a:off x="2559" y="544"/>
                <a:ext cx="84" cy="191"/>
              </a:xfrm>
              <a:custGeom>
                <a:avLst/>
                <a:gdLst>
                  <a:gd name="T0" fmla="*/ 36 w 84"/>
                  <a:gd name="T1" fmla="*/ 173 h 191"/>
                  <a:gd name="T2" fmla="*/ 30 w 84"/>
                  <a:gd name="T3" fmla="*/ 167 h 191"/>
                  <a:gd name="T4" fmla="*/ 24 w 84"/>
                  <a:gd name="T5" fmla="*/ 149 h 191"/>
                  <a:gd name="T6" fmla="*/ 18 w 84"/>
                  <a:gd name="T7" fmla="*/ 126 h 191"/>
                  <a:gd name="T8" fmla="*/ 24 w 84"/>
                  <a:gd name="T9" fmla="*/ 96 h 191"/>
                  <a:gd name="T10" fmla="*/ 30 w 84"/>
                  <a:gd name="T11" fmla="*/ 66 h 191"/>
                  <a:gd name="T12" fmla="*/ 48 w 84"/>
                  <a:gd name="T13" fmla="*/ 42 h 191"/>
                  <a:gd name="T14" fmla="*/ 66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6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30" y="167"/>
                    </a:lnTo>
                    <a:lnTo>
                      <a:pt x="24" y="149"/>
                    </a:lnTo>
                    <a:lnTo>
                      <a:pt x="18" y="126"/>
                    </a:lnTo>
                    <a:lnTo>
                      <a:pt x="24" y="96"/>
                    </a:lnTo>
                    <a:lnTo>
                      <a:pt x="30" y="66"/>
                    </a:lnTo>
                    <a:lnTo>
                      <a:pt x="48" y="42"/>
                    </a:lnTo>
                    <a:lnTo>
                      <a:pt x="66" y="24"/>
                    </a:lnTo>
                    <a:lnTo>
                      <a:pt x="84" y="18"/>
                    </a:lnTo>
                    <a:lnTo>
                      <a:pt x="84" y="0"/>
                    </a:lnTo>
                    <a:lnTo>
                      <a:pt x="54" y="12"/>
                    </a:lnTo>
                    <a:lnTo>
                      <a:pt x="30" y="30"/>
                    </a:lnTo>
                    <a:lnTo>
                      <a:pt x="12" y="60"/>
                    </a:lnTo>
                    <a:lnTo>
                      <a:pt x="6"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04" name="Freeform 56"/>
              <p:cNvSpPr/>
              <p:nvPr/>
            </p:nvSpPr>
            <p:spPr bwMode="auto">
              <a:xfrm>
                <a:off x="2200" y="544"/>
                <a:ext cx="150" cy="191"/>
              </a:xfrm>
              <a:custGeom>
                <a:avLst/>
                <a:gdLst>
                  <a:gd name="T0" fmla="*/ 18 w 150"/>
                  <a:gd name="T1" fmla="*/ 108 h 191"/>
                  <a:gd name="T2" fmla="*/ 30 w 150"/>
                  <a:gd name="T3" fmla="*/ 72 h 191"/>
                  <a:gd name="T4" fmla="*/ 42 w 150"/>
                  <a:gd name="T5" fmla="*/ 42 h 191"/>
                  <a:gd name="T6" fmla="*/ 54 w 150"/>
                  <a:gd name="T7" fmla="*/ 24 h 191"/>
                  <a:gd name="T8" fmla="*/ 66 w 150"/>
                  <a:gd name="T9" fmla="*/ 18 h 191"/>
                  <a:gd name="T10" fmla="*/ 90 w 150"/>
                  <a:gd name="T11" fmla="*/ 30 h 191"/>
                  <a:gd name="T12" fmla="*/ 108 w 150"/>
                  <a:gd name="T13" fmla="*/ 54 h 191"/>
                  <a:gd name="T14" fmla="*/ 126 w 150"/>
                  <a:gd name="T15" fmla="*/ 96 h 191"/>
                  <a:gd name="T16" fmla="*/ 132 w 150"/>
                  <a:gd name="T17" fmla="*/ 132 h 191"/>
                  <a:gd name="T18" fmla="*/ 120 w 150"/>
                  <a:gd name="T19" fmla="*/ 161 h 191"/>
                  <a:gd name="T20" fmla="*/ 114 w 150"/>
                  <a:gd name="T21" fmla="*/ 173 h 191"/>
                  <a:gd name="T22" fmla="*/ 102 w 150"/>
                  <a:gd name="T23" fmla="*/ 173 h 191"/>
                  <a:gd name="T24" fmla="*/ 102 w 150"/>
                  <a:gd name="T25" fmla="*/ 191 h 191"/>
                  <a:gd name="T26" fmla="*/ 126 w 150"/>
                  <a:gd name="T27" fmla="*/ 185 h 191"/>
                  <a:gd name="T28" fmla="*/ 138 w 150"/>
                  <a:gd name="T29" fmla="*/ 173 h 191"/>
                  <a:gd name="T30" fmla="*/ 144 w 150"/>
                  <a:gd name="T31" fmla="*/ 155 h 191"/>
                  <a:gd name="T32" fmla="*/ 150 w 150"/>
                  <a:gd name="T33" fmla="*/ 138 h 191"/>
                  <a:gd name="T34" fmla="*/ 144 w 150"/>
                  <a:gd name="T35" fmla="*/ 90 h 191"/>
                  <a:gd name="T36" fmla="*/ 126 w 150"/>
                  <a:gd name="T37" fmla="*/ 42 h 191"/>
                  <a:gd name="T38" fmla="*/ 96 w 150"/>
                  <a:gd name="T39" fmla="*/ 12 h 191"/>
                  <a:gd name="T40" fmla="*/ 78 w 150"/>
                  <a:gd name="T41" fmla="*/ 0 h 191"/>
                  <a:gd name="T42" fmla="*/ 60 w 150"/>
                  <a:gd name="T43" fmla="*/ 0 h 191"/>
                  <a:gd name="T44" fmla="*/ 42 w 150"/>
                  <a:gd name="T45" fmla="*/ 12 h 191"/>
                  <a:gd name="T46" fmla="*/ 30 w 150"/>
                  <a:gd name="T47" fmla="*/ 36 h 191"/>
                  <a:gd name="T48" fmla="*/ 12 w 150"/>
                  <a:gd name="T49" fmla="*/ 60 h 191"/>
                  <a:gd name="T50" fmla="*/ 0 w 150"/>
                  <a:gd name="T51" fmla="*/ 102 h 191"/>
                  <a:gd name="T52" fmla="*/ 18 w 150"/>
                  <a:gd name="T53" fmla="*/ 108 h 191"/>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0"/>
                  <a:gd name="T82" fmla="*/ 0 h 191"/>
                  <a:gd name="T83" fmla="*/ 150 w 150"/>
                  <a:gd name="T84" fmla="*/ 191 h 191"/>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0" h="191">
                    <a:moveTo>
                      <a:pt x="18" y="108"/>
                    </a:moveTo>
                    <a:lnTo>
                      <a:pt x="30" y="72"/>
                    </a:lnTo>
                    <a:lnTo>
                      <a:pt x="42" y="42"/>
                    </a:lnTo>
                    <a:lnTo>
                      <a:pt x="54" y="24"/>
                    </a:lnTo>
                    <a:lnTo>
                      <a:pt x="66" y="18"/>
                    </a:lnTo>
                    <a:lnTo>
                      <a:pt x="90" y="30"/>
                    </a:lnTo>
                    <a:lnTo>
                      <a:pt x="108" y="54"/>
                    </a:lnTo>
                    <a:lnTo>
                      <a:pt x="126" y="96"/>
                    </a:lnTo>
                    <a:lnTo>
                      <a:pt x="132" y="132"/>
                    </a:lnTo>
                    <a:lnTo>
                      <a:pt x="120" y="161"/>
                    </a:lnTo>
                    <a:lnTo>
                      <a:pt x="114" y="173"/>
                    </a:lnTo>
                    <a:lnTo>
                      <a:pt x="102" y="173"/>
                    </a:lnTo>
                    <a:lnTo>
                      <a:pt x="102" y="191"/>
                    </a:lnTo>
                    <a:lnTo>
                      <a:pt x="126" y="185"/>
                    </a:lnTo>
                    <a:lnTo>
                      <a:pt x="138" y="173"/>
                    </a:lnTo>
                    <a:lnTo>
                      <a:pt x="144" y="155"/>
                    </a:lnTo>
                    <a:lnTo>
                      <a:pt x="150" y="138"/>
                    </a:lnTo>
                    <a:lnTo>
                      <a:pt x="144" y="90"/>
                    </a:lnTo>
                    <a:lnTo>
                      <a:pt x="126" y="42"/>
                    </a:lnTo>
                    <a:lnTo>
                      <a:pt x="96" y="12"/>
                    </a:lnTo>
                    <a:lnTo>
                      <a:pt x="78" y="0"/>
                    </a:lnTo>
                    <a:lnTo>
                      <a:pt x="60" y="0"/>
                    </a:lnTo>
                    <a:lnTo>
                      <a:pt x="42" y="12"/>
                    </a:lnTo>
                    <a:lnTo>
                      <a:pt x="30" y="36"/>
                    </a:lnTo>
                    <a:lnTo>
                      <a:pt x="12" y="60"/>
                    </a:lnTo>
                    <a:lnTo>
                      <a:pt x="0" y="102"/>
                    </a:lnTo>
                    <a:lnTo>
                      <a:pt x="18" y="108"/>
                    </a:lnTo>
                    <a:close/>
                  </a:path>
                </a:pathLst>
              </a:custGeom>
              <a:solidFill>
                <a:srgbClr val="008000"/>
              </a:solidFill>
              <a:ln w="9525">
                <a:solidFill>
                  <a:srgbClr val="008000"/>
                </a:solidFill>
                <a:round/>
              </a:ln>
            </p:spPr>
            <p:txBody>
              <a:bodyPr/>
              <a:lstStyle/>
              <a:p>
                <a:endParaRPr lang="zh-CN" altLang="en-US"/>
              </a:p>
            </p:txBody>
          </p:sp>
          <p:sp>
            <p:nvSpPr>
              <p:cNvPr id="40005" name="Freeform 57"/>
              <p:cNvSpPr>
                <a:spLocks noEditPoints="1"/>
              </p:cNvSpPr>
              <p:nvPr/>
            </p:nvSpPr>
            <p:spPr bwMode="auto">
              <a:xfrm>
                <a:off x="2266" y="544"/>
                <a:ext cx="84" cy="191"/>
              </a:xfrm>
              <a:custGeom>
                <a:avLst/>
                <a:gdLst>
                  <a:gd name="T0" fmla="*/ 36 w 84"/>
                  <a:gd name="T1" fmla="*/ 173 h 191"/>
                  <a:gd name="T2" fmla="*/ 24 w 84"/>
                  <a:gd name="T3" fmla="*/ 167 h 191"/>
                  <a:gd name="T4" fmla="*/ 18 w 84"/>
                  <a:gd name="T5" fmla="*/ 149 h 191"/>
                  <a:gd name="T6" fmla="*/ 18 w 84"/>
                  <a:gd name="T7" fmla="*/ 126 h 191"/>
                  <a:gd name="T8" fmla="*/ 24 w 84"/>
                  <a:gd name="T9" fmla="*/ 96 h 191"/>
                  <a:gd name="T10" fmla="*/ 30 w 84"/>
                  <a:gd name="T11" fmla="*/ 66 h 191"/>
                  <a:gd name="T12" fmla="*/ 42 w 84"/>
                  <a:gd name="T13" fmla="*/ 42 h 191"/>
                  <a:gd name="T14" fmla="*/ 60 w 84"/>
                  <a:gd name="T15" fmla="*/ 24 h 191"/>
                  <a:gd name="T16" fmla="*/ 84 w 84"/>
                  <a:gd name="T17" fmla="*/ 18 h 191"/>
                  <a:gd name="T18" fmla="*/ 84 w 84"/>
                  <a:gd name="T19" fmla="*/ 0 h 191"/>
                  <a:gd name="T20" fmla="*/ 54 w 84"/>
                  <a:gd name="T21" fmla="*/ 12 h 191"/>
                  <a:gd name="T22" fmla="*/ 30 w 84"/>
                  <a:gd name="T23" fmla="*/ 30 h 191"/>
                  <a:gd name="T24" fmla="*/ 12 w 84"/>
                  <a:gd name="T25" fmla="*/ 60 h 191"/>
                  <a:gd name="T26" fmla="*/ 0 w 84"/>
                  <a:gd name="T27" fmla="*/ 96 h 191"/>
                  <a:gd name="T28" fmla="*/ 0 w 84"/>
                  <a:gd name="T29" fmla="*/ 126 h 191"/>
                  <a:gd name="T30" fmla="*/ 6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8" y="126"/>
                    </a:lnTo>
                    <a:lnTo>
                      <a:pt x="24" y="96"/>
                    </a:lnTo>
                    <a:lnTo>
                      <a:pt x="30" y="66"/>
                    </a:lnTo>
                    <a:lnTo>
                      <a:pt x="42" y="42"/>
                    </a:lnTo>
                    <a:lnTo>
                      <a:pt x="60" y="24"/>
                    </a:lnTo>
                    <a:lnTo>
                      <a:pt x="84" y="18"/>
                    </a:lnTo>
                    <a:lnTo>
                      <a:pt x="84"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06" name="Freeform 58"/>
              <p:cNvSpPr/>
              <p:nvPr/>
            </p:nvSpPr>
            <p:spPr bwMode="auto">
              <a:xfrm>
                <a:off x="2643" y="544"/>
                <a:ext cx="89" cy="191"/>
              </a:xfrm>
              <a:custGeom>
                <a:avLst/>
                <a:gdLst>
                  <a:gd name="T0" fmla="*/ 0 w 89"/>
                  <a:gd name="T1" fmla="*/ 18 h 191"/>
                  <a:gd name="T2" fmla="*/ 29 w 89"/>
                  <a:gd name="T3" fmla="*/ 24 h 191"/>
                  <a:gd name="T4" fmla="*/ 47 w 89"/>
                  <a:gd name="T5" fmla="*/ 42 h 191"/>
                  <a:gd name="T6" fmla="*/ 65 w 89"/>
                  <a:gd name="T7" fmla="*/ 66 h 191"/>
                  <a:gd name="T8" fmla="*/ 71 w 89"/>
                  <a:gd name="T9" fmla="*/ 96 h 191"/>
                  <a:gd name="T10" fmla="*/ 71 w 89"/>
                  <a:gd name="T11" fmla="*/ 126 h 191"/>
                  <a:gd name="T12" fmla="*/ 71 w 89"/>
                  <a:gd name="T13" fmla="*/ 149 h 191"/>
                  <a:gd name="T14" fmla="*/ 65 w 89"/>
                  <a:gd name="T15" fmla="*/ 167 h 191"/>
                  <a:gd name="T16" fmla="*/ 53 w 89"/>
                  <a:gd name="T17" fmla="*/ 173 h 191"/>
                  <a:gd name="T18" fmla="*/ 53 w 89"/>
                  <a:gd name="T19" fmla="*/ 191 h 191"/>
                  <a:gd name="T20" fmla="*/ 71 w 89"/>
                  <a:gd name="T21" fmla="*/ 179 h 191"/>
                  <a:gd name="T22" fmla="*/ 83 w 89"/>
                  <a:gd name="T23" fmla="*/ 155 h 191"/>
                  <a:gd name="T24" fmla="*/ 89 w 89"/>
                  <a:gd name="T25" fmla="*/ 126 h 191"/>
                  <a:gd name="T26" fmla="*/ 89 w 89"/>
                  <a:gd name="T27" fmla="*/ 96 h 191"/>
                  <a:gd name="T28" fmla="*/ 77 w 89"/>
                  <a:gd name="T29" fmla="*/ 60 h 191"/>
                  <a:gd name="T30" fmla="*/ 59 w 89"/>
                  <a:gd name="T31" fmla="*/ 30 h 191"/>
                  <a:gd name="T32" fmla="*/ 35 w 89"/>
                  <a:gd name="T33" fmla="*/ 12 h 191"/>
                  <a:gd name="T34" fmla="*/ 0 w 89"/>
                  <a:gd name="T35" fmla="*/ 0 h 191"/>
                  <a:gd name="T36" fmla="*/ 0 w 89"/>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9"/>
                  <a:gd name="T58" fmla="*/ 0 h 191"/>
                  <a:gd name="T59" fmla="*/ 89 w 89"/>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9" h="191">
                    <a:moveTo>
                      <a:pt x="0" y="18"/>
                    </a:moveTo>
                    <a:lnTo>
                      <a:pt x="29" y="24"/>
                    </a:lnTo>
                    <a:lnTo>
                      <a:pt x="47" y="42"/>
                    </a:lnTo>
                    <a:lnTo>
                      <a:pt x="65" y="66"/>
                    </a:lnTo>
                    <a:lnTo>
                      <a:pt x="71" y="96"/>
                    </a:lnTo>
                    <a:lnTo>
                      <a:pt x="71" y="126"/>
                    </a:lnTo>
                    <a:lnTo>
                      <a:pt x="71" y="149"/>
                    </a:lnTo>
                    <a:lnTo>
                      <a:pt x="65" y="167"/>
                    </a:lnTo>
                    <a:lnTo>
                      <a:pt x="53" y="173"/>
                    </a:lnTo>
                    <a:lnTo>
                      <a:pt x="53" y="191"/>
                    </a:lnTo>
                    <a:lnTo>
                      <a:pt x="71" y="179"/>
                    </a:lnTo>
                    <a:lnTo>
                      <a:pt x="83" y="155"/>
                    </a:lnTo>
                    <a:lnTo>
                      <a:pt x="89" y="126"/>
                    </a:lnTo>
                    <a:lnTo>
                      <a:pt x="89" y="96"/>
                    </a:lnTo>
                    <a:lnTo>
                      <a:pt x="77" y="60"/>
                    </a:lnTo>
                    <a:lnTo>
                      <a:pt x="59" y="30"/>
                    </a:lnTo>
                    <a:lnTo>
                      <a:pt x="35"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07" name="Freeform 59"/>
              <p:cNvSpPr>
                <a:spLocks noEditPoints="1"/>
              </p:cNvSpPr>
              <p:nvPr/>
            </p:nvSpPr>
            <p:spPr bwMode="auto">
              <a:xfrm>
                <a:off x="2661" y="544"/>
                <a:ext cx="83" cy="191"/>
              </a:xfrm>
              <a:custGeom>
                <a:avLst/>
                <a:gdLst>
                  <a:gd name="T0" fmla="*/ 35 w 83"/>
                  <a:gd name="T1" fmla="*/ 173 h 191"/>
                  <a:gd name="T2" fmla="*/ 29 w 83"/>
                  <a:gd name="T3" fmla="*/ 167 h 191"/>
                  <a:gd name="T4" fmla="*/ 17 w 83"/>
                  <a:gd name="T5" fmla="*/ 149 h 191"/>
                  <a:gd name="T6" fmla="*/ 17 w 83"/>
                  <a:gd name="T7" fmla="*/ 126 h 191"/>
                  <a:gd name="T8" fmla="*/ 17 w 83"/>
                  <a:gd name="T9" fmla="*/ 96 h 191"/>
                  <a:gd name="T10" fmla="*/ 23 w 83"/>
                  <a:gd name="T11" fmla="*/ 66 h 191"/>
                  <a:gd name="T12" fmla="*/ 41 w 83"/>
                  <a:gd name="T13" fmla="*/ 42 h 191"/>
                  <a:gd name="T14" fmla="*/ 59 w 83"/>
                  <a:gd name="T15" fmla="*/ 24 h 191"/>
                  <a:gd name="T16" fmla="*/ 83 w 83"/>
                  <a:gd name="T17" fmla="*/ 18 h 191"/>
                  <a:gd name="T18" fmla="*/ 83 w 83"/>
                  <a:gd name="T19" fmla="*/ 0 h 191"/>
                  <a:gd name="T20" fmla="*/ 53 w 83"/>
                  <a:gd name="T21" fmla="*/ 12 h 191"/>
                  <a:gd name="T22" fmla="*/ 29 w 83"/>
                  <a:gd name="T23" fmla="*/ 30 h 191"/>
                  <a:gd name="T24" fmla="*/ 11 w 83"/>
                  <a:gd name="T25" fmla="*/ 60 h 191"/>
                  <a:gd name="T26" fmla="*/ 0 w 83"/>
                  <a:gd name="T27" fmla="*/ 96 h 191"/>
                  <a:gd name="T28" fmla="*/ 0 w 83"/>
                  <a:gd name="T29" fmla="*/ 126 h 191"/>
                  <a:gd name="T30" fmla="*/ 6 w 83"/>
                  <a:gd name="T31" fmla="*/ 155 h 191"/>
                  <a:gd name="T32" fmla="*/ 17 w 83"/>
                  <a:gd name="T33" fmla="*/ 179 h 191"/>
                  <a:gd name="T34" fmla="*/ 35 w 83"/>
                  <a:gd name="T35" fmla="*/ 191 h 191"/>
                  <a:gd name="T36" fmla="*/ 35 w 83"/>
                  <a:gd name="T37" fmla="*/ 173 h 191"/>
                  <a:gd name="T38" fmla="*/ 35 w 83"/>
                  <a:gd name="T39" fmla="*/ 191 h 191"/>
                  <a:gd name="T40" fmla="*/ 35 w 83"/>
                  <a:gd name="T41" fmla="*/ 191 h 191"/>
                  <a:gd name="T42" fmla="*/ 35 w 83"/>
                  <a:gd name="T43" fmla="*/ 179 h 191"/>
                  <a:gd name="T44" fmla="*/ 35 w 83"/>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3"/>
                  <a:gd name="T70" fmla="*/ 0 h 191"/>
                  <a:gd name="T71" fmla="*/ 83 w 83"/>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3" h="191">
                    <a:moveTo>
                      <a:pt x="35" y="173"/>
                    </a:moveTo>
                    <a:lnTo>
                      <a:pt x="29" y="167"/>
                    </a:lnTo>
                    <a:lnTo>
                      <a:pt x="17" y="149"/>
                    </a:lnTo>
                    <a:lnTo>
                      <a:pt x="17" y="126"/>
                    </a:lnTo>
                    <a:lnTo>
                      <a:pt x="17" y="96"/>
                    </a:lnTo>
                    <a:lnTo>
                      <a:pt x="23" y="66"/>
                    </a:lnTo>
                    <a:lnTo>
                      <a:pt x="41" y="42"/>
                    </a:lnTo>
                    <a:lnTo>
                      <a:pt x="59" y="24"/>
                    </a:lnTo>
                    <a:lnTo>
                      <a:pt x="83" y="18"/>
                    </a:lnTo>
                    <a:lnTo>
                      <a:pt x="83" y="0"/>
                    </a:lnTo>
                    <a:lnTo>
                      <a:pt x="53" y="12"/>
                    </a:lnTo>
                    <a:lnTo>
                      <a:pt x="29" y="30"/>
                    </a:lnTo>
                    <a:lnTo>
                      <a:pt x="11" y="60"/>
                    </a:lnTo>
                    <a:lnTo>
                      <a:pt x="0" y="96"/>
                    </a:lnTo>
                    <a:lnTo>
                      <a:pt x="0" y="126"/>
                    </a:lnTo>
                    <a:lnTo>
                      <a:pt x="6" y="155"/>
                    </a:lnTo>
                    <a:lnTo>
                      <a:pt x="17" y="179"/>
                    </a:lnTo>
                    <a:lnTo>
                      <a:pt x="35" y="191"/>
                    </a:lnTo>
                    <a:lnTo>
                      <a:pt x="35" y="173"/>
                    </a:lnTo>
                    <a:close/>
                    <a:moveTo>
                      <a:pt x="35" y="191"/>
                    </a:moveTo>
                    <a:lnTo>
                      <a:pt x="35" y="191"/>
                    </a:lnTo>
                    <a:lnTo>
                      <a:pt x="35" y="179"/>
                    </a:lnTo>
                    <a:lnTo>
                      <a:pt x="35" y="191"/>
                    </a:lnTo>
                    <a:close/>
                  </a:path>
                </a:pathLst>
              </a:custGeom>
              <a:solidFill>
                <a:srgbClr val="008000"/>
              </a:solidFill>
              <a:ln w="9525">
                <a:solidFill>
                  <a:srgbClr val="008000"/>
                </a:solidFill>
                <a:round/>
              </a:ln>
            </p:spPr>
            <p:txBody>
              <a:bodyPr/>
              <a:lstStyle/>
              <a:p>
                <a:endParaRPr lang="zh-CN" altLang="en-US"/>
              </a:p>
            </p:txBody>
          </p:sp>
          <p:sp>
            <p:nvSpPr>
              <p:cNvPr id="40008" name="Freeform 60"/>
              <p:cNvSpPr/>
              <p:nvPr/>
            </p:nvSpPr>
            <p:spPr bwMode="auto">
              <a:xfrm>
                <a:off x="2744" y="544"/>
                <a:ext cx="96" cy="191"/>
              </a:xfrm>
              <a:custGeom>
                <a:avLst/>
                <a:gdLst>
                  <a:gd name="T0" fmla="*/ 0 w 96"/>
                  <a:gd name="T1" fmla="*/ 18 h 191"/>
                  <a:gd name="T2" fmla="*/ 30 w 96"/>
                  <a:gd name="T3" fmla="*/ 24 h 191"/>
                  <a:gd name="T4" fmla="*/ 48 w 96"/>
                  <a:gd name="T5" fmla="*/ 42 h 191"/>
                  <a:gd name="T6" fmla="*/ 66 w 96"/>
                  <a:gd name="T7" fmla="*/ 66 h 191"/>
                  <a:gd name="T8" fmla="*/ 72 w 96"/>
                  <a:gd name="T9" fmla="*/ 96 h 191"/>
                  <a:gd name="T10" fmla="*/ 72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48" y="42"/>
                    </a:lnTo>
                    <a:lnTo>
                      <a:pt x="66" y="66"/>
                    </a:lnTo>
                    <a:lnTo>
                      <a:pt x="72" y="96"/>
                    </a:lnTo>
                    <a:lnTo>
                      <a:pt x="72"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09" name="Freeform 61"/>
              <p:cNvSpPr>
                <a:spLocks noEditPoints="1"/>
              </p:cNvSpPr>
              <p:nvPr/>
            </p:nvSpPr>
            <p:spPr bwMode="auto">
              <a:xfrm>
                <a:off x="2762" y="544"/>
                <a:ext cx="84" cy="191"/>
              </a:xfrm>
              <a:custGeom>
                <a:avLst/>
                <a:gdLst>
                  <a:gd name="T0" fmla="*/ 36 w 84"/>
                  <a:gd name="T1" fmla="*/ 173 h 191"/>
                  <a:gd name="T2" fmla="*/ 24 w 84"/>
                  <a:gd name="T3" fmla="*/ 167 h 191"/>
                  <a:gd name="T4" fmla="*/ 18 w 84"/>
                  <a:gd name="T5" fmla="*/ 149 h 191"/>
                  <a:gd name="T6" fmla="*/ 12 w 84"/>
                  <a:gd name="T7" fmla="*/ 126 h 191"/>
                  <a:gd name="T8" fmla="*/ 18 w 84"/>
                  <a:gd name="T9" fmla="*/ 96 h 191"/>
                  <a:gd name="T10" fmla="*/ 24 w 84"/>
                  <a:gd name="T11" fmla="*/ 66 h 191"/>
                  <a:gd name="T12" fmla="*/ 36 w 84"/>
                  <a:gd name="T13" fmla="*/ 42 h 191"/>
                  <a:gd name="T14" fmla="*/ 60 w 84"/>
                  <a:gd name="T15" fmla="*/ 24 h 191"/>
                  <a:gd name="T16" fmla="*/ 84 w 84"/>
                  <a:gd name="T17" fmla="*/ 18 h 191"/>
                  <a:gd name="T18" fmla="*/ 84 w 84"/>
                  <a:gd name="T19" fmla="*/ 0 h 191"/>
                  <a:gd name="T20" fmla="*/ 54 w 84"/>
                  <a:gd name="T21" fmla="*/ 12 h 191"/>
                  <a:gd name="T22" fmla="*/ 24 w 84"/>
                  <a:gd name="T23" fmla="*/ 30 h 191"/>
                  <a:gd name="T24" fmla="*/ 12 w 84"/>
                  <a:gd name="T25" fmla="*/ 60 h 191"/>
                  <a:gd name="T26" fmla="*/ 0 w 84"/>
                  <a:gd name="T27" fmla="*/ 96 h 191"/>
                  <a:gd name="T28" fmla="*/ 0 w 84"/>
                  <a:gd name="T29" fmla="*/ 126 h 191"/>
                  <a:gd name="T30" fmla="*/ 0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2" y="126"/>
                    </a:lnTo>
                    <a:lnTo>
                      <a:pt x="18" y="96"/>
                    </a:lnTo>
                    <a:lnTo>
                      <a:pt x="24" y="66"/>
                    </a:lnTo>
                    <a:lnTo>
                      <a:pt x="36" y="42"/>
                    </a:lnTo>
                    <a:lnTo>
                      <a:pt x="60" y="24"/>
                    </a:lnTo>
                    <a:lnTo>
                      <a:pt x="84" y="18"/>
                    </a:lnTo>
                    <a:lnTo>
                      <a:pt x="84" y="0"/>
                    </a:lnTo>
                    <a:lnTo>
                      <a:pt x="54" y="12"/>
                    </a:lnTo>
                    <a:lnTo>
                      <a:pt x="24" y="30"/>
                    </a:lnTo>
                    <a:lnTo>
                      <a:pt x="12" y="60"/>
                    </a:lnTo>
                    <a:lnTo>
                      <a:pt x="0" y="96"/>
                    </a:lnTo>
                    <a:lnTo>
                      <a:pt x="0" y="126"/>
                    </a:lnTo>
                    <a:lnTo>
                      <a:pt x="0"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10" name="Freeform 62"/>
              <p:cNvSpPr/>
              <p:nvPr/>
            </p:nvSpPr>
            <p:spPr bwMode="auto">
              <a:xfrm>
                <a:off x="2846" y="544"/>
                <a:ext cx="96" cy="191"/>
              </a:xfrm>
              <a:custGeom>
                <a:avLst/>
                <a:gdLst>
                  <a:gd name="T0" fmla="*/ 0 w 96"/>
                  <a:gd name="T1" fmla="*/ 18 h 191"/>
                  <a:gd name="T2" fmla="*/ 30 w 96"/>
                  <a:gd name="T3" fmla="*/ 24 h 191"/>
                  <a:gd name="T4" fmla="*/ 54 w 96"/>
                  <a:gd name="T5" fmla="*/ 42 h 191"/>
                  <a:gd name="T6" fmla="*/ 66 w 96"/>
                  <a:gd name="T7" fmla="*/ 66 h 191"/>
                  <a:gd name="T8" fmla="*/ 78 w 96"/>
                  <a:gd name="T9" fmla="*/ 96 h 191"/>
                  <a:gd name="T10" fmla="*/ 78 w 96"/>
                  <a:gd name="T11" fmla="*/ 126 h 191"/>
                  <a:gd name="T12" fmla="*/ 72 w 96"/>
                  <a:gd name="T13" fmla="*/ 149 h 191"/>
                  <a:gd name="T14" fmla="*/ 66 w 96"/>
                  <a:gd name="T15" fmla="*/ 167 h 191"/>
                  <a:gd name="T16" fmla="*/ 54 w 96"/>
                  <a:gd name="T17" fmla="*/ 173 h 191"/>
                  <a:gd name="T18" fmla="*/ 54 w 96"/>
                  <a:gd name="T19" fmla="*/ 191 h 191"/>
                  <a:gd name="T20" fmla="*/ 78 w 96"/>
                  <a:gd name="T21" fmla="*/ 179 h 191"/>
                  <a:gd name="T22" fmla="*/ 90 w 96"/>
                  <a:gd name="T23" fmla="*/ 155 h 191"/>
                  <a:gd name="T24" fmla="*/ 96 w 96"/>
                  <a:gd name="T25" fmla="*/ 126 h 191"/>
                  <a:gd name="T26" fmla="*/ 96 w 96"/>
                  <a:gd name="T27" fmla="*/ 96 h 191"/>
                  <a:gd name="T28" fmla="*/ 90 w 96"/>
                  <a:gd name="T29" fmla="*/ 60 h 191"/>
                  <a:gd name="T30" fmla="*/ 66 w 96"/>
                  <a:gd name="T31" fmla="*/ 30 h 191"/>
                  <a:gd name="T32" fmla="*/ 42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54" y="42"/>
                    </a:lnTo>
                    <a:lnTo>
                      <a:pt x="66" y="66"/>
                    </a:lnTo>
                    <a:lnTo>
                      <a:pt x="78" y="96"/>
                    </a:lnTo>
                    <a:lnTo>
                      <a:pt x="78" y="126"/>
                    </a:lnTo>
                    <a:lnTo>
                      <a:pt x="72" y="149"/>
                    </a:lnTo>
                    <a:lnTo>
                      <a:pt x="66" y="167"/>
                    </a:lnTo>
                    <a:lnTo>
                      <a:pt x="54" y="173"/>
                    </a:lnTo>
                    <a:lnTo>
                      <a:pt x="54" y="191"/>
                    </a:lnTo>
                    <a:lnTo>
                      <a:pt x="78" y="179"/>
                    </a:lnTo>
                    <a:lnTo>
                      <a:pt x="90" y="155"/>
                    </a:lnTo>
                    <a:lnTo>
                      <a:pt x="96" y="126"/>
                    </a:lnTo>
                    <a:lnTo>
                      <a:pt x="96" y="96"/>
                    </a:lnTo>
                    <a:lnTo>
                      <a:pt x="90" y="60"/>
                    </a:lnTo>
                    <a:lnTo>
                      <a:pt x="66" y="30"/>
                    </a:lnTo>
                    <a:lnTo>
                      <a:pt x="42"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11" name="Freeform 63"/>
              <p:cNvSpPr>
                <a:spLocks noEditPoints="1"/>
              </p:cNvSpPr>
              <p:nvPr/>
            </p:nvSpPr>
            <p:spPr bwMode="auto">
              <a:xfrm>
                <a:off x="2864" y="544"/>
                <a:ext cx="90" cy="191"/>
              </a:xfrm>
              <a:custGeom>
                <a:avLst/>
                <a:gdLst>
                  <a:gd name="T0" fmla="*/ 36 w 90"/>
                  <a:gd name="T1" fmla="*/ 173 h 191"/>
                  <a:gd name="T2" fmla="*/ 24 w 90"/>
                  <a:gd name="T3" fmla="*/ 167 h 191"/>
                  <a:gd name="T4" fmla="*/ 24 w 90"/>
                  <a:gd name="T5" fmla="*/ 149 h 191"/>
                  <a:gd name="T6" fmla="*/ 18 w 90"/>
                  <a:gd name="T7" fmla="*/ 126 h 191"/>
                  <a:gd name="T8" fmla="*/ 24 w 90"/>
                  <a:gd name="T9" fmla="*/ 96 h 191"/>
                  <a:gd name="T10" fmla="*/ 30 w 90"/>
                  <a:gd name="T11" fmla="*/ 66 h 191"/>
                  <a:gd name="T12" fmla="*/ 42 w 90"/>
                  <a:gd name="T13" fmla="*/ 42 h 191"/>
                  <a:gd name="T14" fmla="*/ 66 w 90"/>
                  <a:gd name="T15" fmla="*/ 24 h 191"/>
                  <a:gd name="T16" fmla="*/ 90 w 90"/>
                  <a:gd name="T17" fmla="*/ 18 h 191"/>
                  <a:gd name="T18" fmla="*/ 90 w 90"/>
                  <a:gd name="T19" fmla="*/ 0 h 191"/>
                  <a:gd name="T20" fmla="*/ 54 w 90"/>
                  <a:gd name="T21" fmla="*/ 12 h 191"/>
                  <a:gd name="T22" fmla="*/ 30 w 90"/>
                  <a:gd name="T23" fmla="*/ 30 h 191"/>
                  <a:gd name="T24" fmla="*/ 12 w 90"/>
                  <a:gd name="T25" fmla="*/ 60 h 191"/>
                  <a:gd name="T26" fmla="*/ 0 w 90"/>
                  <a:gd name="T27" fmla="*/ 96 h 191"/>
                  <a:gd name="T28" fmla="*/ 0 w 90"/>
                  <a:gd name="T29" fmla="*/ 126 h 191"/>
                  <a:gd name="T30" fmla="*/ 6 w 90"/>
                  <a:gd name="T31" fmla="*/ 155 h 191"/>
                  <a:gd name="T32" fmla="*/ 18 w 90"/>
                  <a:gd name="T33" fmla="*/ 179 h 191"/>
                  <a:gd name="T34" fmla="*/ 36 w 90"/>
                  <a:gd name="T35" fmla="*/ 191 h 191"/>
                  <a:gd name="T36" fmla="*/ 36 w 90"/>
                  <a:gd name="T37" fmla="*/ 173 h 191"/>
                  <a:gd name="T38" fmla="*/ 36 w 90"/>
                  <a:gd name="T39" fmla="*/ 191 h 191"/>
                  <a:gd name="T40" fmla="*/ 36 w 90"/>
                  <a:gd name="T41" fmla="*/ 191 h 191"/>
                  <a:gd name="T42" fmla="*/ 36 w 90"/>
                  <a:gd name="T43" fmla="*/ 179 h 191"/>
                  <a:gd name="T44" fmla="*/ 36 w 90"/>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0"/>
                  <a:gd name="T70" fmla="*/ 0 h 191"/>
                  <a:gd name="T71" fmla="*/ 90 w 90"/>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0" h="191">
                    <a:moveTo>
                      <a:pt x="36" y="173"/>
                    </a:moveTo>
                    <a:lnTo>
                      <a:pt x="24" y="167"/>
                    </a:lnTo>
                    <a:lnTo>
                      <a:pt x="24" y="149"/>
                    </a:lnTo>
                    <a:lnTo>
                      <a:pt x="18" y="126"/>
                    </a:lnTo>
                    <a:lnTo>
                      <a:pt x="24" y="96"/>
                    </a:lnTo>
                    <a:lnTo>
                      <a:pt x="30" y="66"/>
                    </a:lnTo>
                    <a:lnTo>
                      <a:pt x="42" y="42"/>
                    </a:lnTo>
                    <a:lnTo>
                      <a:pt x="66" y="24"/>
                    </a:lnTo>
                    <a:lnTo>
                      <a:pt x="90" y="18"/>
                    </a:lnTo>
                    <a:lnTo>
                      <a:pt x="90"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12" name="Freeform 64"/>
              <p:cNvSpPr/>
              <p:nvPr/>
            </p:nvSpPr>
            <p:spPr bwMode="auto">
              <a:xfrm>
                <a:off x="2954" y="544"/>
                <a:ext cx="95" cy="191"/>
              </a:xfrm>
              <a:custGeom>
                <a:avLst/>
                <a:gdLst>
                  <a:gd name="T0" fmla="*/ 0 w 95"/>
                  <a:gd name="T1" fmla="*/ 18 h 191"/>
                  <a:gd name="T2" fmla="*/ 29 w 95"/>
                  <a:gd name="T3" fmla="*/ 24 h 191"/>
                  <a:gd name="T4" fmla="*/ 53 w 95"/>
                  <a:gd name="T5" fmla="*/ 42 h 191"/>
                  <a:gd name="T6" fmla="*/ 65 w 95"/>
                  <a:gd name="T7" fmla="*/ 66 h 191"/>
                  <a:gd name="T8" fmla="*/ 77 w 95"/>
                  <a:gd name="T9" fmla="*/ 96 h 191"/>
                  <a:gd name="T10" fmla="*/ 77 w 95"/>
                  <a:gd name="T11" fmla="*/ 126 h 191"/>
                  <a:gd name="T12" fmla="*/ 71 w 95"/>
                  <a:gd name="T13" fmla="*/ 149 h 191"/>
                  <a:gd name="T14" fmla="*/ 65 w 95"/>
                  <a:gd name="T15" fmla="*/ 167 h 191"/>
                  <a:gd name="T16" fmla="*/ 53 w 95"/>
                  <a:gd name="T17" fmla="*/ 173 h 191"/>
                  <a:gd name="T18" fmla="*/ 53 w 95"/>
                  <a:gd name="T19" fmla="*/ 191 h 191"/>
                  <a:gd name="T20" fmla="*/ 77 w 95"/>
                  <a:gd name="T21" fmla="*/ 179 h 191"/>
                  <a:gd name="T22" fmla="*/ 89 w 95"/>
                  <a:gd name="T23" fmla="*/ 155 h 191"/>
                  <a:gd name="T24" fmla="*/ 95 w 95"/>
                  <a:gd name="T25" fmla="*/ 126 h 191"/>
                  <a:gd name="T26" fmla="*/ 95 w 95"/>
                  <a:gd name="T27" fmla="*/ 96 h 191"/>
                  <a:gd name="T28" fmla="*/ 83 w 95"/>
                  <a:gd name="T29" fmla="*/ 60 h 191"/>
                  <a:gd name="T30" fmla="*/ 65 w 95"/>
                  <a:gd name="T31" fmla="*/ 30 h 191"/>
                  <a:gd name="T32" fmla="*/ 35 w 95"/>
                  <a:gd name="T33" fmla="*/ 12 h 191"/>
                  <a:gd name="T34" fmla="*/ 0 w 95"/>
                  <a:gd name="T35" fmla="*/ 0 h 191"/>
                  <a:gd name="T36" fmla="*/ 0 w 95"/>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5"/>
                  <a:gd name="T58" fmla="*/ 0 h 191"/>
                  <a:gd name="T59" fmla="*/ 95 w 95"/>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5" h="191">
                    <a:moveTo>
                      <a:pt x="0" y="18"/>
                    </a:moveTo>
                    <a:lnTo>
                      <a:pt x="29" y="24"/>
                    </a:lnTo>
                    <a:lnTo>
                      <a:pt x="53" y="42"/>
                    </a:lnTo>
                    <a:lnTo>
                      <a:pt x="65" y="66"/>
                    </a:lnTo>
                    <a:lnTo>
                      <a:pt x="77" y="96"/>
                    </a:lnTo>
                    <a:lnTo>
                      <a:pt x="77" y="126"/>
                    </a:lnTo>
                    <a:lnTo>
                      <a:pt x="71" y="149"/>
                    </a:lnTo>
                    <a:lnTo>
                      <a:pt x="65" y="167"/>
                    </a:lnTo>
                    <a:lnTo>
                      <a:pt x="53" y="173"/>
                    </a:lnTo>
                    <a:lnTo>
                      <a:pt x="53" y="191"/>
                    </a:lnTo>
                    <a:lnTo>
                      <a:pt x="77" y="179"/>
                    </a:lnTo>
                    <a:lnTo>
                      <a:pt x="89" y="155"/>
                    </a:lnTo>
                    <a:lnTo>
                      <a:pt x="95" y="126"/>
                    </a:lnTo>
                    <a:lnTo>
                      <a:pt x="95" y="96"/>
                    </a:lnTo>
                    <a:lnTo>
                      <a:pt x="83" y="60"/>
                    </a:lnTo>
                    <a:lnTo>
                      <a:pt x="65" y="30"/>
                    </a:lnTo>
                    <a:lnTo>
                      <a:pt x="35"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13" name="Freeform 65"/>
              <p:cNvSpPr>
                <a:spLocks noEditPoints="1"/>
              </p:cNvSpPr>
              <p:nvPr/>
            </p:nvSpPr>
            <p:spPr bwMode="auto">
              <a:xfrm>
                <a:off x="2972" y="544"/>
                <a:ext cx="89" cy="191"/>
              </a:xfrm>
              <a:custGeom>
                <a:avLst/>
                <a:gdLst>
                  <a:gd name="T0" fmla="*/ 35 w 89"/>
                  <a:gd name="T1" fmla="*/ 173 h 191"/>
                  <a:gd name="T2" fmla="*/ 23 w 89"/>
                  <a:gd name="T3" fmla="*/ 167 h 191"/>
                  <a:gd name="T4" fmla="*/ 23 w 89"/>
                  <a:gd name="T5" fmla="*/ 149 h 191"/>
                  <a:gd name="T6" fmla="*/ 17 w 89"/>
                  <a:gd name="T7" fmla="*/ 126 h 191"/>
                  <a:gd name="T8" fmla="*/ 23 w 89"/>
                  <a:gd name="T9" fmla="*/ 96 h 191"/>
                  <a:gd name="T10" fmla="*/ 29 w 89"/>
                  <a:gd name="T11" fmla="*/ 66 h 191"/>
                  <a:gd name="T12" fmla="*/ 41 w 89"/>
                  <a:gd name="T13" fmla="*/ 42 h 191"/>
                  <a:gd name="T14" fmla="*/ 65 w 89"/>
                  <a:gd name="T15" fmla="*/ 24 h 191"/>
                  <a:gd name="T16" fmla="*/ 89 w 89"/>
                  <a:gd name="T17" fmla="*/ 18 h 191"/>
                  <a:gd name="T18" fmla="*/ 89 w 89"/>
                  <a:gd name="T19" fmla="*/ 0 h 191"/>
                  <a:gd name="T20" fmla="*/ 53 w 89"/>
                  <a:gd name="T21" fmla="*/ 12 h 191"/>
                  <a:gd name="T22" fmla="*/ 29 w 89"/>
                  <a:gd name="T23" fmla="*/ 30 h 191"/>
                  <a:gd name="T24" fmla="*/ 11 w 89"/>
                  <a:gd name="T25" fmla="*/ 60 h 191"/>
                  <a:gd name="T26" fmla="*/ 0 w 89"/>
                  <a:gd name="T27" fmla="*/ 96 h 191"/>
                  <a:gd name="T28" fmla="*/ 0 w 89"/>
                  <a:gd name="T29" fmla="*/ 126 h 191"/>
                  <a:gd name="T30" fmla="*/ 6 w 89"/>
                  <a:gd name="T31" fmla="*/ 155 h 191"/>
                  <a:gd name="T32" fmla="*/ 17 w 89"/>
                  <a:gd name="T33" fmla="*/ 179 h 191"/>
                  <a:gd name="T34" fmla="*/ 35 w 89"/>
                  <a:gd name="T35" fmla="*/ 191 h 191"/>
                  <a:gd name="T36" fmla="*/ 35 w 89"/>
                  <a:gd name="T37" fmla="*/ 173 h 191"/>
                  <a:gd name="T38" fmla="*/ 35 w 89"/>
                  <a:gd name="T39" fmla="*/ 191 h 191"/>
                  <a:gd name="T40" fmla="*/ 35 w 89"/>
                  <a:gd name="T41" fmla="*/ 191 h 191"/>
                  <a:gd name="T42" fmla="*/ 35 w 89"/>
                  <a:gd name="T43" fmla="*/ 179 h 191"/>
                  <a:gd name="T44" fmla="*/ 35 w 89"/>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9"/>
                  <a:gd name="T70" fmla="*/ 0 h 191"/>
                  <a:gd name="T71" fmla="*/ 89 w 89"/>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9" h="191">
                    <a:moveTo>
                      <a:pt x="35" y="173"/>
                    </a:moveTo>
                    <a:lnTo>
                      <a:pt x="23" y="167"/>
                    </a:lnTo>
                    <a:lnTo>
                      <a:pt x="23" y="149"/>
                    </a:lnTo>
                    <a:lnTo>
                      <a:pt x="17" y="126"/>
                    </a:lnTo>
                    <a:lnTo>
                      <a:pt x="23" y="96"/>
                    </a:lnTo>
                    <a:lnTo>
                      <a:pt x="29" y="66"/>
                    </a:lnTo>
                    <a:lnTo>
                      <a:pt x="41" y="42"/>
                    </a:lnTo>
                    <a:lnTo>
                      <a:pt x="65" y="24"/>
                    </a:lnTo>
                    <a:lnTo>
                      <a:pt x="89" y="18"/>
                    </a:lnTo>
                    <a:lnTo>
                      <a:pt x="89" y="0"/>
                    </a:lnTo>
                    <a:lnTo>
                      <a:pt x="53" y="12"/>
                    </a:lnTo>
                    <a:lnTo>
                      <a:pt x="29" y="30"/>
                    </a:lnTo>
                    <a:lnTo>
                      <a:pt x="11" y="60"/>
                    </a:lnTo>
                    <a:lnTo>
                      <a:pt x="0" y="96"/>
                    </a:lnTo>
                    <a:lnTo>
                      <a:pt x="0" y="126"/>
                    </a:lnTo>
                    <a:lnTo>
                      <a:pt x="6" y="155"/>
                    </a:lnTo>
                    <a:lnTo>
                      <a:pt x="17" y="179"/>
                    </a:lnTo>
                    <a:lnTo>
                      <a:pt x="35" y="191"/>
                    </a:lnTo>
                    <a:lnTo>
                      <a:pt x="35" y="173"/>
                    </a:lnTo>
                    <a:close/>
                    <a:moveTo>
                      <a:pt x="35" y="191"/>
                    </a:moveTo>
                    <a:lnTo>
                      <a:pt x="35" y="191"/>
                    </a:lnTo>
                    <a:lnTo>
                      <a:pt x="35" y="179"/>
                    </a:lnTo>
                    <a:lnTo>
                      <a:pt x="35" y="191"/>
                    </a:lnTo>
                    <a:close/>
                  </a:path>
                </a:pathLst>
              </a:custGeom>
              <a:solidFill>
                <a:srgbClr val="008000"/>
              </a:solidFill>
              <a:ln w="9525">
                <a:solidFill>
                  <a:srgbClr val="008000"/>
                </a:solidFill>
                <a:round/>
              </a:ln>
            </p:spPr>
            <p:txBody>
              <a:bodyPr/>
              <a:lstStyle/>
              <a:p>
                <a:endParaRPr lang="zh-CN" altLang="en-US"/>
              </a:p>
            </p:txBody>
          </p:sp>
          <p:sp>
            <p:nvSpPr>
              <p:cNvPr id="40014" name="Freeform 66"/>
              <p:cNvSpPr/>
              <p:nvPr/>
            </p:nvSpPr>
            <p:spPr bwMode="auto">
              <a:xfrm>
                <a:off x="3061" y="544"/>
                <a:ext cx="96" cy="191"/>
              </a:xfrm>
              <a:custGeom>
                <a:avLst/>
                <a:gdLst>
                  <a:gd name="T0" fmla="*/ 0 w 96"/>
                  <a:gd name="T1" fmla="*/ 18 h 191"/>
                  <a:gd name="T2" fmla="*/ 30 w 96"/>
                  <a:gd name="T3" fmla="*/ 24 h 191"/>
                  <a:gd name="T4" fmla="*/ 54 w 96"/>
                  <a:gd name="T5" fmla="*/ 42 h 191"/>
                  <a:gd name="T6" fmla="*/ 66 w 96"/>
                  <a:gd name="T7" fmla="*/ 66 h 191"/>
                  <a:gd name="T8" fmla="*/ 72 w 96"/>
                  <a:gd name="T9" fmla="*/ 96 h 191"/>
                  <a:gd name="T10" fmla="*/ 78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54" y="42"/>
                    </a:lnTo>
                    <a:lnTo>
                      <a:pt x="66" y="66"/>
                    </a:lnTo>
                    <a:lnTo>
                      <a:pt x="72" y="96"/>
                    </a:lnTo>
                    <a:lnTo>
                      <a:pt x="78"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15" name="Freeform 67"/>
              <p:cNvSpPr>
                <a:spLocks noEditPoints="1"/>
              </p:cNvSpPr>
              <p:nvPr/>
            </p:nvSpPr>
            <p:spPr bwMode="auto">
              <a:xfrm>
                <a:off x="3079" y="544"/>
                <a:ext cx="90" cy="191"/>
              </a:xfrm>
              <a:custGeom>
                <a:avLst/>
                <a:gdLst>
                  <a:gd name="T0" fmla="*/ 36 w 90"/>
                  <a:gd name="T1" fmla="*/ 173 h 191"/>
                  <a:gd name="T2" fmla="*/ 24 w 90"/>
                  <a:gd name="T3" fmla="*/ 167 h 191"/>
                  <a:gd name="T4" fmla="*/ 18 w 90"/>
                  <a:gd name="T5" fmla="*/ 149 h 191"/>
                  <a:gd name="T6" fmla="*/ 18 w 90"/>
                  <a:gd name="T7" fmla="*/ 126 h 191"/>
                  <a:gd name="T8" fmla="*/ 18 w 90"/>
                  <a:gd name="T9" fmla="*/ 96 h 191"/>
                  <a:gd name="T10" fmla="*/ 24 w 90"/>
                  <a:gd name="T11" fmla="*/ 66 h 191"/>
                  <a:gd name="T12" fmla="*/ 42 w 90"/>
                  <a:gd name="T13" fmla="*/ 42 h 191"/>
                  <a:gd name="T14" fmla="*/ 60 w 90"/>
                  <a:gd name="T15" fmla="*/ 24 h 191"/>
                  <a:gd name="T16" fmla="*/ 90 w 90"/>
                  <a:gd name="T17" fmla="*/ 18 h 191"/>
                  <a:gd name="T18" fmla="*/ 90 w 90"/>
                  <a:gd name="T19" fmla="*/ 0 h 191"/>
                  <a:gd name="T20" fmla="*/ 54 w 90"/>
                  <a:gd name="T21" fmla="*/ 12 h 191"/>
                  <a:gd name="T22" fmla="*/ 30 w 90"/>
                  <a:gd name="T23" fmla="*/ 30 h 191"/>
                  <a:gd name="T24" fmla="*/ 12 w 90"/>
                  <a:gd name="T25" fmla="*/ 60 h 191"/>
                  <a:gd name="T26" fmla="*/ 0 w 90"/>
                  <a:gd name="T27" fmla="*/ 96 h 191"/>
                  <a:gd name="T28" fmla="*/ 0 w 90"/>
                  <a:gd name="T29" fmla="*/ 126 h 191"/>
                  <a:gd name="T30" fmla="*/ 6 w 90"/>
                  <a:gd name="T31" fmla="*/ 155 h 191"/>
                  <a:gd name="T32" fmla="*/ 18 w 90"/>
                  <a:gd name="T33" fmla="*/ 179 h 191"/>
                  <a:gd name="T34" fmla="*/ 36 w 90"/>
                  <a:gd name="T35" fmla="*/ 191 h 191"/>
                  <a:gd name="T36" fmla="*/ 36 w 90"/>
                  <a:gd name="T37" fmla="*/ 173 h 191"/>
                  <a:gd name="T38" fmla="*/ 36 w 90"/>
                  <a:gd name="T39" fmla="*/ 191 h 191"/>
                  <a:gd name="T40" fmla="*/ 36 w 90"/>
                  <a:gd name="T41" fmla="*/ 191 h 191"/>
                  <a:gd name="T42" fmla="*/ 36 w 90"/>
                  <a:gd name="T43" fmla="*/ 179 h 191"/>
                  <a:gd name="T44" fmla="*/ 36 w 90"/>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0"/>
                  <a:gd name="T70" fmla="*/ 0 h 191"/>
                  <a:gd name="T71" fmla="*/ 90 w 90"/>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0" h="191">
                    <a:moveTo>
                      <a:pt x="36" y="173"/>
                    </a:moveTo>
                    <a:lnTo>
                      <a:pt x="24" y="167"/>
                    </a:lnTo>
                    <a:lnTo>
                      <a:pt x="18" y="149"/>
                    </a:lnTo>
                    <a:lnTo>
                      <a:pt x="18" y="126"/>
                    </a:lnTo>
                    <a:lnTo>
                      <a:pt x="18" y="96"/>
                    </a:lnTo>
                    <a:lnTo>
                      <a:pt x="24" y="66"/>
                    </a:lnTo>
                    <a:lnTo>
                      <a:pt x="42" y="42"/>
                    </a:lnTo>
                    <a:lnTo>
                      <a:pt x="60" y="24"/>
                    </a:lnTo>
                    <a:lnTo>
                      <a:pt x="90" y="18"/>
                    </a:lnTo>
                    <a:lnTo>
                      <a:pt x="90" y="0"/>
                    </a:lnTo>
                    <a:lnTo>
                      <a:pt x="54" y="12"/>
                    </a:lnTo>
                    <a:lnTo>
                      <a:pt x="30" y="30"/>
                    </a:lnTo>
                    <a:lnTo>
                      <a:pt x="12" y="60"/>
                    </a:lnTo>
                    <a:lnTo>
                      <a:pt x="0" y="96"/>
                    </a:lnTo>
                    <a:lnTo>
                      <a:pt x="0" y="126"/>
                    </a:lnTo>
                    <a:lnTo>
                      <a:pt x="6"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16" name="Freeform 68"/>
              <p:cNvSpPr/>
              <p:nvPr/>
            </p:nvSpPr>
            <p:spPr bwMode="auto">
              <a:xfrm>
                <a:off x="3169" y="544"/>
                <a:ext cx="96" cy="191"/>
              </a:xfrm>
              <a:custGeom>
                <a:avLst/>
                <a:gdLst>
                  <a:gd name="T0" fmla="*/ 0 w 96"/>
                  <a:gd name="T1" fmla="*/ 18 h 191"/>
                  <a:gd name="T2" fmla="*/ 30 w 96"/>
                  <a:gd name="T3" fmla="*/ 24 h 191"/>
                  <a:gd name="T4" fmla="*/ 48 w 96"/>
                  <a:gd name="T5" fmla="*/ 42 h 191"/>
                  <a:gd name="T6" fmla="*/ 66 w 96"/>
                  <a:gd name="T7" fmla="*/ 66 h 191"/>
                  <a:gd name="T8" fmla="*/ 72 w 96"/>
                  <a:gd name="T9" fmla="*/ 96 h 191"/>
                  <a:gd name="T10" fmla="*/ 72 w 96"/>
                  <a:gd name="T11" fmla="*/ 126 h 191"/>
                  <a:gd name="T12" fmla="*/ 72 w 96"/>
                  <a:gd name="T13" fmla="*/ 149 h 191"/>
                  <a:gd name="T14" fmla="*/ 66 w 96"/>
                  <a:gd name="T15" fmla="*/ 167 h 191"/>
                  <a:gd name="T16" fmla="*/ 54 w 96"/>
                  <a:gd name="T17" fmla="*/ 173 h 191"/>
                  <a:gd name="T18" fmla="*/ 54 w 96"/>
                  <a:gd name="T19" fmla="*/ 191 h 191"/>
                  <a:gd name="T20" fmla="*/ 72 w 96"/>
                  <a:gd name="T21" fmla="*/ 179 h 191"/>
                  <a:gd name="T22" fmla="*/ 90 w 96"/>
                  <a:gd name="T23" fmla="*/ 155 h 191"/>
                  <a:gd name="T24" fmla="*/ 96 w 96"/>
                  <a:gd name="T25" fmla="*/ 126 h 191"/>
                  <a:gd name="T26" fmla="*/ 90 w 96"/>
                  <a:gd name="T27" fmla="*/ 96 h 191"/>
                  <a:gd name="T28" fmla="*/ 84 w 96"/>
                  <a:gd name="T29" fmla="*/ 60 h 191"/>
                  <a:gd name="T30" fmla="*/ 66 w 96"/>
                  <a:gd name="T31" fmla="*/ 30 h 191"/>
                  <a:gd name="T32" fmla="*/ 36 w 96"/>
                  <a:gd name="T33" fmla="*/ 12 h 191"/>
                  <a:gd name="T34" fmla="*/ 0 w 96"/>
                  <a:gd name="T35" fmla="*/ 0 h 191"/>
                  <a:gd name="T36" fmla="*/ 0 w 96"/>
                  <a:gd name="T37" fmla="*/ 18 h 19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191"/>
                  <a:gd name="T59" fmla="*/ 96 w 96"/>
                  <a:gd name="T60" fmla="*/ 191 h 19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191">
                    <a:moveTo>
                      <a:pt x="0" y="18"/>
                    </a:moveTo>
                    <a:lnTo>
                      <a:pt x="30" y="24"/>
                    </a:lnTo>
                    <a:lnTo>
                      <a:pt x="48" y="42"/>
                    </a:lnTo>
                    <a:lnTo>
                      <a:pt x="66" y="66"/>
                    </a:lnTo>
                    <a:lnTo>
                      <a:pt x="72" y="96"/>
                    </a:lnTo>
                    <a:lnTo>
                      <a:pt x="72" y="126"/>
                    </a:lnTo>
                    <a:lnTo>
                      <a:pt x="72" y="149"/>
                    </a:lnTo>
                    <a:lnTo>
                      <a:pt x="66" y="167"/>
                    </a:lnTo>
                    <a:lnTo>
                      <a:pt x="54" y="173"/>
                    </a:lnTo>
                    <a:lnTo>
                      <a:pt x="54" y="191"/>
                    </a:lnTo>
                    <a:lnTo>
                      <a:pt x="72" y="179"/>
                    </a:lnTo>
                    <a:lnTo>
                      <a:pt x="90" y="155"/>
                    </a:lnTo>
                    <a:lnTo>
                      <a:pt x="96" y="126"/>
                    </a:lnTo>
                    <a:lnTo>
                      <a:pt x="90" y="96"/>
                    </a:lnTo>
                    <a:lnTo>
                      <a:pt x="84" y="60"/>
                    </a:lnTo>
                    <a:lnTo>
                      <a:pt x="66" y="30"/>
                    </a:lnTo>
                    <a:lnTo>
                      <a:pt x="36" y="12"/>
                    </a:lnTo>
                    <a:lnTo>
                      <a:pt x="0" y="0"/>
                    </a:lnTo>
                    <a:lnTo>
                      <a:pt x="0" y="18"/>
                    </a:lnTo>
                    <a:close/>
                  </a:path>
                </a:pathLst>
              </a:custGeom>
              <a:solidFill>
                <a:srgbClr val="008000"/>
              </a:solidFill>
              <a:ln w="9525">
                <a:solidFill>
                  <a:srgbClr val="008000"/>
                </a:solidFill>
                <a:round/>
              </a:ln>
            </p:spPr>
            <p:txBody>
              <a:bodyPr/>
              <a:lstStyle/>
              <a:p>
                <a:endParaRPr lang="zh-CN" altLang="en-US"/>
              </a:p>
            </p:txBody>
          </p:sp>
          <p:sp>
            <p:nvSpPr>
              <p:cNvPr id="40017" name="Freeform 69"/>
              <p:cNvSpPr>
                <a:spLocks noEditPoints="1"/>
              </p:cNvSpPr>
              <p:nvPr/>
            </p:nvSpPr>
            <p:spPr bwMode="auto">
              <a:xfrm>
                <a:off x="3187" y="544"/>
                <a:ext cx="84" cy="191"/>
              </a:xfrm>
              <a:custGeom>
                <a:avLst/>
                <a:gdLst>
                  <a:gd name="T0" fmla="*/ 36 w 84"/>
                  <a:gd name="T1" fmla="*/ 173 h 191"/>
                  <a:gd name="T2" fmla="*/ 24 w 84"/>
                  <a:gd name="T3" fmla="*/ 167 h 191"/>
                  <a:gd name="T4" fmla="*/ 18 w 84"/>
                  <a:gd name="T5" fmla="*/ 149 h 191"/>
                  <a:gd name="T6" fmla="*/ 12 w 84"/>
                  <a:gd name="T7" fmla="*/ 126 h 191"/>
                  <a:gd name="T8" fmla="*/ 18 w 84"/>
                  <a:gd name="T9" fmla="*/ 96 h 191"/>
                  <a:gd name="T10" fmla="*/ 24 w 84"/>
                  <a:gd name="T11" fmla="*/ 66 h 191"/>
                  <a:gd name="T12" fmla="*/ 36 w 84"/>
                  <a:gd name="T13" fmla="*/ 42 h 191"/>
                  <a:gd name="T14" fmla="*/ 60 w 84"/>
                  <a:gd name="T15" fmla="*/ 24 h 191"/>
                  <a:gd name="T16" fmla="*/ 84 w 84"/>
                  <a:gd name="T17" fmla="*/ 18 h 191"/>
                  <a:gd name="T18" fmla="*/ 84 w 84"/>
                  <a:gd name="T19" fmla="*/ 0 h 191"/>
                  <a:gd name="T20" fmla="*/ 54 w 84"/>
                  <a:gd name="T21" fmla="*/ 12 h 191"/>
                  <a:gd name="T22" fmla="*/ 24 w 84"/>
                  <a:gd name="T23" fmla="*/ 30 h 191"/>
                  <a:gd name="T24" fmla="*/ 12 w 84"/>
                  <a:gd name="T25" fmla="*/ 60 h 191"/>
                  <a:gd name="T26" fmla="*/ 0 w 84"/>
                  <a:gd name="T27" fmla="*/ 96 h 191"/>
                  <a:gd name="T28" fmla="*/ 0 w 84"/>
                  <a:gd name="T29" fmla="*/ 126 h 191"/>
                  <a:gd name="T30" fmla="*/ 0 w 84"/>
                  <a:gd name="T31" fmla="*/ 155 h 191"/>
                  <a:gd name="T32" fmla="*/ 18 w 84"/>
                  <a:gd name="T33" fmla="*/ 179 h 191"/>
                  <a:gd name="T34" fmla="*/ 36 w 84"/>
                  <a:gd name="T35" fmla="*/ 191 h 191"/>
                  <a:gd name="T36" fmla="*/ 36 w 84"/>
                  <a:gd name="T37" fmla="*/ 173 h 191"/>
                  <a:gd name="T38" fmla="*/ 36 w 84"/>
                  <a:gd name="T39" fmla="*/ 191 h 191"/>
                  <a:gd name="T40" fmla="*/ 36 w 84"/>
                  <a:gd name="T41" fmla="*/ 191 h 191"/>
                  <a:gd name="T42" fmla="*/ 36 w 84"/>
                  <a:gd name="T43" fmla="*/ 179 h 191"/>
                  <a:gd name="T44" fmla="*/ 36 w 84"/>
                  <a:gd name="T45" fmla="*/ 191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4"/>
                  <a:gd name="T70" fmla="*/ 0 h 191"/>
                  <a:gd name="T71" fmla="*/ 84 w 84"/>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4" h="191">
                    <a:moveTo>
                      <a:pt x="36" y="173"/>
                    </a:moveTo>
                    <a:lnTo>
                      <a:pt x="24" y="167"/>
                    </a:lnTo>
                    <a:lnTo>
                      <a:pt x="18" y="149"/>
                    </a:lnTo>
                    <a:lnTo>
                      <a:pt x="12" y="126"/>
                    </a:lnTo>
                    <a:lnTo>
                      <a:pt x="18" y="96"/>
                    </a:lnTo>
                    <a:lnTo>
                      <a:pt x="24" y="66"/>
                    </a:lnTo>
                    <a:lnTo>
                      <a:pt x="36" y="42"/>
                    </a:lnTo>
                    <a:lnTo>
                      <a:pt x="60" y="24"/>
                    </a:lnTo>
                    <a:lnTo>
                      <a:pt x="84" y="18"/>
                    </a:lnTo>
                    <a:lnTo>
                      <a:pt x="84" y="0"/>
                    </a:lnTo>
                    <a:lnTo>
                      <a:pt x="54" y="12"/>
                    </a:lnTo>
                    <a:lnTo>
                      <a:pt x="24" y="30"/>
                    </a:lnTo>
                    <a:lnTo>
                      <a:pt x="12" y="60"/>
                    </a:lnTo>
                    <a:lnTo>
                      <a:pt x="0" y="96"/>
                    </a:lnTo>
                    <a:lnTo>
                      <a:pt x="0" y="126"/>
                    </a:lnTo>
                    <a:lnTo>
                      <a:pt x="0" y="155"/>
                    </a:lnTo>
                    <a:lnTo>
                      <a:pt x="18" y="179"/>
                    </a:lnTo>
                    <a:lnTo>
                      <a:pt x="36" y="191"/>
                    </a:lnTo>
                    <a:lnTo>
                      <a:pt x="36" y="173"/>
                    </a:lnTo>
                    <a:close/>
                    <a:moveTo>
                      <a:pt x="36" y="191"/>
                    </a:moveTo>
                    <a:lnTo>
                      <a:pt x="36" y="191"/>
                    </a:lnTo>
                    <a:lnTo>
                      <a:pt x="36" y="179"/>
                    </a:lnTo>
                    <a:lnTo>
                      <a:pt x="36" y="191"/>
                    </a:lnTo>
                    <a:close/>
                  </a:path>
                </a:pathLst>
              </a:custGeom>
              <a:solidFill>
                <a:srgbClr val="008000"/>
              </a:solidFill>
              <a:ln w="9525">
                <a:solidFill>
                  <a:srgbClr val="008000"/>
                </a:solidFill>
                <a:round/>
              </a:ln>
            </p:spPr>
            <p:txBody>
              <a:bodyPr/>
              <a:lstStyle/>
              <a:p>
                <a:endParaRPr lang="zh-CN" altLang="en-US"/>
              </a:p>
            </p:txBody>
          </p:sp>
          <p:sp>
            <p:nvSpPr>
              <p:cNvPr id="40018" name="Freeform 70"/>
              <p:cNvSpPr/>
              <p:nvPr/>
            </p:nvSpPr>
            <p:spPr bwMode="auto">
              <a:xfrm>
                <a:off x="3277" y="544"/>
                <a:ext cx="155" cy="191"/>
              </a:xfrm>
              <a:custGeom>
                <a:avLst/>
                <a:gdLst>
                  <a:gd name="T0" fmla="*/ 155 w 155"/>
                  <a:gd name="T1" fmla="*/ 102 h 191"/>
                  <a:gd name="T2" fmla="*/ 143 w 155"/>
                  <a:gd name="T3" fmla="*/ 60 h 191"/>
                  <a:gd name="T4" fmla="*/ 125 w 155"/>
                  <a:gd name="T5" fmla="*/ 36 h 191"/>
                  <a:gd name="T6" fmla="*/ 107 w 155"/>
                  <a:gd name="T7" fmla="*/ 12 h 191"/>
                  <a:gd name="T8" fmla="*/ 89 w 155"/>
                  <a:gd name="T9" fmla="*/ 0 h 191"/>
                  <a:gd name="T10" fmla="*/ 71 w 155"/>
                  <a:gd name="T11" fmla="*/ 0 h 191"/>
                  <a:gd name="T12" fmla="*/ 53 w 155"/>
                  <a:gd name="T13" fmla="*/ 12 h 191"/>
                  <a:gd name="T14" fmla="*/ 23 w 155"/>
                  <a:gd name="T15" fmla="*/ 42 h 191"/>
                  <a:gd name="T16" fmla="*/ 6 w 155"/>
                  <a:gd name="T17" fmla="*/ 90 h 191"/>
                  <a:gd name="T18" fmla="*/ 0 w 155"/>
                  <a:gd name="T19" fmla="*/ 138 h 191"/>
                  <a:gd name="T20" fmla="*/ 12 w 155"/>
                  <a:gd name="T21" fmla="*/ 173 h 191"/>
                  <a:gd name="T22" fmla="*/ 23 w 155"/>
                  <a:gd name="T23" fmla="*/ 185 h 191"/>
                  <a:gd name="T24" fmla="*/ 47 w 155"/>
                  <a:gd name="T25" fmla="*/ 191 h 191"/>
                  <a:gd name="T26" fmla="*/ 47 w 155"/>
                  <a:gd name="T27" fmla="*/ 173 h 191"/>
                  <a:gd name="T28" fmla="*/ 35 w 155"/>
                  <a:gd name="T29" fmla="*/ 173 h 191"/>
                  <a:gd name="T30" fmla="*/ 29 w 155"/>
                  <a:gd name="T31" fmla="*/ 161 h 191"/>
                  <a:gd name="T32" fmla="*/ 17 w 155"/>
                  <a:gd name="T33" fmla="*/ 132 h 191"/>
                  <a:gd name="T34" fmla="*/ 23 w 155"/>
                  <a:gd name="T35" fmla="*/ 96 h 191"/>
                  <a:gd name="T36" fmla="*/ 41 w 155"/>
                  <a:gd name="T37" fmla="*/ 54 h 191"/>
                  <a:gd name="T38" fmla="*/ 65 w 155"/>
                  <a:gd name="T39" fmla="*/ 30 h 191"/>
                  <a:gd name="T40" fmla="*/ 89 w 155"/>
                  <a:gd name="T41" fmla="*/ 18 h 191"/>
                  <a:gd name="T42" fmla="*/ 101 w 155"/>
                  <a:gd name="T43" fmla="*/ 24 h 191"/>
                  <a:gd name="T44" fmla="*/ 113 w 155"/>
                  <a:gd name="T45" fmla="*/ 42 h 191"/>
                  <a:gd name="T46" fmla="*/ 125 w 155"/>
                  <a:gd name="T47" fmla="*/ 72 h 191"/>
                  <a:gd name="T48" fmla="*/ 137 w 155"/>
                  <a:gd name="T49" fmla="*/ 108 h 191"/>
                  <a:gd name="T50" fmla="*/ 155 w 155"/>
                  <a:gd name="T51" fmla="*/ 102 h 19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91"/>
                  <a:gd name="T80" fmla="*/ 155 w 155"/>
                  <a:gd name="T81" fmla="*/ 191 h 19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91">
                    <a:moveTo>
                      <a:pt x="155" y="102"/>
                    </a:moveTo>
                    <a:lnTo>
                      <a:pt x="143" y="60"/>
                    </a:lnTo>
                    <a:lnTo>
                      <a:pt x="125" y="36"/>
                    </a:lnTo>
                    <a:lnTo>
                      <a:pt x="107" y="12"/>
                    </a:lnTo>
                    <a:lnTo>
                      <a:pt x="89" y="0"/>
                    </a:lnTo>
                    <a:lnTo>
                      <a:pt x="71" y="0"/>
                    </a:lnTo>
                    <a:lnTo>
                      <a:pt x="53" y="12"/>
                    </a:lnTo>
                    <a:lnTo>
                      <a:pt x="23" y="42"/>
                    </a:lnTo>
                    <a:lnTo>
                      <a:pt x="6" y="90"/>
                    </a:lnTo>
                    <a:lnTo>
                      <a:pt x="0" y="138"/>
                    </a:lnTo>
                    <a:lnTo>
                      <a:pt x="12" y="173"/>
                    </a:lnTo>
                    <a:lnTo>
                      <a:pt x="23" y="185"/>
                    </a:lnTo>
                    <a:lnTo>
                      <a:pt x="47" y="191"/>
                    </a:lnTo>
                    <a:lnTo>
                      <a:pt x="47" y="173"/>
                    </a:lnTo>
                    <a:lnTo>
                      <a:pt x="35" y="173"/>
                    </a:lnTo>
                    <a:lnTo>
                      <a:pt x="29" y="161"/>
                    </a:lnTo>
                    <a:lnTo>
                      <a:pt x="17" y="132"/>
                    </a:lnTo>
                    <a:lnTo>
                      <a:pt x="23" y="96"/>
                    </a:lnTo>
                    <a:lnTo>
                      <a:pt x="41" y="54"/>
                    </a:lnTo>
                    <a:lnTo>
                      <a:pt x="65" y="30"/>
                    </a:lnTo>
                    <a:lnTo>
                      <a:pt x="89" y="18"/>
                    </a:lnTo>
                    <a:lnTo>
                      <a:pt x="101" y="24"/>
                    </a:lnTo>
                    <a:lnTo>
                      <a:pt x="113" y="42"/>
                    </a:lnTo>
                    <a:lnTo>
                      <a:pt x="125" y="72"/>
                    </a:lnTo>
                    <a:lnTo>
                      <a:pt x="137" y="108"/>
                    </a:lnTo>
                    <a:lnTo>
                      <a:pt x="155" y="102"/>
                    </a:lnTo>
                    <a:close/>
                  </a:path>
                </a:pathLst>
              </a:custGeom>
              <a:solidFill>
                <a:srgbClr val="008000"/>
              </a:solidFill>
              <a:ln w="9525">
                <a:solidFill>
                  <a:srgbClr val="008000"/>
                </a:solidFill>
                <a:round/>
              </a:ln>
            </p:spPr>
            <p:txBody>
              <a:bodyPr/>
              <a:lstStyle/>
              <a:p>
                <a:endParaRPr lang="zh-CN" altLang="en-US"/>
              </a:p>
            </p:txBody>
          </p:sp>
          <p:sp>
            <p:nvSpPr>
              <p:cNvPr id="40019" name="Freeform 71"/>
              <p:cNvSpPr>
                <a:spLocks noEditPoints="1"/>
              </p:cNvSpPr>
              <p:nvPr/>
            </p:nvSpPr>
            <p:spPr bwMode="auto">
              <a:xfrm>
                <a:off x="3271" y="544"/>
                <a:ext cx="95" cy="191"/>
              </a:xfrm>
              <a:custGeom>
                <a:avLst/>
                <a:gdLst>
                  <a:gd name="T0" fmla="*/ 53 w 95"/>
                  <a:gd name="T1" fmla="*/ 191 h 191"/>
                  <a:gd name="T2" fmla="*/ 77 w 95"/>
                  <a:gd name="T3" fmla="*/ 179 h 191"/>
                  <a:gd name="T4" fmla="*/ 89 w 95"/>
                  <a:gd name="T5" fmla="*/ 155 h 191"/>
                  <a:gd name="T6" fmla="*/ 95 w 95"/>
                  <a:gd name="T7" fmla="*/ 126 h 191"/>
                  <a:gd name="T8" fmla="*/ 89 w 95"/>
                  <a:gd name="T9" fmla="*/ 96 h 191"/>
                  <a:gd name="T10" fmla="*/ 77 w 95"/>
                  <a:gd name="T11" fmla="*/ 60 h 191"/>
                  <a:gd name="T12" fmla="*/ 59 w 95"/>
                  <a:gd name="T13" fmla="*/ 30 h 191"/>
                  <a:gd name="T14" fmla="*/ 35 w 95"/>
                  <a:gd name="T15" fmla="*/ 12 h 191"/>
                  <a:gd name="T16" fmla="*/ 0 w 95"/>
                  <a:gd name="T17" fmla="*/ 0 h 191"/>
                  <a:gd name="T18" fmla="*/ 0 w 95"/>
                  <a:gd name="T19" fmla="*/ 18 h 191"/>
                  <a:gd name="T20" fmla="*/ 29 w 95"/>
                  <a:gd name="T21" fmla="*/ 24 h 191"/>
                  <a:gd name="T22" fmla="*/ 47 w 95"/>
                  <a:gd name="T23" fmla="*/ 42 h 191"/>
                  <a:gd name="T24" fmla="*/ 65 w 95"/>
                  <a:gd name="T25" fmla="*/ 66 h 191"/>
                  <a:gd name="T26" fmla="*/ 71 w 95"/>
                  <a:gd name="T27" fmla="*/ 96 h 191"/>
                  <a:gd name="T28" fmla="*/ 77 w 95"/>
                  <a:gd name="T29" fmla="*/ 126 h 191"/>
                  <a:gd name="T30" fmla="*/ 71 w 95"/>
                  <a:gd name="T31" fmla="*/ 149 h 191"/>
                  <a:gd name="T32" fmla="*/ 65 w 95"/>
                  <a:gd name="T33" fmla="*/ 167 h 191"/>
                  <a:gd name="T34" fmla="*/ 53 w 95"/>
                  <a:gd name="T35" fmla="*/ 173 h 191"/>
                  <a:gd name="T36" fmla="*/ 53 w 95"/>
                  <a:gd name="T37" fmla="*/ 191 h 191"/>
                  <a:gd name="T38" fmla="*/ 53 w 95"/>
                  <a:gd name="T39" fmla="*/ 173 h 191"/>
                  <a:gd name="T40" fmla="*/ 53 w 95"/>
                  <a:gd name="T41" fmla="*/ 173 h 191"/>
                  <a:gd name="T42" fmla="*/ 53 w 95"/>
                  <a:gd name="T43" fmla="*/ 179 h 191"/>
                  <a:gd name="T44" fmla="*/ 53 w 95"/>
                  <a:gd name="T45" fmla="*/ 173 h 19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5"/>
                  <a:gd name="T70" fmla="*/ 0 h 191"/>
                  <a:gd name="T71" fmla="*/ 95 w 95"/>
                  <a:gd name="T72" fmla="*/ 191 h 19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5" h="191">
                    <a:moveTo>
                      <a:pt x="53" y="191"/>
                    </a:moveTo>
                    <a:lnTo>
                      <a:pt x="77" y="179"/>
                    </a:lnTo>
                    <a:lnTo>
                      <a:pt x="89" y="155"/>
                    </a:lnTo>
                    <a:lnTo>
                      <a:pt x="95" y="126"/>
                    </a:lnTo>
                    <a:lnTo>
                      <a:pt x="89" y="96"/>
                    </a:lnTo>
                    <a:lnTo>
                      <a:pt x="77" y="60"/>
                    </a:lnTo>
                    <a:lnTo>
                      <a:pt x="59" y="30"/>
                    </a:lnTo>
                    <a:lnTo>
                      <a:pt x="35" y="12"/>
                    </a:lnTo>
                    <a:lnTo>
                      <a:pt x="0" y="0"/>
                    </a:lnTo>
                    <a:lnTo>
                      <a:pt x="0" y="18"/>
                    </a:lnTo>
                    <a:lnTo>
                      <a:pt x="29" y="24"/>
                    </a:lnTo>
                    <a:lnTo>
                      <a:pt x="47" y="42"/>
                    </a:lnTo>
                    <a:lnTo>
                      <a:pt x="65" y="66"/>
                    </a:lnTo>
                    <a:lnTo>
                      <a:pt x="71" y="96"/>
                    </a:lnTo>
                    <a:lnTo>
                      <a:pt x="77" y="126"/>
                    </a:lnTo>
                    <a:lnTo>
                      <a:pt x="71" y="149"/>
                    </a:lnTo>
                    <a:lnTo>
                      <a:pt x="65" y="167"/>
                    </a:lnTo>
                    <a:lnTo>
                      <a:pt x="53" y="173"/>
                    </a:lnTo>
                    <a:lnTo>
                      <a:pt x="53" y="191"/>
                    </a:lnTo>
                    <a:close/>
                    <a:moveTo>
                      <a:pt x="53" y="173"/>
                    </a:moveTo>
                    <a:lnTo>
                      <a:pt x="53" y="173"/>
                    </a:lnTo>
                    <a:lnTo>
                      <a:pt x="53" y="179"/>
                    </a:lnTo>
                    <a:lnTo>
                      <a:pt x="53" y="173"/>
                    </a:lnTo>
                    <a:close/>
                  </a:path>
                </a:pathLst>
              </a:custGeom>
              <a:solidFill>
                <a:srgbClr val="008000"/>
              </a:solidFill>
              <a:ln w="9525">
                <a:solidFill>
                  <a:srgbClr val="008000"/>
                </a:solidFill>
                <a:round/>
              </a:ln>
            </p:spPr>
            <p:txBody>
              <a:bodyPr/>
              <a:lstStyle/>
              <a:p>
                <a:endParaRPr lang="zh-CN" altLang="en-US"/>
              </a:p>
            </p:txBody>
          </p:sp>
        </p:grpSp>
        <p:sp>
          <p:nvSpPr>
            <p:cNvPr id="39989" name="Oval 72"/>
            <p:cNvSpPr>
              <a:spLocks noChangeAspect="1" noChangeArrowheads="1"/>
            </p:cNvSpPr>
            <p:nvPr/>
          </p:nvSpPr>
          <p:spPr bwMode="auto">
            <a:xfrm>
              <a:off x="4611" y="293"/>
              <a:ext cx="306" cy="306"/>
            </a:xfrm>
            <a:prstGeom prst="ellipse">
              <a:avLst/>
            </a:prstGeom>
            <a:gradFill rotWithShape="0">
              <a:gsLst>
                <a:gs pos="0">
                  <a:srgbClr val="FFFFFF"/>
                </a:gs>
                <a:gs pos="100000">
                  <a:schemeClr val="tx2"/>
                </a:gs>
              </a:gsLst>
              <a:path path="shape">
                <a:fillToRect l="50000" t="50000" r="50000" b="50000"/>
              </a:path>
            </a:gradFill>
            <a:ln w="9525">
              <a:noFill/>
              <a:round/>
            </a:ln>
          </p:spPr>
          <p:txBody>
            <a:bodyPr wrap="none" anchor="ctr"/>
            <a:lstStyle/>
            <a:p>
              <a:endParaRPr lang="zh-CN" altLang="en-US"/>
            </a:p>
          </p:txBody>
        </p:sp>
        <p:sp>
          <p:nvSpPr>
            <p:cNvPr id="206921" name="Line 73"/>
            <p:cNvSpPr>
              <a:spLocks noChangeShapeType="1"/>
            </p:cNvSpPr>
            <p:nvPr/>
          </p:nvSpPr>
          <p:spPr bwMode="auto">
            <a:xfrm>
              <a:off x="3061" y="618"/>
              <a:ext cx="2087" cy="0"/>
            </a:xfrm>
            <a:prstGeom prst="line">
              <a:avLst/>
            </a:prstGeom>
            <a:noFill/>
            <a:ln w="38100">
              <a:solidFill>
                <a:srgbClr val="33CCFF"/>
              </a:solidFill>
              <a:round/>
            </a:ln>
            <a:effectLst>
              <a:outerShdw dist="35921" dir="2700000" algn="ctr" rotWithShape="0">
                <a:schemeClr val="bg2">
                  <a:alpha val="50000"/>
                </a:schemeClr>
              </a:outerShdw>
            </a:effectLst>
          </p:spPr>
          <p:txBody>
            <a:bodyPr wrap="none" tIns="0"/>
            <a:lstStyle/>
            <a:p>
              <a:pPr>
                <a:defRPr/>
              </a:pPr>
              <a:endParaRPr lang="zh-CN" altLang="en-US"/>
            </a:p>
          </p:txBody>
        </p:sp>
        <p:grpSp>
          <p:nvGrpSpPr>
            <p:cNvPr id="39991" name="Group 74"/>
            <p:cNvGrpSpPr/>
            <p:nvPr/>
          </p:nvGrpSpPr>
          <p:grpSpPr bwMode="auto">
            <a:xfrm>
              <a:off x="2889" y="164"/>
              <a:ext cx="177" cy="462"/>
              <a:chOff x="1919" y="337"/>
              <a:chExt cx="145" cy="680"/>
            </a:xfrm>
          </p:grpSpPr>
          <p:sp>
            <p:nvSpPr>
              <p:cNvPr id="39992" name="Line 75"/>
              <p:cNvSpPr>
                <a:spLocks noChangeShapeType="1"/>
              </p:cNvSpPr>
              <p:nvPr/>
            </p:nvSpPr>
            <p:spPr bwMode="auto">
              <a:xfrm>
                <a:off x="2064" y="337"/>
                <a:ext cx="0" cy="680"/>
              </a:xfrm>
              <a:prstGeom prst="line">
                <a:avLst/>
              </a:prstGeom>
              <a:noFill/>
              <a:ln w="28575">
                <a:solidFill>
                  <a:srgbClr val="0099FF"/>
                </a:solidFill>
                <a:round/>
              </a:ln>
            </p:spPr>
            <p:txBody>
              <a:bodyPr/>
              <a:lstStyle/>
              <a:p>
                <a:endParaRPr lang="zh-CN" altLang="en-US"/>
              </a:p>
            </p:txBody>
          </p:sp>
          <p:sp>
            <p:nvSpPr>
              <p:cNvPr id="39993" name="Line 76"/>
              <p:cNvSpPr>
                <a:spLocks noChangeShapeType="1"/>
              </p:cNvSpPr>
              <p:nvPr/>
            </p:nvSpPr>
            <p:spPr bwMode="auto">
              <a:xfrm flipH="1">
                <a:off x="1928" y="427"/>
                <a:ext cx="136" cy="91"/>
              </a:xfrm>
              <a:prstGeom prst="line">
                <a:avLst/>
              </a:prstGeom>
              <a:noFill/>
              <a:ln w="28575">
                <a:solidFill>
                  <a:srgbClr val="0099FF"/>
                </a:solidFill>
                <a:round/>
              </a:ln>
            </p:spPr>
            <p:txBody>
              <a:bodyPr/>
              <a:lstStyle/>
              <a:p>
                <a:endParaRPr lang="zh-CN" altLang="en-US"/>
              </a:p>
            </p:txBody>
          </p:sp>
          <p:sp>
            <p:nvSpPr>
              <p:cNvPr id="39994" name="Line 77"/>
              <p:cNvSpPr>
                <a:spLocks noChangeShapeType="1"/>
              </p:cNvSpPr>
              <p:nvPr/>
            </p:nvSpPr>
            <p:spPr bwMode="auto">
              <a:xfrm flipH="1">
                <a:off x="1928" y="551"/>
                <a:ext cx="136" cy="91"/>
              </a:xfrm>
              <a:prstGeom prst="line">
                <a:avLst/>
              </a:prstGeom>
              <a:noFill/>
              <a:ln w="28575">
                <a:solidFill>
                  <a:srgbClr val="0099FF"/>
                </a:solidFill>
                <a:round/>
              </a:ln>
            </p:spPr>
            <p:txBody>
              <a:bodyPr/>
              <a:lstStyle/>
              <a:p>
                <a:endParaRPr lang="zh-CN" altLang="en-US"/>
              </a:p>
            </p:txBody>
          </p:sp>
          <p:sp>
            <p:nvSpPr>
              <p:cNvPr id="39995" name="Line 78"/>
              <p:cNvSpPr>
                <a:spLocks noChangeShapeType="1"/>
              </p:cNvSpPr>
              <p:nvPr/>
            </p:nvSpPr>
            <p:spPr bwMode="auto">
              <a:xfrm flipH="1">
                <a:off x="1928" y="687"/>
                <a:ext cx="136" cy="91"/>
              </a:xfrm>
              <a:prstGeom prst="line">
                <a:avLst/>
              </a:prstGeom>
              <a:noFill/>
              <a:ln w="28575">
                <a:solidFill>
                  <a:srgbClr val="0099FF"/>
                </a:solidFill>
                <a:round/>
              </a:ln>
            </p:spPr>
            <p:txBody>
              <a:bodyPr/>
              <a:lstStyle/>
              <a:p>
                <a:endParaRPr lang="zh-CN" altLang="en-US"/>
              </a:p>
            </p:txBody>
          </p:sp>
          <p:sp>
            <p:nvSpPr>
              <p:cNvPr id="39996" name="Line 79"/>
              <p:cNvSpPr>
                <a:spLocks noChangeShapeType="1"/>
              </p:cNvSpPr>
              <p:nvPr/>
            </p:nvSpPr>
            <p:spPr bwMode="auto">
              <a:xfrm flipH="1">
                <a:off x="1928" y="926"/>
                <a:ext cx="136" cy="91"/>
              </a:xfrm>
              <a:prstGeom prst="line">
                <a:avLst/>
              </a:prstGeom>
              <a:noFill/>
              <a:ln w="28575">
                <a:solidFill>
                  <a:srgbClr val="0099FF"/>
                </a:solidFill>
                <a:round/>
              </a:ln>
            </p:spPr>
            <p:txBody>
              <a:bodyPr/>
              <a:lstStyle/>
              <a:p>
                <a:endParaRPr lang="zh-CN" altLang="en-US"/>
              </a:p>
            </p:txBody>
          </p:sp>
          <p:sp>
            <p:nvSpPr>
              <p:cNvPr id="39997" name="Line 80"/>
              <p:cNvSpPr>
                <a:spLocks noChangeShapeType="1"/>
              </p:cNvSpPr>
              <p:nvPr/>
            </p:nvSpPr>
            <p:spPr bwMode="auto">
              <a:xfrm flipH="1">
                <a:off x="1919" y="824"/>
                <a:ext cx="136" cy="91"/>
              </a:xfrm>
              <a:prstGeom prst="line">
                <a:avLst/>
              </a:prstGeom>
              <a:noFill/>
              <a:ln w="28575">
                <a:solidFill>
                  <a:srgbClr val="0099FF"/>
                </a:solidFill>
                <a:round/>
              </a:ln>
            </p:spPr>
            <p:txBody>
              <a:bodyPr/>
              <a:lstStyle/>
              <a:p>
                <a:endParaRPr lang="zh-CN" altLang="en-US"/>
              </a:p>
            </p:txBody>
          </p:sp>
        </p:grpSp>
      </p:grpSp>
      <p:sp>
        <p:nvSpPr>
          <p:cNvPr id="206929" name="Text Box 81"/>
          <p:cNvSpPr txBox="1">
            <a:spLocks noChangeArrowheads="1"/>
          </p:cNvSpPr>
          <p:nvPr/>
        </p:nvSpPr>
        <p:spPr bwMode="auto">
          <a:xfrm>
            <a:off x="7542213" y="2222500"/>
            <a:ext cx="1439862" cy="396875"/>
          </a:xfrm>
          <a:prstGeom prst="rect">
            <a:avLst/>
          </a:prstGeom>
          <a:noFill/>
          <a:ln w="9525">
            <a:noFill/>
            <a:miter lim="800000"/>
          </a:ln>
        </p:spPr>
        <p:txBody>
          <a:bodyPr>
            <a:spAutoFit/>
          </a:bodyPr>
          <a:lstStyle/>
          <a:p>
            <a:pPr algn="l"/>
            <a:r>
              <a:rPr lang="zh-CN" altLang="en-US" sz="2000" b="1" i="0">
                <a:solidFill>
                  <a:srgbClr val="FF3399"/>
                </a:solidFill>
                <a:latin typeface="Times New Roman" panose="02020603050405020304" pitchFamily="18" charset="0"/>
              </a:rPr>
              <a:t>零势能面</a:t>
            </a:r>
            <a:endParaRPr lang="zh-CN" altLang="en-US" sz="2000" b="1" i="0">
              <a:solidFill>
                <a:srgbClr val="FF3399"/>
              </a:solidFill>
              <a:latin typeface="Times New Roman" panose="02020603050405020304" pitchFamily="18" charset="0"/>
            </a:endParaRPr>
          </a:p>
        </p:txBody>
      </p:sp>
      <p:grpSp>
        <p:nvGrpSpPr>
          <p:cNvPr id="7" name="Group 82"/>
          <p:cNvGrpSpPr/>
          <p:nvPr/>
        </p:nvGrpSpPr>
        <p:grpSpPr bwMode="auto">
          <a:xfrm>
            <a:off x="6372225" y="6038850"/>
            <a:ext cx="1304925" cy="547688"/>
            <a:chOff x="4014" y="3804"/>
            <a:chExt cx="822" cy="345"/>
          </a:xfrm>
        </p:grpSpPr>
        <p:sp>
          <p:nvSpPr>
            <p:cNvPr id="39984" name="Line 83"/>
            <p:cNvSpPr>
              <a:spLocks noChangeShapeType="1"/>
            </p:cNvSpPr>
            <p:nvPr/>
          </p:nvSpPr>
          <p:spPr bwMode="auto">
            <a:xfrm>
              <a:off x="4014" y="3804"/>
              <a:ext cx="0" cy="255"/>
            </a:xfrm>
            <a:prstGeom prst="line">
              <a:avLst/>
            </a:prstGeom>
            <a:noFill/>
            <a:ln w="9525">
              <a:solidFill>
                <a:schemeClr val="tx1"/>
              </a:solidFill>
              <a:round/>
            </a:ln>
          </p:spPr>
          <p:txBody>
            <a:bodyPr/>
            <a:lstStyle/>
            <a:p>
              <a:endParaRPr lang="zh-CN" altLang="en-US"/>
            </a:p>
          </p:txBody>
        </p:sp>
        <p:sp>
          <p:nvSpPr>
            <p:cNvPr id="39985" name="Line 84"/>
            <p:cNvSpPr>
              <a:spLocks noChangeShapeType="1"/>
            </p:cNvSpPr>
            <p:nvPr/>
          </p:nvSpPr>
          <p:spPr bwMode="auto">
            <a:xfrm>
              <a:off x="4836" y="3804"/>
              <a:ext cx="0" cy="255"/>
            </a:xfrm>
            <a:prstGeom prst="line">
              <a:avLst/>
            </a:prstGeom>
            <a:noFill/>
            <a:ln w="9525">
              <a:solidFill>
                <a:schemeClr val="tx1"/>
              </a:solidFill>
              <a:round/>
            </a:ln>
          </p:spPr>
          <p:txBody>
            <a:bodyPr/>
            <a:lstStyle/>
            <a:p>
              <a:endParaRPr lang="zh-CN" altLang="en-US"/>
            </a:p>
          </p:txBody>
        </p:sp>
        <p:sp>
          <p:nvSpPr>
            <p:cNvPr id="39986" name="Line 85"/>
            <p:cNvSpPr>
              <a:spLocks noChangeShapeType="1"/>
            </p:cNvSpPr>
            <p:nvPr/>
          </p:nvSpPr>
          <p:spPr bwMode="auto">
            <a:xfrm>
              <a:off x="4014" y="3946"/>
              <a:ext cx="822" cy="0"/>
            </a:xfrm>
            <a:prstGeom prst="line">
              <a:avLst/>
            </a:prstGeom>
            <a:noFill/>
            <a:ln w="9525">
              <a:solidFill>
                <a:schemeClr val="tx1"/>
              </a:solidFill>
              <a:round/>
              <a:headEnd type="triangle" w="med" len="med"/>
              <a:tailEnd type="triangle" w="med" len="med"/>
            </a:ln>
          </p:spPr>
          <p:txBody>
            <a:bodyPr/>
            <a:lstStyle/>
            <a:p>
              <a:endParaRPr lang="zh-CN" altLang="en-US"/>
            </a:p>
          </p:txBody>
        </p:sp>
        <p:sp>
          <p:nvSpPr>
            <p:cNvPr id="39987" name="Text Box 86"/>
            <p:cNvSpPr txBox="1">
              <a:spLocks noChangeArrowheads="1"/>
            </p:cNvSpPr>
            <p:nvPr/>
          </p:nvSpPr>
          <p:spPr bwMode="auto">
            <a:xfrm>
              <a:off x="4325" y="3861"/>
              <a:ext cx="426" cy="288"/>
            </a:xfrm>
            <a:prstGeom prst="rect">
              <a:avLst/>
            </a:prstGeom>
            <a:noFill/>
            <a:ln w="9525">
              <a:noFill/>
              <a:miter lim="800000"/>
            </a:ln>
          </p:spPr>
          <p:txBody>
            <a:bodyPr>
              <a:spAutoFit/>
            </a:bodyPr>
            <a:lstStyle/>
            <a:p>
              <a:pPr algn="l">
                <a:spcBef>
                  <a:spcPct val="50000"/>
                </a:spcBef>
              </a:pPr>
              <a:r>
                <a:rPr lang="en-US" altLang="zh-CN" b="1">
                  <a:latin typeface="Times New Roman" panose="02020603050405020304" pitchFamily="18" charset="0"/>
                </a:rPr>
                <a:t>x</a:t>
              </a:r>
              <a:endParaRPr lang="en-US" altLang="zh-CN" b="1">
                <a:latin typeface="Times New Roman" panose="02020603050405020304" pitchFamily="18" charset="0"/>
              </a:endParaRPr>
            </a:p>
          </p:txBody>
        </p:sp>
      </p:grpSp>
      <p:sp>
        <p:nvSpPr>
          <p:cNvPr id="206936" name="Line 88"/>
          <p:cNvSpPr>
            <a:spLocks noChangeShapeType="1"/>
          </p:cNvSpPr>
          <p:nvPr/>
        </p:nvSpPr>
        <p:spPr bwMode="auto">
          <a:xfrm flipH="1">
            <a:off x="5697538" y="2573338"/>
            <a:ext cx="1574800" cy="0"/>
          </a:xfrm>
          <a:prstGeom prst="line">
            <a:avLst/>
          </a:prstGeom>
          <a:noFill/>
          <a:ln w="38100">
            <a:solidFill>
              <a:srgbClr val="FF0000"/>
            </a:solidFill>
            <a:prstDash val="sysDot"/>
            <a:round/>
          </a:ln>
        </p:spPr>
        <p:txBody>
          <a:bodyPr/>
          <a:lstStyle/>
          <a:p>
            <a:endParaRPr lang="zh-CN" altLang="en-US"/>
          </a:p>
        </p:txBody>
      </p:sp>
      <p:sp>
        <p:nvSpPr>
          <p:cNvPr id="206937" name="Line 89"/>
          <p:cNvSpPr>
            <a:spLocks noChangeShapeType="1"/>
          </p:cNvSpPr>
          <p:nvPr/>
        </p:nvSpPr>
        <p:spPr bwMode="auto">
          <a:xfrm flipV="1">
            <a:off x="7316788" y="2033588"/>
            <a:ext cx="134937" cy="539750"/>
          </a:xfrm>
          <a:prstGeom prst="line">
            <a:avLst/>
          </a:prstGeom>
          <a:noFill/>
          <a:ln w="38100">
            <a:solidFill>
              <a:srgbClr val="FF0000"/>
            </a:solidFill>
            <a:prstDash val="sysDot"/>
            <a:round/>
          </a:ln>
        </p:spPr>
        <p:txBody>
          <a:bodyPr/>
          <a:lstStyle/>
          <a:p>
            <a:endParaRPr lang="zh-CN" altLang="en-US"/>
          </a:p>
        </p:txBody>
      </p:sp>
      <p:sp>
        <p:nvSpPr>
          <p:cNvPr id="206938" name="Line 90"/>
          <p:cNvSpPr>
            <a:spLocks noChangeShapeType="1"/>
          </p:cNvSpPr>
          <p:nvPr/>
        </p:nvSpPr>
        <p:spPr bwMode="auto">
          <a:xfrm>
            <a:off x="6416675" y="1042988"/>
            <a:ext cx="0" cy="1171575"/>
          </a:xfrm>
          <a:prstGeom prst="line">
            <a:avLst/>
          </a:prstGeom>
          <a:noFill/>
          <a:ln w="38100">
            <a:solidFill>
              <a:srgbClr val="FF6600"/>
            </a:solidFill>
            <a:prstDash val="sysDot"/>
            <a:round/>
          </a:ln>
        </p:spPr>
        <p:txBody>
          <a:bodyPr/>
          <a:lstStyle/>
          <a:p>
            <a:endParaRPr lang="zh-CN" altLang="en-US"/>
          </a:p>
        </p:txBody>
      </p:sp>
      <p:sp>
        <p:nvSpPr>
          <p:cNvPr id="206939" name="Line 91"/>
          <p:cNvSpPr>
            <a:spLocks noChangeShapeType="1"/>
          </p:cNvSpPr>
          <p:nvPr/>
        </p:nvSpPr>
        <p:spPr bwMode="auto">
          <a:xfrm flipH="1">
            <a:off x="5876925" y="2214563"/>
            <a:ext cx="539750" cy="0"/>
          </a:xfrm>
          <a:prstGeom prst="line">
            <a:avLst/>
          </a:prstGeom>
          <a:noFill/>
          <a:ln w="38100">
            <a:solidFill>
              <a:srgbClr val="FF0000"/>
            </a:solidFill>
            <a:prstDash val="sysDot"/>
            <a:round/>
          </a:ln>
        </p:spPr>
        <p:txBody>
          <a:bodyPr/>
          <a:lstStyle/>
          <a:p>
            <a:endParaRPr lang="zh-CN" altLang="en-US"/>
          </a:p>
        </p:txBody>
      </p:sp>
      <p:sp>
        <p:nvSpPr>
          <p:cNvPr id="206940" name="Line 92"/>
          <p:cNvSpPr>
            <a:spLocks noChangeShapeType="1"/>
          </p:cNvSpPr>
          <p:nvPr/>
        </p:nvSpPr>
        <p:spPr bwMode="auto">
          <a:xfrm flipV="1">
            <a:off x="6416675" y="2033588"/>
            <a:ext cx="90488" cy="180975"/>
          </a:xfrm>
          <a:prstGeom prst="line">
            <a:avLst/>
          </a:prstGeom>
          <a:noFill/>
          <a:ln w="38100">
            <a:solidFill>
              <a:srgbClr val="FF0000"/>
            </a:solidFill>
            <a:prstDash val="sysDot"/>
            <a:round/>
          </a:ln>
        </p:spPr>
        <p:txBody>
          <a:bodyPr/>
          <a:lstStyle/>
          <a:p>
            <a:endParaRPr lang="zh-CN" altLang="en-US"/>
          </a:p>
        </p:txBody>
      </p:sp>
      <p:sp>
        <p:nvSpPr>
          <p:cNvPr id="206865" name="Freeform 17"/>
          <p:cNvSpPr/>
          <p:nvPr/>
        </p:nvSpPr>
        <p:spPr bwMode="auto">
          <a:xfrm>
            <a:off x="6459538" y="1027113"/>
            <a:ext cx="952500" cy="1524000"/>
          </a:xfrm>
          <a:custGeom>
            <a:avLst/>
            <a:gdLst>
              <a:gd name="T0" fmla="*/ 2147483647 w 600"/>
              <a:gd name="T1" fmla="*/ 2147483647 h 960"/>
              <a:gd name="T2" fmla="*/ 2147483647 w 600"/>
              <a:gd name="T3" fmla="*/ 2147483647 h 960"/>
              <a:gd name="T4" fmla="*/ 2147483647 w 600"/>
              <a:gd name="T5" fmla="*/ 2147483647 h 960"/>
              <a:gd name="T6" fmla="*/ 0 w 600"/>
              <a:gd name="T7" fmla="*/ 0 h 960"/>
              <a:gd name="T8" fmla="*/ 0 60000 65536"/>
              <a:gd name="T9" fmla="*/ 0 60000 65536"/>
              <a:gd name="T10" fmla="*/ 0 60000 65536"/>
              <a:gd name="T11" fmla="*/ 0 60000 65536"/>
              <a:gd name="T12" fmla="*/ 0 w 600"/>
              <a:gd name="T13" fmla="*/ 0 h 960"/>
              <a:gd name="T14" fmla="*/ 600 w 600"/>
              <a:gd name="T15" fmla="*/ 960 h 960"/>
            </a:gdLst>
            <a:ahLst/>
            <a:cxnLst>
              <a:cxn ang="T8">
                <a:pos x="T0" y="T1"/>
              </a:cxn>
              <a:cxn ang="T9">
                <a:pos x="T2" y="T3"/>
              </a:cxn>
              <a:cxn ang="T10">
                <a:pos x="T4" y="T5"/>
              </a:cxn>
              <a:cxn ang="T11">
                <a:pos x="T6" y="T7"/>
              </a:cxn>
            </a:cxnLst>
            <a:rect l="T12" t="T13" r="T14" b="T15"/>
            <a:pathLst>
              <a:path w="600" h="960">
                <a:moveTo>
                  <a:pt x="528" y="960"/>
                </a:moveTo>
                <a:cubicBezTo>
                  <a:pt x="564" y="832"/>
                  <a:pt x="600" y="704"/>
                  <a:pt x="576" y="576"/>
                </a:cubicBezTo>
                <a:cubicBezTo>
                  <a:pt x="552" y="448"/>
                  <a:pt x="480" y="288"/>
                  <a:pt x="384" y="192"/>
                </a:cubicBezTo>
                <a:cubicBezTo>
                  <a:pt x="288" y="96"/>
                  <a:pt x="144" y="48"/>
                  <a:pt x="0" y="0"/>
                </a:cubicBezTo>
              </a:path>
            </a:pathLst>
          </a:custGeom>
          <a:noFill/>
          <a:ln w="28575">
            <a:solidFill>
              <a:srgbClr val="FF0000"/>
            </a:solidFill>
            <a:round/>
          </a:ln>
        </p:spPr>
        <p:txBody>
          <a:bodyPr/>
          <a:lstStyle/>
          <a:p>
            <a:endParaRPr lang="zh-CN" altLang="en-US"/>
          </a:p>
        </p:txBody>
      </p:sp>
      <p:sp>
        <p:nvSpPr>
          <p:cNvPr id="206868" name="Line 20"/>
          <p:cNvSpPr>
            <a:spLocks noChangeShapeType="1"/>
          </p:cNvSpPr>
          <p:nvPr/>
        </p:nvSpPr>
        <p:spPr bwMode="auto">
          <a:xfrm>
            <a:off x="7069138" y="1328738"/>
            <a:ext cx="0" cy="574675"/>
          </a:xfrm>
          <a:prstGeom prst="line">
            <a:avLst/>
          </a:prstGeom>
          <a:noFill/>
          <a:ln w="38100">
            <a:solidFill>
              <a:srgbClr val="008000"/>
            </a:solidFill>
            <a:round/>
            <a:tailEnd type="triangle" w="med" len="lg"/>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6851"/>
                                        </p:tgtEl>
                                        <p:attrNameLst>
                                          <p:attrName>style.visibility</p:attrName>
                                        </p:attrNameLst>
                                      </p:cBhvr>
                                      <p:to>
                                        <p:strVal val="visible"/>
                                      </p:to>
                                    </p:set>
                                    <p:animEffect transition="in" filter="wipe(left)">
                                      <p:cBhvr>
                                        <p:cTn id="7" dur="500"/>
                                        <p:tgtEl>
                                          <p:spTgt spid="2068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6852"/>
                                        </p:tgtEl>
                                        <p:attrNameLst>
                                          <p:attrName>style.visibility</p:attrName>
                                        </p:attrNameLst>
                                      </p:cBhvr>
                                      <p:to>
                                        <p:strVal val="visible"/>
                                      </p:to>
                                    </p:set>
                                    <p:animEffect transition="in" filter="wipe(left)">
                                      <p:cBhvr>
                                        <p:cTn id="12" dur="500"/>
                                        <p:tgtEl>
                                          <p:spTgt spid="2068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6853"/>
                                        </p:tgtEl>
                                        <p:attrNameLst>
                                          <p:attrName>style.visibility</p:attrName>
                                        </p:attrNameLst>
                                      </p:cBhvr>
                                      <p:to>
                                        <p:strVal val="visible"/>
                                      </p:to>
                                    </p:set>
                                    <p:animEffect transition="in" filter="wipe(left)">
                                      <p:cBhvr>
                                        <p:cTn id="17" dur="500"/>
                                        <p:tgtEl>
                                          <p:spTgt spid="20685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6854"/>
                                        </p:tgtEl>
                                        <p:attrNameLst>
                                          <p:attrName>style.visibility</p:attrName>
                                        </p:attrNameLst>
                                      </p:cBhvr>
                                      <p:to>
                                        <p:strVal val="visible"/>
                                      </p:to>
                                    </p:set>
                                    <p:animEffect transition="in" filter="wipe(left)">
                                      <p:cBhvr>
                                        <p:cTn id="22" dur="500"/>
                                        <p:tgtEl>
                                          <p:spTgt spid="20685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ou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499"/>
                                          </p:stCondLst>
                                        </p:cTn>
                                        <p:tgtEl>
                                          <p:spTgt spid="206863"/>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206936"/>
                                        </p:tgtEl>
                                        <p:attrNameLst>
                                          <p:attrName>style.visibility</p:attrName>
                                        </p:attrNameLst>
                                      </p:cBhvr>
                                      <p:to>
                                        <p:strVal val="visible"/>
                                      </p:to>
                                    </p:set>
                                    <p:animEffect transition="in" filter="wipe(right)">
                                      <p:cBhvr>
                                        <p:cTn id="36" dur="500"/>
                                        <p:tgtEl>
                                          <p:spTgt spid="20693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06937"/>
                                        </p:tgtEl>
                                        <p:attrNameLst>
                                          <p:attrName>style.visibility</p:attrName>
                                        </p:attrNameLst>
                                      </p:cBhvr>
                                      <p:to>
                                        <p:strVal val="visible"/>
                                      </p:to>
                                    </p:set>
                                    <p:animEffect transition="in" filter="wipe(down)">
                                      <p:cBhvr>
                                        <p:cTn id="41" dur="500"/>
                                        <p:tgtEl>
                                          <p:spTgt spid="20693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499"/>
                                          </p:stCondLst>
                                        </p:cTn>
                                        <p:tgtEl>
                                          <p:spTgt spid="20686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499"/>
                                          </p:stCondLst>
                                        </p:cTn>
                                        <p:tgtEl>
                                          <p:spTgt spid="206866"/>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206938"/>
                                        </p:tgtEl>
                                        <p:attrNameLst>
                                          <p:attrName>style.visibility</p:attrName>
                                        </p:attrNameLst>
                                      </p:cBhvr>
                                      <p:to>
                                        <p:strVal val="visible"/>
                                      </p:to>
                                    </p:set>
                                    <p:animEffect transition="in" filter="wipe(up)">
                                      <p:cBhvr>
                                        <p:cTn id="54" dur="500"/>
                                        <p:tgtEl>
                                          <p:spTgt spid="20693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2" fill="hold" grpId="0" nodeType="clickEffect">
                                  <p:stCondLst>
                                    <p:cond delay="0"/>
                                  </p:stCondLst>
                                  <p:childTnLst>
                                    <p:set>
                                      <p:cBhvr>
                                        <p:cTn id="58" dur="1" fill="hold">
                                          <p:stCondLst>
                                            <p:cond delay="0"/>
                                          </p:stCondLst>
                                        </p:cTn>
                                        <p:tgtEl>
                                          <p:spTgt spid="206939"/>
                                        </p:tgtEl>
                                        <p:attrNameLst>
                                          <p:attrName>style.visibility</p:attrName>
                                        </p:attrNameLst>
                                      </p:cBhvr>
                                      <p:to>
                                        <p:strVal val="visible"/>
                                      </p:to>
                                    </p:set>
                                    <p:animEffect transition="in" filter="wipe(right)">
                                      <p:cBhvr>
                                        <p:cTn id="59" dur="500"/>
                                        <p:tgtEl>
                                          <p:spTgt spid="20693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206940"/>
                                        </p:tgtEl>
                                        <p:attrNameLst>
                                          <p:attrName>style.visibility</p:attrName>
                                        </p:attrNameLst>
                                      </p:cBhvr>
                                      <p:to>
                                        <p:strVal val="visible"/>
                                      </p:to>
                                    </p:set>
                                    <p:animEffect transition="in" filter="wipe(down)">
                                      <p:cBhvr>
                                        <p:cTn id="64" dur="500"/>
                                        <p:tgtEl>
                                          <p:spTgt spid="206940"/>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499"/>
                                          </p:stCondLst>
                                        </p:cTn>
                                        <p:tgtEl>
                                          <p:spTgt spid="206867"/>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206865"/>
                                        </p:tgtEl>
                                        <p:attrNameLst>
                                          <p:attrName>style.visibility</p:attrName>
                                        </p:attrNameLst>
                                      </p:cBhvr>
                                      <p:to>
                                        <p:strVal val="visible"/>
                                      </p:to>
                                    </p:set>
                                    <p:animEffect transition="in" filter="wipe(up)">
                                      <p:cBhvr>
                                        <p:cTn id="73" dur="500"/>
                                        <p:tgtEl>
                                          <p:spTgt spid="206865"/>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206868"/>
                                        </p:tgtEl>
                                        <p:attrNameLst>
                                          <p:attrName>style.visibility</p:attrName>
                                        </p:attrNameLst>
                                      </p:cBhvr>
                                      <p:to>
                                        <p:strVal val="visible"/>
                                      </p:to>
                                    </p:set>
                                    <p:animEffect transition="in" filter="wipe(up)">
                                      <p:cBhvr>
                                        <p:cTn id="78" dur="500"/>
                                        <p:tgtEl>
                                          <p:spTgt spid="206868"/>
                                        </p:tgtEl>
                                      </p:cBhvr>
                                    </p:animEffect>
                                  </p:childTnLst>
                                </p:cTn>
                              </p:par>
                            </p:childTnLst>
                          </p:cTn>
                        </p:par>
                        <p:par>
                          <p:cTn id="79" fill="hold">
                            <p:stCondLst>
                              <p:cond delay="500"/>
                            </p:stCondLst>
                            <p:childTnLst>
                              <p:par>
                                <p:cTn id="80" presetID="1" presetClass="entr" presetSubtype="0" fill="hold" nodeType="afterEffect">
                                  <p:stCondLst>
                                    <p:cond delay="0"/>
                                  </p:stCondLst>
                                  <p:childTnLst>
                                    <p:set>
                                      <p:cBhvr>
                                        <p:cTn id="81" dur="1" fill="hold">
                                          <p:stCondLst>
                                            <p:cond delay="499"/>
                                          </p:stCondLst>
                                        </p:cTn>
                                        <p:tgtEl>
                                          <p:spTgt spid="20686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206870"/>
                                        </p:tgtEl>
                                        <p:attrNameLst>
                                          <p:attrName>style.visibility</p:attrName>
                                        </p:attrNameLst>
                                      </p:cBhvr>
                                      <p:to>
                                        <p:strVal val="visible"/>
                                      </p:to>
                                    </p:set>
                                    <p:animEffect transition="in" filter="wipe(left)">
                                      <p:cBhvr>
                                        <p:cTn id="86" dur="500"/>
                                        <p:tgtEl>
                                          <p:spTgt spid="206870"/>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06871"/>
                                        </p:tgtEl>
                                        <p:attrNameLst>
                                          <p:attrName>style.visibility</p:attrName>
                                        </p:attrNameLst>
                                      </p:cBhvr>
                                      <p:to>
                                        <p:strVal val="visible"/>
                                      </p:to>
                                    </p:set>
                                    <p:animEffect transition="in" filter="wipe(left)">
                                      <p:cBhvr>
                                        <p:cTn id="91" dur="500"/>
                                        <p:tgtEl>
                                          <p:spTgt spid="206871"/>
                                        </p:tgtEl>
                                      </p:cBhvr>
                                    </p:animEffect>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grpId="0" nodeType="clickEffect">
                                  <p:stCondLst>
                                    <p:cond delay="0"/>
                                  </p:stCondLst>
                                  <p:childTnLst>
                                    <p:set>
                                      <p:cBhvr>
                                        <p:cTn id="95" dur="1" fill="hold">
                                          <p:stCondLst>
                                            <p:cond delay="0"/>
                                          </p:stCondLst>
                                        </p:cTn>
                                        <p:tgtEl>
                                          <p:spTgt spid="206935"/>
                                        </p:tgtEl>
                                        <p:attrNameLst>
                                          <p:attrName>style.visibility</p:attrName>
                                        </p:attrNameLst>
                                      </p:cBhvr>
                                      <p:to>
                                        <p:strVal val="visible"/>
                                      </p:to>
                                    </p:set>
                                    <p:anim calcmode="lin" valueType="num">
                                      <p:cBhvr>
                                        <p:cTn id="96" dur="1000" fill="hold"/>
                                        <p:tgtEl>
                                          <p:spTgt spid="206935"/>
                                        </p:tgtEl>
                                        <p:attrNameLst>
                                          <p:attrName>ppt_x</p:attrName>
                                        </p:attrNameLst>
                                      </p:cBhvr>
                                      <p:tavLst>
                                        <p:tav tm="0">
                                          <p:val>
                                            <p:strVal val="#ppt_x-#ppt_w/2"/>
                                          </p:val>
                                        </p:tav>
                                        <p:tav tm="100000">
                                          <p:val>
                                            <p:strVal val="#ppt_x"/>
                                          </p:val>
                                        </p:tav>
                                      </p:tavLst>
                                    </p:anim>
                                    <p:anim calcmode="lin" valueType="num">
                                      <p:cBhvr>
                                        <p:cTn id="97" dur="1000" fill="hold"/>
                                        <p:tgtEl>
                                          <p:spTgt spid="206935"/>
                                        </p:tgtEl>
                                        <p:attrNameLst>
                                          <p:attrName>ppt_y</p:attrName>
                                        </p:attrNameLst>
                                      </p:cBhvr>
                                      <p:tavLst>
                                        <p:tav tm="0">
                                          <p:val>
                                            <p:strVal val="#ppt_y"/>
                                          </p:val>
                                        </p:tav>
                                        <p:tav tm="100000">
                                          <p:val>
                                            <p:strVal val="#ppt_y"/>
                                          </p:val>
                                        </p:tav>
                                      </p:tavLst>
                                    </p:anim>
                                    <p:anim calcmode="lin" valueType="num">
                                      <p:cBhvr>
                                        <p:cTn id="98" dur="1000" fill="hold"/>
                                        <p:tgtEl>
                                          <p:spTgt spid="206935"/>
                                        </p:tgtEl>
                                        <p:attrNameLst>
                                          <p:attrName>ppt_w</p:attrName>
                                        </p:attrNameLst>
                                      </p:cBhvr>
                                      <p:tavLst>
                                        <p:tav tm="0">
                                          <p:val>
                                            <p:fltVal val="0"/>
                                          </p:val>
                                        </p:tav>
                                        <p:tav tm="100000">
                                          <p:val>
                                            <p:strVal val="#ppt_w"/>
                                          </p:val>
                                        </p:tav>
                                      </p:tavLst>
                                    </p:anim>
                                    <p:anim calcmode="lin" valueType="num">
                                      <p:cBhvr>
                                        <p:cTn id="99" dur="1000" fill="hold"/>
                                        <p:tgtEl>
                                          <p:spTgt spid="206935"/>
                                        </p:tgtEl>
                                        <p:attrNameLst>
                                          <p:attrName>ppt_h</p:attrName>
                                        </p:attrNameLst>
                                      </p:cBhvr>
                                      <p:tavLst>
                                        <p:tav tm="0">
                                          <p:val>
                                            <p:strVal val="#ppt_h"/>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06929"/>
                                        </p:tgtEl>
                                        <p:attrNameLst>
                                          <p:attrName>style.visibility</p:attrName>
                                        </p:attrNameLst>
                                      </p:cBhvr>
                                      <p:to>
                                        <p:strVal val="visible"/>
                                      </p:to>
                                    </p:set>
                                    <p:animEffect transition="in" filter="wipe(left)">
                                      <p:cBhvr>
                                        <p:cTn id="104" dur="500"/>
                                        <p:tgtEl>
                                          <p:spTgt spid="206929"/>
                                        </p:tgtEl>
                                      </p:cBhvr>
                                    </p:animEffect>
                                  </p:childTnLst>
                                </p:cTn>
                              </p:par>
                            </p:childTnLst>
                          </p:cTn>
                        </p:par>
                      </p:childTnLst>
                    </p:cTn>
                  </p:par>
                  <p:par>
                    <p:cTn id="105" fill="hold">
                      <p:stCondLst>
                        <p:cond delay="indefinite"/>
                      </p:stCondLst>
                      <p:childTnLst>
                        <p:par>
                          <p:cTn id="106" fill="hold">
                            <p:stCondLst>
                              <p:cond delay="0"/>
                            </p:stCondLst>
                            <p:childTnLst>
                              <p:par>
                                <p:cTn id="107" presetID="17" presetClass="entr" presetSubtype="8" fill="hold" grpId="0" nodeType="clickEffect">
                                  <p:stCondLst>
                                    <p:cond delay="0"/>
                                  </p:stCondLst>
                                  <p:childTnLst>
                                    <p:set>
                                      <p:cBhvr>
                                        <p:cTn id="108" dur="1" fill="hold">
                                          <p:stCondLst>
                                            <p:cond delay="0"/>
                                          </p:stCondLst>
                                        </p:cTn>
                                        <p:tgtEl>
                                          <p:spTgt spid="206941"/>
                                        </p:tgtEl>
                                        <p:attrNameLst>
                                          <p:attrName>style.visibility</p:attrName>
                                        </p:attrNameLst>
                                      </p:cBhvr>
                                      <p:to>
                                        <p:strVal val="visible"/>
                                      </p:to>
                                    </p:set>
                                    <p:anim calcmode="lin" valueType="num">
                                      <p:cBhvr>
                                        <p:cTn id="109" dur="1000" fill="hold"/>
                                        <p:tgtEl>
                                          <p:spTgt spid="206941"/>
                                        </p:tgtEl>
                                        <p:attrNameLst>
                                          <p:attrName>ppt_x</p:attrName>
                                        </p:attrNameLst>
                                      </p:cBhvr>
                                      <p:tavLst>
                                        <p:tav tm="0">
                                          <p:val>
                                            <p:strVal val="#ppt_x-#ppt_w/2"/>
                                          </p:val>
                                        </p:tav>
                                        <p:tav tm="100000">
                                          <p:val>
                                            <p:strVal val="#ppt_x"/>
                                          </p:val>
                                        </p:tav>
                                      </p:tavLst>
                                    </p:anim>
                                    <p:anim calcmode="lin" valueType="num">
                                      <p:cBhvr>
                                        <p:cTn id="110" dur="1000" fill="hold"/>
                                        <p:tgtEl>
                                          <p:spTgt spid="206941"/>
                                        </p:tgtEl>
                                        <p:attrNameLst>
                                          <p:attrName>ppt_y</p:attrName>
                                        </p:attrNameLst>
                                      </p:cBhvr>
                                      <p:tavLst>
                                        <p:tav tm="0">
                                          <p:val>
                                            <p:strVal val="#ppt_y"/>
                                          </p:val>
                                        </p:tav>
                                        <p:tav tm="100000">
                                          <p:val>
                                            <p:strVal val="#ppt_y"/>
                                          </p:val>
                                        </p:tav>
                                      </p:tavLst>
                                    </p:anim>
                                    <p:anim calcmode="lin" valueType="num">
                                      <p:cBhvr>
                                        <p:cTn id="111" dur="1000" fill="hold"/>
                                        <p:tgtEl>
                                          <p:spTgt spid="206941"/>
                                        </p:tgtEl>
                                        <p:attrNameLst>
                                          <p:attrName>ppt_w</p:attrName>
                                        </p:attrNameLst>
                                      </p:cBhvr>
                                      <p:tavLst>
                                        <p:tav tm="0">
                                          <p:val>
                                            <p:fltVal val="0"/>
                                          </p:val>
                                        </p:tav>
                                        <p:tav tm="100000">
                                          <p:val>
                                            <p:strVal val="#ppt_w"/>
                                          </p:val>
                                        </p:tav>
                                      </p:tavLst>
                                    </p:anim>
                                    <p:anim calcmode="lin" valueType="num">
                                      <p:cBhvr>
                                        <p:cTn id="112" dur="1000" fill="hold"/>
                                        <p:tgtEl>
                                          <p:spTgt spid="206941"/>
                                        </p:tgtEl>
                                        <p:attrNameLst>
                                          <p:attrName>ppt_h</p:attrName>
                                        </p:attrNameLst>
                                      </p:cBhvr>
                                      <p:tavLst>
                                        <p:tav tm="0">
                                          <p:val>
                                            <p:strVal val="#ppt_h"/>
                                          </p:val>
                                        </p:tav>
                                        <p:tav tm="100000">
                                          <p:val>
                                            <p:strVal val="#ppt_h"/>
                                          </p:val>
                                        </p:tav>
                                      </p:tavLst>
                                    </p:anim>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206872"/>
                                        </p:tgtEl>
                                        <p:attrNameLst>
                                          <p:attrName>style.visibility</p:attrName>
                                        </p:attrNameLst>
                                      </p:cBhvr>
                                      <p:to>
                                        <p:strVal val="visible"/>
                                      </p:to>
                                    </p:set>
                                    <p:animEffect transition="in" filter="wipe(left)">
                                      <p:cBhvr>
                                        <p:cTn id="117" dur="500"/>
                                        <p:tgtEl>
                                          <p:spTgt spid="206872"/>
                                        </p:tgtEl>
                                      </p:cBhvr>
                                    </p:animEffec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499"/>
                                          </p:stCondLst>
                                        </p:cTn>
                                        <p:tgtEl>
                                          <p:spTgt spid="206873"/>
                                        </p:tgtEl>
                                        <p:attrNameLst>
                                          <p:attrName>style.visibility</p:attrName>
                                        </p:attrNameLst>
                                      </p:cBhvr>
                                      <p:to>
                                        <p:strVal val="visible"/>
                                      </p:to>
                                    </p:set>
                                  </p:childTnLst>
                                </p:cTn>
                              </p:par>
                            </p:childTnLst>
                          </p:cTn>
                        </p:par>
                        <p:par>
                          <p:cTn id="122" fill="hold">
                            <p:stCondLst>
                              <p:cond delay="500"/>
                            </p:stCondLst>
                            <p:childTnLst>
                              <p:par>
                                <p:cTn id="123" presetID="1" presetClass="entr" presetSubtype="0" fill="hold" grpId="0" nodeType="afterEffect">
                                  <p:stCondLst>
                                    <p:cond delay="0"/>
                                  </p:stCondLst>
                                  <p:childTnLst>
                                    <p:set>
                                      <p:cBhvr>
                                        <p:cTn id="124" dur="1" fill="hold">
                                          <p:stCondLst>
                                            <p:cond delay="499"/>
                                          </p:stCondLst>
                                        </p:cTn>
                                        <p:tgtEl>
                                          <p:spTgt spid="206877"/>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499"/>
                                          </p:stCondLst>
                                        </p:cTn>
                                        <p:tgtEl>
                                          <p:spTgt spid="206875"/>
                                        </p:tgtEl>
                                        <p:attrNameLst>
                                          <p:attrName>style.visibility</p:attrName>
                                        </p:attrNameLst>
                                      </p:cBhvr>
                                      <p:to>
                                        <p:strVal val="visible"/>
                                      </p:to>
                                    </p:set>
                                  </p:childTnLst>
                                </p:cTn>
                              </p:par>
                            </p:childTnLst>
                          </p:cTn>
                        </p:par>
                        <p:par>
                          <p:cTn id="129" fill="hold">
                            <p:stCondLst>
                              <p:cond delay="500"/>
                            </p:stCondLst>
                            <p:childTnLst>
                              <p:par>
                                <p:cTn id="130" presetID="1" presetClass="entr" presetSubtype="0" fill="hold" grpId="0" nodeType="afterEffect">
                                  <p:stCondLst>
                                    <p:cond delay="0"/>
                                  </p:stCondLst>
                                  <p:childTnLst>
                                    <p:set>
                                      <p:cBhvr>
                                        <p:cTn id="131" dur="1" fill="hold">
                                          <p:stCondLst>
                                            <p:cond delay="499"/>
                                          </p:stCondLst>
                                        </p:cTn>
                                        <p:tgtEl>
                                          <p:spTgt spid="206878"/>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grpId="0" nodeType="clickEffect">
                                  <p:stCondLst>
                                    <p:cond delay="0"/>
                                  </p:stCondLst>
                                  <p:childTnLst>
                                    <p:set>
                                      <p:cBhvr>
                                        <p:cTn id="135" dur="1" fill="hold">
                                          <p:stCondLst>
                                            <p:cond delay="0"/>
                                          </p:stCondLst>
                                        </p:cTn>
                                        <p:tgtEl>
                                          <p:spTgt spid="206874"/>
                                        </p:tgtEl>
                                        <p:attrNameLst>
                                          <p:attrName>style.visibility</p:attrName>
                                        </p:attrNameLst>
                                      </p:cBhvr>
                                      <p:to>
                                        <p:strVal val="visible"/>
                                      </p:to>
                                    </p:set>
                                    <p:animEffect transition="in" filter="wipe(left)">
                                      <p:cBhvr>
                                        <p:cTn id="136" dur="500"/>
                                        <p:tgtEl>
                                          <p:spTgt spid="206874"/>
                                        </p:tgtEl>
                                      </p:cBhvr>
                                    </p:animEffect>
                                  </p:childTnLst>
                                </p:cTn>
                              </p:par>
                            </p:childTnLst>
                          </p:cTn>
                        </p:par>
                        <p:par>
                          <p:cTn id="137" fill="hold">
                            <p:stCondLst>
                              <p:cond delay="500"/>
                            </p:stCondLst>
                            <p:childTnLst>
                              <p:par>
                                <p:cTn id="138" presetID="1" presetClass="entr" presetSubtype="0" fill="hold" grpId="0" nodeType="afterEffect">
                                  <p:stCondLst>
                                    <p:cond delay="0"/>
                                  </p:stCondLst>
                                  <p:childTnLst>
                                    <p:set>
                                      <p:cBhvr>
                                        <p:cTn id="139" dur="1" fill="hold">
                                          <p:stCondLst>
                                            <p:cond delay="499"/>
                                          </p:stCondLst>
                                        </p:cTn>
                                        <p:tgtEl>
                                          <p:spTgt spid="206876"/>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fill="hold" grpId="0" nodeType="clickEffect">
                                  <p:stCondLst>
                                    <p:cond delay="0"/>
                                  </p:stCondLst>
                                  <p:childTnLst>
                                    <p:set>
                                      <p:cBhvr>
                                        <p:cTn id="143" dur="1" fill="hold">
                                          <p:stCondLst>
                                            <p:cond delay="499"/>
                                          </p:stCondLst>
                                        </p:cTn>
                                        <p:tgtEl>
                                          <p:spTgt spid="206850"/>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22" presetClass="entr" presetSubtype="2" fill="hold" grpId="0" nodeType="clickEffect">
                                  <p:stCondLst>
                                    <p:cond delay="0"/>
                                  </p:stCondLst>
                                  <p:childTnLst>
                                    <p:set>
                                      <p:cBhvr>
                                        <p:cTn id="147" dur="1" fill="hold">
                                          <p:stCondLst>
                                            <p:cond delay="0"/>
                                          </p:stCondLst>
                                        </p:cTn>
                                        <p:tgtEl>
                                          <p:spTgt spid="206879"/>
                                        </p:tgtEl>
                                        <p:attrNameLst>
                                          <p:attrName>style.visibility</p:attrName>
                                        </p:attrNameLst>
                                      </p:cBhvr>
                                      <p:to>
                                        <p:strVal val="visible"/>
                                      </p:to>
                                    </p:set>
                                    <p:animEffect transition="in" filter="wipe(right)">
                                      <p:cBhvr>
                                        <p:cTn id="148" dur="500"/>
                                        <p:tgtEl>
                                          <p:spTgt spid="206879"/>
                                        </p:tgtEl>
                                      </p:cBhvr>
                                    </p:animEffect>
                                  </p:childTnLst>
                                </p:cTn>
                              </p:par>
                            </p:childTnLst>
                          </p:cTn>
                        </p:par>
                        <p:par>
                          <p:cTn id="149" fill="hold">
                            <p:stCondLst>
                              <p:cond delay="500"/>
                            </p:stCondLst>
                            <p:childTnLst>
                              <p:par>
                                <p:cTn id="150" presetID="1" presetClass="entr" presetSubtype="0" fill="hold" nodeType="afterEffect">
                                  <p:stCondLst>
                                    <p:cond delay="0"/>
                                  </p:stCondLst>
                                  <p:childTnLst>
                                    <p:set>
                                      <p:cBhvr>
                                        <p:cTn id="151" dur="1" fill="hold">
                                          <p:stCondLst>
                                            <p:cond delay="499"/>
                                          </p:stCondLst>
                                        </p:cTn>
                                        <p:tgtEl>
                                          <p:spTgt spid="206880"/>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nodeType="clickEffect">
                                  <p:stCondLst>
                                    <p:cond delay="0"/>
                                  </p:stCondLst>
                                  <p:childTnLst>
                                    <p:set>
                                      <p:cBhvr>
                                        <p:cTn id="155" dur="1" fill="hold">
                                          <p:stCondLst>
                                            <p:cond delay="0"/>
                                          </p:stCondLst>
                                        </p:cTn>
                                        <p:tgtEl>
                                          <p:spTgt spid="206885"/>
                                        </p:tgtEl>
                                        <p:attrNameLst>
                                          <p:attrName>style.visibility</p:attrName>
                                        </p:attrNameLst>
                                      </p:cBhvr>
                                      <p:to>
                                        <p:strVal val="visible"/>
                                      </p:to>
                                    </p:set>
                                    <p:animEffect transition="in" filter="wipe(left)">
                                      <p:cBhvr>
                                        <p:cTn id="156" dur="500"/>
                                        <p:tgtEl>
                                          <p:spTgt spid="206885"/>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nodeType="clickEffect">
                                  <p:stCondLst>
                                    <p:cond delay="0"/>
                                  </p:stCondLst>
                                  <p:childTnLst>
                                    <p:set>
                                      <p:cBhvr>
                                        <p:cTn id="160" dur="1" fill="hold">
                                          <p:stCondLst>
                                            <p:cond delay="0"/>
                                          </p:stCondLst>
                                        </p:cTn>
                                        <p:tgtEl>
                                          <p:spTgt spid="206886"/>
                                        </p:tgtEl>
                                        <p:attrNameLst>
                                          <p:attrName>style.visibility</p:attrName>
                                        </p:attrNameLst>
                                      </p:cBhvr>
                                      <p:to>
                                        <p:strVal val="visible"/>
                                      </p:to>
                                    </p:set>
                                    <p:animEffect transition="in" filter="wipe(left)">
                                      <p:cBhvr>
                                        <p:cTn id="161" dur="500"/>
                                        <p:tgtEl>
                                          <p:spTgt spid="206886"/>
                                        </p:tgtEl>
                                      </p:cBhvr>
                                    </p:animEffect>
                                  </p:childTnLst>
                                </p:cTn>
                              </p:par>
                            </p:childTnLst>
                          </p:cTn>
                        </p:par>
                      </p:childTnLst>
                    </p:cTn>
                  </p:par>
                  <p:par>
                    <p:cTn id="162" fill="hold">
                      <p:stCondLst>
                        <p:cond delay="indefinite"/>
                      </p:stCondLst>
                      <p:childTnLst>
                        <p:par>
                          <p:cTn id="163" fill="hold">
                            <p:stCondLst>
                              <p:cond delay="0"/>
                            </p:stCondLst>
                            <p:childTnLst>
                              <p:par>
                                <p:cTn id="164" presetID="4" presetClass="entr" presetSubtype="32" fill="hold" grpId="0" nodeType="clickEffect">
                                  <p:stCondLst>
                                    <p:cond delay="0"/>
                                  </p:stCondLst>
                                  <p:childTnLst>
                                    <p:set>
                                      <p:cBhvr>
                                        <p:cTn id="165" dur="1" fill="hold">
                                          <p:stCondLst>
                                            <p:cond delay="0"/>
                                          </p:stCondLst>
                                        </p:cTn>
                                        <p:tgtEl>
                                          <p:spTgt spid="206881"/>
                                        </p:tgtEl>
                                        <p:attrNameLst>
                                          <p:attrName>style.visibility</p:attrName>
                                        </p:attrNameLst>
                                      </p:cBhvr>
                                      <p:to>
                                        <p:strVal val="visible"/>
                                      </p:to>
                                    </p:set>
                                    <p:animEffect transition="in" filter="box(out)">
                                      <p:cBhvr>
                                        <p:cTn id="166" dur="500"/>
                                        <p:tgtEl>
                                          <p:spTgt spid="206881"/>
                                        </p:tgtEl>
                                      </p:cBhvr>
                                    </p:animEffect>
                                  </p:childTnLst>
                                </p:cTn>
                              </p:par>
                            </p:childTnLst>
                          </p:cTn>
                        </p:par>
                        <p:par>
                          <p:cTn id="167" fill="hold">
                            <p:stCondLst>
                              <p:cond delay="500"/>
                            </p:stCondLst>
                            <p:childTnLst>
                              <p:par>
                                <p:cTn id="168" presetID="4" presetClass="entr" presetSubtype="32" fill="hold" grpId="0" nodeType="afterEffect">
                                  <p:stCondLst>
                                    <p:cond delay="0"/>
                                  </p:stCondLst>
                                  <p:childTnLst>
                                    <p:set>
                                      <p:cBhvr>
                                        <p:cTn id="169" dur="1" fill="hold">
                                          <p:stCondLst>
                                            <p:cond delay="0"/>
                                          </p:stCondLst>
                                        </p:cTn>
                                        <p:tgtEl>
                                          <p:spTgt spid="206882"/>
                                        </p:tgtEl>
                                        <p:attrNameLst>
                                          <p:attrName>style.visibility</p:attrName>
                                        </p:attrNameLst>
                                      </p:cBhvr>
                                      <p:to>
                                        <p:strVal val="visible"/>
                                      </p:to>
                                    </p:set>
                                    <p:animEffect transition="in" filter="box(out)">
                                      <p:cBhvr>
                                        <p:cTn id="170" dur="500"/>
                                        <p:tgtEl>
                                          <p:spTgt spid="206882"/>
                                        </p:tgtEl>
                                      </p:cBhvr>
                                    </p:animEffect>
                                  </p:childTnLst>
                                </p:cTn>
                              </p:par>
                            </p:childTnLst>
                          </p:cTn>
                        </p:par>
                        <p:par>
                          <p:cTn id="171" fill="hold">
                            <p:stCondLst>
                              <p:cond delay="1000"/>
                            </p:stCondLst>
                            <p:childTnLst>
                              <p:par>
                                <p:cTn id="172" presetID="4" presetClass="entr" presetSubtype="32" fill="hold" grpId="0" nodeType="afterEffect">
                                  <p:stCondLst>
                                    <p:cond delay="0"/>
                                  </p:stCondLst>
                                  <p:childTnLst>
                                    <p:set>
                                      <p:cBhvr>
                                        <p:cTn id="173" dur="1" fill="hold">
                                          <p:stCondLst>
                                            <p:cond delay="0"/>
                                          </p:stCondLst>
                                        </p:cTn>
                                        <p:tgtEl>
                                          <p:spTgt spid="206883"/>
                                        </p:tgtEl>
                                        <p:attrNameLst>
                                          <p:attrName>style.visibility</p:attrName>
                                        </p:attrNameLst>
                                      </p:cBhvr>
                                      <p:to>
                                        <p:strVal val="visible"/>
                                      </p:to>
                                    </p:set>
                                    <p:animEffect transition="in" filter="box(out)">
                                      <p:cBhvr>
                                        <p:cTn id="174" dur="500"/>
                                        <p:tgtEl>
                                          <p:spTgt spid="206883"/>
                                        </p:tgtEl>
                                      </p:cBhvr>
                                    </p:animEffec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499"/>
                                          </p:stCondLst>
                                        </p:cTn>
                                        <p:tgtEl>
                                          <p:spTgt spid="206884"/>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22" presetClass="entr" presetSubtype="8" fill="hold" grpId="0" nodeType="clickEffect">
                                  <p:stCondLst>
                                    <p:cond delay="0"/>
                                  </p:stCondLst>
                                  <p:childTnLst>
                                    <p:set>
                                      <p:cBhvr>
                                        <p:cTn id="182" dur="1" fill="hold">
                                          <p:stCondLst>
                                            <p:cond delay="0"/>
                                          </p:stCondLst>
                                        </p:cTn>
                                        <p:tgtEl>
                                          <p:spTgt spid="206887"/>
                                        </p:tgtEl>
                                        <p:attrNameLst>
                                          <p:attrName>style.visibility</p:attrName>
                                        </p:attrNameLst>
                                      </p:cBhvr>
                                      <p:to>
                                        <p:strVal val="visible"/>
                                      </p:to>
                                    </p:set>
                                    <p:animEffect transition="in" filter="wipe(left)">
                                      <p:cBhvr>
                                        <p:cTn id="183" dur="500"/>
                                        <p:tgtEl>
                                          <p:spTgt spid="206887"/>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nodeType="clickEffect">
                                  <p:stCondLst>
                                    <p:cond delay="0"/>
                                  </p:stCondLst>
                                  <p:childTnLst>
                                    <p:set>
                                      <p:cBhvr>
                                        <p:cTn id="187" dur="1" fill="hold">
                                          <p:stCondLst>
                                            <p:cond delay="0"/>
                                          </p:stCondLst>
                                        </p:cTn>
                                        <p:tgtEl>
                                          <p:spTgt spid="4"/>
                                        </p:tgtEl>
                                        <p:attrNameLst>
                                          <p:attrName>style.visibility</p:attrName>
                                        </p:attrNameLst>
                                      </p:cBhvr>
                                      <p:to>
                                        <p:strVal val="visible"/>
                                      </p:to>
                                    </p:set>
                                    <p:animEffect transition="in" filter="wipe(left)">
                                      <p:cBhvr>
                                        <p:cTn id="188" dur="500"/>
                                        <p:tgtEl>
                                          <p:spTgt spid="4"/>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nodeType="clickEffect">
                                  <p:stCondLst>
                                    <p:cond delay="0"/>
                                  </p:stCondLst>
                                  <p:childTnLst>
                                    <p:set>
                                      <p:cBhvr>
                                        <p:cTn id="192" dur="1" fill="hold">
                                          <p:stCondLst>
                                            <p:cond delay="0"/>
                                          </p:stCondLst>
                                        </p:cTn>
                                        <p:tgtEl>
                                          <p:spTgt spid="3"/>
                                        </p:tgtEl>
                                        <p:attrNameLst>
                                          <p:attrName>style.visibility</p:attrName>
                                        </p:attrNameLst>
                                      </p:cBhvr>
                                      <p:to>
                                        <p:strVal val="visible"/>
                                      </p:to>
                                    </p:set>
                                    <p:animEffect transition="in" filter="wipe(left)">
                                      <p:cBhvr>
                                        <p:cTn id="193" dur="500"/>
                                        <p:tgtEl>
                                          <p:spTgt spid="3"/>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7"/>
                                        </p:tgtEl>
                                        <p:attrNameLst>
                                          <p:attrName>style.visibility</p:attrName>
                                        </p:attrNameLst>
                                      </p:cBhvr>
                                      <p:to>
                                        <p:strVal val="visible"/>
                                      </p:to>
                                    </p:set>
                                    <p:animEffect transition="in" filter="wipe(left)">
                                      <p:cBhvr>
                                        <p:cTn id="198" dur="500"/>
                                        <p:tgtEl>
                                          <p:spTgt spid="7"/>
                                        </p:tgtEl>
                                      </p:cBhvr>
                                    </p:animEffect>
                                  </p:childTnLst>
                                </p:cTn>
                              </p:par>
                            </p:childTnLst>
                          </p:cTn>
                        </p:par>
                      </p:childTnLst>
                    </p:cTn>
                  </p:par>
                  <p:par>
                    <p:cTn id="199" fill="hold">
                      <p:stCondLst>
                        <p:cond delay="indefinite"/>
                      </p:stCondLst>
                      <p:childTnLst>
                        <p:par>
                          <p:cTn id="200" fill="hold">
                            <p:stCondLst>
                              <p:cond delay="0"/>
                            </p:stCondLst>
                            <p:childTnLst>
                              <p:par>
                                <p:cTn id="201" presetID="22" presetClass="entr" presetSubtype="2" fill="hold" grpId="0" nodeType="clickEffect">
                                  <p:stCondLst>
                                    <p:cond delay="0"/>
                                  </p:stCondLst>
                                  <p:childTnLst>
                                    <p:set>
                                      <p:cBhvr>
                                        <p:cTn id="202" dur="1" fill="hold">
                                          <p:stCondLst>
                                            <p:cond delay="0"/>
                                          </p:stCondLst>
                                        </p:cTn>
                                        <p:tgtEl>
                                          <p:spTgt spid="206894"/>
                                        </p:tgtEl>
                                        <p:attrNameLst>
                                          <p:attrName>style.visibility</p:attrName>
                                        </p:attrNameLst>
                                      </p:cBhvr>
                                      <p:to>
                                        <p:strVal val="visible"/>
                                      </p:to>
                                    </p:set>
                                    <p:animEffect transition="in" filter="wipe(right)">
                                      <p:cBhvr>
                                        <p:cTn id="203" dur="500"/>
                                        <p:tgtEl>
                                          <p:spTgt spid="206894"/>
                                        </p:tgtEl>
                                      </p:cBhvr>
                                    </p:animEffect>
                                  </p:childTnLst>
                                </p:cTn>
                              </p:par>
                            </p:childTnLst>
                          </p:cTn>
                        </p:par>
                        <p:par>
                          <p:cTn id="204" fill="hold">
                            <p:stCondLst>
                              <p:cond delay="500"/>
                            </p:stCondLst>
                            <p:childTnLst>
                              <p:par>
                                <p:cTn id="205" presetID="1" presetClass="entr" presetSubtype="0" fill="hold" nodeType="afterEffect">
                                  <p:stCondLst>
                                    <p:cond delay="0"/>
                                  </p:stCondLst>
                                  <p:childTnLst>
                                    <p:set>
                                      <p:cBhvr>
                                        <p:cTn id="206" dur="1" fill="hold">
                                          <p:stCondLst>
                                            <p:cond delay="499"/>
                                          </p:stCondLst>
                                        </p:cTn>
                                        <p:tgtEl>
                                          <p:spTgt spid="206895"/>
                                        </p:tgtEl>
                                        <p:attrNameLst>
                                          <p:attrName>style.visibility</p:attrName>
                                        </p:attrNameLst>
                                      </p:cBhvr>
                                      <p:to>
                                        <p:strVal val="visible"/>
                                      </p:to>
                                    </p:set>
                                  </p:childTnLst>
                                </p:cTn>
                              </p:par>
                            </p:childTnLst>
                          </p:cTn>
                        </p:par>
                      </p:childTnLst>
                    </p:cTn>
                  </p:par>
                  <p:par>
                    <p:cTn id="207" fill="hold">
                      <p:stCondLst>
                        <p:cond delay="indefinite"/>
                      </p:stCondLst>
                      <p:childTnLst>
                        <p:par>
                          <p:cTn id="208" fill="hold">
                            <p:stCondLst>
                              <p:cond delay="0"/>
                            </p:stCondLst>
                            <p:childTnLst>
                              <p:par>
                                <p:cTn id="209" presetID="22" presetClass="entr" presetSubtype="8" fill="hold" nodeType="clickEffect">
                                  <p:stCondLst>
                                    <p:cond delay="0"/>
                                  </p:stCondLst>
                                  <p:childTnLst>
                                    <p:set>
                                      <p:cBhvr>
                                        <p:cTn id="210" dur="1" fill="hold">
                                          <p:stCondLst>
                                            <p:cond delay="0"/>
                                          </p:stCondLst>
                                        </p:cTn>
                                        <p:tgtEl>
                                          <p:spTgt spid="206888"/>
                                        </p:tgtEl>
                                        <p:attrNameLst>
                                          <p:attrName>style.visibility</p:attrName>
                                        </p:attrNameLst>
                                      </p:cBhvr>
                                      <p:to>
                                        <p:strVal val="visible"/>
                                      </p:to>
                                    </p:set>
                                    <p:animEffect transition="in" filter="wipe(left)">
                                      <p:cBhvr>
                                        <p:cTn id="211" dur="500"/>
                                        <p:tgtEl>
                                          <p:spTgt spid="206888"/>
                                        </p:tgtEl>
                                      </p:cBhvr>
                                    </p:animEffect>
                                  </p:childTnLst>
                                </p:cTn>
                              </p:par>
                            </p:childTnLst>
                          </p:cTn>
                        </p:par>
                      </p:childTnLst>
                    </p:cTn>
                  </p:par>
                  <p:par>
                    <p:cTn id="212" fill="hold">
                      <p:stCondLst>
                        <p:cond delay="indefinite"/>
                      </p:stCondLst>
                      <p:childTnLst>
                        <p:par>
                          <p:cTn id="213" fill="hold">
                            <p:stCondLst>
                              <p:cond delay="0"/>
                            </p:stCondLst>
                            <p:childTnLst>
                              <p:par>
                                <p:cTn id="214" presetID="22" presetClass="entr" presetSubtype="8" fill="hold" nodeType="clickEffect">
                                  <p:stCondLst>
                                    <p:cond delay="0"/>
                                  </p:stCondLst>
                                  <p:childTnLst>
                                    <p:set>
                                      <p:cBhvr>
                                        <p:cTn id="215" dur="1" fill="hold">
                                          <p:stCondLst>
                                            <p:cond delay="0"/>
                                          </p:stCondLst>
                                        </p:cTn>
                                        <p:tgtEl>
                                          <p:spTgt spid="206889"/>
                                        </p:tgtEl>
                                        <p:attrNameLst>
                                          <p:attrName>style.visibility</p:attrName>
                                        </p:attrNameLst>
                                      </p:cBhvr>
                                      <p:to>
                                        <p:strVal val="visible"/>
                                      </p:to>
                                    </p:set>
                                    <p:animEffect transition="in" filter="wipe(left)">
                                      <p:cBhvr>
                                        <p:cTn id="216" dur="500"/>
                                        <p:tgtEl>
                                          <p:spTgt spid="206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41" grpId="0" animBg="1"/>
      <p:bldP spid="206935" grpId="0" animBg="1"/>
      <p:bldP spid="206850" grpId="0" autoUpdateAnimBg="0"/>
      <p:bldP spid="206851" grpId="0"/>
      <p:bldP spid="206853" grpId="0" autoUpdateAnimBg="0"/>
      <p:bldP spid="206854" grpId="0" autoUpdateAnimBg="0"/>
      <p:bldP spid="206863" grpId="0" animBg="1"/>
      <p:bldP spid="206866" grpId="0" animBg="1"/>
      <p:bldP spid="206872" grpId="0" autoUpdateAnimBg="0"/>
      <p:bldP spid="206873" grpId="0" animBg="1"/>
      <p:bldP spid="206874" grpId="0" animBg="1"/>
      <p:bldP spid="206875" grpId="0" animBg="1"/>
      <p:bldP spid="206876" grpId="0" autoUpdateAnimBg="0"/>
      <p:bldP spid="206877" grpId="0" autoUpdateAnimBg="0"/>
      <p:bldP spid="206878" grpId="0" autoUpdateAnimBg="0"/>
      <p:bldP spid="206879" grpId="0" animBg="1"/>
      <p:bldP spid="206881" grpId="0" animBg="1"/>
      <p:bldP spid="206882" grpId="0" animBg="1"/>
      <p:bldP spid="206883" grpId="0" animBg="1"/>
      <p:bldP spid="206884" grpId="0" autoUpdateAnimBg="0"/>
      <p:bldP spid="206887" grpId="0" autoUpdateAnimBg="0"/>
      <p:bldP spid="206894" grpId="0" animBg="1"/>
      <p:bldP spid="206929" grpId="0" autoUpdateAnimBg="0"/>
      <p:bldP spid="206936" grpId="0" animBg="1"/>
      <p:bldP spid="206937" grpId="0" animBg="1"/>
      <p:bldP spid="206938" grpId="0" animBg="1"/>
      <p:bldP spid="206939" grpId="0" animBg="1"/>
      <p:bldP spid="206940" grpId="0" animBg="1"/>
      <p:bldP spid="206865" grpId="0" animBg="1"/>
      <p:bldP spid="20686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ChangeArrowheads="1"/>
          </p:cNvSpPr>
          <p:nvPr/>
        </p:nvSpPr>
        <p:spPr bwMode="auto">
          <a:xfrm>
            <a:off x="206375" y="503238"/>
            <a:ext cx="557213" cy="457200"/>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07875" name="Text Box 3"/>
          <p:cNvSpPr txBox="1">
            <a:spLocks noChangeArrowheads="1"/>
          </p:cNvSpPr>
          <p:nvPr/>
        </p:nvSpPr>
        <p:spPr bwMode="auto">
          <a:xfrm>
            <a:off x="701675" y="503238"/>
            <a:ext cx="5084763" cy="1354137"/>
          </a:xfrm>
          <a:prstGeom prst="rect">
            <a:avLst/>
          </a:prstGeom>
          <a:noFill/>
          <a:ln w="9525">
            <a:noFill/>
            <a:miter lim="800000"/>
          </a:ln>
        </p:spPr>
        <p:txBody>
          <a:bodyPr>
            <a:spAutoFit/>
          </a:bodyPr>
          <a:lstStyle/>
          <a:p>
            <a:pPr algn="just">
              <a:lnSpc>
                <a:spcPct val="115000"/>
              </a:lnSpc>
            </a:pPr>
            <a:r>
              <a:rPr lang="zh-CN" altLang="en-US" b="1" i="0">
                <a:latin typeface="Times New Roman" panose="02020603050405020304" pitchFamily="18" charset="0"/>
                <a:cs typeface="Times New Roman" panose="02020603050405020304" pitchFamily="18" charset="0"/>
              </a:rPr>
              <a:t>一质量为</a:t>
            </a:r>
            <a:r>
              <a:rPr lang="en-US" altLang="zh-CN" b="1">
                <a:solidFill>
                  <a:srgbClr val="FF6600"/>
                </a:solidFill>
                <a:latin typeface="Times New Roman" panose="02020603050405020304" pitchFamily="18" charset="0"/>
                <a:cs typeface="Times New Roman" panose="02020603050405020304" pitchFamily="18" charset="0"/>
              </a:rPr>
              <a:t>m</a:t>
            </a:r>
            <a:r>
              <a:rPr lang="zh-CN" altLang="en-US" b="1" i="0">
                <a:latin typeface="Times New Roman" panose="02020603050405020304" pitchFamily="18" charset="0"/>
                <a:cs typeface="Times New Roman" panose="02020603050405020304" pitchFamily="18" charset="0"/>
              </a:rPr>
              <a:t>、总长为</a:t>
            </a:r>
            <a:r>
              <a:rPr lang="en-US" altLang="zh-CN" b="1">
                <a:solidFill>
                  <a:srgbClr val="FF6600"/>
                </a:solidFill>
                <a:latin typeface="Times New Roman" panose="02020603050405020304" pitchFamily="18" charset="0"/>
                <a:cs typeface="Times New Roman" panose="02020603050405020304" pitchFamily="18" charset="0"/>
              </a:rPr>
              <a:t>l</a:t>
            </a:r>
            <a:r>
              <a:rPr lang="en-US" altLang="zh-CN" b="1">
                <a:latin typeface="Times New Roman" panose="02020603050405020304" pitchFamily="18" charset="0"/>
                <a:cs typeface="Times New Roman" panose="02020603050405020304" pitchFamily="18" charset="0"/>
              </a:rPr>
              <a:t> </a:t>
            </a:r>
            <a:r>
              <a:rPr lang="zh-CN" altLang="en-US" b="1" i="0">
                <a:latin typeface="Times New Roman" panose="02020603050405020304" pitchFamily="18" charset="0"/>
                <a:cs typeface="Times New Roman" panose="02020603050405020304" pitchFamily="18" charset="0"/>
              </a:rPr>
              <a:t>的铁链，开始</a:t>
            </a:r>
            <a:endParaRPr lang="zh-CN" altLang="en-US" b="1" i="0">
              <a:latin typeface="Times New Roman" panose="02020603050405020304" pitchFamily="18" charset="0"/>
              <a:cs typeface="Times New Roman" panose="02020603050405020304" pitchFamily="18" charset="0"/>
            </a:endParaRPr>
          </a:p>
          <a:p>
            <a:pPr algn="just">
              <a:lnSpc>
                <a:spcPct val="115000"/>
              </a:lnSpc>
            </a:pPr>
            <a:r>
              <a:rPr lang="zh-CN" altLang="en-US" b="1" i="0">
                <a:latin typeface="Times New Roman" panose="02020603050405020304" pitchFamily="18" charset="0"/>
                <a:cs typeface="Times New Roman" panose="02020603050405020304" pitchFamily="18" charset="0"/>
              </a:rPr>
              <a:t>时有一半放在</a:t>
            </a:r>
            <a:r>
              <a:rPr lang="zh-CN" altLang="en-US" b="1" i="0">
                <a:solidFill>
                  <a:srgbClr val="FF6600"/>
                </a:solidFill>
                <a:latin typeface="Times New Roman" panose="02020603050405020304" pitchFamily="18" charset="0"/>
                <a:cs typeface="Times New Roman" panose="02020603050405020304" pitchFamily="18" charset="0"/>
              </a:rPr>
              <a:t>光滑</a:t>
            </a:r>
            <a:r>
              <a:rPr lang="zh-CN" altLang="en-US" b="1" i="0">
                <a:latin typeface="Times New Roman" panose="02020603050405020304" pitchFamily="18" charset="0"/>
                <a:cs typeface="Times New Roman" panose="02020603050405020304" pitchFamily="18" charset="0"/>
              </a:rPr>
              <a:t>的桌面上，而另一半下垂，如图所示。</a:t>
            </a:r>
            <a:endParaRPr lang="zh-CN" altLang="en-US" b="1" i="0">
              <a:latin typeface="Times New Roman" panose="02020603050405020304" pitchFamily="18" charset="0"/>
            </a:endParaRPr>
          </a:p>
        </p:txBody>
      </p:sp>
      <p:grpSp>
        <p:nvGrpSpPr>
          <p:cNvPr id="2" name="Group 4"/>
          <p:cNvGrpSpPr/>
          <p:nvPr/>
        </p:nvGrpSpPr>
        <p:grpSpPr bwMode="auto">
          <a:xfrm>
            <a:off x="6057900" y="795338"/>
            <a:ext cx="1687513" cy="2454275"/>
            <a:chOff x="3816" y="501"/>
            <a:chExt cx="1063" cy="1546"/>
          </a:xfrm>
        </p:grpSpPr>
        <p:sp>
          <p:nvSpPr>
            <p:cNvPr id="40977" name="AutoShape 5"/>
            <p:cNvSpPr>
              <a:spLocks noChangeAspect="1" noChangeArrowheads="1" noTextEdit="1"/>
            </p:cNvSpPr>
            <p:nvPr/>
          </p:nvSpPr>
          <p:spPr bwMode="auto">
            <a:xfrm>
              <a:off x="3816" y="511"/>
              <a:ext cx="1053" cy="1536"/>
            </a:xfrm>
            <a:prstGeom prst="rect">
              <a:avLst/>
            </a:prstGeom>
            <a:noFill/>
            <a:ln w="9525">
              <a:noFill/>
              <a:miter lim="800000"/>
            </a:ln>
          </p:spPr>
          <p:txBody>
            <a:bodyPr/>
            <a:lstStyle/>
            <a:p>
              <a:endParaRPr lang="zh-CN" altLang="en-US"/>
            </a:p>
          </p:txBody>
        </p:sp>
        <p:sp>
          <p:nvSpPr>
            <p:cNvPr id="40978" name="Freeform 6"/>
            <p:cNvSpPr/>
            <p:nvPr/>
          </p:nvSpPr>
          <p:spPr bwMode="auto">
            <a:xfrm>
              <a:off x="3836" y="553"/>
              <a:ext cx="991" cy="172"/>
            </a:xfrm>
            <a:custGeom>
              <a:avLst/>
              <a:gdLst>
                <a:gd name="T0" fmla="*/ 0 w 991"/>
                <a:gd name="T1" fmla="*/ 172 h 172"/>
                <a:gd name="T2" fmla="*/ 0 w 991"/>
                <a:gd name="T3" fmla="*/ 0 h 172"/>
                <a:gd name="T4" fmla="*/ 991 w 991"/>
                <a:gd name="T5" fmla="*/ 0 h 172"/>
                <a:gd name="T6" fmla="*/ 991 w 991"/>
                <a:gd name="T7" fmla="*/ 172 h 172"/>
                <a:gd name="T8" fmla="*/ 0 w 991"/>
                <a:gd name="T9" fmla="*/ 172 h 172"/>
                <a:gd name="T10" fmla="*/ 0 w 991"/>
                <a:gd name="T11" fmla="*/ 172 h 172"/>
                <a:gd name="T12" fmla="*/ 0 60000 65536"/>
                <a:gd name="T13" fmla="*/ 0 60000 65536"/>
                <a:gd name="T14" fmla="*/ 0 60000 65536"/>
                <a:gd name="T15" fmla="*/ 0 60000 65536"/>
                <a:gd name="T16" fmla="*/ 0 60000 65536"/>
                <a:gd name="T17" fmla="*/ 0 60000 65536"/>
                <a:gd name="T18" fmla="*/ 0 w 991"/>
                <a:gd name="T19" fmla="*/ 0 h 172"/>
                <a:gd name="T20" fmla="*/ 991 w 991"/>
                <a:gd name="T21" fmla="*/ 172 h 172"/>
              </a:gdLst>
              <a:ahLst/>
              <a:cxnLst>
                <a:cxn ang="T12">
                  <a:pos x="T0" y="T1"/>
                </a:cxn>
                <a:cxn ang="T13">
                  <a:pos x="T2" y="T3"/>
                </a:cxn>
                <a:cxn ang="T14">
                  <a:pos x="T4" y="T5"/>
                </a:cxn>
                <a:cxn ang="T15">
                  <a:pos x="T6" y="T7"/>
                </a:cxn>
                <a:cxn ang="T16">
                  <a:pos x="T8" y="T9"/>
                </a:cxn>
                <a:cxn ang="T17">
                  <a:pos x="T10" y="T11"/>
                </a:cxn>
              </a:cxnLst>
              <a:rect l="T18" t="T19" r="T20" b="T21"/>
              <a:pathLst>
                <a:path w="991" h="172">
                  <a:moveTo>
                    <a:pt x="0" y="172"/>
                  </a:moveTo>
                  <a:lnTo>
                    <a:pt x="0" y="0"/>
                  </a:lnTo>
                  <a:lnTo>
                    <a:pt x="991" y="0"/>
                  </a:lnTo>
                  <a:lnTo>
                    <a:pt x="991" y="172"/>
                  </a:lnTo>
                  <a:lnTo>
                    <a:pt x="0" y="172"/>
                  </a:lnTo>
                  <a:close/>
                </a:path>
              </a:pathLst>
            </a:custGeom>
            <a:solidFill>
              <a:srgbClr val="CC00CC"/>
            </a:solidFill>
            <a:ln w="9525">
              <a:solidFill>
                <a:schemeClr val="tx1"/>
              </a:solidFill>
              <a:round/>
            </a:ln>
          </p:spPr>
          <p:txBody>
            <a:bodyPr/>
            <a:lstStyle/>
            <a:p>
              <a:endParaRPr lang="zh-CN" altLang="en-US"/>
            </a:p>
          </p:txBody>
        </p:sp>
        <p:sp>
          <p:nvSpPr>
            <p:cNvPr id="40979" name="Freeform 7"/>
            <p:cNvSpPr/>
            <p:nvPr/>
          </p:nvSpPr>
          <p:spPr bwMode="auto">
            <a:xfrm>
              <a:off x="4681" y="553"/>
              <a:ext cx="146" cy="1479"/>
            </a:xfrm>
            <a:custGeom>
              <a:avLst/>
              <a:gdLst>
                <a:gd name="T0" fmla="*/ 146 w 146"/>
                <a:gd name="T1" fmla="*/ 1479 h 1479"/>
                <a:gd name="T2" fmla="*/ 0 w 146"/>
                <a:gd name="T3" fmla="*/ 1479 h 1479"/>
                <a:gd name="T4" fmla="*/ 0 w 146"/>
                <a:gd name="T5" fmla="*/ 0 h 1479"/>
                <a:gd name="T6" fmla="*/ 146 w 146"/>
                <a:gd name="T7" fmla="*/ 0 h 1479"/>
                <a:gd name="T8" fmla="*/ 146 w 146"/>
                <a:gd name="T9" fmla="*/ 1479 h 1479"/>
                <a:gd name="T10" fmla="*/ 146 w 146"/>
                <a:gd name="T11" fmla="*/ 1479 h 1479"/>
                <a:gd name="T12" fmla="*/ 0 60000 65536"/>
                <a:gd name="T13" fmla="*/ 0 60000 65536"/>
                <a:gd name="T14" fmla="*/ 0 60000 65536"/>
                <a:gd name="T15" fmla="*/ 0 60000 65536"/>
                <a:gd name="T16" fmla="*/ 0 60000 65536"/>
                <a:gd name="T17" fmla="*/ 0 60000 65536"/>
                <a:gd name="T18" fmla="*/ 0 w 146"/>
                <a:gd name="T19" fmla="*/ 0 h 1479"/>
                <a:gd name="T20" fmla="*/ 146 w 146"/>
                <a:gd name="T21" fmla="*/ 1479 h 1479"/>
              </a:gdLst>
              <a:ahLst/>
              <a:cxnLst>
                <a:cxn ang="T12">
                  <a:pos x="T0" y="T1"/>
                </a:cxn>
                <a:cxn ang="T13">
                  <a:pos x="T2" y="T3"/>
                </a:cxn>
                <a:cxn ang="T14">
                  <a:pos x="T4" y="T5"/>
                </a:cxn>
                <a:cxn ang="T15">
                  <a:pos x="T6" y="T7"/>
                </a:cxn>
                <a:cxn ang="T16">
                  <a:pos x="T8" y="T9"/>
                </a:cxn>
                <a:cxn ang="T17">
                  <a:pos x="T10" y="T11"/>
                </a:cxn>
              </a:cxnLst>
              <a:rect l="T18" t="T19" r="T20" b="T21"/>
              <a:pathLst>
                <a:path w="146" h="1479">
                  <a:moveTo>
                    <a:pt x="146" y="1479"/>
                  </a:moveTo>
                  <a:lnTo>
                    <a:pt x="0" y="1479"/>
                  </a:lnTo>
                  <a:lnTo>
                    <a:pt x="0" y="0"/>
                  </a:lnTo>
                  <a:lnTo>
                    <a:pt x="146" y="0"/>
                  </a:lnTo>
                  <a:lnTo>
                    <a:pt x="146" y="1479"/>
                  </a:lnTo>
                  <a:close/>
                </a:path>
              </a:pathLst>
            </a:custGeom>
            <a:solidFill>
              <a:srgbClr val="CC00CC"/>
            </a:solidFill>
            <a:ln w="9525">
              <a:solidFill>
                <a:schemeClr val="tx1"/>
              </a:solidFill>
              <a:round/>
            </a:ln>
          </p:spPr>
          <p:txBody>
            <a:bodyPr/>
            <a:lstStyle/>
            <a:p>
              <a:endParaRPr lang="zh-CN" altLang="en-US"/>
            </a:p>
          </p:txBody>
        </p:sp>
        <p:sp>
          <p:nvSpPr>
            <p:cNvPr id="40980" name="Freeform 8"/>
            <p:cNvSpPr/>
            <p:nvPr/>
          </p:nvSpPr>
          <p:spPr bwMode="auto">
            <a:xfrm>
              <a:off x="4821" y="616"/>
              <a:ext cx="21" cy="20"/>
            </a:xfrm>
            <a:custGeom>
              <a:avLst/>
              <a:gdLst>
                <a:gd name="T0" fmla="*/ 21 w 21"/>
                <a:gd name="T1" fmla="*/ 5 h 20"/>
                <a:gd name="T2" fmla="*/ 21 w 21"/>
                <a:gd name="T3" fmla="*/ 5 h 20"/>
                <a:gd name="T4" fmla="*/ 16 w 21"/>
                <a:gd name="T5" fmla="*/ 0 h 20"/>
                <a:gd name="T6" fmla="*/ 0 w 21"/>
                <a:gd name="T7" fmla="*/ 0 h 20"/>
                <a:gd name="T8" fmla="*/ 6 w 21"/>
                <a:gd name="T9" fmla="*/ 15 h 20"/>
                <a:gd name="T10" fmla="*/ 21 w 21"/>
                <a:gd name="T11" fmla="*/ 20 h 20"/>
                <a:gd name="T12" fmla="*/ 21 w 21"/>
                <a:gd name="T13" fmla="*/ 5 h 20"/>
                <a:gd name="T14" fmla="*/ 0 60000 65536"/>
                <a:gd name="T15" fmla="*/ 0 60000 65536"/>
                <a:gd name="T16" fmla="*/ 0 60000 65536"/>
                <a:gd name="T17" fmla="*/ 0 60000 65536"/>
                <a:gd name="T18" fmla="*/ 0 60000 65536"/>
                <a:gd name="T19" fmla="*/ 0 60000 65536"/>
                <a:gd name="T20" fmla="*/ 0 60000 65536"/>
                <a:gd name="T21" fmla="*/ 0 w 21"/>
                <a:gd name="T22" fmla="*/ 0 h 20"/>
                <a:gd name="T23" fmla="*/ 21 w 21"/>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0">
                  <a:moveTo>
                    <a:pt x="21" y="5"/>
                  </a:moveTo>
                  <a:lnTo>
                    <a:pt x="21" y="5"/>
                  </a:lnTo>
                  <a:lnTo>
                    <a:pt x="16" y="0"/>
                  </a:lnTo>
                  <a:lnTo>
                    <a:pt x="0" y="0"/>
                  </a:lnTo>
                  <a:lnTo>
                    <a:pt x="6" y="15"/>
                  </a:lnTo>
                  <a:lnTo>
                    <a:pt x="21" y="20"/>
                  </a:lnTo>
                  <a:lnTo>
                    <a:pt x="21" y="5"/>
                  </a:lnTo>
                  <a:close/>
                </a:path>
              </a:pathLst>
            </a:custGeom>
            <a:solidFill>
              <a:schemeClr val="folHlink"/>
            </a:solidFill>
            <a:ln w="9525">
              <a:solidFill>
                <a:srgbClr val="656565"/>
              </a:solidFill>
              <a:round/>
            </a:ln>
          </p:spPr>
          <p:txBody>
            <a:bodyPr/>
            <a:lstStyle/>
            <a:p>
              <a:endParaRPr lang="zh-CN" altLang="en-US"/>
            </a:p>
          </p:txBody>
        </p:sp>
        <p:sp>
          <p:nvSpPr>
            <p:cNvPr id="40981" name="Freeform 9"/>
            <p:cNvSpPr>
              <a:spLocks noEditPoints="1"/>
            </p:cNvSpPr>
            <p:nvPr/>
          </p:nvSpPr>
          <p:spPr bwMode="auto">
            <a:xfrm>
              <a:off x="4821" y="563"/>
              <a:ext cx="16" cy="53"/>
            </a:xfrm>
            <a:custGeom>
              <a:avLst/>
              <a:gdLst>
                <a:gd name="T0" fmla="*/ 16 w 16"/>
                <a:gd name="T1" fmla="*/ 53 h 53"/>
                <a:gd name="T2" fmla="*/ 16 w 16"/>
                <a:gd name="T3" fmla="*/ 0 h 53"/>
                <a:gd name="T4" fmla="*/ 0 w 16"/>
                <a:gd name="T5" fmla="*/ 0 h 53"/>
                <a:gd name="T6" fmla="*/ 0 w 16"/>
                <a:gd name="T7" fmla="*/ 53 h 53"/>
                <a:gd name="T8" fmla="*/ 16 w 16"/>
                <a:gd name="T9" fmla="*/ 53 h 53"/>
                <a:gd name="T10" fmla="*/ 0 w 16"/>
                <a:gd name="T11" fmla="*/ 53 h 53"/>
                <a:gd name="T12" fmla="*/ 0 w 16"/>
                <a:gd name="T13" fmla="*/ 53 h 53"/>
                <a:gd name="T14" fmla="*/ 11 w 16"/>
                <a:gd name="T15" fmla="*/ 53 h 53"/>
                <a:gd name="T16" fmla="*/ 0 w 16"/>
                <a:gd name="T17" fmla="*/ 53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16" y="53"/>
                  </a:moveTo>
                  <a:lnTo>
                    <a:pt x="16" y="0"/>
                  </a:lnTo>
                  <a:lnTo>
                    <a:pt x="0" y="0"/>
                  </a:lnTo>
                  <a:lnTo>
                    <a:pt x="0" y="53"/>
                  </a:lnTo>
                  <a:lnTo>
                    <a:pt x="16" y="53"/>
                  </a:lnTo>
                  <a:close/>
                  <a:moveTo>
                    <a:pt x="0" y="53"/>
                  </a:moveTo>
                  <a:lnTo>
                    <a:pt x="0" y="53"/>
                  </a:lnTo>
                  <a:lnTo>
                    <a:pt x="11" y="53"/>
                  </a:lnTo>
                  <a:lnTo>
                    <a:pt x="0" y="53"/>
                  </a:lnTo>
                  <a:close/>
                </a:path>
              </a:pathLst>
            </a:custGeom>
            <a:solidFill>
              <a:schemeClr val="folHlink"/>
            </a:solidFill>
            <a:ln w="9525">
              <a:solidFill>
                <a:srgbClr val="656565"/>
              </a:solidFill>
              <a:round/>
            </a:ln>
          </p:spPr>
          <p:txBody>
            <a:bodyPr/>
            <a:lstStyle/>
            <a:p>
              <a:endParaRPr lang="zh-CN" altLang="en-US"/>
            </a:p>
          </p:txBody>
        </p:sp>
        <p:sp>
          <p:nvSpPr>
            <p:cNvPr id="40982" name="Freeform 10"/>
            <p:cNvSpPr>
              <a:spLocks noEditPoints="1"/>
            </p:cNvSpPr>
            <p:nvPr/>
          </p:nvSpPr>
          <p:spPr bwMode="auto">
            <a:xfrm>
              <a:off x="4821" y="548"/>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0983" name="Freeform 11"/>
            <p:cNvSpPr>
              <a:spLocks noEditPoints="1"/>
            </p:cNvSpPr>
            <p:nvPr/>
          </p:nvSpPr>
          <p:spPr bwMode="auto">
            <a:xfrm>
              <a:off x="4842" y="548"/>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0984" name="Freeform 12"/>
            <p:cNvSpPr>
              <a:spLocks noEditPoints="1"/>
            </p:cNvSpPr>
            <p:nvPr/>
          </p:nvSpPr>
          <p:spPr bwMode="auto">
            <a:xfrm>
              <a:off x="4858" y="548"/>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0985" name="Freeform 13"/>
            <p:cNvSpPr>
              <a:spLocks noEditPoints="1"/>
            </p:cNvSpPr>
            <p:nvPr/>
          </p:nvSpPr>
          <p:spPr bwMode="auto">
            <a:xfrm>
              <a:off x="4863" y="563"/>
              <a:ext cx="16" cy="53"/>
            </a:xfrm>
            <a:custGeom>
              <a:avLst/>
              <a:gdLst>
                <a:gd name="T0" fmla="*/ 0 w 16"/>
                <a:gd name="T1" fmla="*/ 0 h 53"/>
                <a:gd name="T2" fmla="*/ 0 w 16"/>
                <a:gd name="T3" fmla="*/ 53 h 53"/>
                <a:gd name="T4" fmla="*/ 16 w 16"/>
                <a:gd name="T5" fmla="*/ 53 h 53"/>
                <a:gd name="T6" fmla="*/ 16 w 16"/>
                <a:gd name="T7" fmla="*/ 0 h 53"/>
                <a:gd name="T8" fmla="*/ 0 w 16"/>
                <a:gd name="T9" fmla="*/ 0 h 53"/>
                <a:gd name="T10" fmla="*/ 16 w 16"/>
                <a:gd name="T11" fmla="*/ 0 h 53"/>
                <a:gd name="T12" fmla="*/ 16 w 16"/>
                <a:gd name="T13" fmla="*/ 0 h 53"/>
                <a:gd name="T14" fmla="*/ 5 w 16"/>
                <a:gd name="T15" fmla="*/ 0 h 53"/>
                <a:gd name="T16" fmla="*/ 16 w 16"/>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3"/>
                <a:gd name="T29" fmla="*/ 16 w 16"/>
                <a:gd name="T30" fmla="*/ 53 h 5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3">
                  <a:moveTo>
                    <a:pt x="0" y="0"/>
                  </a:moveTo>
                  <a:lnTo>
                    <a:pt x="0" y="53"/>
                  </a:lnTo>
                  <a:lnTo>
                    <a:pt x="16" y="53"/>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0986" name="Freeform 14"/>
            <p:cNvSpPr>
              <a:spLocks noEditPoints="1"/>
            </p:cNvSpPr>
            <p:nvPr/>
          </p:nvSpPr>
          <p:spPr bwMode="auto">
            <a:xfrm>
              <a:off x="4858" y="616"/>
              <a:ext cx="21" cy="20"/>
            </a:xfrm>
            <a:custGeom>
              <a:avLst/>
              <a:gdLst>
                <a:gd name="T0" fmla="*/ 5 w 21"/>
                <a:gd name="T1" fmla="*/ 0 h 20"/>
                <a:gd name="T2" fmla="*/ 5 w 21"/>
                <a:gd name="T3" fmla="*/ 5 h 20"/>
                <a:gd name="T4" fmla="*/ 0 w 21"/>
                <a:gd name="T5" fmla="*/ 5 h 20"/>
                <a:gd name="T6" fmla="*/ 0 w 21"/>
                <a:gd name="T7" fmla="*/ 20 h 20"/>
                <a:gd name="T8" fmla="*/ 16 w 21"/>
                <a:gd name="T9" fmla="*/ 15 h 20"/>
                <a:gd name="T10" fmla="*/ 21 w 21"/>
                <a:gd name="T11" fmla="*/ 0 h 20"/>
                <a:gd name="T12" fmla="*/ 5 w 21"/>
                <a:gd name="T13" fmla="*/ 0 h 20"/>
                <a:gd name="T14" fmla="*/ 21 w 21"/>
                <a:gd name="T15" fmla="*/ 0 h 20"/>
                <a:gd name="T16" fmla="*/ 21 w 21"/>
                <a:gd name="T17" fmla="*/ 0 h 20"/>
                <a:gd name="T18" fmla="*/ 10 w 21"/>
                <a:gd name="T19" fmla="*/ 0 h 20"/>
                <a:gd name="T20" fmla="*/ 21 w 21"/>
                <a:gd name="T21" fmla="*/ 0 h 2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0"/>
                <a:gd name="T35" fmla="*/ 21 w 21"/>
                <a:gd name="T36" fmla="*/ 20 h 2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0">
                  <a:moveTo>
                    <a:pt x="5" y="0"/>
                  </a:moveTo>
                  <a:lnTo>
                    <a:pt x="5" y="5"/>
                  </a:lnTo>
                  <a:lnTo>
                    <a:pt x="0" y="5"/>
                  </a:lnTo>
                  <a:lnTo>
                    <a:pt x="0" y="20"/>
                  </a:lnTo>
                  <a:lnTo>
                    <a:pt x="16" y="15"/>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0987" name="Freeform 15"/>
            <p:cNvSpPr>
              <a:spLocks noEditPoints="1"/>
            </p:cNvSpPr>
            <p:nvPr/>
          </p:nvSpPr>
          <p:spPr bwMode="auto">
            <a:xfrm>
              <a:off x="4842" y="621"/>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40988" name="Freeform 16"/>
            <p:cNvSpPr/>
            <p:nvPr/>
          </p:nvSpPr>
          <p:spPr bwMode="auto">
            <a:xfrm>
              <a:off x="4821" y="730"/>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40989" name="Freeform 17"/>
            <p:cNvSpPr>
              <a:spLocks noEditPoints="1"/>
            </p:cNvSpPr>
            <p:nvPr/>
          </p:nvSpPr>
          <p:spPr bwMode="auto">
            <a:xfrm>
              <a:off x="4821" y="678"/>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0990" name="Freeform 18"/>
            <p:cNvSpPr>
              <a:spLocks noEditPoints="1"/>
            </p:cNvSpPr>
            <p:nvPr/>
          </p:nvSpPr>
          <p:spPr bwMode="auto">
            <a:xfrm>
              <a:off x="4821" y="657"/>
              <a:ext cx="21" cy="21"/>
            </a:xfrm>
            <a:custGeom>
              <a:avLst/>
              <a:gdLst>
                <a:gd name="T0" fmla="*/ 16 w 21"/>
                <a:gd name="T1" fmla="*/ 21 h 21"/>
                <a:gd name="T2" fmla="*/ 21 w 21"/>
                <a:gd name="T3" fmla="*/ 21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0991" name="Freeform 19"/>
            <p:cNvSpPr>
              <a:spLocks noEditPoints="1"/>
            </p:cNvSpPr>
            <p:nvPr/>
          </p:nvSpPr>
          <p:spPr bwMode="auto">
            <a:xfrm>
              <a:off x="4842" y="657"/>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0992" name="Freeform 20"/>
            <p:cNvSpPr>
              <a:spLocks noEditPoints="1"/>
            </p:cNvSpPr>
            <p:nvPr/>
          </p:nvSpPr>
          <p:spPr bwMode="auto">
            <a:xfrm>
              <a:off x="4858" y="657"/>
              <a:ext cx="21" cy="21"/>
            </a:xfrm>
            <a:custGeom>
              <a:avLst/>
              <a:gdLst>
                <a:gd name="T0" fmla="*/ 0 w 21"/>
                <a:gd name="T1" fmla="*/ 16 h 21"/>
                <a:gd name="T2" fmla="*/ 5 w 21"/>
                <a:gd name="T3" fmla="*/ 21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5"/>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0993" name="Freeform 21"/>
            <p:cNvSpPr>
              <a:spLocks noEditPoints="1"/>
            </p:cNvSpPr>
            <p:nvPr/>
          </p:nvSpPr>
          <p:spPr bwMode="auto">
            <a:xfrm>
              <a:off x="4863" y="678"/>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0994" name="Freeform 22"/>
            <p:cNvSpPr>
              <a:spLocks noEditPoints="1"/>
            </p:cNvSpPr>
            <p:nvPr/>
          </p:nvSpPr>
          <p:spPr bwMode="auto">
            <a:xfrm>
              <a:off x="4858" y="730"/>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0995" name="Freeform 23"/>
            <p:cNvSpPr>
              <a:spLocks noEditPoints="1"/>
            </p:cNvSpPr>
            <p:nvPr/>
          </p:nvSpPr>
          <p:spPr bwMode="auto">
            <a:xfrm>
              <a:off x="4842" y="730"/>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folHlink"/>
            </a:solidFill>
            <a:ln w="9525">
              <a:solidFill>
                <a:srgbClr val="656565"/>
              </a:solidFill>
              <a:round/>
            </a:ln>
          </p:spPr>
          <p:txBody>
            <a:bodyPr/>
            <a:lstStyle/>
            <a:p>
              <a:endParaRPr lang="zh-CN" altLang="en-US"/>
            </a:p>
          </p:txBody>
        </p:sp>
        <p:sp>
          <p:nvSpPr>
            <p:cNvPr id="40996" name="Rectangle 24"/>
            <p:cNvSpPr>
              <a:spLocks noChangeArrowheads="1"/>
            </p:cNvSpPr>
            <p:nvPr/>
          </p:nvSpPr>
          <p:spPr bwMode="auto">
            <a:xfrm>
              <a:off x="4842" y="595"/>
              <a:ext cx="16" cy="83"/>
            </a:xfrm>
            <a:prstGeom prst="rect">
              <a:avLst/>
            </a:prstGeom>
            <a:solidFill>
              <a:schemeClr val="tx2"/>
            </a:solidFill>
            <a:ln w="9525">
              <a:solidFill>
                <a:schemeClr val="tx1"/>
              </a:solidFill>
              <a:miter lim="800000"/>
            </a:ln>
          </p:spPr>
          <p:txBody>
            <a:bodyPr/>
            <a:lstStyle/>
            <a:p>
              <a:endParaRPr lang="zh-CN" altLang="en-US"/>
            </a:p>
          </p:txBody>
        </p:sp>
        <p:sp>
          <p:nvSpPr>
            <p:cNvPr id="40997" name="Freeform 25"/>
            <p:cNvSpPr/>
            <p:nvPr/>
          </p:nvSpPr>
          <p:spPr bwMode="auto">
            <a:xfrm>
              <a:off x="4821" y="839"/>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folHlink"/>
            </a:solidFill>
            <a:ln w="9525">
              <a:solidFill>
                <a:srgbClr val="656565"/>
              </a:solidFill>
              <a:round/>
            </a:ln>
          </p:spPr>
          <p:txBody>
            <a:bodyPr/>
            <a:lstStyle/>
            <a:p>
              <a:endParaRPr lang="zh-CN" altLang="en-US"/>
            </a:p>
          </p:txBody>
        </p:sp>
        <p:sp>
          <p:nvSpPr>
            <p:cNvPr id="40998" name="Freeform 26"/>
            <p:cNvSpPr>
              <a:spLocks noEditPoints="1"/>
            </p:cNvSpPr>
            <p:nvPr/>
          </p:nvSpPr>
          <p:spPr bwMode="auto">
            <a:xfrm>
              <a:off x="4821" y="787"/>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0999" name="Freeform 27"/>
            <p:cNvSpPr>
              <a:spLocks noEditPoints="1"/>
            </p:cNvSpPr>
            <p:nvPr/>
          </p:nvSpPr>
          <p:spPr bwMode="auto">
            <a:xfrm>
              <a:off x="4821" y="772"/>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00" name="Freeform 28"/>
            <p:cNvSpPr>
              <a:spLocks noEditPoints="1"/>
            </p:cNvSpPr>
            <p:nvPr/>
          </p:nvSpPr>
          <p:spPr bwMode="auto">
            <a:xfrm>
              <a:off x="4842" y="772"/>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01" name="Freeform 29"/>
            <p:cNvSpPr>
              <a:spLocks noEditPoints="1"/>
            </p:cNvSpPr>
            <p:nvPr/>
          </p:nvSpPr>
          <p:spPr bwMode="auto">
            <a:xfrm>
              <a:off x="4858" y="772"/>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02" name="Freeform 30"/>
            <p:cNvSpPr>
              <a:spLocks noEditPoints="1"/>
            </p:cNvSpPr>
            <p:nvPr/>
          </p:nvSpPr>
          <p:spPr bwMode="auto">
            <a:xfrm>
              <a:off x="4863" y="787"/>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1003" name="Freeform 31"/>
            <p:cNvSpPr>
              <a:spLocks noEditPoints="1"/>
            </p:cNvSpPr>
            <p:nvPr/>
          </p:nvSpPr>
          <p:spPr bwMode="auto">
            <a:xfrm>
              <a:off x="4858" y="839"/>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04" name="Freeform 32"/>
            <p:cNvSpPr>
              <a:spLocks noEditPoints="1"/>
            </p:cNvSpPr>
            <p:nvPr/>
          </p:nvSpPr>
          <p:spPr bwMode="auto">
            <a:xfrm>
              <a:off x="4842" y="845"/>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41005" name="Rectangle 33"/>
            <p:cNvSpPr>
              <a:spLocks noChangeArrowheads="1"/>
            </p:cNvSpPr>
            <p:nvPr/>
          </p:nvSpPr>
          <p:spPr bwMode="auto">
            <a:xfrm>
              <a:off x="4842" y="709"/>
              <a:ext cx="16" cy="78"/>
            </a:xfrm>
            <a:prstGeom prst="rect">
              <a:avLst/>
            </a:prstGeom>
            <a:solidFill>
              <a:schemeClr val="tx2"/>
            </a:solidFill>
            <a:ln w="9525">
              <a:solidFill>
                <a:schemeClr val="tx1"/>
              </a:solidFill>
              <a:miter lim="800000"/>
            </a:ln>
          </p:spPr>
          <p:txBody>
            <a:bodyPr/>
            <a:lstStyle/>
            <a:p>
              <a:endParaRPr lang="zh-CN" altLang="en-US"/>
            </a:p>
          </p:txBody>
        </p:sp>
        <p:sp>
          <p:nvSpPr>
            <p:cNvPr id="41006" name="Freeform 34"/>
            <p:cNvSpPr/>
            <p:nvPr/>
          </p:nvSpPr>
          <p:spPr bwMode="auto">
            <a:xfrm>
              <a:off x="4821" y="954"/>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41007" name="Freeform 35"/>
            <p:cNvSpPr>
              <a:spLocks noEditPoints="1"/>
            </p:cNvSpPr>
            <p:nvPr/>
          </p:nvSpPr>
          <p:spPr bwMode="auto">
            <a:xfrm>
              <a:off x="4821" y="902"/>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1008" name="Freeform 36"/>
            <p:cNvSpPr>
              <a:spLocks noEditPoints="1"/>
            </p:cNvSpPr>
            <p:nvPr/>
          </p:nvSpPr>
          <p:spPr bwMode="auto">
            <a:xfrm>
              <a:off x="4821" y="88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09" name="Freeform 37"/>
            <p:cNvSpPr>
              <a:spLocks noEditPoints="1"/>
            </p:cNvSpPr>
            <p:nvPr/>
          </p:nvSpPr>
          <p:spPr bwMode="auto">
            <a:xfrm>
              <a:off x="4842" y="881"/>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1010" name="Freeform 38"/>
            <p:cNvSpPr>
              <a:spLocks noEditPoints="1"/>
            </p:cNvSpPr>
            <p:nvPr/>
          </p:nvSpPr>
          <p:spPr bwMode="auto">
            <a:xfrm>
              <a:off x="4858" y="88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1011" name="Freeform 39"/>
            <p:cNvSpPr>
              <a:spLocks noEditPoints="1"/>
            </p:cNvSpPr>
            <p:nvPr/>
          </p:nvSpPr>
          <p:spPr bwMode="auto">
            <a:xfrm>
              <a:off x="4863" y="902"/>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1012" name="Freeform 40"/>
            <p:cNvSpPr>
              <a:spLocks noEditPoints="1"/>
            </p:cNvSpPr>
            <p:nvPr/>
          </p:nvSpPr>
          <p:spPr bwMode="auto">
            <a:xfrm>
              <a:off x="4858" y="954"/>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13" name="Freeform 41"/>
            <p:cNvSpPr>
              <a:spLocks noEditPoints="1"/>
            </p:cNvSpPr>
            <p:nvPr/>
          </p:nvSpPr>
          <p:spPr bwMode="auto">
            <a:xfrm>
              <a:off x="4842" y="954"/>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folHlink"/>
            </a:solidFill>
            <a:ln w="9525">
              <a:solidFill>
                <a:srgbClr val="656565"/>
              </a:solidFill>
              <a:round/>
            </a:ln>
          </p:spPr>
          <p:txBody>
            <a:bodyPr/>
            <a:lstStyle/>
            <a:p>
              <a:endParaRPr lang="zh-CN" altLang="en-US"/>
            </a:p>
          </p:txBody>
        </p:sp>
        <p:sp>
          <p:nvSpPr>
            <p:cNvPr id="41014" name="Rectangle 42"/>
            <p:cNvSpPr>
              <a:spLocks noChangeArrowheads="1"/>
            </p:cNvSpPr>
            <p:nvPr/>
          </p:nvSpPr>
          <p:spPr bwMode="auto">
            <a:xfrm>
              <a:off x="4842" y="819"/>
              <a:ext cx="16" cy="83"/>
            </a:xfrm>
            <a:prstGeom prst="rect">
              <a:avLst/>
            </a:prstGeom>
            <a:solidFill>
              <a:schemeClr val="tx2"/>
            </a:solidFill>
            <a:ln w="9525">
              <a:solidFill>
                <a:schemeClr val="tx1"/>
              </a:solidFill>
              <a:miter lim="800000"/>
            </a:ln>
          </p:spPr>
          <p:txBody>
            <a:bodyPr/>
            <a:lstStyle/>
            <a:p>
              <a:endParaRPr lang="zh-CN" altLang="en-US"/>
            </a:p>
          </p:txBody>
        </p:sp>
        <p:sp>
          <p:nvSpPr>
            <p:cNvPr id="41015" name="Freeform 43"/>
            <p:cNvSpPr/>
            <p:nvPr/>
          </p:nvSpPr>
          <p:spPr bwMode="auto">
            <a:xfrm>
              <a:off x="4821" y="1063"/>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6"/>
                  </a:moveTo>
                  <a:lnTo>
                    <a:pt x="21" y="6"/>
                  </a:lnTo>
                  <a:lnTo>
                    <a:pt x="16" y="0"/>
                  </a:lnTo>
                  <a:lnTo>
                    <a:pt x="0" y="0"/>
                  </a:lnTo>
                  <a:lnTo>
                    <a:pt x="6" y="16"/>
                  </a:lnTo>
                  <a:lnTo>
                    <a:pt x="21" y="21"/>
                  </a:lnTo>
                  <a:lnTo>
                    <a:pt x="21" y="6"/>
                  </a:lnTo>
                  <a:close/>
                </a:path>
              </a:pathLst>
            </a:custGeom>
            <a:solidFill>
              <a:schemeClr val="folHlink"/>
            </a:solidFill>
            <a:ln w="9525">
              <a:solidFill>
                <a:srgbClr val="656565"/>
              </a:solidFill>
              <a:round/>
            </a:ln>
          </p:spPr>
          <p:txBody>
            <a:bodyPr/>
            <a:lstStyle/>
            <a:p>
              <a:endParaRPr lang="zh-CN" altLang="en-US"/>
            </a:p>
          </p:txBody>
        </p:sp>
        <p:sp>
          <p:nvSpPr>
            <p:cNvPr id="41016" name="Freeform 44"/>
            <p:cNvSpPr>
              <a:spLocks noEditPoints="1"/>
            </p:cNvSpPr>
            <p:nvPr/>
          </p:nvSpPr>
          <p:spPr bwMode="auto">
            <a:xfrm>
              <a:off x="4821" y="1011"/>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1017" name="Freeform 45"/>
            <p:cNvSpPr>
              <a:spLocks noEditPoints="1"/>
            </p:cNvSpPr>
            <p:nvPr/>
          </p:nvSpPr>
          <p:spPr bwMode="auto">
            <a:xfrm>
              <a:off x="4821" y="996"/>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18" name="Freeform 46"/>
            <p:cNvSpPr>
              <a:spLocks noEditPoints="1"/>
            </p:cNvSpPr>
            <p:nvPr/>
          </p:nvSpPr>
          <p:spPr bwMode="auto">
            <a:xfrm>
              <a:off x="4842" y="996"/>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19" name="Freeform 47"/>
            <p:cNvSpPr>
              <a:spLocks noEditPoints="1"/>
            </p:cNvSpPr>
            <p:nvPr/>
          </p:nvSpPr>
          <p:spPr bwMode="auto">
            <a:xfrm>
              <a:off x="4858" y="996"/>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20" name="Freeform 48"/>
            <p:cNvSpPr>
              <a:spLocks noEditPoints="1"/>
            </p:cNvSpPr>
            <p:nvPr/>
          </p:nvSpPr>
          <p:spPr bwMode="auto">
            <a:xfrm>
              <a:off x="4863" y="1011"/>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1021" name="Freeform 49"/>
            <p:cNvSpPr>
              <a:spLocks noEditPoints="1"/>
            </p:cNvSpPr>
            <p:nvPr/>
          </p:nvSpPr>
          <p:spPr bwMode="auto">
            <a:xfrm>
              <a:off x="4858" y="1063"/>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6"/>
                  </a:lnTo>
                  <a:lnTo>
                    <a:pt x="0" y="6"/>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22" name="Freeform 50"/>
            <p:cNvSpPr>
              <a:spLocks noEditPoints="1"/>
            </p:cNvSpPr>
            <p:nvPr/>
          </p:nvSpPr>
          <p:spPr bwMode="auto">
            <a:xfrm>
              <a:off x="4842" y="1069"/>
              <a:ext cx="16" cy="15"/>
            </a:xfrm>
            <a:custGeom>
              <a:avLst/>
              <a:gdLst>
                <a:gd name="T0" fmla="*/ 16 w 16"/>
                <a:gd name="T1" fmla="*/ 0 h 15"/>
                <a:gd name="T2" fmla="*/ 0 w 16"/>
                <a:gd name="T3" fmla="*/ 0 h 15"/>
                <a:gd name="T4" fmla="*/ 0 w 16"/>
                <a:gd name="T5" fmla="*/ 15 h 15"/>
                <a:gd name="T6" fmla="*/ 16 w 16"/>
                <a:gd name="T7" fmla="*/ 15 h 15"/>
                <a:gd name="T8" fmla="*/ 16 w 16"/>
                <a:gd name="T9" fmla="*/ 0 h 15"/>
                <a:gd name="T10" fmla="*/ 16 w 16"/>
                <a:gd name="T11" fmla="*/ 15 h 15"/>
                <a:gd name="T12" fmla="*/ 16 w 16"/>
                <a:gd name="T13" fmla="*/ 15 h 15"/>
                <a:gd name="T14" fmla="*/ 16 w 16"/>
                <a:gd name="T15" fmla="*/ 5 h 15"/>
                <a:gd name="T16" fmla="*/ 16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0"/>
                  </a:moveTo>
                  <a:lnTo>
                    <a:pt x="0" y="0"/>
                  </a:lnTo>
                  <a:lnTo>
                    <a:pt x="0" y="15"/>
                  </a:lnTo>
                  <a:lnTo>
                    <a:pt x="16" y="15"/>
                  </a:lnTo>
                  <a:lnTo>
                    <a:pt x="16" y="0"/>
                  </a:lnTo>
                  <a:close/>
                  <a:moveTo>
                    <a:pt x="16" y="15"/>
                  </a:moveTo>
                  <a:lnTo>
                    <a:pt x="16" y="15"/>
                  </a:lnTo>
                  <a:lnTo>
                    <a:pt x="16" y="5"/>
                  </a:lnTo>
                  <a:lnTo>
                    <a:pt x="16" y="15"/>
                  </a:lnTo>
                  <a:close/>
                </a:path>
              </a:pathLst>
            </a:custGeom>
            <a:solidFill>
              <a:schemeClr val="folHlink"/>
            </a:solidFill>
            <a:ln w="9525">
              <a:solidFill>
                <a:srgbClr val="656565"/>
              </a:solidFill>
              <a:round/>
            </a:ln>
          </p:spPr>
          <p:txBody>
            <a:bodyPr/>
            <a:lstStyle/>
            <a:p>
              <a:endParaRPr lang="zh-CN" altLang="en-US"/>
            </a:p>
          </p:txBody>
        </p:sp>
        <p:sp>
          <p:nvSpPr>
            <p:cNvPr id="41023" name="Rectangle 51"/>
            <p:cNvSpPr>
              <a:spLocks noChangeArrowheads="1"/>
            </p:cNvSpPr>
            <p:nvPr/>
          </p:nvSpPr>
          <p:spPr bwMode="auto">
            <a:xfrm>
              <a:off x="4842" y="933"/>
              <a:ext cx="16" cy="78"/>
            </a:xfrm>
            <a:prstGeom prst="rect">
              <a:avLst/>
            </a:prstGeom>
            <a:solidFill>
              <a:schemeClr val="tx2"/>
            </a:solidFill>
            <a:ln w="9525">
              <a:solidFill>
                <a:schemeClr val="tx1"/>
              </a:solidFill>
              <a:miter lim="800000"/>
            </a:ln>
          </p:spPr>
          <p:txBody>
            <a:bodyPr/>
            <a:lstStyle/>
            <a:p>
              <a:endParaRPr lang="zh-CN" altLang="en-US"/>
            </a:p>
          </p:txBody>
        </p:sp>
        <p:sp>
          <p:nvSpPr>
            <p:cNvPr id="41024" name="Freeform 52"/>
            <p:cNvSpPr/>
            <p:nvPr/>
          </p:nvSpPr>
          <p:spPr bwMode="auto">
            <a:xfrm>
              <a:off x="4821" y="1178"/>
              <a:ext cx="21" cy="16"/>
            </a:xfrm>
            <a:custGeom>
              <a:avLst/>
              <a:gdLst>
                <a:gd name="T0" fmla="*/ 21 w 21"/>
                <a:gd name="T1" fmla="*/ 0 h 16"/>
                <a:gd name="T2" fmla="*/ 21 w 21"/>
                <a:gd name="T3" fmla="*/ 0 h 16"/>
                <a:gd name="T4" fmla="*/ 16 w 21"/>
                <a:gd name="T5" fmla="*/ 0 h 16"/>
                <a:gd name="T6" fmla="*/ 0 w 21"/>
                <a:gd name="T7" fmla="*/ 0 h 16"/>
                <a:gd name="T8" fmla="*/ 6 w 21"/>
                <a:gd name="T9" fmla="*/ 10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0"/>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41025" name="Freeform 53"/>
            <p:cNvSpPr>
              <a:spLocks noEditPoints="1"/>
            </p:cNvSpPr>
            <p:nvPr/>
          </p:nvSpPr>
          <p:spPr bwMode="auto">
            <a:xfrm>
              <a:off x="4821" y="1126"/>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1026" name="Freeform 54"/>
            <p:cNvSpPr>
              <a:spLocks noEditPoints="1"/>
            </p:cNvSpPr>
            <p:nvPr/>
          </p:nvSpPr>
          <p:spPr bwMode="auto">
            <a:xfrm>
              <a:off x="4821" y="1105"/>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27" name="Freeform 55"/>
            <p:cNvSpPr>
              <a:spLocks noEditPoints="1"/>
            </p:cNvSpPr>
            <p:nvPr/>
          </p:nvSpPr>
          <p:spPr bwMode="auto">
            <a:xfrm>
              <a:off x="4842" y="1105"/>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0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28" name="Freeform 56"/>
            <p:cNvSpPr>
              <a:spLocks noEditPoints="1"/>
            </p:cNvSpPr>
            <p:nvPr/>
          </p:nvSpPr>
          <p:spPr bwMode="auto">
            <a:xfrm>
              <a:off x="4858" y="1105"/>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29" name="Freeform 57"/>
            <p:cNvSpPr>
              <a:spLocks noEditPoints="1"/>
            </p:cNvSpPr>
            <p:nvPr/>
          </p:nvSpPr>
          <p:spPr bwMode="auto">
            <a:xfrm>
              <a:off x="4863" y="1126"/>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1030" name="Freeform 58"/>
            <p:cNvSpPr>
              <a:spLocks noEditPoints="1"/>
            </p:cNvSpPr>
            <p:nvPr/>
          </p:nvSpPr>
          <p:spPr bwMode="auto">
            <a:xfrm>
              <a:off x="4858" y="1178"/>
              <a:ext cx="21" cy="16"/>
            </a:xfrm>
            <a:custGeom>
              <a:avLst/>
              <a:gdLst>
                <a:gd name="T0" fmla="*/ 5 w 21"/>
                <a:gd name="T1" fmla="*/ 0 h 16"/>
                <a:gd name="T2" fmla="*/ 5 w 21"/>
                <a:gd name="T3" fmla="*/ 0 h 16"/>
                <a:gd name="T4" fmla="*/ 0 w 21"/>
                <a:gd name="T5" fmla="*/ 0 h 16"/>
                <a:gd name="T6" fmla="*/ 0 w 21"/>
                <a:gd name="T7" fmla="*/ 16 h 16"/>
                <a:gd name="T8" fmla="*/ 16 w 21"/>
                <a:gd name="T9" fmla="*/ 10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0"/>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31" name="Freeform 59"/>
            <p:cNvSpPr>
              <a:spLocks noEditPoints="1"/>
            </p:cNvSpPr>
            <p:nvPr/>
          </p:nvSpPr>
          <p:spPr bwMode="auto">
            <a:xfrm>
              <a:off x="4842" y="1178"/>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0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0"/>
                  </a:lnTo>
                  <a:lnTo>
                    <a:pt x="16" y="16"/>
                  </a:lnTo>
                  <a:close/>
                </a:path>
              </a:pathLst>
            </a:custGeom>
            <a:solidFill>
              <a:schemeClr val="folHlink"/>
            </a:solidFill>
            <a:ln w="9525">
              <a:solidFill>
                <a:srgbClr val="656565"/>
              </a:solidFill>
              <a:round/>
            </a:ln>
          </p:spPr>
          <p:txBody>
            <a:bodyPr/>
            <a:lstStyle/>
            <a:p>
              <a:endParaRPr lang="zh-CN" altLang="en-US"/>
            </a:p>
          </p:txBody>
        </p:sp>
        <p:sp>
          <p:nvSpPr>
            <p:cNvPr id="41032" name="Rectangle 60"/>
            <p:cNvSpPr>
              <a:spLocks noChangeArrowheads="1"/>
            </p:cNvSpPr>
            <p:nvPr/>
          </p:nvSpPr>
          <p:spPr bwMode="auto">
            <a:xfrm>
              <a:off x="4842" y="1043"/>
              <a:ext cx="16" cy="83"/>
            </a:xfrm>
            <a:prstGeom prst="rect">
              <a:avLst/>
            </a:prstGeom>
            <a:solidFill>
              <a:schemeClr val="tx2"/>
            </a:solidFill>
            <a:ln w="9525">
              <a:solidFill>
                <a:schemeClr val="tx1"/>
              </a:solidFill>
              <a:miter lim="800000"/>
            </a:ln>
          </p:spPr>
          <p:txBody>
            <a:bodyPr/>
            <a:lstStyle/>
            <a:p>
              <a:endParaRPr lang="zh-CN" altLang="en-US"/>
            </a:p>
          </p:txBody>
        </p:sp>
        <p:sp>
          <p:nvSpPr>
            <p:cNvPr id="41033" name="Freeform 61"/>
            <p:cNvSpPr/>
            <p:nvPr/>
          </p:nvSpPr>
          <p:spPr bwMode="auto">
            <a:xfrm>
              <a:off x="4821" y="1287"/>
              <a:ext cx="21" cy="21"/>
            </a:xfrm>
            <a:custGeom>
              <a:avLst/>
              <a:gdLst>
                <a:gd name="T0" fmla="*/ 21 w 21"/>
                <a:gd name="T1" fmla="*/ 5 h 21"/>
                <a:gd name="T2" fmla="*/ 21 w 21"/>
                <a:gd name="T3" fmla="*/ 5 h 21"/>
                <a:gd name="T4" fmla="*/ 16 w 21"/>
                <a:gd name="T5" fmla="*/ 0 h 21"/>
                <a:gd name="T6" fmla="*/ 0 w 21"/>
                <a:gd name="T7" fmla="*/ 0 h 21"/>
                <a:gd name="T8" fmla="*/ 6 w 21"/>
                <a:gd name="T9" fmla="*/ 16 h 21"/>
                <a:gd name="T10" fmla="*/ 21 w 21"/>
                <a:gd name="T11" fmla="*/ 21 h 21"/>
                <a:gd name="T12" fmla="*/ 21 w 21"/>
                <a:gd name="T13" fmla="*/ 5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21" y="5"/>
                  </a:moveTo>
                  <a:lnTo>
                    <a:pt x="21" y="5"/>
                  </a:lnTo>
                  <a:lnTo>
                    <a:pt x="16" y="0"/>
                  </a:lnTo>
                  <a:lnTo>
                    <a:pt x="0" y="0"/>
                  </a:lnTo>
                  <a:lnTo>
                    <a:pt x="6" y="16"/>
                  </a:lnTo>
                  <a:lnTo>
                    <a:pt x="21" y="21"/>
                  </a:lnTo>
                  <a:lnTo>
                    <a:pt x="21" y="5"/>
                  </a:lnTo>
                  <a:close/>
                </a:path>
              </a:pathLst>
            </a:custGeom>
            <a:solidFill>
              <a:schemeClr val="folHlink"/>
            </a:solidFill>
            <a:ln w="9525">
              <a:solidFill>
                <a:srgbClr val="656565"/>
              </a:solidFill>
              <a:round/>
            </a:ln>
          </p:spPr>
          <p:txBody>
            <a:bodyPr/>
            <a:lstStyle/>
            <a:p>
              <a:endParaRPr lang="zh-CN" altLang="en-US"/>
            </a:p>
          </p:txBody>
        </p:sp>
        <p:sp>
          <p:nvSpPr>
            <p:cNvPr id="41034" name="Freeform 62"/>
            <p:cNvSpPr>
              <a:spLocks noEditPoints="1"/>
            </p:cNvSpPr>
            <p:nvPr/>
          </p:nvSpPr>
          <p:spPr bwMode="auto">
            <a:xfrm>
              <a:off x="4821" y="1235"/>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1035" name="Freeform 63"/>
            <p:cNvSpPr>
              <a:spLocks noEditPoints="1"/>
            </p:cNvSpPr>
            <p:nvPr/>
          </p:nvSpPr>
          <p:spPr bwMode="auto">
            <a:xfrm>
              <a:off x="4821" y="1220"/>
              <a:ext cx="21" cy="15"/>
            </a:xfrm>
            <a:custGeom>
              <a:avLst/>
              <a:gdLst>
                <a:gd name="T0" fmla="*/ 16 w 21"/>
                <a:gd name="T1" fmla="*/ 15 h 15"/>
                <a:gd name="T2" fmla="*/ 21 w 21"/>
                <a:gd name="T3" fmla="*/ 15 h 15"/>
                <a:gd name="T4" fmla="*/ 21 w 21"/>
                <a:gd name="T5" fmla="*/ 15 h 15"/>
                <a:gd name="T6" fmla="*/ 21 w 21"/>
                <a:gd name="T7" fmla="*/ 0 h 15"/>
                <a:gd name="T8" fmla="*/ 6 w 21"/>
                <a:gd name="T9" fmla="*/ 5 h 15"/>
                <a:gd name="T10" fmla="*/ 0 w 21"/>
                <a:gd name="T11" fmla="*/ 15 h 15"/>
                <a:gd name="T12" fmla="*/ 16 w 21"/>
                <a:gd name="T13" fmla="*/ 15 h 15"/>
                <a:gd name="T14" fmla="*/ 0 w 21"/>
                <a:gd name="T15" fmla="*/ 15 h 15"/>
                <a:gd name="T16" fmla="*/ 0 w 21"/>
                <a:gd name="T17" fmla="*/ 15 h 15"/>
                <a:gd name="T18" fmla="*/ 11 w 21"/>
                <a:gd name="T19" fmla="*/ 15 h 15"/>
                <a:gd name="T20" fmla="*/ 0 w 21"/>
                <a:gd name="T21" fmla="*/ 15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16" y="15"/>
                  </a:moveTo>
                  <a:lnTo>
                    <a:pt x="21" y="15"/>
                  </a:lnTo>
                  <a:lnTo>
                    <a:pt x="21" y="0"/>
                  </a:lnTo>
                  <a:lnTo>
                    <a:pt x="6" y="5"/>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36" name="Freeform 64"/>
            <p:cNvSpPr>
              <a:spLocks noEditPoints="1"/>
            </p:cNvSpPr>
            <p:nvPr/>
          </p:nvSpPr>
          <p:spPr bwMode="auto">
            <a:xfrm>
              <a:off x="4842" y="1220"/>
              <a:ext cx="16" cy="15"/>
            </a:xfrm>
            <a:custGeom>
              <a:avLst/>
              <a:gdLst>
                <a:gd name="T0" fmla="*/ 0 w 16"/>
                <a:gd name="T1" fmla="*/ 15 h 15"/>
                <a:gd name="T2" fmla="*/ 16 w 16"/>
                <a:gd name="T3" fmla="*/ 15 h 15"/>
                <a:gd name="T4" fmla="*/ 16 w 16"/>
                <a:gd name="T5" fmla="*/ 0 h 15"/>
                <a:gd name="T6" fmla="*/ 0 w 16"/>
                <a:gd name="T7" fmla="*/ 0 h 15"/>
                <a:gd name="T8" fmla="*/ 0 w 16"/>
                <a:gd name="T9" fmla="*/ 15 h 15"/>
                <a:gd name="T10" fmla="*/ 0 w 16"/>
                <a:gd name="T11" fmla="*/ 0 h 15"/>
                <a:gd name="T12" fmla="*/ 0 w 16"/>
                <a:gd name="T13" fmla="*/ 0 h 15"/>
                <a:gd name="T14" fmla="*/ 0 w 16"/>
                <a:gd name="T15" fmla="*/ 5 h 15"/>
                <a:gd name="T16" fmla="*/ 0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15"/>
                  </a:moveTo>
                  <a:lnTo>
                    <a:pt x="16" y="15"/>
                  </a:lnTo>
                  <a:lnTo>
                    <a:pt x="16" y="0"/>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37" name="Freeform 65"/>
            <p:cNvSpPr>
              <a:spLocks noEditPoints="1"/>
            </p:cNvSpPr>
            <p:nvPr/>
          </p:nvSpPr>
          <p:spPr bwMode="auto">
            <a:xfrm>
              <a:off x="4858" y="1220"/>
              <a:ext cx="21" cy="15"/>
            </a:xfrm>
            <a:custGeom>
              <a:avLst/>
              <a:gdLst>
                <a:gd name="T0" fmla="*/ 0 w 21"/>
                <a:gd name="T1" fmla="*/ 15 h 15"/>
                <a:gd name="T2" fmla="*/ 5 w 21"/>
                <a:gd name="T3" fmla="*/ 15 h 15"/>
                <a:gd name="T4" fmla="*/ 5 w 21"/>
                <a:gd name="T5" fmla="*/ 15 h 15"/>
                <a:gd name="T6" fmla="*/ 21 w 21"/>
                <a:gd name="T7" fmla="*/ 15 h 15"/>
                <a:gd name="T8" fmla="*/ 16 w 21"/>
                <a:gd name="T9" fmla="*/ 5 h 15"/>
                <a:gd name="T10" fmla="*/ 0 w 21"/>
                <a:gd name="T11" fmla="*/ 0 h 15"/>
                <a:gd name="T12" fmla="*/ 0 w 21"/>
                <a:gd name="T13" fmla="*/ 15 h 15"/>
                <a:gd name="T14" fmla="*/ 0 w 21"/>
                <a:gd name="T15" fmla="*/ 0 h 15"/>
                <a:gd name="T16" fmla="*/ 0 w 21"/>
                <a:gd name="T17" fmla="*/ 0 h 15"/>
                <a:gd name="T18" fmla="*/ 0 w 21"/>
                <a:gd name="T19" fmla="*/ 5 h 15"/>
                <a:gd name="T20" fmla="*/ 0 w 21"/>
                <a:gd name="T21" fmla="*/ 0 h 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5"/>
                <a:gd name="T35" fmla="*/ 21 w 21"/>
                <a:gd name="T36" fmla="*/ 15 h 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5">
                  <a:moveTo>
                    <a:pt x="0" y="15"/>
                  </a:moveTo>
                  <a:lnTo>
                    <a:pt x="5" y="15"/>
                  </a:lnTo>
                  <a:lnTo>
                    <a:pt x="21" y="15"/>
                  </a:lnTo>
                  <a:lnTo>
                    <a:pt x="16" y="5"/>
                  </a:lnTo>
                  <a:lnTo>
                    <a:pt x="0" y="0"/>
                  </a:lnTo>
                  <a:lnTo>
                    <a:pt x="0" y="15"/>
                  </a:lnTo>
                  <a:close/>
                  <a:moveTo>
                    <a:pt x="0" y="0"/>
                  </a:moveTo>
                  <a:lnTo>
                    <a:pt x="0" y="0"/>
                  </a:lnTo>
                  <a:lnTo>
                    <a:pt x="0" y="5"/>
                  </a:lnTo>
                  <a:lnTo>
                    <a:pt x="0" y="0"/>
                  </a:lnTo>
                  <a:close/>
                </a:path>
              </a:pathLst>
            </a:custGeom>
            <a:solidFill>
              <a:schemeClr val="folHlink"/>
            </a:solidFill>
            <a:ln w="9525">
              <a:solidFill>
                <a:srgbClr val="656565"/>
              </a:solidFill>
              <a:round/>
            </a:ln>
          </p:spPr>
          <p:txBody>
            <a:bodyPr/>
            <a:lstStyle/>
            <a:p>
              <a:endParaRPr lang="zh-CN" altLang="en-US"/>
            </a:p>
          </p:txBody>
        </p:sp>
        <p:sp>
          <p:nvSpPr>
            <p:cNvPr id="41038" name="Freeform 66"/>
            <p:cNvSpPr>
              <a:spLocks noEditPoints="1"/>
            </p:cNvSpPr>
            <p:nvPr/>
          </p:nvSpPr>
          <p:spPr bwMode="auto">
            <a:xfrm>
              <a:off x="4863" y="1235"/>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folHlink"/>
            </a:solidFill>
            <a:ln w="9525">
              <a:solidFill>
                <a:srgbClr val="656565"/>
              </a:solidFill>
              <a:round/>
            </a:ln>
          </p:spPr>
          <p:txBody>
            <a:bodyPr/>
            <a:lstStyle/>
            <a:p>
              <a:endParaRPr lang="zh-CN" altLang="en-US"/>
            </a:p>
          </p:txBody>
        </p:sp>
        <p:sp>
          <p:nvSpPr>
            <p:cNvPr id="41039" name="Freeform 67"/>
            <p:cNvSpPr>
              <a:spLocks noEditPoints="1"/>
            </p:cNvSpPr>
            <p:nvPr/>
          </p:nvSpPr>
          <p:spPr bwMode="auto">
            <a:xfrm>
              <a:off x="4858" y="1287"/>
              <a:ext cx="21" cy="21"/>
            </a:xfrm>
            <a:custGeom>
              <a:avLst/>
              <a:gdLst>
                <a:gd name="T0" fmla="*/ 5 w 21"/>
                <a:gd name="T1" fmla="*/ 0 h 21"/>
                <a:gd name="T2" fmla="*/ 5 w 21"/>
                <a:gd name="T3" fmla="*/ 5 h 21"/>
                <a:gd name="T4" fmla="*/ 0 w 21"/>
                <a:gd name="T5" fmla="*/ 5 h 21"/>
                <a:gd name="T6" fmla="*/ 0 w 21"/>
                <a:gd name="T7" fmla="*/ 21 h 21"/>
                <a:gd name="T8" fmla="*/ 16 w 21"/>
                <a:gd name="T9" fmla="*/ 16 h 21"/>
                <a:gd name="T10" fmla="*/ 21 w 21"/>
                <a:gd name="T11" fmla="*/ 0 h 21"/>
                <a:gd name="T12" fmla="*/ 5 w 21"/>
                <a:gd name="T13" fmla="*/ 0 h 21"/>
                <a:gd name="T14" fmla="*/ 21 w 21"/>
                <a:gd name="T15" fmla="*/ 0 h 21"/>
                <a:gd name="T16" fmla="*/ 21 w 21"/>
                <a:gd name="T17" fmla="*/ 0 h 21"/>
                <a:gd name="T18" fmla="*/ 10 w 21"/>
                <a:gd name="T19" fmla="*/ 0 h 21"/>
                <a:gd name="T20" fmla="*/ 21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5" y="0"/>
                  </a:moveTo>
                  <a:lnTo>
                    <a:pt x="5" y="5"/>
                  </a:lnTo>
                  <a:lnTo>
                    <a:pt x="0" y="5"/>
                  </a:lnTo>
                  <a:lnTo>
                    <a:pt x="0" y="21"/>
                  </a:lnTo>
                  <a:lnTo>
                    <a:pt x="16" y="16"/>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40" name="Freeform 68"/>
            <p:cNvSpPr>
              <a:spLocks noEditPoints="1"/>
            </p:cNvSpPr>
            <p:nvPr/>
          </p:nvSpPr>
          <p:spPr bwMode="auto">
            <a:xfrm>
              <a:off x="4842" y="1292"/>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6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6"/>
                  </a:lnTo>
                  <a:lnTo>
                    <a:pt x="16" y="16"/>
                  </a:lnTo>
                  <a:close/>
                </a:path>
              </a:pathLst>
            </a:custGeom>
            <a:solidFill>
              <a:schemeClr val="folHlink"/>
            </a:solidFill>
            <a:ln w="9525">
              <a:solidFill>
                <a:srgbClr val="656565"/>
              </a:solidFill>
              <a:round/>
            </a:ln>
          </p:spPr>
          <p:txBody>
            <a:bodyPr/>
            <a:lstStyle/>
            <a:p>
              <a:endParaRPr lang="zh-CN" altLang="en-US"/>
            </a:p>
          </p:txBody>
        </p:sp>
        <p:sp>
          <p:nvSpPr>
            <p:cNvPr id="41041" name="Rectangle 69"/>
            <p:cNvSpPr>
              <a:spLocks noChangeArrowheads="1"/>
            </p:cNvSpPr>
            <p:nvPr/>
          </p:nvSpPr>
          <p:spPr bwMode="auto">
            <a:xfrm>
              <a:off x="4842" y="1157"/>
              <a:ext cx="16" cy="78"/>
            </a:xfrm>
            <a:prstGeom prst="rect">
              <a:avLst/>
            </a:prstGeom>
            <a:solidFill>
              <a:schemeClr val="tx2"/>
            </a:solidFill>
            <a:ln w="9525">
              <a:solidFill>
                <a:schemeClr val="tx1"/>
              </a:solidFill>
              <a:miter lim="800000"/>
            </a:ln>
          </p:spPr>
          <p:txBody>
            <a:bodyPr/>
            <a:lstStyle/>
            <a:p>
              <a:endParaRPr lang="zh-CN" altLang="en-US"/>
            </a:p>
          </p:txBody>
        </p:sp>
        <p:sp>
          <p:nvSpPr>
            <p:cNvPr id="41042" name="Freeform 70"/>
            <p:cNvSpPr/>
            <p:nvPr/>
          </p:nvSpPr>
          <p:spPr bwMode="auto">
            <a:xfrm>
              <a:off x="4821" y="1391"/>
              <a:ext cx="21" cy="16"/>
            </a:xfrm>
            <a:custGeom>
              <a:avLst/>
              <a:gdLst>
                <a:gd name="T0" fmla="*/ 21 w 21"/>
                <a:gd name="T1" fmla="*/ 0 h 16"/>
                <a:gd name="T2" fmla="*/ 21 w 21"/>
                <a:gd name="T3" fmla="*/ 0 h 16"/>
                <a:gd name="T4" fmla="*/ 16 w 21"/>
                <a:gd name="T5" fmla="*/ 0 h 16"/>
                <a:gd name="T6" fmla="*/ 0 w 21"/>
                <a:gd name="T7" fmla="*/ 0 h 16"/>
                <a:gd name="T8" fmla="*/ 6 w 21"/>
                <a:gd name="T9" fmla="*/ 11 h 16"/>
                <a:gd name="T10" fmla="*/ 21 w 21"/>
                <a:gd name="T11" fmla="*/ 16 h 16"/>
                <a:gd name="T12" fmla="*/ 21 w 21"/>
                <a:gd name="T13" fmla="*/ 0 h 16"/>
                <a:gd name="T14" fmla="*/ 0 60000 65536"/>
                <a:gd name="T15" fmla="*/ 0 60000 65536"/>
                <a:gd name="T16" fmla="*/ 0 60000 65536"/>
                <a:gd name="T17" fmla="*/ 0 60000 65536"/>
                <a:gd name="T18" fmla="*/ 0 60000 65536"/>
                <a:gd name="T19" fmla="*/ 0 60000 65536"/>
                <a:gd name="T20" fmla="*/ 0 60000 65536"/>
                <a:gd name="T21" fmla="*/ 0 w 21"/>
                <a:gd name="T22" fmla="*/ 0 h 16"/>
                <a:gd name="T23" fmla="*/ 21 w 21"/>
                <a:gd name="T24" fmla="*/ 16 h 1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16">
                  <a:moveTo>
                    <a:pt x="21" y="0"/>
                  </a:moveTo>
                  <a:lnTo>
                    <a:pt x="21" y="0"/>
                  </a:lnTo>
                  <a:lnTo>
                    <a:pt x="16" y="0"/>
                  </a:lnTo>
                  <a:lnTo>
                    <a:pt x="0" y="0"/>
                  </a:lnTo>
                  <a:lnTo>
                    <a:pt x="6" y="11"/>
                  </a:lnTo>
                  <a:lnTo>
                    <a:pt x="21" y="16"/>
                  </a:lnTo>
                  <a:lnTo>
                    <a:pt x="21" y="0"/>
                  </a:lnTo>
                  <a:close/>
                </a:path>
              </a:pathLst>
            </a:custGeom>
            <a:solidFill>
              <a:schemeClr val="folHlink"/>
            </a:solidFill>
            <a:ln w="9525">
              <a:solidFill>
                <a:srgbClr val="656565"/>
              </a:solidFill>
              <a:round/>
            </a:ln>
          </p:spPr>
          <p:txBody>
            <a:bodyPr/>
            <a:lstStyle/>
            <a:p>
              <a:endParaRPr lang="zh-CN" altLang="en-US"/>
            </a:p>
          </p:txBody>
        </p:sp>
        <p:sp>
          <p:nvSpPr>
            <p:cNvPr id="41043" name="Freeform 71"/>
            <p:cNvSpPr>
              <a:spLocks noEditPoints="1"/>
            </p:cNvSpPr>
            <p:nvPr/>
          </p:nvSpPr>
          <p:spPr bwMode="auto">
            <a:xfrm>
              <a:off x="4821" y="1339"/>
              <a:ext cx="16" cy="52"/>
            </a:xfrm>
            <a:custGeom>
              <a:avLst/>
              <a:gdLst>
                <a:gd name="T0" fmla="*/ 16 w 16"/>
                <a:gd name="T1" fmla="*/ 52 h 52"/>
                <a:gd name="T2" fmla="*/ 16 w 16"/>
                <a:gd name="T3" fmla="*/ 0 h 52"/>
                <a:gd name="T4" fmla="*/ 0 w 16"/>
                <a:gd name="T5" fmla="*/ 0 h 52"/>
                <a:gd name="T6" fmla="*/ 0 w 16"/>
                <a:gd name="T7" fmla="*/ 52 h 52"/>
                <a:gd name="T8" fmla="*/ 16 w 16"/>
                <a:gd name="T9" fmla="*/ 52 h 52"/>
                <a:gd name="T10" fmla="*/ 0 w 16"/>
                <a:gd name="T11" fmla="*/ 52 h 52"/>
                <a:gd name="T12" fmla="*/ 0 w 16"/>
                <a:gd name="T13" fmla="*/ 52 h 52"/>
                <a:gd name="T14" fmla="*/ 11 w 16"/>
                <a:gd name="T15" fmla="*/ 52 h 52"/>
                <a:gd name="T16" fmla="*/ 0 w 16"/>
                <a:gd name="T17" fmla="*/ 52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16" y="52"/>
                  </a:moveTo>
                  <a:lnTo>
                    <a:pt x="16" y="0"/>
                  </a:lnTo>
                  <a:lnTo>
                    <a:pt x="0" y="0"/>
                  </a:lnTo>
                  <a:lnTo>
                    <a:pt x="0" y="52"/>
                  </a:lnTo>
                  <a:lnTo>
                    <a:pt x="16" y="52"/>
                  </a:lnTo>
                  <a:close/>
                  <a:moveTo>
                    <a:pt x="0" y="52"/>
                  </a:moveTo>
                  <a:lnTo>
                    <a:pt x="0" y="52"/>
                  </a:lnTo>
                  <a:lnTo>
                    <a:pt x="11" y="52"/>
                  </a:lnTo>
                  <a:lnTo>
                    <a:pt x="0" y="52"/>
                  </a:lnTo>
                  <a:close/>
                </a:path>
              </a:pathLst>
            </a:custGeom>
            <a:solidFill>
              <a:schemeClr val="folHlink"/>
            </a:solidFill>
            <a:ln w="9525">
              <a:solidFill>
                <a:srgbClr val="656565"/>
              </a:solidFill>
              <a:round/>
            </a:ln>
          </p:spPr>
          <p:txBody>
            <a:bodyPr/>
            <a:lstStyle/>
            <a:p>
              <a:endParaRPr lang="zh-CN" altLang="en-US"/>
            </a:p>
          </p:txBody>
        </p:sp>
        <p:sp>
          <p:nvSpPr>
            <p:cNvPr id="41044" name="Freeform 72"/>
            <p:cNvSpPr>
              <a:spLocks noEditPoints="1"/>
            </p:cNvSpPr>
            <p:nvPr/>
          </p:nvSpPr>
          <p:spPr bwMode="auto">
            <a:xfrm>
              <a:off x="4821" y="1318"/>
              <a:ext cx="21" cy="21"/>
            </a:xfrm>
            <a:custGeom>
              <a:avLst/>
              <a:gdLst>
                <a:gd name="T0" fmla="*/ 16 w 21"/>
                <a:gd name="T1" fmla="*/ 21 h 21"/>
                <a:gd name="T2" fmla="*/ 21 w 21"/>
                <a:gd name="T3" fmla="*/ 21 h 21"/>
                <a:gd name="T4" fmla="*/ 21 w 21"/>
                <a:gd name="T5" fmla="*/ 16 h 21"/>
                <a:gd name="T6" fmla="*/ 21 w 21"/>
                <a:gd name="T7" fmla="*/ 0 h 21"/>
                <a:gd name="T8" fmla="*/ 6 w 21"/>
                <a:gd name="T9" fmla="*/ 6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21"/>
                  </a:lnTo>
                  <a:lnTo>
                    <a:pt x="21" y="16"/>
                  </a:lnTo>
                  <a:lnTo>
                    <a:pt x="21" y="0"/>
                  </a:lnTo>
                  <a:lnTo>
                    <a:pt x="6" y="6"/>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45" name="Freeform 73"/>
            <p:cNvSpPr>
              <a:spLocks noEditPoints="1"/>
            </p:cNvSpPr>
            <p:nvPr/>
          </p:nvSpPr>
          <p:spPr bwMode="auto">
            <a:xfrm>
              <a:off x="4842" y="1318"/>
              <a:ext cx="16" cy="16"/>
            </a:xfrm>
            <a:custGeom>
              <a:avLst/>
              <a:gdLst>
                <a:gd name="T0" fmla="*/ 0 w 16"/>
                <a:gd name="T1" fmla="*/ 16 h 16"/>
                <a:gd name="T2" fmla="*/ 16 w 16"/>
                <a:gd name="T3" fmla="*/ 16 h 16"/>
                <a:gd name="T4" fmla="*/ 16 w 16"/>
                <a:gd name="T5" fmla="*/ 0 h 16"/>
                <a:gd name="T6" fmla="*/ 0 w 16"/>
                <a:gd name="T7" fmla="*/ 0 h 16"/>
                <a:gd name="T8" fmla="*/ 0 w 16"/>
                <a:gd name="T9" fmla="*/ 16 h 16"/>
                <a:gd name="T10" fmla="*/ 0 w 16"/>
                <a:gd name="T11" fmla="*/ 0 h 16"/>
                <a:gd name="T12" fmla="*/ 0 w 16"/>
                <a:gd name="T13" fmla="*/ 0 h 16"/>
                <a:gd name="T14" fmla="*/ 0 w 16"/>
                <a:gd name="T15" fmla="*/ 11 h 16"/>
                <a:gd name="T16" fmla="*/ 0 w 16"/>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0" y="16"/>
                  </a:moveTo>
                  <a:lnTo>
                    <a:pt x="16" y="16"/>
                  </a:lnTo>
                  <a:lnTo>
                    <a:pt x="16" y="0"/>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1046" name="Freeform 74"/>
            <p:cNvSpPr>
              <a:spLocks noEditPoints="1"/>
            </p:cNvSpPr>
            <p:nvPr/>
          </p:nvSpPr>
          <p:spPr bwMode="auto">
            <a:xfrm>
              <a:off x="4858" y="1318"/>
              <a:ext cx="21" cy="21"/>
            </a:xfrm>
            <a:custGeom>
              <a:avLst/>
              <a:gdLst>
                <a:gd name="T0" fmla="*/ 0 w 21"/>
                <a:gd name="T1" fmla="*/ 16 h 21"/>
                <a:gd name="T2" fmla="*/ 5 w 21"/>
                <a:gd name="T3" fmla="*/ 21 h 21"/>
                <a:gd name="T4" fmla="*/ 5 w 21"/>
                <a:gd name="T5" fmla="*/ 21 h 21"/>
                <a:gd name="T6" fmla="*/ 21 w 21"/>
                <a:gd name="T7" fmla="*/ 21 h 21"/>
                <a:gd name="T8" fmla="*/ 16 w 21"/>
                <a:gd name="T9" fmla="*/ 6 h 21"/>
                <a:gd name="T10" fmla="*/ 0 w 21"/>
                <a:gd name="T11" fmla="*/ 0 h 21"/>
                <a:gd name="T12" fmla="*/ 0 w 21"/>
                <a:gd name="T13" fmla="*/ 16 h 21"/>
                <a:gd name="T14" fmla="*/ 0 w 21"/>
                <a:gd name="T15" fmla="*/ 0 h 21"/>
                <a:gd name="T16" fmla="*/ 0 w 21"/>
                <a:gd name="T17" fmla="*/ 0 h 21"/>
                <a:gd name="T18" fmla="*/ 0 w 21"/>
                <a:gd name="T19" fmla="*/ 11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21"/>
                  </a:lnTo>
                  <a:lnTo>
                    <a:pt x="21" y="21"/>
                  </a:lnTo>
                  <a:lnTo>
                    <a:pt x="16" y="6"/>
                  </a:lnTo>
                  <a:lnTo>
                    <a:pt x="0" y="0"/>
                  </a:lnTo>
                  <a:lnTo>
                    <a:pt x="0" y="16"/>
                  </a:lnTo>
                  <a:close/>
                  <a:moveTo>
                    <a:pt x="0" y="0"/>
                  </a:moveTo>
                  <a:lnTo>
                    <a:pt x="0" y="0"/>
                  </a:lnTo>
                  <a:lnTo>
                    <a:pt x="0" y="11"/>
                  </a:lnTo>
                  <a:lnTo>
                    <a:pt x="0" y="0"/>
                  </a:lnTo>
                  <a:close/>
                </a:path>
              </a:pathLst>
            </a:custGeom>
            <a:solidFill>
              <a:schemeClr val="folHlink"/>
            </a:solidFill>
            <a:ln w="9525">
              <a:solidFill>
                <a:srgbClr val="656565"/>
              </a:solidFill>
              <a:round/>
            </a:ln>
          </p:spPr>
          <p:txBody>
            <a:bodyPr/>
            <a:lstStyle/>
            <a:p>
              <a:endParaRPr lang="zh-CN" altLang="en-US"/>
            </a:p>
          </p:txBody>
        </p:sp>
        <p:sp>
          <p:nvSpPr>
            <p:cNvPr id="41047" name="Freeform 75"/>
            <p:cNvSpPr>
              <a:spLocks noEditPoints="1"/>
            </p:cNvSpPr>
            <p:nvPr/>
          </p:nvSpPr>
          <p:spPr bwMode="auto">
            <a:xfrm>
              <a:off x="4863" y="1339"/>
              <a:ext cx="16" cy="52"/>
            </a:xfrm>
            <a:custGeom>
              <a:avLst/>
              <a:gdLst>
                <a:gd name="T0" fmla="*/ 0 w 16"/>
                <a:gd name="T1" fmla="*/ 0 h 52"/>
                <a:gd name="T2" fmla="*/ 0 w 16"/>
                <a:gd name="T3" fmla="*/ 52 h 52"/>
                <a:gd name="T4" fmla="*/ 16 w 16"/>
                <a:gd name="T5" fmla="*/ 52 h 52"/>
                <a:gd name="T6" fmla="*/ 16 w 16"/>
                <a:gd name="T7" fmla="*/ 0 h 52"/>
                <a:gd name="T8" fmla="*/ 0 w 16"/>
                <a:gd name="T9" fmla="*/ 0 h 52"/>
                <a:gd name="T10" fmla="*/ 16 w 16"/>
                <a:gd name="T11" fmla="*/ 0 h 52"/>
                <a:gd name="T12" fmla="*/ 16 w 16"/>
                <a:gd name="T13" fmla="*/ 0 h 52"/>
                <a:gd name="T14" fmla="*/ 5 w 16"/>
                <a:gd name="T15" fmla="*/ 0 h 52"/>
                <a:gd name="T16" fmla="*/ 16 w 16"/>
                <a:gd name="T17" fmla="*/ 0 h 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52"/>
                <a:gd name="T29" fmla="*/ 16 w 16"/>
                <a:gd name="T30" fmla="*/ 52 h 52"/>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52">
                  <a:moveTo>
                    <a:pt x="0" y="0"/>
                  </a:moveTo>
                  <a:lnTo>
                    <a:pt x="0" y="52"/>
                  </a:lnTo>
                  <a:lnTo>
                    <a:pt x="16" y="52"/>
                  </a:lnTo>
                  <a:lnTo>
                    <a:pt x="16" y="0"/>
                  </a:lnTo>
                  <a:lnTo>
                    <a:pt x="0" y="0"/>
                  </a:lnTo>
                  <a:close/>
                  <a:moveTo>
                    <a:pt x="16" y="0"/>
                  </a:moveTo>
                  <a:lnTo>
                    <a:pt x="16" y="0"/>
                  </a:lnTo>
                  <a:lnTo>
                    <a:pt x="5" y="0"/>
                  </a:lnTo>
                  <a:lnTo>
                    <a:pt x="16" y="0"/>
                  </a:lnTo>
                  <a:close/>
                </a:path>
              </a:pathLst>
            </a:custGeom>
            <a:solidFill>
              <a:schemeClr val="tx2"/>
            </a:solidFill>
            <a:ln w="9525">
              <a:solidFill>
                <a:schemeClr val="tx1"/>
              </a:solidFill>
              <a:round/>
            </a:ln>
          </p:spPr>
          <p:txBody>
            <a:bodyPr/>
            <a:lstStyle/>
            <a:p>
              <a:endParaRPr lang="zh-CN" altLang="en-US"/>
            </a:p>
          </p:txBody>
        </p:sp>
        <p:sp>
          <p:nvSpPr>
            <p:cNvPr id="41048" name="Freeform 76"/>
            <p:cNvSpPr>
              <a:spLocks noEditPoints="1"/>
            </p:cNvSpPr>
            <p:nvPr/>
          </p:nvSpPr>
          <p:spPr bwMode="auto">
            <a:xfrm>
              <a:off x="4858" y="1391"/>
              <a:ext cx="21" cy="16"/>
            </a:xfrm>
            <a:custGeom>
              <a:avLst/>
              <a:gdLst>
                <a:gd name="T0" fmla="*/ 5 w 21"/>
                <a:gd name="T1" fmla="*/ 0 h 16"/>
                <a:gd name="T2" fmla="*/ 5 w 21"/>
                <a:gd name="T3" fmla="*/ 0 h 16"/>
                <a:gd name="T4" fmla="*/ 0 w 21"/>
                <a:gd name="T5" fmla="*/ 0 h 16"/>
                <a:gd name="T6" fmla="*/ 0 w 21"/>
                <a:gd name="T7" fmla="*/ 16 h 16"/>
                <a:gd name="T8" fmla="*/ 16 w 21"/>
                <a:gd name="T9" fmla="*/ 11 h 16"/>
                <a:gd name="T10" fmla="*/ 21 w 21"/>
                <a:gd name="T11" fmla="*/ 0 h 16"/>
                <a:gd name="T12" fmla="*/ 5 w 21"/>
                <a:gd name="T13" fmla="*/ 0 h 16"/>
                <a:gd name="T14" fmla="*/ 21 w 21"/>
                <a:gd name="T15" fmla="*/ 0 h 16"/>
                <a:gd name="T16" fmla="*/ 21 w 21"/>
                <a:gd name="T17" fmla="*/ 0 h 16"/>
                <a:gd name="T18" fmla="*/ 10 w 21"/>
                <a:gd name="T19" fmla="*/ 0 h 16"/>
                <a:gd name="T20" fmla="*/ 21 w 21"/>
                <a:gd name="T21" fmla="*/ 0 h 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16"/>
                <a:gd name="T35" fmla="*/ 21 w 21"/>
                <a:gd name="T36" fmla="*/ 16 h 1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16">
                  <a:moveTo>
                    <a:pt x="5" y="0"/>
                  </a:moveTo>
                  <a:lnTo>
                    <a:pt x="5" y="0"/>
                  </a:lnTo>
                  <a:lnTo>
                    <a:pt x="0" y="0"/>
                  </a:lnTo>
                  <a:lnTo>
                    <a:pt x="0" y="16"/>
                  </a:lnTo>
                  <a:lnTo>
                    <a:pt x="16" y="11"/>
                  </a:lnTo>
                  <a:lnTo>
                    <a:pt x="21" y="0"/>
                  </a:lnTo>
                  <a:lnTo>
                    <a:pt x="5" y="0"/>
                  </a:lnTo>
                  <a:close/>
                  <a:moveTo>
                    <a:pt x="21" y="0"/>
                  </a:moveTo>
                  <a:lnTo>
                    <a:pt x="21" y="0"/>
                  </a:lnTo>
                  <a:lnTo>
                    <a:pt x="10" y="0"/>
                  </a:lnTo>
                  <a:lnTo>
                    <a:pt x="21" y="0"/>
                  </a:lnTo>
                  <a:close/>
                </a:path>
              </a:pathLst>
            </a:custGeom>
            <a:solidFill>
              <a:schemeClr val="folHlink"/>
            </a:solidFill>
            <a:ln w="9525">
              <a:solidFill>
                <a:srgbClr val="656565"/>
              </a:solidFill>
              <a:round/>
            </a:ln>
          </p:spPr>
          <p:txBody>
            <a:bodyPr/>
            <a:lstStyle/>
            <a:p>
              <a:endParaRPr lang="zh-CN" altLang="en-US"/>
            </a:p>
          </p:txBody>
        </p:sp>
        <p:sp>
          <p:nvSpPr>
            <p:cNvPr id="41049" name="Freeform 77"/>
            <p:cNvSpPr>
              <a:spLocks noEditPoints="1"/>
            </p:cNvSpPr>
            <p:nvPr/>
          </p:nvSpPr>
          <p:spPr bwMode="auto">
            <a:xfrm>
              <a:off x="4842" y="1391"/>
              <a:ext cx="16" cy="16"/>
            </a:xfrm>
            <a:custGeom>
              <a:avLst/>
              <a:gdLst>
                <a:gd name="T0" fmla="*/ 16 w 16"/>
                <a:gd name="T1" fmla="*/ 0 h 16"/>
                <a:gd name="T2" fmla="*/ 0 w 16"/>
                <a:gd name="T3" fmla="*/ 0 h 16"/>
                <a:gd name="T4" fmla="*/ 0 w 16"/>
                <a:gd name="T5" fmla="*/ 16 h 16"/>
                <a:gd name="T6" fmla="*/ 16 w 16"/>
                <a:gd name="T7" fmla="*/ 16 h 16"/>
                <a:gd name="T8" fmla="*/ 16 w 16"/>
                <a:gd name="T9" fmla="*/ 0 h 16"/>
                <a:gd name="T10" fmla="*/ 16 w 16"/>
                <a:gd name="T11" fmla="*/ 16 h 16"/>
                <a:gd name="T12" fmla="*/ 16 w 16"/>
                <a:gd name="T13" fmla="*/ 16 h 16"/>
                <a:gd name="T14" fmla="*/ 16 w 16"/>
                <a:gd name="T15" fmla="*/ 11 h 16"/>
                <a:gd name="T16" fmla="*/ 16 w 16"/>
                <a:gd name="T17" fmla="*/ 16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6"/>
                <a:gd name="T29" fmla="*/ 16 w 16"/>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6">
                  <a:moveTo>
                    <a:pt x="16" y="0"/>
                  </a:moveTo>
                  <a:lnTo>
                    <a:pt x="0" y="0"/>
                  </a:lnTo>
                  <a:lnTo>
                    <a:pt x="0" y="16"/>
                  </a:lnTo>
                  <a:lnTo>
                    <a:pt x="16" y="16"/>
                  </a:lnTo>
                  <a:lnTo>
                    <a:pt x="16" y="0"/>
                  </a:lnTo>
                  <a:close/>
                  <a:moveTo>
                    <a:pt x="16" y="16"/>
                  </a:moveTo>
                  <a:lnTo>
                    <a:pt x="16" y="16"/>
                  </a:lnTo>
                  <a:lnTo>
                    <a:pt x="16" y="11"/>
                  </a:lnTo>
                  <a:lnTo>
                    <a:pt x="16" y="16"/>
                  </a:lnTo>
                  <a:close/>
                </a:path>
              </a:pathLst>
            </a:custGeom>
            <a:solidFill>
              <a:schemeClr val="folHlink"/>
            </a:solidFill>
            <a:ln w="9525">
              <a:solidFill>
                <a:srgbClr val="656565"/>
              </a:solidFill>
              <a:round/>
            </a:ln>
          </p:spPr>
          <p:txBody>
            <a:bodyPr/>
            <a:lstStyle/>
            <a:p>
              <a:endParaRPr lang="zh-CN" altLang="en-US"/>
            </a:p>
          </p:txBody>
        </p:sp>
        <p:sp>
          <p:nvSpPr>
            <p:cNvPr id="41050" name="Rectangle 78"/>
            <p:cNvSpPr>
              <a:spLocks noChangeArrowheads="1"/>
            </p:cNvSpPr>
            <p:nvPr/>
          </p:nvSpPr>
          <p:spPr bwMode="auto">
            <a:xfrm>
              <a:off x="4842" y="1266"/>
              <a:ext cx="16" cy="84"/>
            </a:xfrm>
            <a:prstGeom prst="rect">
              <a:avLst/>
            </a:prstGeom>
            <a:solidFill>
              <a:schemeClr val="tx2"/>
            </a:solidFill>
            <a:ln w="9525">
              <a:solidFill>
                <a:schemeClr val="tx1"/>
              </a:solidFill>
              <a:miter lim="800000"/>
            </a:ln>
          </p:spPr>
          <p:txBody>
            <a:bodyPr/>
            <a:lstStyle/>
            <a:p>
              <a:endParaRPr lang="zh-CN" altLang="en-US"/>
            </a:p>
          </p:txBody>
        </p:sp>
        <p:sp>
          <p:nvSpPr>
            <p:cNvPr id="41051" name="Freeform 79"/>
            <p:cNvSpPr/>
            <p:nvPr/>
          </p:nvSpPr>
          <p:spPr bwMode="auto">
            <a:xfrm>
              <a:off x="4019" y="537"/>
              <a:ext cx="15" cy="21"/>
            </a:xfrm>
            <a:custGeom>
              <a:avLst/>
              <a:gdLst>
                <a:gd name="T0" fmla="*/ 0 w 15"/>
                <a:gd name="T1" fmla="*/ 0 h 21"/>
                <a:gd name="T2" fmla="*/ 0 w 15"/>
                <a:gd name="T3" fmla="*/ 6 h 21"/>
                <a:gd name="T4" fmla="*/ 0 w 15"/>
                <a:gd name="T5" fmla="*/ 6 h 21"/>
                <a:gd name="T6" fmla="*/ 0 w 15"/>
                <a:gd name="T7" fmla="*/ 21 h 21"/>
                <a:gd name="T8" fmla="*/ 10 w 15"/>
                <a:gd name="T9" fmla="*/ 16 h 21"/>
                <a:gd name="T10" fmla="*/ 15 w 15"/>
                <a:gd name="T11" fmla="*/ 0 h 21"/>
                <a:gd name="T12" fmla="*/ 0 w 15"/>
                <a:gd name="T13" fmla="*/ 0 h 21"/>
                <a:gd name="T14" fmla="*/ 0 60000 65536"/>
                <a:gd name="T15" fmla="*/ 0 60000 65536"/>
                <a:gd name="T16" fmla="*/ 0 60000 65536"/>
                <a:gd name="T17" fmla="*/ 0 60000 65536"/>
                <a:gd name="T18" fmla="*/ 0 60000 65536"/>
                <a:gd name="T19" fmla="*/ 0 60000 65536"/>
                <a:gd name="T20" fmla="*/ 0 60000 65536"/>
                <a:gd name="T21" fmla="*/ 0 w 15"/>
                <a:gd name="T22" fmla="*/ 0 h 21"/>
                <a:gd name="T23" fmla="*/ 15 w 15"/>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 h="21">
                  <a:moveTo>
                    <a:pt x="0" y="0"/>
                  </a:moveTo>
                  <a:lnTo>
                    <a:pt x="0" y="6"/>
                  </a:lnTo>
                  <a:lnTo>
                    <a:pt x="0" y="21"/>
                  </a:lnTo>
                  <a:lnTo>
                    <a:pt x="10" y="16"/>
                  </a:lnTo>
                  <a:lnTo>
                    <a:pt x="15" y="0"/>
                  </a:lnTo>
                  <a:lnTo>
                    <a:pt x="0" y="0"/>
                  </a:lnTo>
                  <a:close/>
                </a:path>
              </a:pathLst>
            </a:custGeom>
            <a:solidFill>
              <a:schemeClr val="folHlink"/>
            </a:solidFill>
            <a:ln w="9525">
              <a:solidFill>
                <a:srgbClr val="656565"/>
              </a:solidFill>
              <a:round/>
            </a:ln>
          </p:spPr>
          <p:txBody>
            <a:bodyPr/>
            <a:lstStyle/>
            <a:p>
              <a:endParaRPr lang="zh-CN" altLang="en-US"/>
            </a:p>
          </p:txBody>
        </p:sp>
        <p:sp>
          <p:nvSpPr>
            <p:cNvPr id="41052" name="Freeform 80"/>
            <p:cNvSpPr>
              <a:spLocks noEditPoints="1"/>
            </p:cNvSpPr>
            <p:nvPr/>
          </p:nvSpPr>
          <p:spPr bwMode="auto">
            <a:xfrm>
              <a:off x="3961" y="543"/>
              <a:ext cx="58" cy="15"/>
            </a:xfrm>
            <a:custGeom>
              <a:avLst/>
              <a:gdLst>
                <a:gd name="T0" fmla="*/ 58 w 58"/>
                <a:gd name="T1" fmla="*/ 0 h 15"/>
                <a:gd name="T2" fmla="*/ 0 w 58"/>
                <a:gd name="T3" fmla="*/ 0 h 15"/>
                <a:gd name="T4" fmla="*/ 0 w 58"/>
                <a:gd name="T5" fmla="*/ 15 h 15"/>
                <a:gd name="T6" fmla="*/ 58 w 58"/>
                <a:gd name="T7" fmla="*/ 15 h 15"/>
                <a:gd name="T8" fmla="*/ 58 w 58"/>
                <a:gd name="T9" fmla="*/ 0 h 15"/>
                <a:gd name="T10" fmla="*/ 58 w 58"/>
                <a:gd name="T11" fmla="*/ 15 h 15"/>
                <a:gd name="T12" fmla="*/ 58 w 58"/>
                <a:gd name="T13" fmla="*/ 15 h 15"/>
                <a:gd name="T14" fmla="*/ 58 w 58"/>
                <a:gd name="T15" fmla="*/ 5 h 15"/>
                <a:gd name="T16" fmla="*/ 58 w 58"/>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5"/>
                <a:gd name="T29" fmla="*/ 58 w 58"/>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5">
                  <a:moveTo>
                    <a:pt x="58" y="0"/>
                  </a:moveTo>
                  <a:lnTo>
                    <a:pt x="0" y="0"/>
                  </a:lnTo>
                  <a:lnTo>
                    <a:pt x="0" y="15"/>
                  </a:lnTo>
                  <a:lnTo>
                    <a:pt x="58" y="15"/>
                  </a:lnTo>
                  <a:lnTo>
                    <a:pt x="58" y="0"/>
                  </a:lnTo>
                  <a:close/>
                  <a:moveTo>
                    <a:pt x="58" y="15"/>
                  </a:moveTo>
                  <a:lnTo>
                    <a:pt x="58" y="15"/>
                  </a:lnTo>
                  <a:lnTo>
                    <a:pt x="58" y="5"/>
                  </a:lnTo>
                  <a:lnTo>
                    <a:pt x="58" y="15"/>
                  </a:lnTo>
                  <a:close/>
                </a:path>
              </a:pathLst>
            </a:custGeom>
            <a:solidFill>
              <a:schemeClr val="folHlink"/>
            </a:solidFill>
            <a:ln w="9525">
              <a:solidFill>
                <a:srgbClr val="656565"/>
              </a:solidFill>
              <a:round/>
            </a:ln>
          </p:spPr>
          <p:txBody>
            <a:bodyPr/>
            <a:lstStyle/>
            <a:p>
              <a:endParaRPr lang="zh-CN" altLang="en-US"/>
            </a:p>
          </p:txBody>
        </p:sp>
        <p:sp>
          <p:nvSpPr>
            <p:cNvPr id="41053" name="Freeform 81"/>
            <p:cNvSpPr>
              <a:spLocks noEditPoints="1"/>
            </p:cNvSpPr>
            <p:nvPr/>
          </p:nvSpPr>
          <p:spPr bwMode="auto">
            <a:xfrm>
              <a:off x="3946" y="537"/>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folHlink"/>
            </a:solidFill>
            <a:ln w="9525">
              <a:solidFill>
                <a:srgbClr val="656565"/>
              </a:solidFill>
              <a:round/>
            </a:ln>
          </p:spPr>
          <p:txBody>
            <a:bodyPr/>
            <a:lstStyle/>
            <a:p>
              <a:endParaRPr lang="zh-CN" altLang="en-US"/>
            </a:p>
          </p:txBody>
        </p:sp>
        <p:sp>
          <p:nvSpPr>
            <p:cNvPr id="41054" name="Freeform 82"/>
            <p:cNvSpPr>
              <a:spLocks noEditPoints="1"/>
            </p:cNvSpPr>
            <p:nvPr/>
          </p:nvSpPr>
          <p:spPr bwMode="auto">
            <a:xfrm>
              <a:off x="3946"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55" name="Freeform 83"/>
            <p:cNvSpPr>
              <a:spLocks noEditPoints="1"/>
            </p:cNvSpPr>
            <p:nvPr/>
          </p:nvSpPr>
          <p:spPr bwMode="auto">
            <a:xfrm>
              <a:off x="3946" y="501"/>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56" name="Freeform 84"/>
            <p:cNvSpPr>
              <a:spLocks noEditPoints="1"/>
            </p:cNvSpPr>
            <p:nvPr/>
          </p:nvSpPr>
          <p:spPr bwMode="auto">
            <a:xfrm>
              <a:off x="3961" y="501"/>
              <a:ext cx="58" cy="16"/>
            </a:xfrm>
            <a:custGeom>
              <a:avLst/>
              <a:gdLst>
                <a:gd name="T0" fmla="*/ 0 w 58"/>
                <a:gd name="T1" fmla="*/ 16 h 16"/>
                <a:gd name="T2" fmla="*/ 58 w 58"/>
                <a:gd name="T3" fmla="*/ 16 h 16"/>
                <a:gd name="T4" fmla="*/ 58 w 58"/>
                <a:gd name="T5" fmla="*/ 0 h 16"/>
                <a:gd name="T6" fmla="*/ 0 w 58"/>
                <a:gd name="T7" fmla="*/ 0 h 16"/>
                <a:gd name="T8" fmla="*/ 0 w 58"/>
                <a:gd name="T9" fmla="*/ 16 h 16"/>
                <a:gd name="T10" fmla="*/ 0 w 58"/>
                <a:gd name="T11" fmla="*/ 0 h 16"/>
                <a:gd name="T12" fmla="*/ 0 w 58"/>
                <a:gd name="T13" fmla="*/ 0 h 16"/>
                <a:gd name="T14" fmla="*/ 0 w 58"/>
                <a:gd name="T15" fmla="*/ 10 h 16"/>
                <a:gd name="T16" fmla="*/ 0 w 58"/>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8"/>
                <a:gd name="T28" fmla="*/ 0 h 16"/>
                <a:gd name="T29" fmla="*/ 58 w 58"/>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8" h="16">
                  <a:moveTo>
                    <a:pt x="0" y="16"/>
                  </a:moveTo>
                  <a:lnTo>
                    <a:pt x="58" y="16"/>
                  </a:lnTo>
                  <a:lnTo>
                    <a:pt x="58" y="0"/>
                  </a:lnTo>
                  <a:lnTo>
                    <a:pt x="0" y="0"/>
                  </a:lnTo>
                  <a:lnTo>
                    <a:pt x="0" y="16"/>
                  </a:lnTo>
                  <a:close/>
                  <a:moveTo>
                    <a:pt x="0" y="0"/>
                  </a:moveTo>
                  <a:lnTo>
                    <a:pt x="0" y="0"/>
                  </a:lnTo>
                  <a:lnTo>
                    <a:pt x="0" y="10"/>
                  </a:lnTo>
                  <a:lnTo>
                    <a:pt x="0" y="0"/>
                  </a:lnTo>
                  <a:close/>
                </a:path>
              </a:pathLst>
            </a:custGeom>
            <a:solidFill>
              <a:schemeClr val="tx2"/>
            </a:solidFill>
            <a:ln w="9525">
              <a:solidFill>
                <a:schemeClr val="tx1"/>
              </a:solidFill>
              <a:round/>
            </a:ln>
          </p:spPr>
          <p:txBody>
            <a:bodyPr/>
            <a:lstStyle/>
            <a:p>
              <a:endParaRPr lang="zh-CN" altLang="en-US"/>
            </a:p>
          </p:txBody>
        </p:sp>
        <p:sp>
          <p:nvSpPr>
            <p:cNvPr id="41057" name="Freeform 85"/>
            <p:cNvSpPr>
              <a:spLocks noEditPoints="1"/>
            </p:cNvSpPr>
            <p:nvPr/>
          </p:nvSpPr>
          <p:spPr bwMode="auto">
            <a:xfrm>
              <a:off x="4019" y="501"/>
              <a:ext cx="15" cy="21"/>
            </a:xfrm>
            <a:custGeom>
              <a:avLst/>
              <a:gdLst>
                <a:gd name="T0" fmla="*/ 0 w 15"/>
                <a:gd name="T1" fmla="*/ 16 h 21"/>
                <a:gd name="T2" fmla="*/ 0 w 15"/>
                <a:gd name="T3" fmla="*/ 16 h 21"/>
                <a:gd name="T4" fmla="*/ 0 w 15"/>
                <a:gd name="T5" fmla="*/ 21 h 21"/>
                <a:gd name="T6" fmla="*/ 15 w 15"/>
                <a:gd name="T7" fmla="*/ 21 h 21"/>
                <a:gd name="T8" fmla="*/ 10 w 15"/>
                <a:gd name="T9" fmla="*/ 5 h 21"/>
                <a:gd name="T10" fmla="*/ 0 w 15"/>
                <a:gd name="T11" fmla="*/ 0 h 21"/>
                <a:gd name="T12" fmla="*/ 0 w 15"/>
                <a:gd name="T13" fmla="*/ 16 h 21"/>
                <a:gd name="T14" fmla="*/ 0 w 15"/>
                <a:gd name="T15" fmla="*/ 0 h 21"/>
                <a:gd name="T16" fmla="*/ 0 w 15"/>
                <a:gd name="T17" fmla="*/ 0 h 21"/>
                <a:gd name="T18" fmla="*/ 0 w 15"/>
                <a:gd name="T19" fmla="*/ 10 h 21"/>
                <a:gd name="T20" fmla="*/ 0 w 15"/>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0" y="16"/>
                  </a:moveTo>
                  <a:lnTo>
                    <a:pt x="0" y="16"/>
                  </a:lnTo>
                  <a:lnTo>
                    <a:pt x="0" y="21"/>
                  </a:lnTo>
                  <a:lnTo>
                    <a:pt x="15" y="21"/>
                  </a:lnTo>
                  <a:lnTo>
                    <a:pt x="10"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58" name="Freeform 86"/>
            <p:cNvSpPr>
              <a:spLocks noEditPoints="1"/>
            </p:cNvSpPr>
            <p:nvPr/>
          </p:nvSpPr>
          <p:spPr bwMode="auto">
            <a:xfrm>
              <a:off x="4019"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41059" name="Freeform 87"/>
            <p:cNvSpPr/>
            <p:nvPr/>
          </p:nvSpPr>
          <p:spPr bwMode="auto">
            <a:xfrm>
              <a:off x="4128" y="537"/>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41060" name="Freeform 88"/>
            <p:cNvSpPr>
              <a:spLocks noEditPoints="1"/>
            </p:cNvSpPr>
            <p:nvPr/>
          </p:nvSpPr>
          <p:spPr bwMode="auto">
            <a:xfrm>
              <a:off x="4076"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41061" name="Freeform 89"/>
            <p:cNvSpPr>
              <a:spLocks noEditPoints="1"/>
            </p:cNvSpPr>
            <p:nvPr/>
          </p:nvSpPr>
          <p:spPr bwMode="auto">
            <a:xfrm>
              <a:off x="4055" y="537"/>
              <a:ext cx="21" cy="21"/>
            </a:xfrm>
            <a:custGeom>
              <a:avLst/>
              <a:gdLst>
                <a:gd name="T0" fmla="*/ 21 w 21"/>
                <a:gd name="T1" fmla="*/ 6 h 21"/>
                <a:gd name="T2" fmla="*/ 21 w 21"/>
                <a:gd name="T3" fmla="*/ 6 h 21"/>
                <a:gd name="T4" fmla="*/ 16 w 21"/>
                <a:gd name="T5" fmla="*/ 0 h 21"/>
                <a:gd name="T6" fmla="*/ 0 w 21"/>
                <a:gd name="T7" fmla="*/ 0 h 21"/>
                <a:gd name="T8" fmla="*/ 5 w 21"/>
                <a:gd name="T9" fmla="*/ 16 h 21"/>
                <a:gd name="T10" fmla="*/ 21 w 21"/>
                <a:gd name="T11" fmla="*/ 21 h 21"/>
                <a:gd name="T12" fmla="*/ 21 w 21"/>
                <a:gd name="T13" fmla="*/ 6 h 21"/>
                <a:gd name="T14" fmla="*/ 21 w 21"/>
                <a:gd name="T15" fmla="*/ 21 h 21"/>
                <a:gd name="T16" fmla="*/ 21 w 21"/>
                <a:gd name="T17" fmla="*/ 21 h 21"/>
                <a:gd name="T18" fmla="*/ 21 w 21"/>
                <a:gd name="T19" fmla="*/ 21 h 21"/>
                <a:gd name="T20" fmla="*/ 21 w 21"/>
                <a:gd name="T21" fmla="*/ 11 h 21"/>
                <a:gd name="T22" fmla="*/ 21 w 21"/>
                <a:gd name="T23" fmla="*/ 21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1"/>
                <a:gd name="T37" fmla="*/ 0 h 21"/>
                <a:gd name="T38" fmla="*/ 21 w 21"/>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1" h="21">
                  <a:moveTo>
                    <a:pt x="21" y="6"/>
                  </a:moveTo>
                  <a:lnTo>
                    <a:pt x="21" y="6"/>
                  </a:lnTo>
                  <a:lnTo>
                    <a:pt x="16" y="0"/>
                  </a:lnTo>
                  <a:lnTo>
                    <a:pt x="0" y="0"/>
                  </a:lnTo>
                  <a:lnTo>
                    <a:pt x="5"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41062" name="Freeform 90"/>
            <p:cNvSpPr>
              <a:spLocks noEditPoints="1"/>
            </p:cNvSpPr>
            <p:nvPr/>
          </p:nvSpPr>
          <p:spPr bwMode="auto">
            <a:xfrm>
              <a:off x="4055"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63" name="Freeform 91"/>
            <p:cNvSpPr>
              <a:spLocks noEditPoints="1"/>
            </p:cNvSpPr>
            <p:nvPr/>
          </p:nvSpPr>
          <p:spPr bwMode="auto">
            <a:xfrm>
              <a:off x="4055" y="501"/>
              <a:ext cx="21" cy="21"/>
            </a:xfrm>
            <a:custGeom>
              <a:avLst/>
              <a:gdLst>
                <a:gd name="T0" fmla="*/ 16 w 21"/>
                <a:gd name="T1" fmla="*/ 21 h 21"/>
                <a:gd name="T2" fmla="*/ 21 w 21"/>
                <a:gd name="T3" fmla="*/ 16 h 21"/>
                <a:gd name="T4" fmla="*/ 21 w 21"/>
                <a:gd name="T5" fmla="*/ 16 h 21"/>
                <a:gd name="T6" fmla="*/ 21 w 21"/>
                <a:gd name="T7" fmla="*/ 0 h 21"/>
                <a:gd name="T8" fmla="*/ 5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5"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64" name="Freeform 92"/>
            <p:cNvSpPr>
              <a:spLocks noEditPoints="1"/>
            </p:cNvSpPr>
            <p:nvPr/>
          </p:nvSpPr>
          <p:spPr bwMode="auto">
            <a:xfrm>
              <a:off x="4076"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16 h 16"/>
                <a:gd name="T12" fmla="*/ 0 w 52"/>
                <a:gd name="T13" fmla="*/ 16 h 16"/>
                <a:gd name="T14" fmla="*/ 0 w 52"/>
                <a:gd name="T15" fmla="*/ 16 h 16"/>
                <a:gd name="T16" fmla="*/ 0 w 52"/>
                <a:gd name="T17" fmla="*/ 10 h 16"/>
                <a:gd name="T18" fmla="*/ 0 w 52"/>
                <a:gd name="T19" fmla="*/ 16 h 1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2"/>
                <a:gd name="T31" fmla="*/ 0 h 16"/>
                <a:gd name="T32" fmla="*/ 52 w 52"/>
                <a:gd name="T33" fmla="*/ 16 h 1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2" h="16">
                  <a:moveTo>
                    <a:pt x="0" y="16"/>
                  </a:moveTo>
                  <a:lnTo>
                    <a:pt x="52" y="16"/>
                  </a:lnTo>
                  <a:lnTo>
                    <a:pt x="52" y="0"/>
                  </a:lnTo>
                  <a:lnTo>
                    <a:pt x="0" y="0"/>
                  </a:lnTo>
                  <a:lnTo>
                    <a:pt x="0" y="16"/>
                  </a:lnTo>
                  <a:close/>
                  <a:moveTo>
                    <a:pt x="0" y="16"/>
                  </a:moveTo>
                  <a:lnTo>
                    <a:pt x="0" y="16"/>
                  </a:lnTo>
                  <a:lnTo>
                    <a:pt x="0" y="10"/>
                  </a:lnTo>
                  <a:lnTo>
                    <a:pt x="0" y="16"/>
                  </a:lnTo>
                  <a:close/>
                </a:path>
              </a:pathLst>
            </a:custGeom>
            <a:solidFill>
              <a:schemeClr val="folHlink"/>
            </a:solidFill>
            <a:ln w="9525">
              <a:solidFill>
                <a:srgbClr val="656565"/>
              </a:solidFill>
              <a:round/>
            </a:ln>
          </p:spPr>
          <p:txBody>
            <a:bodyPr/>
            <a:lstStyle/>
            <a:p>
              <a:endParaRPr lang="zh-CN" altLang="en-US"/>
            </a:p>
          </p:txBody>
        </p:sp>
        <p:sp>
          <p:nvSpPr>
            <p:cNvPr id="41065" name="Freeform 93"/>
            <p:cNvSpPr>
              <a:spLocks noEditPoints="1"/>
            </p:cNvSpPr>
            <p:nvPr/>
          </p:nvSpPr>
          <p:spPr bwMode="auto">
            <a:xfrm>
              <a:off x="4128" y="50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66" name="Freeform 94"/>
            <p:cNvSpPr>
              <a:spLocks noEditPoints="1"/>
            </p:cNvSpPr>
            <p:nvPr/>
          </p:nvSpPr>
          <p:spPr bwMode="auto">
            <a:xfrm>
              <a:off x="4133"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6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6" y="0"/>
                  </a:lnTo>
                  <a:lnTo>
                    <a:pt x="16" y="0"/>
                  </a:lnTo>
                  <a:close/>
                </a:path>
              </a:pathLst>
            </a:custGeom>
            <a:solidFill>
              <a:schemeClr val="folHlink"/>
            </a:solidFill>
            <a:ln w="9525">
              <a:solidFill>
                <a:srgbClr val="656565"/>
              </a:solidFill>
              <a:round/>
            </a:ln>
          </p:spPr>
          <p:txBody>
            <a:bodyPr/>
            <a:lstStyle/>
            <a:p>
              <a:endParaRPr lang="zh-CN" altLang="en-US"/>
            </a:p>
          </p:txBody>
        </p:sp>
        <p:sp>
          <p:nvSpPr>
            <p:cNvPr id="41067" name="Rectangle 95"/>
            <p:cNvSpPr>
              <a:spLocks noChangeArrowheads="1"/>
            </p:cNvSpPr>
            <p:nvPr/>
          </p:nvSpPr>
          <p:spPr bwMode="auto">
            <a:xfrm>
              <a:off x="4008"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068" name="Freeform 96"/>
            <p:cNvSpPr/>
            <p:nvPr/>
          </p:nvSpPr>
          <p:spPr bwMode="auto">
            <a:xfrm>
              <a:off x="4238" y="537"/>
              <a:ext cx="20" cy="21"/>
            </a:xfrm>
            <a:custGeom>
              <a:avLst/>
              <a:gdLst>
                <a:gd name="T0" fmla="*/ 5 w 20"/>
                <a:gd name="T1" fmla="*/ 0 h 21"/>
                <a:gd name="T2" fmla="*/ 5 w 20"/>
                <a:gd name="T3" fmla="*/ 6 h 21"/>
                <a:gd name="T4" fmla="*/ 0 w 20"/>
                <a:gd name="T5" fmla="*/ 6 h 21"/>
                <a:gd name="T6" fmla="*/ 0 w 20"/>
                <a:gd name="T7" fmla="*/ 21 h 21"/>
                <a:gd name="T8" fmla="*/ 15 w 20"/>
                <a:gd name="T9" fmla="*/ 16 h 21"/>
                <a:gd name="T10" fmla="*/ 20 w 20"/>
                <a:gd name="T11" fmla="*/ 0 h 21"/>
                <a:gd name="T12" fmla="*/ 5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5" y="0"/>
                  </a:moveTo>
                  <a:lnTo>
                    <a:pt x="5" y="6"/>
                  </a:lnTo>
                  <a:lnTo>
                    <a:pt x="0" y="6"/>
                  </a:lnTo>
                  <a:lnTo>
                    <a:pt x="0" y="21"/>
                  </a:lnTo>
                  <a:lnTo>
                    <a:pt x="15" y="16"/>
                  </a:lnTo>
                  <a:lnTo>
                    <a:pt x="20" y="0"/>
                  </a:lnTo>
                  <a:lnTo>
                    <a:pt x="5" y="0"/>
                  </a:lnTo>
                  <a:close/>
                </a:path>
              </a:pathLst>
            </a:custGeom>
            <a:solidFill>
              <a:schemeClr val="folHlink"/>
            </a:solidFill>
            <a:ln w="9525">
              <a:solidFill>
                <a:srgbClr val="656565"/>
              </a:solidFill>
              <a:round/>
            </a:ln>
          </p:spPr>
          <p:txBody>
            <a:bodyPr/>
            <a:lstStyle/>
            <a:p>
              <a:endParaRPr lang="zh-CN" altLang="en-US"/>
            </a:p>
          </p:txBody>
        </p:sp>
        <p:sp>
          <p:nvSpPr>
            <p:cNvPr id="41069" name="Freeform 97"/>
            <p:cNvSpPr>
              <a:spLocks noEditPoints="1"/>
            </p:cNvSpPr>
            <p:nvPr/>
          </p:nvSpPr>
          <p:spPr bwMode="auto">
            <a:xfrm>
              <a:off x="4185" y="543"/>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folHlink"/>
            </a:solidFill>
            <a:ln w="9525">
              <a:solidFill>
                <a:srgbClr val="656565"/>
              </a:solidFill>
              <a:round/>
            </a:ln>
          </p:spPr>
          <p:txBody>
            <a:bodyPr/>
            <a:lstStyle/>
            <a:p>
              <a:endParaRPr lang="zh-CN" altLang="en-US"/>
            </a:p>
          </p:txBody>
        </p:sp>
        <p:sp>
          <p:nvSpPr>
            <p:cNvPr id="41070" name="Freeform 98"/>
            <p:cNvSpPr>
              <a:spLocks noEditPoints="1"/>
            </p:cNvSpPr>
            <p:nvPr/>
          </p:nvSpPr>
          <p:spPr bwMode="auto">
            <a:xfrm>
              <a:off x="4170" y="537"/>
              <a:ext cx="15" cy="21"/>
            </a:xfrm>
            <a:custGeom>
              <a:avLst/>
              <a:gdLst>
                <a:gd name="T0" fmla="*/ 15 w 15"/>
                <a:gd name="T1" fmla="*/ 6 h 21"/>
                <a:gd name="T2" fmla="*/ 15 w 15"/>
                <a:gd name="T3" fmla="*/ 6 h 21"/>
                <a:gd name="T4" fmla="*/ 15 w 15"/>
                <a:gd name="T5" fmla="*/ 0 h 21"/>
                <a:gd name="T6" fmla="*/ 0 w 15"/>
                <a:gd name="T7" fmla="*/ 0 h 21"/>
                <a:gd name="T8" fmla="*/ 5 w 15"/>
                <a:gd name="T9" fmla="*/ 16 h 21"/>
                <a:gd name="T10" fmla="*/ 15 w 15"/>
                <a:gd name="T11" fmla="*/ 21 h 21"/>
                <a:gd name="T12" fmla="*/ 15 w 15"/>
                <a:gd name="T13" fmla="*/ 6 h 21"/>
                <a:gd name="T14" fmla="*/ 15 w 15"/>
                <a:gd name="T15" fmla="*/ 21 h 21"/>
                <a:gd name="T16" fmla="*/ 15 w 15"/>
                <a:gd name="T17" fmla="*/ 21 h 21"/>
                <a:gd name="T18" fmla="*/ 15 w 15"/>
                <a:gd name="T19" fmla="*/ 11 h 21"/>
                <a:gd name="T20" fmla="*/ 15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6"/>
                  </a:moveTo>
                  <a:lnTo>
                    <a:pt x="15" y="6"/>
                  </a:lnTo>
                  <a:lnTo>
                    <a:pt x="15" y="0"/>
                  </a:lnTo>
                  <a:lnTo>
                    <a:pt x="0" y="0"/>
                  </a:lnTo>
                  <a:lnTo>
                    <a:pt x="5" y="16"/>
                  </a:lnTo>
                  <a:lnTo>
                    <a:pt x="15" y="21"/>
                  </a:lnTo>
                  <a:lnTo>
                    <a:pt x="15" y="6"/>
                  </a:lnTo>
                  <a:close/>
                  <a:moveTo>
                    <a:pt x="15" y="21"/>
                  </a:moveTo>
                  <a:lnTo>
                    <a:pt x="15" y="21"/>
                  </a:lnTo>
                  <a:lnTo>
                    <a:pt x="15" y="11"/>
                  </a:lnTo>
                  <a:lnTo>
                    <a:pt x="15" y="21"/>
                  </a:lnTo>
                  <a:close/>
                </a:path>
              </a:pathLst>
            </a:custGeom>
            <a:solidFill>
              <a:schemeClr val="folHlink"/>
            </a:solidFill>
            <a:ln w="9525">
              <a:solidFill>
                <a:srgbClr val="656565"/>
              </a:solidFill>
              <a:round/>
            </a:ln>
          </p:spPr>
          <p:txBody>
            <a:bodyPr/>
            <a:lstStyle/>
            <a:p>
              <a:endParaRPr lang="zh-CN" altLang="en-US"/>
            </a:p>
          </p:txBody>
        </p:sp>
        <p:sp>
          <p:nvSpPr>
            <p:cNvPr id="41071" name="Freeform 99"/>
            <p:cNvSpPr>
              <a:spLocks noEditPoints="1"/>
            </p:cNvSpPr>
            <p:nvPr/>
          </p:nvSpPr>
          <p:spPr bwMode="auto">
            <a:xfrm>
              <a:off x="4170"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5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72" name="Freeform 100"/>
            <p:cNvSpPr>
              <a:spLocks noEditPoints="1"/>
            </p:cNvSpPr>
            <p:nvPr/>
          </p:nvSpPr>
          <p:spPr bwMode="auto">
            <a:xfrm>
              <a:off x="4170" y="501"/>
              <a:ext cx="15" cy="21"/>
            </a:xfrm>
            <a:custGeom>
              <a:avLst/>
              <a:gdLst>
                <a:gd name="T0" fmla="*/ 15 w 15"/>
                <a:gd name="T1" fmla="*/ 21 h 21"/>
                <a:gd name="T2" fmla="*/ 15 w 15"/>
                <a:gd name="T3" fmla="*/ 16 h 21"/>
                <a:gd name="T4" fmla="*/ 15 w 15"/>
                <a:gd name="T5" fmla="*/ 16 h 21"/>
                <a:gd name="T6" fmla="*/ 15 w 15"/>
                <a:gd name="T7" fmla="*/ 0 h 21"/>
                <a:gd name="T8" fmla="*/ 5 w 15"/>
                <a:gd name="T9" fmla="*/ 5 h 21"/>
                <a:gd name="T10" fmla="*/ 0 w 15"/>
                <a:gd name="T11" fmla="*/ 21 h 21"/>
                <a:gd name="T12" fmla="*/ 15 w 15"/>
                <a:gd name="T13" fmla="*/ 21 h 21"/>
                <a:gd name="T14" fmla="*/ 0 w 15"/>
                <a:gd name="T15" fmla="*/ 21 h 21"/>
                <a:gd name="T16" fmla="*/ 0 w 15"/>
                <a:gd name="T17" fmla="*/ 21 h 21"/>
                <a:gd name="T18" fmla="*/ 5 w 15"/>
                <a:gd name="T19" fmla="*/ 21 h 21"/>
                <a:gd name="T20" fmla="*/ 0 w 15"/>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5"/>
                <a:gd name="T34" fmla="*/ 0 h 21"/>
                <a:gd name="T35" fmla="*/ 15 w 15"/>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5" h="21">
                  <a:moveTo>
                    <a:pt x="15" y="21"/>
                  </a:moveTo>
                  <a:lnTo>
                    <a:pt x="15" y="16"/>
                  </a:lnTo>
                  <a:lnTo>
                    <a:pt x="15" y="0"/>
                  </a:lnTo>
                  <a:lnTo>
                    <a:pt x="5" y="5"/>
                  </a:lnTo>
                  <a:lnTo>
                    <a:pt x="0" y="21"/>
                  </a:lnTo>
                  <a:lnTo>
                    <a:pt x="15"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73" name="Freeform 101"/>
            <p:cNvSpPr>
              <a:spLocks noEditPoints="1"/>
            </p:cNvSpPr>
            <p:nvPr/>
          </p:nvSpPr>
          <p:spPr bwMode="auto">
            <a:xfrm>
              <a:off x="4185" y="501"/>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74" name="Freeform 102"/>
            <p:cNvSpPr>
              <a:spLocks noEditPoints="1"/>
            </p:cNvSpPr>
            <p:nvPr/>
          </p:nvSpPr>
          <p:spPr bwMode="auto">
            <a:xfrm>
              <a:off x="4238" y="501"/>
              <a:ext cx="20" cy="21"/>
            </a:xfrm>
            <a:custGeom>
              <a:avLst/>
              <a:gdLst>
                <a:gd name="T0" fmla="*/ 0 w 20"/>
                <a:gd name="T1" fmla="*/ 16 h 21"/>
                <a:gd name="T2" fmla="*/ 5 w 20"/>
                <a:gd name="T3" fmla="*/ 16 h 21"/>
                <a:gd name="T4" fmla="*/ 5 w 20"/>
                <a:gd name="T5" fmla="*/ 21 h 21"/>
                <a:gd name="T6" fmla="*/ 20 w 20"/>
                <a:gd name="T7" fmla="*/ 21 h 21"/>
                <a:gd name="T8" fmla="*/ 15 w 20"/>
                <a:gd name="T9" fmla="*/ 5 h 21"/>
                <a:gd name="T10" fmla="*/ 0 w 20"/>
                <a:gd name="T11" fmla="*/ 0 h 21"/>
                <a:gd name="T12" fmla="*/ 0 w 20"/>
                <a:gd name="T13" fmla="*/ 16 h 21"/>
                <a:gd name="T14" fmla="*/ 0 w 20"/>
                <a:gd name="T15" fmla="*/ 0 h 21"/>
                <a:gd name="T16" fmla="*/ 0 w 20"/>
                <a:gd name="T17" fmla="*/ 0 h 21"/>
                <a:gd name="T18" fmla="*/ 0 w 20"/>
                <a:gd name="T19" fmla="*/ 10 h 21"/>
                <a:gd name="T20" fmla="*/ 0 w 20"/>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0" y="16"/>
                  </a:moveTo>
                  <a:lnTo>
                    <a:pt x="5" y="16"/>
                  </a:lnTo>
                  <a:lnTo>
                    <a:pt x="5" y="21"/>
                  </a:lnTo>
                  <a:lnTo>
                    <a:pt x="20" y="21"/>
                  </a:lnTo>
                  <a:lnTo>
                    <a:pt x="15" y="5"/>
                  </a:lnTo>
                  <a:lnTo>
                    <a:pt x="0" y="0"/>
                  </a:lnTo>
                  <a:lnTo>
                    <a:pt x="0" y="16"/>
                  </a:lnTo>
                  <a:close/>
                  <a:moveTo>
                    <a:pt x="0" y="0"/>
                  </a:moveTo>
                  <a:lnTo>
                    <a:pt x="0" y="0"/>
                  </a:lnTo>
                  <a:lnTo>
                    <a:pt x="0" y="10"/>
                  </a:lnTo>
                  <a:lnTo>
                    <a:pt x="0" y="0"/>
                  </a:lnTo>
                  <a:close/>
                </a:path>
              </a:pathLst>
            </a:custGeom>
            <a:solidFill>
              <a:schemeClr val="folHlink"/>
            </a:solidFill>
            <a:ln w="9525">
              <a:solidFill>
                <a:schemeClr val="tx1"/>
              </a:solidFill>
              <a:round/>
            </a:ln>
          </p:spPr>
          <p:txBody>
            <a:bodyPr/>
            <a:lstStyle/>
            <a:p>
              <a:endParaRPr lang="zh-CN" altLang="en-US"/>
            </a:p>
          </p:txBody>
        </p:sp>
        <p:sp>
          <p:nvSpPr>
            <p:cNvPr id="41075" name="Freeform 103"/>
            <p:cNvSpPr>
              <a:spLocks noEditPoints="1"/>
            </p:cNvSpPr>
            <p:nvPr/>
          </p:nvSpPr>
          <p:spPr bwMode="auto">
            <a:xfrm>
              <a:off x="4243"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41076" name="Rectangle 104"/>
            <p:cNvSpPr>
              <a:spLocks noChangeArrowheads="1"/>
            </p:cNvSpPr>
            <p:nvPr/>
          </p:nvSpPr>
          <p:spPr bwMode="auto">
            <a:xfrm>
              <a:off x="4118"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077" name="Freeform 105"/>
            <p:cNvSpPr/>
            <p:nvPr/>
          </p:nvSpPr>
          <p:spPr bwMode="auto">
            <a:xfrm>
              <a:off x="4352" y="537"/>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folHlink"/>
            </a:solidFill>
            <a:ln w="9525">
              <a:solidFill>
                <a:srgbClr val="656565"/>
              </a:solidFill>
              <a:round/>
            </a:ln>
          </p:spPr>
          <p:txBody>
            <a:bodyPr/>
            <a:lstStyle/>
            <a:p>
              <a:endParaRPr lang="zh-CN" altLang="en-US"/>
            </a:p>
          </p:txBody>
        </p:sp>
        <p:sp>
          <p:nvSpPr>
            <p:cNvPr id="41078" name="Freeform 106"/>
            <p:cNvSpPr>
              <a:spLocks noEditPoints="1"/>
            </p:cNvSpPr>
            <p:nvPr/>
          </p:nvSpPr>
          <p:spPr bwMode="auto">
            <a:xfrm>
              <a:off x="4300"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41079" name="Freeform 107"/>
            <p:cNvSpPr>
              <a:spLocks noEditPoints="1"/>
            </p:cNvSpPr>
            <p:nvPr/>
          </p:nvSpPr>
          <p:spPr bwMode="auto">
            <a:xfrm>
              <a:off x="4279" y="537"/>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41080" name="Freeform 108"/>
            <p:cNvSpPr>
              <a:spLocks noEditPoints="1"/>
            </p:cNvSpPr>
            <p:nvPr/>
          </p:nvSpPr>
          <p:spPr bwMode="auto">
            <a:xfrm>
              <a:off x="4279"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81" name="Freeform 109"/>
            <p:cNvSpPr>
              <a:spLocks noEditPoints="1"/>
            </p:cNvSpPr>
            <p:nvPr/>
          </p:nvSpPr>
          <p:spPr bwMode="auto">
            <a:xfrm>
              <a:off x="4279" y="50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82" name="Freeform 110"/>
            <p:cNvSpPr>
              <a:spLocks noEditPoints="1"/>
            </p:cNvSpPr>
            <p:nvPr/>
          </p:nvSpPr>
          <p:spPr bwMode="auto">
            <a:xfrm>
              <a:off x="4300"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83" name="Freeform 111"/>
            <p:cNvSpPr>
              <a:spLocks noEditPoints="1"/>
            </p:cNvSpPr>
            <p:nvPr/>
          </p:nvSpPr>
          <p:spPr bwMode="auto">
            <a:xfrm>
              <a:off x="4352" y="501"/>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84" name="Freeform 112"/>
            <p:cNvSpPr>
              <a:spLocks noEditPoints="1"/>
            </p:cNvSpPr>
            <p:nvPr/>
          </p:nvSpPr>
          <p:spPr bwMode="auto">
            <a:xfrm>
              <a:off x="4358"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folHlink"/>
            </a:solidFill>
            <a:ln w="9525">
              <a:solidFill>
                <a:srgbClr val="656565"/>
              </a:solidFill>
              <a:round/>
            </a:ln>
          </p:spPr>
          <p:txBody>
            <a:bodyPr/>
            <a:lstStyle/>
            <a:p>
              <a:endParaRPr lang="zh-CN" altLang="en-US"/>
            </a:p>
          </p:txBody>
        </p:sp>
        <p:sp>
          <p:nvSpPr>
            <p:cNvPr id="41085" name="Rectangle 113"/>
            <p:cNvSpPr>
              <a:spLocks noChangeArrowheads="1"/>
            </p:cNvSpPr>
            <p:nvPr/>
          </p:nvSpPr>
          <p:spPr bwMode="auto">
            <a:xfrm>
              <a:off x="4232" y="522"/>
              <a:ext cx="79" cy="15"/>
            </a:xfrm>
            <a:prstGeom prst="rect">
              <a:avLst/>
            </a:prstGeom>
            <a:solidFill>
              <a:schemeClr val="tx2"/>
            </a:solidFill>
            <a:ln w="9525">
              <a:solidFill>
                <a:schemeClr val="tx1"/>
              </a:solidFill>
              <a:miter lim="800000"/>
            </a:ln>
          </p:spPr>
          <p:txBody>
            <a:bodyPr/>
            <a:lstStyle/>
            <a:p>
              <a:endParaRPr lang="zh-CN" altLang="en-US"/>
            </a:p>
          </p:txBody>
        </p:sp>
        <p:sp>
          <p:nvSpPr>
            <p:cNvPr id="41086" name="Freeform 114"/>
            <p:cNvSpPr/>
            <p:nvPr/>
          </p:nvSpPr>
          <p:spPr bwMode="auto">
            <a:xfrm>
              <a:off x="4462" y="537"/>
              <a:ext cx="21" cy="21"/>
            </a:xfrm>
            <a:custGeom>
              <a:avLst/>
              <a:gdLst>
                <a:gd name="T0" fmla="*/ 5 w 21"/>
                <a:gd name="T1" fmla="*/ 0 h 21"/>
                <a:gd name="T2" fmla="*/ 5 w 21"/>
                <a:gd name="T3" fmla="*/ 6 h 21"/>
                <a:gd name="T4" fmla="*/ 0 w 21"/>
                <a:gd name="T5" fmla="*/ 6 h 21"/>
                <a:gd name="T6" fmla="*/ 0 w 21"/>
                <a:gd name="T7" fmla="*/ 21 h 21"/>
                <a:gd name="T8" fmla="*/ 15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5"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41087" name="Freeform 115"/>
            <p:cNvSpPr>
              <a:spLocks noEditPoints="1"/>
            </p:cNvSpPr>
            <p:nvPr/>
          </p:nvSpPr>
          <p:spPr bwMode="auto">
            <a:xfrm>
              <a:off x="4410"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41088" name="Freeform 116"/>
            <p:cNvSpPr>
              <a:spLocks noEditPoints="1"/>
            </p:cNvSpPr>
            <p:nvPr/>
          </p:nvSpPr>
          <p:spPr bwMode="auto">
            <a:xfrm>
              <a:off x="4394" y="537"/>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folHlink"/>
            </a:solidFill>
            <a:ln w="9525">
              <a:solidFill>
                <a:srgbClr val="656565"/>
              </a:solidFill>
              <a:round/>
            </a:ln>
          </p:spPr>
          <p:txBody>
            <a:bodyPr/>
            <a:lstStyle/>
            <a:p>
              <a:endParaRPr lang="zh-CN" altLang="en-US"/>
            </a:p>
          </p:txBody>
        </p:sp>
        <p:sp>
          <p:nvSpPr>
            <p:cNvPr id="41089" name="Freeform 117"/>
            <p:cNvSpPr>
              <a:spLocks noEditPoints="1"/>
            </p:cNvSpPr>
            <p:nvPr/>
          </p:nvSpPr>
          <p:spPr bwMode="auto">
            <a:xfrm>
              <a:off x="4394"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90" name="Freeform 118"/>
            <p:cNvSpPr>
              <a:spLocks noEditPoints="1"/>
            </p:cNvSpPr>
            <p:nvPr/>
          </p:nvSpPr>
          <p:spPr bwMode="auto">
            <a:xfrm>
              <a:off x="4394" y="501"/>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41091" name="Freeform 119"/>
            <p:cNvSpPr>
              <a:spLocks noEditPoints="1"/>
            </p:cNvSpPr>
            <p:nvPr/>
          </p:nvSpPr>
          <p:spPr bwMode="auto">
            <a:xfrm>
              <a:off x="4410"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92" name="Freeform 120"/>
            <p:cNvSpPr>
              <a:spLocks noEditPoints="1"/>
            </p:cNvSpPr>
            <p:nvPr/>
          </p:nvSpPr>
          <p:spPr bwMode="auto">
            <a:xfrm>
              <a:off x="4462" y="501"/>
              <a:ext cx="21" cy="21"/>
            </a:xfrm>
            <a:custGeom>
              <a:avLst/>
              <a:gdLst>
                <a:gd name="T0" fmla="*/ 0 w 21"/>
                <a:gd name="T1" fmla="*/ 16 h 21"/>
                <a:gd name="T2" fmla="*/ 5 w 21"/>
                <a:gd name="T3" fmla="*/ 16 h 21"/>
                <a:gd name="T4" fmla="*/ 5 w 21"/>
                <a:gd name="T5" fmla="*/ 21 h 21"/>
                <a:gd name="T6" fmla="*/ 21 w 21"/>
                <a:gd name="T7" fmla="*/ 21 h 21"/>
                <a:gd name="T8" fmla="*/ 15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5"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093" name="Freeform 121"/>
            <p:cNvSpPr>
              <a:spLocks noEditPoints="1"/>
            </p:cNvSpPr>
            <p:nvPr/>
          </p:nvSpPr>
          <p:spPr bwMode="auto">
            <a:xfrm>
              <a:off x="4467"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0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0" y="0"/>
                  </a:lnTo>
                  <a:lnTo>
                    <a:pt x="16" y="0"/>
                  </a:lnTo>
                  <a:close/>
                </a:path>
              </a:pathLst>
            </a:custGeom>
            <a:solidFill>
              <a:schemeClr val="folHlink"/>
            </a:solidFill>
            <a:ln w="9525">
              <a:solidFill>
                <a:srgbClr val="656565"/>
              </a:solidFill>
              <a:round/>
            </a:ln>
          </p:spPr>
          <p:txBody>
            <a:bodyPr/>
            <a:lstStyle/>
            <a:p>
              <a:endParaRPr lang="zh-CN" altLang="en-US"/>
            </a:p>
          </p:txBody>
        </p:sp>
        <p:sp>
          <p:nvSpPr>
            <p:cNvPr id="41094" name="Rectangle 122"/>
            <p:cNvSpPr>
              <a:spLocks noChangeArrowheads="1"/>
            </p:cNvSpPr>
            <p:nvPr/>
          </p:nvSpPr>
          <p:spPr bwMode="auto">
            <a:xfrm>
              <a:off x="4342"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095" name="Freeform 123"/>
            <p:cNvSpPr/>
            <p:nvPr/>
          </p:nvSpPr>
          <p:spPr bwMode="auto">
            <a:xfrm>
              <a:off x="4576" y="537"/>
              <a:ext cx="21" cy="21"/>
            </a:xfrm>
            <a:custGeom>
              <a:avLst/>
              <a:gdLst>
                <a:gd name="T0" fmla="*/ 6 w 21"/>
                <a:gd name="T1" fmla="*/ 0 h 21"/>
                <a:gd name="T2" fmla="*/ 6 w 21"/>
                <a:gd name="T3" fmla="*/ 6 h 21"/>
                <a:gd name="T4" fmla="*/ 0 w 21"/>
                <a:gd name="T5" fmla="*/ 6 h 21"/>
                <a:gd name="T6" fmla="*/ 0 w 21"/>
                <a:gd name="T7" fmla="*/ 21 h 21"/>
                <a:gd name="T8" fmla="*/ 16 w 21"/>
                <a:gd name="T9" fmla="*/ 16 h 21"/>
                <a:gd name="T10" fmla="*/ 21 w 21"/>
                <a:gd name="T11" fmla="*/ 0 h 21"/>
                <a:gd name="T12" fmla="*/ 6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6" y="0"/>
                  </a:moveTo>
                  <a:lnTo>
                    <a:pt x="6" y="6"/>
                  </a:lnTo>
                  <a:lnTo>
                    <a:pt x="0" y="6"/>
                  </a:lnTo>
                  <a:lnTo>
                    <a:pt x="0" y="21"/>
                  </a:lnTo>
                  <a:lnTo>
                    <a:pt x="16" y="16"/>
                  </a:lnTo>
                  <a:lnTo>
                    <a:pt x="21" y="0"/>
                  </a:lnTo>
                  <a:lnTo>
                    <a:pt x="6" y="0"/>
                  </a:lnTo>
                  <a:close/>
                </a:path>
              </a:pathLst>
            </a:custGeom>
            <a:solidFill>
              <a:schemeClr val="folHlink"/>
            </a:solidFill>
            <a:ln w="9525">
              <a:solidFill>
                <a:srgbClr val="656565"/>
              </a:solidFill>
              <a:round/>
            </a:ln>
          </p:spPr>
          <p:txBody>
            <a:bodyPr/>
            <a:lstStyle/>
            <a:p>
              <a:endParaRPr lang="zh-CN" altLang="en-US"/>
            </a:p>
          </p:txBody>
        </p:sp>
        <p:sp>
          <p:nvSpPr>
            <p:cNvPr id="41096" name="Freeform 124"/>
            <p:cNvSpPr>
              <a:spLocks noEditPoints="1"/>
            </p:cNvSpPr>
            <p:nvPr/>
          </p:nvSpPr>
          <p:spPr bwMode="auto">
            <a:xfrm>
              <a:off x="4524"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41097" name="Freeform 125"/>
            <p:cNvSpPr>
              <a:spLocks noEditPoints="1"/>
            </p:cNvSpPr>
            <p:nvPr/>
          </p:nvSpPr>
          <p:spPr bwMode="auto">
            <a:xfrm>
              <a:off x="4503" y="537"/>
              <a:ext cx="21" cy="21"/>
            </a:xfrm>
            <a:custGeom>
              <a:avLst/>
              <a:gdLst>
                <a:gd name="T0" fmla="*/ 21 w 21"/>
                <a:gd name="T1" fmla="*/ 6 h 21"/>
                <a:gd name="T2" fmla="*/ 21 w 21"/>
                <a:gd name="T3" fmla="*/ 6 h 21"/>
                <a:gd name="T4" fmla="*/ 16 w 21"/>
                <a:gd name="T5" fmla="*/ 0 h 21"/>
                <a:gd name="T6" fmla="*/ 0 w 21"/>
                <a:gd name="T7" fmla="*/ 0 h 21"/>
                <a:gd name="T8" fmla="*/ 6 w 21"/>
                <a:gd name="T9" fmla="*/ 16 h 21"/>
                <a:gd name="T10" fmla="*/ 21 w 21"/>
                <a:gd name="T11" fmla="*/ 21 h 21"/>
                <a:gd name="T12" fmla="*/ 21 w 21"/>
                <a:gd name="T13" fmla="*/ 6 h 21"/>
                <a:gd name="T14" fmla="*/ 21 w 21"/>
                <a:gd name="T15" fmla="*/ 21 h 21"/>
                <a:gd name="T16" fmla="*/ 21 w 21"/>
                <a:gd name="T17" fmla="*/ 21 h 21"/>
                <a:gd name="T18" fmla="*/ 21 w 21"/>
                <a:gd name="T19" fmla="*/ 11 h 21"/>
                <a:gd name="T20" fmla="*/ 21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21" y="6"/>
                  </a:moveTo>
                  <a:lnTo>
                    <a:pt x="21" y="6"/>
                  </a:lnTo>
                  <a:lnTo>
                    <a:pt x="16" y="0"/>
                  </a:lnTo>
                  <a:lnTo>
                    <a:pt x="0" y="0"/>
                  </a:lnTo>
                  <a:lnTo>
                    <a:pt x="6" y="16"/>
                  </a:lnTo>
                  <a:lnTo>
                    <a:pt x="21" y="21"/>
                  </a:lnTo>
                  <a:lnTo>
                    <a:pt x="21" y="6"/>
                  </a:lnTo>
                  <a:close/>
                  <a:moveTo>
                    <a:pt x="21" y="21"/>
                  </a:moveTo>
                  <a:lnTo>
                    <a:pt x="21" y="21"/>
                  </a:lnTo>
                  <a:lnTo>
                    <a:pt x="21" y="11"/>
                  </a:lnTo>
                  <a:lnTo>
                    <a:pt x="21" y="21"/>
                  </a:lnTo>
                  <a:close/>
                </a:path>
              </a:pathLst>
            </a:custGeom>
            <a:solidFill>
              <a:schemeClr val="folHlink"/>
            </a:solidFill>
            <a:ln w="9525">
              <a:solidFill>
                <a:srgbClr val="656565"/>
              </a:solidFill>
              <a:round/>
            </a:ln>
          </p:spPr>
          <p:txBody>
            <a:bodyPr/>
            <a:lstStyle/>
            <a:p>
              <a:endParaRPr lang="zh-CN" altLang="en-US"/>
            </a:p>
          </p:txBody>
        </p:sp>
        <p:sp>
          <p:nvSpPr>
            <p:cNvPr id="41098" name="Freeform 126"/>
            <p:cNvSpPr>
              <a:spLocks noEditPoints="1"/>
            </p:cNvSpPr>
            <p:nvPr/>
          </p:nvSpPr>
          <p:spPr bwMode="auto">
            <a:xfrm>
              <a:off x="4503"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11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11" y="15"/>
                  </a:lnTo>
                  <a:lnTo>
                    <a:pt x="0" y="15"/>
                  </a:lnTo>
                  <a:close/>
                </a:path>
              </a:pathLst>
            </a:custGeom>
            <a:solidFill>
              <a:schemeClr val="folHlink"/>
            </a:solidFill>
            <a:ln w="9525">
              <a:solidFill>
                <a:srgbClr val="656565"/>
              </a:solidFill>
              <a:round/>
            </a:ln>
          </p:spPr>
          <p:txBody>
            <a:bodyPr/>
            <a:lstStyle/>
            <a:p>
              <a:endParaRPr lang="zh-CN" altLang="en-US"/>
            </a:p>
          </p:txBody>
        </p:sp>
        <p:sp>
          <p:nvSpPr>
            <p:cNvPr id="41099" name="Freeform 127"/>
            <p:cNvSpPr>
              <a:spLocks noEditPoints="1"/>
            </p:cNvSpPr>
            <p:nvPr/>
          </p:nvSpPr>
          <p:spPr bwMode="auto">
            <a:xfrm>
              <a:off x="4503" y="501"/>
              <a:ext cx="21" cy="21"/>
            </a:xfrm>
            <a:custGeom>
              <a:avLst/>
              <a:gdLst>
                <a:gd name="T0" fmla="*/ 16 w 21"/>
                <a:gd name="T1" fmla="*/ 21 h 21"/>
                <a:gd name="T2" fmla="*/ 21 w 21"/>
                <a:gd name="T3" fmla="*/ 16 h 21"/>
                <a:gd name="T4" fmla="*/ 21 w 21"/>
                <a:gd name="T5" fmla="*/ 16 h 21"/>
                <a:gd name="T6" fmla="*/ 21 w 21"/>
                <a:gd name="T7" fmla="*/ 0 h 21"/>
                <a:gd name="T8" fmla="*/ 6 w 21"/>
                <a:gd name="T9" fmla="*/ 5 h 21"/>
                <a:gd name="T10" fmla="*/ 0 w 21"/>
                <a:gd name="T11" fmla="*/ 21 h 21"/>
                <a:gd name="T12" fmla="*/ 16 w 21"/>
                <a:gd name="T13" fmla="*/ 21 h 21"/>
                <a:gd name="T14" fmla="*/ 0 w 21"/>
                <a:gd name="T15" fmla="*/ 21 h 21"/>
                <a:gd name="T16" fmla="*/ 0 w 21"/>
                <a:gd name="T17" fmla="*/ 21 h 21"/>
                <a:gd name="T18" fmla="*/ 11 w 21"/>
                <a:gd name="T19" fmla="*/ 21 h 21"/>
                <a:gd name="T20" fmla="*/ 0 w 21"/>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16" y="21"/>
                  </a:moveTo>
                  <a:lnTo>
                    <a:pt x="21" y="16"/>
                  </a:lnTo>
                  <a:lnTo>
                    <a:pt x="21" y="0"/>
                  </a:lnTo>
                  <a:lnTo>
                    <a:pt x="6" y="5"/>
                  </a:lnTo>
                  <a:lnTo>
                    <a:pt x="0" y="21"/>
                  </a:lnTo>
                  <a:lnTo>
                    <a:pt x="16" y="21"/>
                  </a:lnTo>
                  <a:close/>
                  <a:moveTo>
                    <a:pt x="0" y="21"/>
                  </a:moveTo>
                  <a:lnTo>
                    <a:pt x="0" y="21"/>
                  </a:lnTo>
                  <a:lnTo>
                    <a:pt x="11" y="21"/>
                  </a:lnTo>
                  <a:lnTo>
                    <a:pt x="0" y="21"/>
                  </a:lnTo>
                  <a:close/>
                </a:path>
              </a:pathLst>
            </a:custGeom>
            <a:solidFill>
              <a:schemeClr val="folHlink"/>
            </a:solidFill>
            <a:ln w="9525">
              <a:solidFill>
                <a:srgbClr val="656565"/>
              </a:solidFill>
              <a:round/>
            </a:ln>
          </p:spPr>
          <p:txBody>
            <a:bodyPr/>
            <a:lstStyle/>
            <a:p>
              <a:endParaRPr lang="zh-CN" altLang="en-US"/>
            </a:p>
          </p:txBody>
        </p:sp>
        <p:sp>
          <p:nvSpPr>
            <p:cNvPr id="41100" name="Freeform 128"/>
            <p:cNvSpPr>
              <a:spLocks noEditPoints="1"/>
            </p:cNvSpPr>
            <p:nvPr/>
          </p:nvSpPr>
          <p:spPr bwMode="auto">
            <a:xfrm>
              <a:off x="4524"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01" name="Freeform 129"/>
            <p:cNvSpPr>
              <a:spLocks noEditPoints="1"/>
            </p:cNvSpPr>
            <p:nvPr/>
          </p:nvSpPr>
          <p:spPr bwMode="auto">
            <a:xfrm>
              <a:off x="4576" y="501"/>
              <a:ext cx="21" cy="21"/>
            </a:xfrm>
            <a:custGeom>
              <a:avLst/>
              <a:gdLst>
                <a:gd name="T0" fmla="*/ 0 w 21"/>
                <a:gd name="T1" fmla="*/ 16 h 21"/>
                <a:gd name="T2" fmla="*/ 6 w 21"/>
                <a:gd name="T3" fmla="*/ 16 h 21"/>
                <a:gd name="T4" fmla="*/ 6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6" y="16"/>
                  </a:lnTo>
                  <a:lnTo>
                    <a:pt x="6"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02" name="Freeform 130"/>
            <p:cNvSpPr>
              <a:spLocks noEditPoints="1"/>
            </p:cNvSpPr>
            <p:nvPr/>
          </p:nvSpPr>
          <p:spPr bwMode="auto">
            <a:xfrm>
              <a:off x="4582"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5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5" y="0"/>
                  </a:lnTo>
                  <a:lnTo>
                    <a:pt x="15" y="0"/>
                  </a:lnTo>
                  <a:close/>
                </a:path>
              </a:pathLst>
            </a:custGeom>
            <a:solidFill>
              <a:schemeClr val="folHlink"/>
            </a:solidFill>
            <a:ln w="9525">
              <a:solidFill>
                <a:srgbClr val="656565"/>
              </a:solidFill>
              <a:round/>
            </a:ln>
          </p:spPr>
          <p:txBody>
            <a:bodyPr/>
            <a:lstStyle/>
            <a:p>
              <a:endParaRPr lang="zh-CN" altLang="en-US"/>
            </a:p>
          </p:txBody>
        </p:sp>
        <p:sp>
          <p:nvSpPr>
            <p:cNvPr id="41103" name="Rectangle 131"/>
            <p:cNvSpPr>
              <a:spLocks noChangeArrowheads="1"/>
            </p:cNvSpPr>
            <p:nvPr/>
          </p:nvSpPr>
          <p:spPr bwMode="auto">
            <a:xfrm>
              <a:off x="4457"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104" name="Freeform 132"/>
            <p:cNvSpPr/>
            <p:nvPr/>
          </p:nvSpPr>
          <p:spPr bwMode="auto">
            <a:xfrm>
              <a:off x="4686" y="537"/>
              <a:ext cx="21" cy="21"/>
            </a:xfrm>
            <a:custGeom>
              <a:avLst/>
              <a:gdLst>
                <a:gd name="T0" fmla="*/ 5 w 21"/>
                <a:gd name="T1" fmla="*/ 0 h 21"/>
                <a:gd name="T2" fmla="*/ 5 w 21"/>
                <a:gd name="T3" fmla="*/ 6 h 21"/>
                <a:gd name="T4" fmla="*/ 0 w 21"/>
                <a:gd name="T5" fmla="*/ 6 h 21"/>
                <a:gd name="T6" fmla="*/ 0 w 21"/>
                <a:gd name="T7" fmla="*/ 21 h 21"/>
                <a:gd name="T8" fmla="*/ 16 w 21"/>
                <a:gd name="T9" fmla="*/ 16 h 21"/>
                <a:gd name="T10" fmla="*/ 21 w 21"/>
                <a:gd name="T11" fmla="*/ 0 h 21"/>
                <a:gd name="T12" fmla="*/ 5 w 21"/>
                <a:gd name="T13" fmla="*/ 0 h 21"/>
                <a:gd name="T14" fmla="*/ 0 60000 65536"/>
                <a:gd name="T15" fmla="*/ 0 60000 65536"/>
                <a:gd name="T16" fmla="*/ 0 60000 65536"/>
                <a:gd name="T17" fmla="*/ 0 60000 65536"/>
                <a:gd name="T18" fmla="*/ 0 60000 65536"/>
                <a:gd name="T19" fmla="*/ 0 60000 65536"/>
                <a:gd name="T20" fmla="*/ 0 60000 65536"/>
                <a:gd name="T21" fmla="*/ 0 w 21"/>
                <a:gd name="T22" fmla="*/ 0 h 21"/>
                <a:gd name="T23" fmla="*/ 21 w 2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1" h="21">
                  <a:moveTo>
                    <a:pt x="5" y="0"/>
                  </a:moveTo>
                  <a:lnTo>
                    <a:pt x="5" y="6"/>
                  </a:lnTo>
                  <a:lnTo>
                    <a:pt x="0" y="6"/>
                  </a:lnTo>
                  <a:lnTo>
                    <a:pt x="0" y="21"/>
                  </a:lnTo>
                  <a:lnTo>
                    <a:pt x="16" y="16"/>
                  </a:lnTo>
                  <a:lnTo>
                    <a:pt x="21" y="0"/>
                  </a:lnTo>
                  <a:lnTo>
                    <a:pt x="5" y="0"/>
                  </a:lnTo>
                  <a:close/>
                </a:path>
              </a:pathLst>
            </a:custGeom>
            <a:solidFill>
              <a:schemeClr val="folHlink"/>
            </a:solidFill>
            <a:ln w="9525">
              <a:solidFill>
                <a:srgbClr val="656565"/>
              </a:solidFill>
              <a:round/>
            </a:ln>
          </p:spPr>
          <p:txBody>
            <a:bodyPr/>
            <a:lstStyle/>
            <a:p>
              <a:endParaRPr lang="zh-CN" altLang="en-US"/>
            </a:p>
          </p:txBody>
        </p:sp>
        <p:sp>
          <p:nvSpPr>
            <p:cNvPr id="41105" name="Freeform 133"/>
            <p:cNvSpPr>
              <a:spLocks noEditPoints="1"/>
            </p:cNvSpPr>
            <p:nvPr/>
          </p:nvSpPr>
          <p:spPr bwMode="auto">
            <a:xfrm>
              <a:off x="4634" y="543"/>
              <a:ext cx="52" cy="15"/>
            </a:xfrm>
            <a:custGeom>
              <a:avLst/>
              <a:gdLst>
                <a:gd name="T0" fmla="*/ 52 w 52"/>
                <a:gd name="T1" fmla="*/ 0 h 15"/>
                <a:gd name="T2" fmla="*/ 0 w 52"/>
                <a:gd name="T3" fmla="*/ 0 h 15"/>
                <a:gd name="T4" fmla="*/ 0 w 52"/>
                <a:gd name="T5" fmla="*/ 15 h 15"/>
                <a:gd name="T6" fmla="*/ 52 w 52"/>
                <a:gd name="T7" fmla="*/ 15 h 15"/>
                <a:gd name="T8" fmla="*/ 52 w 52"/>
                <a:gd name="T9" fmla="*/ 0 h 15"/>
                <a:gd name="T10" fmla="*/ 52 w 52"/>
                <a:gd name="T11" fmla="*/ 15 h 15"/>
                <a:gd name="T12" fmla="*/ 52 w 52"/>
                <a:gd name="T13" fmla="*/ 15 h 15"/>
                <a:gd name="T14" fmla="*/ 52 w 52"/>
                <a:gd name="T15" fmla="*/ 5 h 15"/>
                <a:gd name="T16" fmla="*/ 52 w 52"/>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5"/>
                <a:gd name="T29" fmla="*/ 52 w 52"/>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5">
                  <a:moveTo>
                    <a:pt x="52" y="0"/>
                  </a:moveTo>
                  <a:lnTo>
                    <a:pt x="0" y="0"/>
                  </a:lnTo>
                  <a:lnTo>
                    <a:pt x="0" y="15"/>
                  </a:lnTo>
                  <a:lnTo>
                    <a:pt x="52" y="15"/>
                  </a:lnTo>
                  <a:lnTo>
                    <a:pt x="52" y="0"/>
                  </a:lnTo>
                  <a:close/>
                  <a:moveTo>
                    <a:pt x="52" y="15"/>
                  </a:moveTo>
                  <a:lnTo>
                    <a:pt x="52" y="15"/>
                  </a:lnTo>
                  <a:lnTo>
                    <a:pt x="52" y="5"/>
                  </a:lnTo>
                  <a:lnTo>
                    <a:pt x="52" y="15"/>
                  </a:lnTo>
                  <a:close/>
                </a:path>
              </a:pathLst>
            </a:custGeom>
            <a:solidFill>
              <a:schemeClr val="folHlink"/>
            </a:solidFill>
            <a:ln w="9525">
              <a:solidFill>
                <a:srgbClr val="656565"/>
              </a:solidFill>
              <a:round/>
            </a:ln>
          </p:spPr>
          <p:txBody>
            <a:bodyPr/>
            <a:lstStyle/>
            <a:p>
              <a:endParaRPr lang="zh-CN" altLang="en-US"/>
            </a:p>
          </p:txBody>
        </p:sp>
        <p:sp>
          <p:nvSpPr>
            <p:cNvPr id="41106" name="Freeform 134"/>
            <p:cNvSpPr>
              <a:spLocks noEditPoints="1"/>
            </p:cNvSpPr>
            <p:nvPr/>
          </p:nvSpPr>
          <p:spPr bwMode="auto">
            <a:xfrm>
              <a:off x="4618" y="537"/>
              <a:ext cx="16" cy="21"/>
            </a:xfrm>
            <a:custGeom>
              <a:avLst/>
              <a:gdLst>
                <a:gd name="T0" fmla="*/ 16 w 16"/>
                <a:gd name="T1" fmla="*/ 6 h 21"/>
                <a:gd name="T2" fmla="*/ 16 w 16"/>
                <a:gd name="T3" fmla="*/ 6 h 21"/>
                <a:gd name="T4" fmla="*/ 16 w 16"/>
                <a:gd name="T5" fmla="*/ 0 h 21"/>
                <a:gd name="T6" fmla="*/ 0 w 16"/>
                <a:gd name="T7" fmla="*/ 0 h 21"/>
                <a:gd name="T8" fmla="*/ 5 w 16"/>
                <a:gd name="T9" fmla="*/ 16 h 21"/>
                <a:gd name="T10" fmla="*/ 16 w 16"/>
                <a:gd name="T11" fmla="*/ 21 h 21"/>
                <a:gd name="T12" fmla="*/ 16 w 16"/>
                <a:gd name="T13" fmla="*/ 6 h 21"/>
                <a:gd name="T14" fmla="*/ 16 w 16"/>
                <a:gd name="T15" fmla="*/ 21 h 21"/>
                <a:gd name="T16" fmla="*/ 16 w 16"/>
                <a:gd name="T17" fmla="*/ 21 h 21"/>
                <a:gd name="T18" fmla="*/ 16 w 16"/>
                <a:gd name="T19" fmla="*/ 11 h 21"/>
                <a:gd name="T20" fmla="*/ 16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6"/>
                  </a:moveTo>
                  <a:lnTo>
                    <a:pt x="16" y="6"/>
                  </a:lnTo>
                  <a:lnTo>
                    <a:pt x="16" y="0"/>
                  </a:lnTo>
                  <a:lnTo>
                    <a:pt x="0" y="0"/>
                  </a:lnTo>
                  <a:lnTo>
                    <a:pt x="5" y="16"/>
                  </a:lnTo>
                  <a:lnTo>
                    <a:pt x="16" y="21"/>
                  </a:lnTo>
                  <a:lnTo>
                    <a:pt x="16" y="6"/>
                  </a:lnTo>
                  <a:close/>
                  <a:moveTo>
                    <a:pt x="16" y="21"/>
                  </a:moveTo>
                  <a:lnTo>
                    <a:pt x="16" y="21"/>
                  </a:lnTo>
                  <a:lnTo>
                    <a:pt x="16" y="11"/>
                  </a:lnTo>
                  <a:lnTo>
                    <a:pt x="16" y="21"/>
                  </a:lnTo>
                  <a:close/>
                </a:path>
              </a:pathLst>
            </a:custGeom>
            <a:solidFill>
              <a:schemeClr val="folHlink"/>
            </a:solidFill>
            <a:ln w="9525">
              <a:solidFill>
                <a:srgbClr val="656565"/>
              </a:solidFill>
              <a:round/>
            </a:ln>
          </p:spPr>
          <p:txBody>
            <a:bodyPr/>
            <a:lstStyle/>
            <a:p>
              <a:endParaRPr lang="zh-CN" altLang="en-US"/>
            </a:p>
          </p:txBody>
        </p:sp>
        <p:sp>
          <p:nvSpPr>
            <p:cNvPr id="41107" name="Freeform 135"/>
            <p:cNvSpPr>
              <a:spLocks noEditPoints="1"/>
            </p:cNvSpPr>
            <p:nvPr/>
          </p:nvSpPr>
          <p:spPr bwMode="auto">
            <a:xfrm>
              <a:off x="4618" y="522"/>
              <a:ext cx="16" cy="15"/>
            </a:xfrm>
            <a:custGeom>
              <a:avLst/>
              <a:gdLst>
                <a:gd name="T0" fmla="*/ 16 w 16"/>
                <a:gd name="T1" fmla="*/ 15 h 15"/>
                <a:gd name="T2" fmla="*/ 16 w 16"/>
                <a:gd name="T3" fmla="*/ 0 h 15"/>
                <a:gd name="T4" fmla="*/ 0 w 16"/>
                <a:gd name="T5" fmla="*/ 0 h 15"/>
                <a:gd name="T6" fmla="*/ 0 w 16"/>
                <a:gd name="T7" fmla="*/ 15 h 15"/>
                <a:gd name="T8" fmla="*/ 16 w 16"/>
                <a:gd name="T9" fmla="*/ 15 h 15"/>
                <a:gd name="T10" fmla="*/ 0 w 16"/>
                <a:gd name="T11" fmla="*/ 15 h 15"/>
                <a:gd name="T12" fmla="*/ 0 w 16"/>
                <a:gd name="T13" fmla="*/ 15 h 15"/>
                <a:gd name="T14" fmla="*/ 5 w 16"/>
                <a:gd name="T15" fmla="*/ 15 h 15"/>
                <a:gd name="T16" fmla="*/ 0 w 16"/>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16" y="15"/>
                  </a:moveTo>
                  <a:lnTo>
                    <a:pt x="16" y="0"/>
                  </a:lnTo>
                  <a:lnTo>
                    <a:pt x="0" y="0"/>
                  </a:lnTo>
                  <a:lnTo>
                    <a:pt x="0" y="15"/>
                  </a:lnTo>
                  <a:lnTo>
                    <a:pt x="16" y="15"/>
                  </a:lnTo>
                  <a:close/>
                  <a:moveTo>
                    <a:pt x="0" y="15"/>
                  </a:moveTo>
                  <a:lnTo>
                    <a:pt x="0" y="15"/>
                  </a:lnTo>
                  <a:lnTo>
                    <a:pt x="5" y="15"/>
                  </a:lnTo>
                  <a:lnTo>
                    <a:pt x="0" y="15"/>
                  </a:lnTo>
                  <a:close/>
                </a:path>
              </a:pathLst>
            </a:custGeom>
            <a:solidFill>
              <a:schemeClr val="folHlink"/>
            </a:solidFill>
            <a:ln w="9525">
              <a:solidFill>
                <a:srgbClr val="656565"/>
              </a:solidFill>
              <a:round/>
            </a:ln>
          </p:spPr>
          <p:txBody>
            <a:bodyPr/>
            <a:lstStyle/>
            <a:p>
              <a:endParaRPr lang="zh-CN" altLang="en-US"/>
            </a:p>
          </p:txBody>
        </p:sp>
        <p:sp>
          <p:nvSpPr>
            <p:cNvPr id="41108" name="Freeform 136"/>
            <p:cNvSpPr>
              <a:spLocks noEditPoints="1"/>
            </p:cNvSpPr>
            <p:nvPr/>
          </p:nvSpPr>
          <p:spPr bwMode="auto">
            <a:xfrm>
              <a:off x="4618" y="501"/>
              <a:ext cx="16" cy="21"/>
            </a:xfrm>
            <a:custGeom>
              <a:avLst/>
              <a:gdLst>
                <a:gd name="T0" fmla="*/ 16 w 16"/>
                <a:gd name="T1" fmla="*/ 21 h 21"/>
                <a:gd name="T2" fmla="*/ 16 w 16"/>
                <a:gd name="T3" fmla="*/ 16 h 21"/>
                <a:gd name="T4" fmla="*/ 16 w 16"/>
                <a:gd name="T5" fmla="*/ 16 h 21"/>
                <a:gd name="T6" fmla="*/ 16 w 16"/>
                <a:gd name="T7" fmla="*/ 0 h 21"/>
                <a:gd name="T8" fmla="*/ 5 w 16"/>
                <a:gd name="T9" fmla="*/ 5 h 21"/>
                <a:gd name="T10" fmla="*/ 0 w 16"/>
                <a:gd name="T11" fmla="*/ 21 h 21"/>
                <a:gd name="T12" fmla="*/ 16 w 16"/>
                <a:gd name="T13" fmla="*/ 21 h 21"/>
                <a:gd name="T14" fmla="*/ 0 w 16"/>
                <a:gd name="T15" fmla="*/ 21 h 21"/>
                <a:gd name="T16" fmla="*/ 0 w 16"/>
                <a:gd name="T17" fmla="*/ 21 h 21"/>
                <a:gd name="T18" fmla="*/ 5 w 16"/>
                <a:gd name="T19" fmla="*/ 21 h 21"/>
                <a:gd name="T20" fmla="*/ 0 w 16"/>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6"/>
                <a:gd name="T34" fmla="*/ 0 h 21"/>
                <a:gd name="T35" fmla="*/ 16 w 16"/>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6" h="21">
                  <a:moveTo>
                    <a:pt x="16" y="21"/>
                  </a:moveTo>
                  <a:lnTo>
                    <a:pt x="16" y="16"/>
                  </a:lnTo>
                  <a:lnTo>
                    <a:pt x="16" y="0"/>
                  </a:lnTo>
                  <a:lnTo>
                    <a:pt x="5" y="5"/>
                  </a:lnTo>
                  <a:lnTo>
                    <a:pt x="0" y="21"/>
                  </a:lnTo>
                  <a:lnTo>
                    <a:pt x="16" y="21"/>
                  </a:lnTo>
                  <a:close/>
                  <a:moveTo>
                    <a:pt x="0" y="21"/>
                  </a:moveTo>
                  <a:lnTo>
                    <a:pt x="0" y="21"/>
                  </a:lnTo>
                  <a:lnTo>
                    <a:pt x="5" y="21"/>
                  </a:lnTo>
                  <a:lnTo>
                    <a:pt x="0" y="21"/>
                  </a:lnTo>
                  <a:close/>
                </a:path>
              </a:pathLst>
            </a:custGeom>
            <a:solidFill>
              <a:schemeClr val="folHlink"/>
            </a:solidFill>
            <a:ln w="9525">
              <a:solidFill>
                <a:srgbClr val="656565"/>
              </a:solidFill>
              <a:round/>
            </a:ln>
          </p:spPr>
          <p:txBody>
            <a:bodyPr/>
            <a:lstStyle/>
            <a:p>
              <a:endParaRPr lang="zh-CN" altLang="en-US"/>
            </a:p>
          </p:txBody>
        </p:sp>
        <p:sp>
          <p:nvSpPr>
            <p:cNvPr id="41109" name="Freeform 137"/>
            <p:cNvSpPr>
              <a:spLocks noEditPoints="1"/>
            </p:cNvSpPr>
            <p:nvPr/>
          </p:nvSpPr>
          <p:spPr bwMode="auto">
            <a:xfrm>
              <a:off x="4634" y="501"/>
              <a:ext cx="52" cy="16"/>
            </a:xfrm>
            <a:custGeom>
              <a:avLst/>
              <a:gdLst>
                <a:gd name="T0" fmla="*/ 0 w 52"/>
                <a:gd name="T1" fmla="*/ 16 h 16"/>
                <a:gd name="T2" fmla="*/ 52 w 52"/>
                <a:gd name="T3" fmla="*/ 16 h 16"/>
                <a:gd name="T4" fmla="*/ 52 w 52"/>
                <a:gd name="T5" fmla="*/ 0 h 16"/>
                <a:gd name="T6" fmla="*/ 0 w 52"/>
                <a:gd name="T7" fmla="*/ 0 h 16"/>
                <a:gd name="T8" fmla="*/ 0 w 52"/>
                <a:gd name="T9" fmla="*/ 16 h 16"/>
                <a:gd name="T10" fmla="*/ 0 w 52"/>
                <a:gd name="T11" fmla="*/ 0 h 16"/>
                <a:gd name="T12" fmla="*/ 0 w 52"/>
                <a:gd name="T13" fmla="*/ 0 h 16"/>
                <a:gd name="T14" fmla="*/ 0 w 52"/>
                <a:gd name="T15" fmla="*/ 10 h 16"/>
                <a:gd name="T16" fmla="*/ 0 w 52"/>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2"/>
                <a:gd name="T28" fmla="*/ 0 h 16"/>
                <a:gd name="T29" fmla="*/ 52 w 52"/>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2" h="16">
                  <a:moveTo>
                    <a:pt x="0" y="16"/>
                  </a:moveTo>
                  <a:lnTo>
                    <a:pt x="52" y="16"/>
                  </a:lnTo>
                  <a:lnTo>
                    <a:pt x="52"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10" name="Freeform 138"/>
            <p:cNvSpPr>
              <a:spLocks noEditPoints="1"/>
            </p:cNvSpPr>
            <p:nvPr/>
          </p:nvSpPr>
          <p:spPr bwMode="auto">
            <a:xfrm>
              <a:off x="4686" y="501"/>
              <a:ext cx="21" cy="21"/>
            </a:xfrm>
            <a:custGeom>
              <a:avLst/>
              <a:gdLst>
                <a:gd name="T0" fmla="*/ 0 w 21"/>
                <a:gd name="T1" fmla="*/ 16 h 21"/>
                <a:gd name="T2" fmla="*/ 5 w 21"/>
                <a:gd name="T3" fmla="*/ 16 h 21"/>
                <a:gd name="T4" fmla="*/ 5 w 21"/>
                <a:gd name="T5" fmla="*/ 21 h 21"/>
                <a:gd name="T6" fmla="*/ 21 w 21"/>
                <a:gd name="T7" fmla="*/ 21 h 21"/>
                <a:gd name="T8" fmla="*/ 16 w 21"/>
                <a:gd name="T9" fmla="*/ 5 h 21"/>
                <a:gd name="T10" fmla="*/ 0 w 21"/>
                <a:gd name="T11" fmla="*/ 0 h 21"/>
                <a:gd name="T12" fmla="*/ 0 w 21"/>
                <a:gd name="T13" fmla="*/ 16 h 21"/>
                <a:gd name="T14" fmla="*/ 0 w 21"/>
                <a:gd name="T15" fmla="*/ 0 h 21"/>
                <a:gd name="T16" fmla="*/ 0 w 21"/>
                <a:gd name="T17" fmla="*/ 0 h 21"/>
                <a:gd name="T18" fmla="*/ 0 w 21"/>
                <a:gd name="T19" fmla="*/ 10 h 21"/>
                <a:gd name="T20" fmla="*/ 0 w 21"/>
                <a:gd name="T21" fmla="*/ 0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1"/>
                <a:gd name="T34" fmla="*/ 0 h 21"/>
                <a:gd name="T35" fmla="*/ 21 w 21"/>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1" h="21">
                  <a:moveTo>
                    <a:pt x="0" y="16"/>
                  </a:moveTo>
                  <a:lnTo>
                    <a:pt x="5" y="16"/>
                  </a:lnTo>
                  <a:lnTo>
                    <a:pt x="5" y="21"/>
                  </a:lnTo>
                  <a:lnTo>
                    <a:pt x="21" y="21"/>
                  </a:lnTo>
                  <a:lnTo>
                    <a:pt x="16"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11" name="Freeform 139"/>
            <p:cNvSpPr>
              <a:spLocks noEditPoints="1"/>
            </p:cNvSpPr>
            <p:nvPr/>
          </p:nvSpPr>
          <p:spPr bwMode="auto">
            <a:xfrm>
              <a:off x="4691" y="522"/>
              <a:ext cx="16" cy="15"/>
            </a:xfrm>
            <a:custGeom>
              <a:avLst/>
              <a:gdLst>
                <a:gd name="T0" fmla="*/ 0 w 16"/>
                <a:gd name="T1" fmla="*/ 0 h 15"/>
                <a:gd name="T2" fmla="*/ 0 w 16"/>
                <a:gd name="T3" fmla="*/ 15 h 15"/>
                <a:gd name="T4" fmla="*/ 16 w 16"/>
                <a:gd name="T5" fmla="*/ 15 h 15"/>
                <a:gd name="T6" fmla="*/ 16 w 16"/>
                <a:gd name="T7" fmla="*/ 0 h 15"/>
                <a:gd name="T8" fmla="*/ 0 w 16"/>
                <a:gd name="T9" fmla="*/ 0 h 15"/>
                <a:gd name="T10" fmla="*/ 16 w 16"/>
                <a:gd name="T11" fmla="*/ 0 h 15"/>
                <a:gd name="T12" fmla="*/ 16 w 16"/>
                <a:gd name="T13" fmla="*/ 0 h 15"/>
                <a:gd name="T14" fmla="*/ 11 w 16"/>
                <a:gd name="T15" fmla="*/ 0 h 15"/>
                <a:gd name="T16" fmla="*/ 16 w 16"/>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
                <a:gd name="T28" fmla="*/ 0 h 15"/>
                <a:gd name="T29" fmla="*/ 16 w 16"/>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 h="15">
                  <a:moveTo>
                    <a:pt x="0" y="0"/>
                  </a:moveTo>
                  <a:lnTo>
                    <a:pt x="0" y="15"/>
                  </a:lnTo>
                  <a:lnTo>
                    <a:pt x="16" y="15"/>
                  </a:lnTo>
                  <a:lnTo>
                    <a:pt x="16" y="0"/>
                  </a:lnTo>
                  <a:lnTo>
                    <a:pt x="0" y="0"/>
                  </a:lnTo>
                  <a:close/>
                  <a:moveTo>
                    <a:pt x="16" y="0"/>
                  </a:moveTo>
                  <a:lnTo>
                    <a:pt x="16" y="0"/>
                  </a:lnTo>
                  <a:lnTo>
                    <a:pt x="11" y="0"/>
                  </a:lnTo>
                  <a:lnTo>
                    <a:pt x="16" y="0"/>
                  </a:lnTo>
                  <a:close/>
                </a:path>
              </a:pathLst>
            </a:custGeom>
            <a:solidFill>
              <a:schemeClr val="folHlink"/>
            </a:solidFill>
            <a:ln w="9525">
              <a:solidFill>
                <a:srgbClr val="656565"/>
              </a:solidFill>
              <a:round/>
            </a:ln>
          </p:spPr>
          <p:txBody>
            <a:bodyPr/>
            <a:lstStyle/>
            <a:p>
              <a:endParaRPr lang="zh-CN" altLang="en-US"/>
            </a:p>
          </p:txBody>
        </p:sp>
        <p:sp>
          <p:nvSpPr>
            <p:cNvPr id="41112" name="Rectangle 140"/>
            <p:cNvSpPr>
              <a:spLocks noChangeArrowheads="1"/>
            </p:cNvSpPr>
            <p:nvPr/>
          </p:nvSpPr>
          <p:spPr bwMode="auto">
            <a:xfrm>
              <a:off x="4566"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113" name="Freeform 141"/>
            <p:cNvSpPr/>
            <p:nvPr/>
          </p:nvSpPr>
          <p:spPr bwMode="auto">
            <a:xfrm>
              <a:off x="4801" y="537"/>
              <a:ext cx="20" cy="21"/>
            </a:xfrm>
            <a:custGeom>
              <a:avLst/>
              <a:gdLst>
                <a:gd name="T0" fmla="*/ 0 w 20"/>
                <a:gd name="T1" fmla="*/ 0 h 21"/>
                <a:gd name="T2" fmla="*/ 0 w 20"/>
                <a:gd name="T3" fmla="*/ 6 h 21"/>
                <a:gd name="T4" fmla="*/ 0 w 20"/>
                <a:gd name="T5" fmla="*/ 6 h 21"/>
                <a:gd name="T6" fmla="*/ 0 w 20"/>
                <a:gd name="T7" fmla="*/ 21 h 21"/>
                <a:gd name="T8" fmla="*/ 15 w 20"/>
                <a:gd name="T9" fmla="*/ 16 h 21"/>
                <a:gd name="T10" fmla="*/ 20 w 20"/>
                <a:gd name="T11" fmla="*/ 0 h 21"/>
                <a:gd name="T12" fmla="*/ 0 w 20"/>
                <a:gd name="T13" fmla="*/ 0 h 21"/>
                <a:gd name="T14" fmla="*/ 0 60000 65536"/>
                <a:gd name="T15" fmla="*/ 0 60000 65536"/>
                <a:gd name="T16" fmla="*/ 0 60000 65536"/>
                <a:gd name="T17" fmla="*/ 0 60000 65536"/>
                <a:gd name="T18" fmla="*/ 0 60000 65536"/>
                <a:gd name="T19" fmla="*/ 0 60000 65536"/>
                <a:gd name="T20" fmla="*/ 0 60000 65536"/>
                <a:gd name="T21" fmla="*/ 0 w 20"/>
                <a:gd name="T22" fmla="*/ 0 h 21"/>
                <a:gd name="T23" fmla="*/ 20 w 20"/>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 h="21">
                  <a:moveTo>
                    <a:pt x="0" y="0"/>
                  </a:moveTo>
                  <a:lnTo>
                    <a:pt x="0" y="6"/>
                  </a:lnTo>
                  <a:lnTo>
                    <a:pt x="0" y="21"/>
                  </a:lnTo>
                  <a:lnTo>
                    <a:pt x="15" y="16"/>
                  </a:lnTo>
                  <a:lnTo>
                    <a:pt x="20" y="0"/>
                  </a:lnTo>
                  <a:lnTo>
                    <a:pt x="0" y="0"/>
                  </a:lnTo>
                  <a:close/>
                </a:path>
              </a:pathLst>
            </a:custGeom>
            <a:solidFill>
              <a:schemeClr val="folHlink"/>
            </a:solidFill>
            <a:ln w="9525">
              <a:solidFill>
                <a:srgbClr val="656565"/>
              </a:solidFill>
              <a:round/>
            </a:ln>
          </p:spPr>
          <p:txBody>
            <a:bodyPr/>
            <a:lstStyle/>
            <a:p>
              <a:endParaRPr lang="zh-CN" altLang="en-US"/>
            </a:p>
          </p:txBody>
        </p:sp>
        <p:sp>
          <p:nvSpPr>
            <p:cNvPr id="41114" name="Freeform 142"/>
            <p:cNvSpPr>
              <a:spLocks noEditPoints="1"/>
            </p:cNvSpPr>
            <p:nvPr/>
          </p:nvSpPr>
          <p:spPr bwMode="auto">
            <a:xfrm>
              <a:off x="4748" y="543"/>
              <a:ext cx="53" cy="15"/>
            </a:xfrm>
            <a:custGeom>
              <a:avLst/>
              <a:gdLst>
                <a:gd name="T0" fmla="*/ 53 w 53"/>
                <a:gd name="T1" fmla="*/ 0 h 15"/>
                <a:gd name="T2" fmla="*/ 0 w 53"/>
                <a:gd name="T3" fmla="*/ 0 h 15"/>
                <a:gd name="T4" fmla="*/ 0 w 53"/>
                <a:gd name="T5" fmla="*/ 15 h 15"/>
                <a:gd name="T6" fmla="*/ 53 w 53"/>
                <a:gd name="T7" fmla="*/ 15 h 15"/>
                <a:gd name="T8" fmla="*/ 53 w 53"/>
                <a:gd name="T9" fmla="*/ 0 h 15"/>
                <a:gd name="T10" fmla="*/ 53 w 53"/>
                <a:gd name="T11" fmla="*/ 15 h 15"/>
                <a:gd name="T12" fmla="*/ 53 w 53"/>
                <a:gd name="T13" fmla="*/ 15 h 15"/>
                <a:gd name="T14" fmla="*/ 53 w 53"/>
                <a:gd name="T15" fmla="*/ 5 h 15"/>
                <a:gd name="T16" fmla="*/ 53 w 53"/>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5"/>
                <a:gd name="T29" fmla="*/ 53 w 53"/>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5">
                  <a:moveTo>
                    <a:pt x="53" y="0"/>
                  </a:moveTo>
                  <a:lnTo>
                    <a:pt x="0" y="0"/>
                  </a:lnTo>
                  <a:lnTo>
                    <a:pt x="0" y="15"/>
                  </a:lnTo>
                  <a:lnTo>
                    <a:pt x="53" y="15"/>
                  </a:lnTo>
                  <a:lnTo>
                    <a:pt x="53" y="0"/>
                  </a:lnTo>
                  <a:close/>
                  <a:moveTo>
                    <a:pt x="53" y="15"/>
                  </a:moveTo>
                  <a:lnTo>
                    <a:pt x="53" y="15"/>
                  </a:lnTo>
                  <a:lnTo>
                    <a:pt x="53" y="5"/>
                  </a:lnTo>
                  <a:lnTo>
                    <a:pt x="53" y="15"/>
                  </a:lnTo>
                  <a:close/>
                </a:path>
              </a:pathLst>
            </a:custGeom>
            <a:solidFill>
              <a:schemeClr val="folHlink"/>
            </a:solidFill>
            <a:ln w="9525">
              <a:solidFill>
                <a:srgbClr val="656565"/>
              </a:solidFill>
              <a:round/>
            </a:ln>
          </p:spPr>
          <p:txBody>
            <a:bodyPr/>
            <a:lstStyle/>
            <a:p>
              <a:endParaRPr lang="zh-CN" altLang="en-US"/>
            </a:p>
          </p:txBody>
        </p:sp>
        <p:sp>
          <p:nvSpPr>
            <p:cNvPr id="41115" name="Freeform 143"/>
            <p:cNvSpPr>
              <a:spLocks noEditPoints="1"/>
            </p:cNvSpPr>
            <p:nvPr/>
          </p:nvSpPr>
          <p:spPr bwMode="auto">
            <a:xfrm>
              <a:off x="4728" y="537"/>
              <a:ext cx="20" cy="21"/>
            </a:xfrm>
            <a:custGeom>
              <a:avLst/>
              <a:gdLst>
                <a:gd name="T0" fmla="*/ 20 w 20"/>
                <a:gd name="T1" fmla="*/ 6 h 21"/>
                <a:gd name="T2" fmla="*/ 20 w 20"/>
                <a:gd name="T3" fmla="*/ 6 h 21"/>
                <a:gd name="T4" fmla="*/ 15 w 20"/>
                <a:gd name="T5" fmla="*/ 0 h 21"/>
                <a:gd name="T6" fmla="*/ 0 w 20"/>
                <a:gd name="T7" fmla="*/ 0 h 21"/>
                <a:gd name="T8" fmla="*/ 5 w 20"/>
                <a:gd name="T9" fmla="*/ 16 h 21"/>
                <a:gd name="T10" fmla="*/ 20 w 20"/>
                <a:gd name="T11" fmla="*/ 21 h 21"/>
                <a:gd name="T12" fmla="*/ 20 w 20"/>
                <a:gd name="T13" fmla="*/ 6 h 21"/>
                <a:gd name="T14" fmla="*/ 20 w 20"/>
                <a:gd name="T15" fmla="*/ 21 h 21"/>
                <a:gd name="T16" fmla="*/ 20 w 20"/>
                <a:gd name="T17" fmla="*/ 21 h 21"/>
                <a:gd name="T18" fmla="*/ 20 w 20"/>
                <a:gd name="T19" fmla="*/ 11 h 21"/>
                <a:gd name="T20" fmla="*/ 2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20" y="6"/>
                  </a:moveTo>
                  <a:lnTo>
                    <a:pt x="20" y="6"/>
                  </a:lnTo>
                  <a:lnTo>
                    <a:pt x="15" y="0"/>
                  </a:lnTo>
                  <a:lnTo>
                    <a:pt x="0" y="0"/>
                  </a:lnTo>
                  <a:lnTo>
                    <a:pt x="5" y="16"/>
                  </a:lnTo>
                  <a:lnTo>
                    <a:pt x="20" y="21"/>
                  </a:lnTo>
                  <a:lnTo>
                    <a:pt x="20" y="6"/>
                  </a:lnTo>
                  <a:close/>
                  <a:moveTo>
                    <a:pt x="20" y="21"/>
                  </a:moveTo>
                  <a:lnTo>
                    <a:pt x="20" y="21"/>
                  </a:lnTo>
                  <a:lnTo>
                    <a:pt x="20" y="11"/>
                  </a:lnTo>
                  <a:lnTo>
                    <a:pt x="20" y="21"/>
                  </a:lnTo>
                  <a:close/>
                </a:path>
              </a:pathLst>
            </a:custGeom>
            <a:solidFill>
              <a:schemeClr val="folHlink"/>
            </a:solidFill>
            <a:ln w="9525">
              <a:solidFill>
                <a:srgbClr val="656565"/>
              </a:solidFill>
              <a:round/>
            </a:ln>
          </p:spPr>
          <p:txBody>
            <a:bodyPr/>
            <a:lstStyle/>
            <a:p>
              <a:endParaRPr lang="zh-CN" altLang="en-US"/>
            </a:p>
          </p:txBody>
        </p:sp>
        <p:sp>
          <p:nvSpPr>
            <p:cNvPr id="41116" name="Freeform 144"/>
            <p:cNvSpPr>
              <a:spLocks noEditPoints="1"/>
            </p:cNvSpPr>
            <p:nvPr/>
          </p:nvSpPr>
          <p:spPr bwMode="auto">
            <a:xfrm>
              <a:off x="4728" y="522"/>
              <a:ext cx="15" cy="15"/>
            </a:xfrm>
            <a:custGeom>
              <a:avLst/>
              <a:gdLst>
                <a:gd name="T0" fmla="*/ 15 w 15"/>
                <a:gd name="T1" fmla="*/ 15 h 15"/>
                <a:gd name="T2" fmla="*/ 15 w 15"/>
                <a:gd name="T3" fmla="*/ 0 h 15"/>
                <a:gd name="T4" fmla="*/ 0 w 15"/>
                <a:gd name="T5" fmla="*/ 0 h 15"/>
                <a:gd name="T6" fmla="*/ 0 w 15"/>
                <a:gd name="T7" fmla="*/ 15 h 15"/>
                <a:gd name="T8" fmla="*/ 15 w 15"/>
                <a:gd name="T9" fmla="*/ 15 h 15"/>
                <a:gd name="T10" fmla="*/ 0 w 15"/>
                <a:gd name="T11" fmla="*/ 15 h 15"/>
                <a:gd name="T12" fmla="*/ 0 w 15"/>
                <a:gd name="T13" fmla="*/ 15 h 15"/>
                <a:gd name="T14" fmla="*/ 10 w 15"/>
                <a:gd name="T15" fmla="*/ 15 h 15"/>
                <a:gd name="T16" fmla="*/ 0 w 15"/>
                <a:gd name="T17" fmla="*/ 15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15" y="15"/>
                  </a:moveTo>
                  <a:lnTo>
                    <a:pt x="15" y="0"/>
                  </a:lnTo>
                  <a:lnTo>
                    <a:pt x="0" y="0"/>
                  </a:lnTo>
                  <a:lnTo>
                    <a:pt x="0" y="15"/>
                  </a:lnTo>
                  <a:lnTo>
                    <a:pt x="15" y="15"/>
                  </a:lnTo>
                  <a:close/>
                  <a:moveTo>
                    <a:pt x="0" y="15"/>
                  </a:moveTo>
                  <a:lnTo>
                    <a:pt x="0" y="15"/>
                  </a:lnTo>
                  <a:lnTo>
                    <a:pt x="10" y="15"/>
                  </a:lnTo>
                  <a:lnTo>
                    <a:pt x="0" y="15"/>
                  </a:lnTo>
                  <a:close/>
                </a:path>
              </a:pathLst>
            </a:custGeom>
            <a:solidFill>
              <a:schemeClr val="folHlink"/>
            </a:solidFill>
            <a:ln w="9525">
              <a:solidFill>
                <a:srgbClr val="656565"/>
              </a:solidFill>
              <a:round/>
            </a:ln>
          </p:spPr>
          <p:txBody>
            <a:bodyPr/>
            <a:lstStyle/>
            <a:p>
              <a:endParaRPr lang="zh-CN" altLang="en-US"/>
            </a:p>
          </p:txBody>
        </p:sp>
        <p:sp>
          <p:nvSpPr>
            <p:cNvPr id="41117" name="Freeform 145"/>
            <p:cNvSpPr>
              <a:spLocks noEditPoints="1"/>
            </p:cNvSpPr>
            <p:nvPr/>
          </p:nvSpPr>
          <p:spPr bwMode="auto">
            <a:xfrm>
              <a:off x="4728" y="501"/>
              <a:ext cx="20" cy="21"/>
            </a:xfrm>
            <a:custGeom>
              <a:avLst/>
              <a:gdLst>
                <a:gd name="T0" fmla="*/ 15 w 20"/>
                <a:gd name="T1" fmla="*/ 21 h 21"/>
                <a:gd name="T2" fmla="*/ 20 w 20"/>
                <a:gd name="T3" fmla="*/ 16 h 21"/>
                <a:gd name="T4" fmla="*/ 20 w 20"/>
                <a:gd name="T5" fmla="*/ 16 h 21"/>
                <a:gd name="T6" fmla="*/ 20 w 20"/>
                <a:gd name="T7" fmla="*/ 0 h 21"/>
                <a:gd name="T8" fmla="*/ 5 w 20"/>
                <a:gd name="T9" fmla="*/ 5 h 21"/>
                <a:gd name="T10" fmla="*/ 0 w 20"/>
                <a:gd name="T11" fmla="*/ 21 h 21"/>
                <a:gd name="T12" fmla="*/ 15 w 20"/>
                <a:gd name="T13" fmla="*/ 21 h 21"/>
                <a:gd name="T14" fmla="*/ 0 w 20"/>
                <a:gd name="T15" fmla="*/ 21 h 21"/>
                <a:gd name="T16" fmla="*/ 0 w 20"/>
                <a:gd name="T17" fmla="*/ 21 h 21"/>
                <a:gd name="T18" fmla="*/ 10 w 20"/>
                <a:gd name="T19" fmla="*/ 21 h 21"/>
                <a:gd name="T20" fmla="*/ 0 w 20"/>
                <a:gd name="T21" fmla="*/ 21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0"/>
                <a:gd name="T34" fmla="*/ 0 h 21"/>
                <a:gd name="T35" fmla="*/ 20 w 20"/>
                <a:gd name="T36" fmla="*/ 21 h 2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0" h="21">
                  <a:moveTo>
                    <a:pt x="15" y="21"/>
                  </a:moveTo>
                  <a:lnTo>
                    <a:pt x="20" y="16"/>
                  </a:lnTo>
                  <a:lnTo>
                    <a:pt x="20" y="0"/>
                  </a:lnTo>
                  <a:lnTo>
                    <a:pt x="5" y="5"/>
                  </a:lnTo>
                  <a:lnTo>
                    <a:pt x="0" y="21"/>
                  </a:lnTo>
                  <a:lnTo>
                    <a:pt x="15" y="21"/>
                  </a:lnTo>
                  <a:close/>
                  <a:moveTo>
                    <a:pt x="0" y="21"/>
                  </a:moveTo>
                  <a:lnTo>
                    <a:pt x="0" y="21"/>
                  </a:lnTo>
                  <a:lnTo>
                    <a:pt x="10" y="21"/>
                  </a:lnTo>
                  <a:lnTo>
                    <a:pt x="0" y="21"/>
                  </a:lnTo>
                  <a:close/>
                </a:path>
              </a:pathLst>
            </a:custGeom>
            <a:solidFill>
              <a:schemeClr val="folHlink"/>
            </a:solidFill>
            <a:ln w="9525">
              <a:solidFill>
                <a:srgbClr val="656565"/>
              </a:solidFill>
              <a:round/>
            </a:ln>
          </p:spPr>
          <p:txBody>
            <a:bodyPr/>
            <a:lstStyle/>
            <a:p>
              <a:endParaRPr lang="zh-CN" altLang="en-US"/>
            </a:p>
          </p:txBody>
        </p:sp>
        <p:sp>
          <p:nvSpPr>
            <p:cNvPr id="41118" name="Freeform 146"/>
            <p:cNvSpPr>
              <a:spLocks noEditPoints="1"/>
            </p:cNvSpPr>
            <p:nvPr/>
          </p:nvSpPr>
          <p:spPr bwMode="auto">
            <a:xfrm>
              <a:off x="4748" y="501"/>
              <a:ext cx="53" cy="16"/>
            </a:xfrm>
            <a:custGeom>
              <a:avLst/>
              <a:gdLst>
                <a:gd name="T0" fmla="*/ 0 w 53"/>
                <a:gd name="T1" fmla="*/ 16 h 16"/>
                <a:gd name="T2" fmla="*/ 53 w 53"/>
                <a:gd name="T3" fmla="*/ 16 h 16"/>
                <a:gd name="T4" fmla="*/ 53 w 53"/>
                <a:gd name="T5" fmla="*/ 0 h 16"/>
                <a:gd name="T6" fmla="*/ 0 w 53"/>
                <a:gd name="T7" fmla="*/ 0 h 16"/>
                <a:gd name="T8" fmla="*/ 0 w 53"/>
                <a:gd name="T9" fmla="*/ 16 h 16"/>
                <a:gd name="T10" fmla="*/ 0 w 53"/>
                <a:gd name="T11" fmla="*/ 0 h 16"/>
                <a:gd name="T12" fmla="*/ 0 w 53"/>
                <a:gd name="T13" fmla="*/ 0 h 16"/>
                <a:gd name="T14" fmla="*/ 0 w 53"/>
                <a:gd name="T15" fmla="*/ 10 h 16"/>
                <a:gd name="T16" fmla="*/ 0 w 53"/>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3"/>
                <a:gd name="T28" fmla="*/ 0 h 16"/>
                <a:gd name="T29" fmla="*/ 53 w 53"/>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3" h="16">
                  <a:moveTo>
                    <a:pt x="0" y="16"/>
                  </a:moveTo>
                  <a:lnTo>
                    <a:pt x="53" y="16"/>
                  </a:lnTo>
                  <a:lnTo>
                    <a:pt x="53" y="0"/>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19" name="Freeform 147"/>
            <p:cNvSpPr>
              <a:spLocks noEditPoints="1"/>
            </p:cNvSpPr>
            <p:nvPr/>
          </p:nvSpPr>
          <p:spPr bwMode="auto">
            <a:xfrm>
              <a:off x="4801" y="501"/>
              <a:ext cx="15" cy="21"/>
            </a:xfrm>
            <a:custGeom>
              <a:avLst/>
              <a:gdLst>
                <a:gd name="T0" fmla="*/ 0 w 15"/>
                <a:gd name="T1" fmla="*/ 16 h 21"/>
                <a:gd name="T2" fmla="*/ 0 w 15"/>
                <a:gd name="T3" fmla="*/ 16 h 21"/>
                <a:gd name="T4" fmla="*/ 5 w 15"/>
                <a:gd name="T5" fmla="*/ 21 h 21"/>
                <a:gd name="T6" fmla="*/ 15 w 15"/>
                <a:gd name="T7" fmla="*/ 21 h 21"/>
                <a:gd name="T8" fmla="*/ 15 w 15"/>
                <a:gd name="T9" fmla="*/ 16 h 21"/>
                <a:gd name="T10" fmla="*/ 15 w 15"/>
                <a:gd name="T11" fmla="*/ 5 h 21"/>
                <a:gd name="T12" fmla="*/ 0 w 15"/>
                <a:gd name="T13" fmla="*/ 0 h 21"/>
                <a:gd name="T14" fmla="*/ 0 w 15"/>
                <a:gd name="T15" fmla="*/ 16 h 21"/>
                <a:gd name="T16" fmla="*/ 0 w 15"/>
                <a:gd name="T17" fmla="*/ 0 h 21"/>
                <a:gd name="T18" fmla="*/ 0 w 15"/>
                <a:gd name="T19" fmla="*/ 0 h 21"/>
                <a:gd name="T20" fmla="*/ 0 w 15"/>
                <a:gd name="T21" fmla="*/ 10 h 21"/>
                <a:gd name="T22" fmla="*/ 0 w 15"/>
                <a:gd name="T23" fmla="*/ 0 h 2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5"/>
                <a:gd name="T37" fmla="*/ 0 h 21"/>
                <a:gd name="T38" fmla="*/ 15 w 15"/>
                <a:gd name="T39" fmla="*/ 21 h 2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5" h="21">
                  <a:moveTo>
                    <a:pt x="0" y="16"/>
                  </a:moveTo>
                  <a:lnTo>
                    <a:pt x="0" y="16"/>
                  </a:lnTo>
                  <a:lnTo>
                    <a:pt x="5" y="21"/>
                  </a:lnTo>
                  <a:lnTo>
                    <a:pt x="15" y="21"/>
                  </a:lnTo>
                  <a:lnTo>
                    <a:pt x="15" y="16"/>
                  </a:lnTo>
                  <a:lnTo>
                    <a:pt x="15" y="5"/>
                  </a:lnTo>
                  <a:lnTo>
                    <a:pt x="0" y="0"/>
                  </a:lnTo>
                  <a:lnTo>
                    <a:pt x="0" y="16"/>
                  </a:lnTo>
                  <a:close/>
                  <a:moveTo>
                    <a:pt x="0" y="0"/>
                  </a:moveTo>
                  <a:lnTo>
                    <a:pt x="0" y="0"/>
                  </a:lnTo>
                  <a:lnTo>
                    <a:pt x="0" y="10"/>
                  </a:lnTo>
                  <a:lnTo>
                    <a:pt x="0" y="0"/>
                  </a:lnTo>
                  <a:close/>
                </a:path>
              </a:pathLst>
            </a:custGeom>
            <a:solidFill>
              <a:schemeClr val="folHlink"/>
            </a:solidFill>
            <a:ln w="9525">
              <a:solidFill>
                <a:srgbClr val="656565"/>
              </a:solidFill>
              <a:round/>
            </a:ln>
          </p:spPr>
          <p:txBody>
            <a:bodyPr/>
            <a:lstStyle/>
            <a:p>
              <a:endParaRPr lang="zh-CN" altLang="en-US"/>
            </a:p>
          </p:txBody>
        </p:sp>
        <p:sp>
          <p:nvSpPr>
            <p:cNvPr id="41120" name="Freeform 148"/>
            <p:cNvSpPr>
              <a:spLocks noEditPoints="1"/>
            </p:cNvSpPr>
            <p:nvPr/>
          </p:nvSpPr>
          <p:spPr bwMode="auto">
            <a:xfrm>
              <a:off x="4801" y="522"/>
              <a:ext cx="15" cy="15"/>
            </a:xfrm>
            <a:custGeom>
              <a:avLst/>
              <a:gdLst>
                <a:gd name="T0" fmla="*/ 0 w 15"/>
                <a:gd name="T1" fmla="*/ 0 h 15"/>
                <a:gd name="T2" fmla="*/ 0 w 15"/>
                <a:gd name="T3" fmla="*/ 15 h 15"/>
                <a:gd name="T4" fmla="*/ 15 w 15"/>
                <a:gd name="T5" fmla="*/ 15 h 15"/>
                <a:gd name="T6" fmla="*/ 15 w 15"/>
                <a:gd name="T7" fmla="*/ 0 h 15"/>
                <a:gd name="T8" fmla="*/ 0 w 15"/>
                <a:gd name="T9" fmla="*/ 0 h 15"/>
                <a:gd name="T10" fmla="*/ 15 w 15"/>
                <a:gd name="T11" fmla="*/ 0 h 15"/>
                <a:gd name="T12" fmla="*/ 15 w 15"/>
                <a:gd name="T13" fmla="*/ 0 h 15"/>
                <a:gd name="T14" fmla="*/ 10 w 15"/>
                <a:gd name="T15" fmla="*/ 0 h 15"/>
                <a:gd name="T16" fmla="*/ 15 w 15"/>
                <a:gd name="T17" fmla="*/ 0 h 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5"/>
                <a:gd name="T29" fmla="*/ 15 w 15"/>
                <a:gd name="T30" fmla="*/ 15 h 1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5">
                  <a:moveTo>
                    <a:pt x="0" y="0"/>
                  </a:moveTo>
                  <a:lnTo>
                    <a:pt x="0" y="15"/>
                  </a:lnTo>
                  <a:lnTo>
                    <a:pt x="15" y="15"/>
                  </a:lnTo>
                  <a:lnTo>
                    <a:pt x="15" y="0"/>
                  </a:lnTo>
                  <a:lnTo>
                    <a:pt x="0" y="0"/>
                  </a:lnTo>
                  <a:close/>
                  <a:moveTo>
                    <a:pt x="15" y="0"/>
                  </a:moveTo>
                  <a:lnTo>
                    <a:pt x="15" y="0"/>
                  </a:lnTo>
                  <a:lnTo>
                    <a:pt x="10" y="0"/>
                  </a:lnTo>
                  <a:lnTo>
                    <a:pt x="15" y="0"/>
                  </a:lnTo>
                  <a:close/>
                </a:path>
              </a:pathLst>
            </a:custGeom>
            <a:solidFill>
              <a:schemeClr val="folHlink"/>
            </a:solidFill>
            <a:ln w="9525">
              <a:solidFill>
                <a:srgbClr val="656565"/>
              </a:solidFill>
              <a:round/>
            </a:ln>
          </p:spPr>
          <p:txBody>
            <a:bodyPr/>
            <a:lstStyle/>
            <a:p>
              <a:endParaRPr lang="zh-CN" altLang="en-US"/>
            </a:p>
          </p:txBody>
        </p:sp>
        <p:sp>
          <p:nvSpPr>
            <p:cNvPr id="41121" name="Rectangle 149"/>
            <p:cNvSpPr>
              <a:spLocks noChangeArrowheads="1"/>
            </p:cNvSpPr>
            <p:nvPr/>
          </p:nvSpPr>
          <p:spPr bwMode="auto">
            <a:xfrm>
              <a:off x="4681" y="522"/>
              <a:ext cx="78" cy="15"/>
            </a:xfrm>
            <a:prstGeom prst="rect">
              <a:avLst/>
            </a:prstGeom>
            <a:solidFill>
              <a:schemeClr val="tx2"/>
            </a:solidFill>
            <a:ln w="9525">
              <a:solidFill>
                <a:schemeClr val="tx1"/>
              </a:solidFill>
              <a:miter lim="800000"/>
            </a:ln>
          </p:spPr>
          <p:txBody>
            <a:bodyPr/>
            <a:lstStyle/>
            <a:p>
              <a:endParaRPr lang="zh-CN" altLang="en-US"/>
            </a:p>
          </p:txBody>
        </p:sp>
        <p:sp>
          <p:nvSpPr>
            <p:cNvPr id="41122" name="Freeform 150"/>
            <p:cNvSpPr/>
            <p:nvPr/>
          </p:nvSpPr>
          <p:spPr bwMode="auto">
            <a:xfrm>
              <a:off x="4795" y="522"/>
              <a:ext cx="58" cy="47"/>
            </a:xfrm>
            <a:custGeom>
              <a:avLst/>
              <a:gdLst>
                <a:gd name="T0" fmla="*/ 0 w 58"/>
                <a:gd name="T1" fmla="*/ 15 h 47"/>
                <a:gd name="T2" fmla="*/ 6 w 58"/>
                <a:gd name="T3" fmla="*/ 15 h 47"/>
                <a:gd name="T4" fmla="*/ 21 w 58"/>
                <a:gd name="T5" fmla="*/ 21 h 47"/>
                <a:gd name="T6" fmla="*/ 37 w 58"/>
                <a:gd name="T7" fmla="*/ 31 h 47"/>
                <a:gd name="T8" fmla="*/ 42 w 58"/>
                <a:gd name="T9" fmla="*/ 47 h 47"/>
                <a:gd name="T10" fmla="*/ 58 w 58"/>
                <a:gd name="T11" fmla="*/ 47 h 47"/>
                <a:gd name="T12" fmla="*/ 58 w 58"/>
                <a:gd name="T13" fmla="*/ 31 h 47"/>
                <a:gd name="T14" fmla="*/ 47 w 58"/>
                <a:gd name="T15" fmla="*/ 15 h 47"/>
                <a:gd name="T16" fmla="*/ 32 w 58"/>
                <a:gd name="T17" fmla="*/ 5 h 47"/>
                <a:gd name="T18" fmla="*/ 11 w 58"/>
                <a:gd name="T19" fmla="*/ 0 h 47"/>
                <a:gd name="T20" fmla="*/ 6 w 58"/>
                <a:gd name="T21" fmla="*/ 0 h 47"/>
                <a:gd name="T22" fmla="*/ 0 w 58"/>
                <a:gd name="T23" fmla="*/ 0 h 47"/>
                <a:gd name="T24" fmla="*/ 0 w 58"/>
                <a:gd name="T25" fmla="*/ 15 h 4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8"/>
                <a:gd name="T40" fmla="*/ 0 h 47"/>
                <a:gd name="T41" fmla="*/ 58 w 58"/>
                <a:gd name="T42" fmla="*/ 47 h 4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8" h="47">
                  <a:moveTo>
                    <a:pt x="0" y="15"/>
                  </a:moveTo>
                  <a:lnTo>
                    <a:pt x="6" y="15"/>
                  </a:lnTo>
                  <a:lnTo>
                    <a:pt x="21" y="21"/>
                  </a:lnTo>
                  <a:lnTo>
                    <a:pt x="37" y="31"/>
                  </a:lnTo>
                  <a:lnTo>
                    <a:pt x="42" y="47"/>
                  </a:lnTo>
                  <a:lnTo>
                    <a:pt x="58" y="47"/>
                  </a:lnTo>
                  <a:lnTo>
                    <a:pt x="58" y="31"/>
                  </a:lnTo>
                  <a:lnTo>
                    <a:pt x="47" y="15"/>
                  </a:lnTo>
                  <a:lnTo>
                    <a:pt x="32" y="5"/>
                  </a:lnTo>
                  <a:lnTo>
                    <a:pt x="11" y="0"/>
                  </a:lnTo>
                  <a:lnTo>
                    <a:pt x="6" y="0"/>
                  </a:lnTo>
                  <a:lnTo>
                    <a:pt x="0" y="0"/>
                  </a:lnTo>
                  <a:lnTo>
                    <a:pt x="0" y="15"/>
                  </a:lnTo>
                  <a:close/>
                </a:path>
              </a:pathLst>
            </a:custGeom>
            <a:solidFill>
              <a:schemeClr val="tx2"/>
            </a:solidFill>
            <a:ln w="9525">
              <a:solidFill>
                <a:schemeClr val="tx1"/>
              </a:solidFill>
              <a:round/>
            </a:ln>
          </p:spPr>
          <p:txBody>
            <a:bodyPr/>
            <a:lstStyle/>
            <a:p>
              <a:endParaRPr lang="zh-CN" altLang="en-US"/>
            </a:p>
          </p:txBody>
        </p:sp>
      </p:grpSp>
      <p:grpSp>
        <p:nvGrpSpPr>
          <p:cNvPr id="3" name="Group 151"/>
          <p:cNvGrpSpPr/>
          <p:nvPr/>
        </p:nvGrpSpPr>
        <p:grpSpPr bwMode="auto">
          <a:xfrm>
            <a:off x="7632700" y="819150"/>
            <a:ext cx="809625" cy="1397000"/>
            <a:chOff x="4825" y="516"/>
            <a:chExt cx="510" cy="880"/>
          </a:xfrm>
        </p:grpSpPr>
        <p:sp>
          <p:nvSpPr>
            <p:cNvPr id="40973" name="Line 152"/>
            <p:cNvSpPr>
              <a:spLocks noChangeShapeType="1"/>
            </p:cNvSpPr>
            <p:nvPr/>
          </p:nvSpPr>
          <p:spPr bwMode="auto">
            <a:xfrm>
              <a:off x="4853" y="1396"/>
              <a:ext cx="227" cy="0"/>
            </a:xfrm>
            <a:prstGeom prst="line">
              <a:avLst/>
            </a:prstGeom>
            <a:noFill/>
            <a:ln w="9525">
              <a:solidFill>
                <a:srgbClr val="FF0000"/>
              </a:solidFill>
              <a:round/>
            </a:ln>
          </p:spPr>
          <p:txBody>
            <a:bodyPr wrap="none" anchor="ctr"/>
            <a:lstStyle/>
            <a:p>
              <a:endParaRPr lang="zh-CN" altLang="en-US"/>
            </a:p>
          </p:txBody>
        </p:sp>
        <p:sp>
          <p:nvSpPr>
            <p:cNvPr id="40974" name="Line 153"/>
            <p:cNvSpPr>
              <a:spLocks noChangeShapeType="1"/>
            </p:cNvSpPr>
            <p:nvPr/>
          </p:nvSpPr>
          <p:spPr bwMode="auto">
            <a:xfrm flipV="1">
              <a:off x="4825" y="516"/>
              <a:ext cx="238" cy="1"/>
            </a:xfrm>
            <a:prstGeom prst="line">
              <a:avLst/>
            </a:prstGeom>
            <a:noFill/>
            <a:ln w="9525">
              <a:solidFill>
                <a:srgbClr val="FF0000"/>
              </a:solidFill>
              <a:round/>
            </a:ln>
          </p:spPr>
          <p:txBody>
            <a:bodyPr wrap="none" anchor="ctr"/>
            <a:lstStyle/>
            <a:p>
              <a:endParaRPr lang="zh-CN" altLang="en-US"/>
            </a:p>
          </p:txBody>
        </p:sp>
        <p:sp>
          <p:nvSpPr>
            <p:cNvPr id="40975" name="Line 154"/>
            <p:cNvSpPr>
              <a:spLocks noChangeShapeType="1"/>
            </p:cNvSpPr>
            <p:nvPr/>
          </p:nvSpPr>
          <p:spPr bwMode="auto">
            <a:xfrm>
              <a:off x="4995" y="517"/>
              <a:ext cx="0" cy="879"/>
            </a:xfrm>
            <a:prstGeom prst="line">
              <a:avLst/>
            </a:prstGeom>
            <a:noFill/>
            <a:ln w="9525">
              <a:solidFill>
                <a:srgbClr val="FF0000"/>
              </a:solidFill>
              <a:round/>
              <a:headEnd type="triangle" w="med" len="med"/>
              <a:tailEnd type="triangle" w="med" len="med"/>
            </a:ln>
          </p:spPr>
          <p:txBody>
            <a:bodyPr wrap="none" anchor="ctr"/>
            <a:lstStyle/>
            <a:p>
              <a:endParaRPr lang="zh-CN" altLang="en-US"/>
            </a:p>
          </p:txBody>
        </p:sp>
        <p:sp>
          <p:nvSpPr>
            <p:cNvPr id="40976" name="Text Box 155"/>
            <p:cNvSpPr txBox="1">
              <a:spLocks noChangeArrowheads="1"/>
            </p:cNvSpPr>
            <p:nvPr/>
          </p:nvSpPr>
          <p:spPr bwMode="auto">
            <a:xfrm>
              <a:off x="4967" y="829"/>
              <a:ext cx="368" cy="250"/>
            </a:xfrm>
            <a:prstGeom prst="rect">
              <a:avLst/>
            </a:prstGeom>
            <a:noFill/>
            <a:ln w="9525" algn="ctr">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l</a:t>
              </a:r>
              <a:r>
                <a:rPr lang="en-US" altLang="zh-CN" sz="2000" b="1" i="0">
                  <a:solidFill>
                    <a:srgbClr val="FF0000"/>
                  </a:solidFill>
                  <a:latin typeface="Times New Roman" panose="02020603050405020304" pitchFamily="18" charset="0"/>
                </a:rPr>
                <a:t>/2</a:t>
              </a:r>
              <a:endParaRPr lang="en-US" altLang="zh-CN" sz="2000" b="1" i="0">
                <a:solidFill>
                  <a:srgbClr val="FF0000"/>
                </a:solidFill>
                <a:latin typeface="Times New Roman" panose="02020603050405020304" pitchFamily="18" charset="0"/>
              </a:endParaRPr>
            </a:p>
          </p:txBody>
        </p:sp>
      </p:grpSp>
      <p:sp>
        <p:nvSpPr>
          <p:cNvPr id="208028" name="Text Box 156"/>
          <p:cNvSpPr txBox="1">
            <a:spLocks noChangeArrowheads="1"/>
          </p:cNvSpPr>
          <p:nvPr/>
        </p:nvSpPr>
        <p:spPr bwMode="auto">
          <a:xfrm>
            <a:off x="206375" y="1879600"/>
            <a:ext cx="773113" cy="549275"/>
          </a:xfrm>
          <a:prstGeom prst="rect">
            <a:avLst/>
          </a:prstGeom>
          <a:noFill/>
          <a:ln w="9525">
            <a:noFill/>
            <a:miter lim="800000"/>
          </a:ln>
        </p:spPr>
        <p:txBody>
          <a:bodyPr>
            <a:spAutoFit/>
          </a:bodyPr>
          <a:lstStyle/>
          <a:p>
            <a:pPr marL="384175" indent="-384175" algn="l">
              <a:lnSpc>
                <a:spcPct val="125000"/>
              </a:lnSpc>
            </a:pPr>
            <a:r>
              <a:rPr lang="zh-CN" altLang="en-US" b="1" i="0">
                <a:solidFill>
                  <a:srgbClr val="FF0000"/>
                </a:solidFill>
                <a:latin typeface="Times New Roman" panose="02020603050405020304" pitchFamily="18" charset="0"/>
              </a:rPr>
              <a:t>求</a:t>
            </a:r>
            <a:endParaRPr lang="zh-CN" altLang="en-US" b="1" i="0">
              <a:solidFill>
                <a:schemeClr val="bg1"/>
              </a:solidFill>
              <a:latin typeface="Times New Roman" panose="02020603050405020304" pitchFamily="18" charset="0"/>
            </a:endParaRPr>
          </a:p>
        </p:txBody>
      </p:sp>
      <p:sp>
        <p:nvSpPr>
          <p:cNvPr id="208029" name="Text Box 157"/>
          <p:cNvSpPr txBox="1">
            <a:spLocks noChangeArrowheads="1"/>
          </p:cNvSpPr>
          <p:nvPr/>
        </p:nvSpPr>
        <p:spPr bwMode="auto">
          <a:xfrm>
            <a:off x="701675" y="1898650"/>
            <a:ext cx="5084763" cy="512763"/>
          </a:xfrm>
          <a:prstGeom prst="rect">
            <a:avLst/>
          </a:prstGeom>
          <a:noFill/>
          <a:ln w="9525">
            <a:noFill/>
            <a:miter lim="800000"/>
          </a:ln>
        </p:spPr>
        <p:txBody>
          <a:bodyPr>
            <a:spAutoFit/>
          </a:bodyPr>
          <a:lstStyle/>
          <a:p>
            <a:pPr algn="just">
              <a:lnSpc>
                <a:spcPct val="115000"/>
              </a:lnSpc>
            </a:pPr>
            <a:r>
              <a:rPr lang="zh-CN" altLang="en-US" b="1" i="0">
                <a:latin typeface="Times New Roman" panose="02020603050405020304" pitchFamily="18" charset="0"/>
                <a:cs typeface="Times New Roman" panose="02020603050405020304" pitchFamily="18" charset="0"/>
              </a:rPr>
              <a:t>铁链滑离桌面时重力所作的功。</a:t>
            </a:r>
            <a:endParaRPr lang="zh-CN" altLang="en-US" b="1" i="0">
              <a:latin typeface="Times New Roman" panose="02020603050405020304" pitchFamily="18" charset="0"/>
            </a:endParaRPr>
          </a:p>
        </p:txBody>
      </p:sp>
      <p:sp>
        <p:nvSpPr>
          <p:cNvPr id="208030" name="Text Box 158"/>
          <p:cNvSpPr txBox="1">
            <a:spLocks noChangeArrowheads="1"/>
          </p:cNvSpPr>
          <p:nvPr/>
        </p:nvSpPr>
        <p:spPr bwMode="auto">
          <a:xfrm>
            <a:off x="339725" y="2619375"/>
            <a:ext cx="722313" cy="457200"/>
          </a:xfrm>
          <a:prstGeom prst="rect">
            <a:avLst/>
          </a:prstGeom>
          <a:noFill/>
          <a:ln w="9525">
            <a:noFill/>
            <a:miter lim="800000"/>
          </a:ln>
        </p:spPr>
        <p:txBody>
          <a:bodyPr lIns="0">
            <a:spAutoFit/>
          </a:bodyPr>
          <a:lstStyle/>
          <a:p>
            <a:pPr algn="just">
              <a:spcBef>
                <a:spcPct val="50000"/>
              </a:spcBef>
            </a:pPr>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08031" name="Text Box 159"/>
          <p:cNvSpPr txBox="1">
            <a:spLocks noChangeArrowheads="1"/>
          </p:cNvSpPr>
          <p:nvPr/>
        </p:nvSpPr>
        <p:spPr bwMode="auto">
          <a:xfrm>
            <a:off x="836613" y="2528888"/>
            <a:ext cx="6256337" cy="933450"/>
          </a:xfrm>
          <a:prstGeom prst="rect">
            <a:avLst/>
          </a:prstGeom>
          <a:noFill/>
          <a:ln w="9525" algn="ctr">
            <a:noFill/>
            <a:miter lim="800000"/>
          </a:ln>
        </p:spPr>
        <p:txBody>
          <a:bodyPr>
            <a:spAutoFit/>
          </a:bodyPr>
          <a:lstStyle/>
          <a:p>
            <a:pPr algn="l">
              <a:lnSpc>
                <a:spcPct val="115000"/>
              </a:lnSpc>
            </a:pPr>
            <a:r>
              <a:rPr lang="zh-CN" altLang="en-US" b="1" i="0">
                <a:latin typeface="Times New Roman" panose="02020603050405020304" pitchFamily="18" charset="0"/>
              </a:rPr>
              <a:t>重力所作的功等于铁链重力势能增量的负值。取</a:t>
            </a:r>
            <a:r>
              <a:rPr lang="zh-CN" altLang="en-US" b="1" i="0">
                <a:solidFill>
                  <a:srgbClr val="FF6600"/>
                </a:solidFill>
                <a:latin typeface="Times New Roman" panose="02020603050405020304" pitchFamily="18" charset="0"/>
              </a:rPr>
              <a:t>桌面为零势能面</a:t>
            </a:r>
            <a:r>
              <a:rPr lang="zh-CN" altLang="en-US" b="1" i="0">
                <a:latin typeface="Times New Roman" panose="02020603050405020304" pitchFamily="18" charset="0"/>
              </a:rPr>
              <a:t>，则</a:t>
            </a:r>
            <a:endParaRPr lang="zh-CN" altLang="en-US" b="1" i="0">
              <a:latin typeface="Times New Roman" panose="02020603050405020304" pitchFamily="18" charset="0"/>
            </a:endParaRPr>
          </a:p>
        </p:txBody>
      </p:sp>
      <p:graphicFrame>
        <p:nvGraphicFramePr>
          <p:cNvPr id="208032" name="Object 160"/>
          <p:cNvGraphicFramePr>
            <a:graphicFrameLocks noChangeAspect="1"/>
          </p:cNvGraphicFramePr>
          <p:nvPr/>
        </p:nvGraphicFramePr>
        <p:xfrm>
          <a:off x="1870075" y="3713163"/>
          <a:ext cx="1216025" cy="436562"/>
        </p:xfrm>
        <a:graphic>
          <a:graphicData uri="http://schemas.openxmlformats.org/presentationml/2006/ole">
            <mc:AlternateContent xmlns:mc="http://schemas.openxmlformats.org/markup-compatibility/2006">
              <mc:Choice xmlns:v="urn:schemas-microsoft-com:vml" Requires="v">
                <p:oleObj spid="_x0000_s40961" name="公式" r:id="rId1" imgW="16154400" imgH="5791200" progId="Equation.3">
                  <p:embed/>
                </p:oleObj>
              </mc:Choice>
              <mc:Fallback>
                <p:oleObj name="公式" r:id="rId1" imgW="16154400" imgH="5791200" progId="Equation.3">
                  <p:embed/>
                  <p:pic>
                    <p:nvPicPr>
                      <p:cNvPr id="0" name="Object 160"/>
                      <p:cNvPicPr>
                        <a:picLocks noChangeAspect="1"/>
                      </p:cNvPicPr>
                      <p:nvPr/>
                    </p:nvPicPr>
                    <p:blipFill>
                      <a:blip r:embed="rId2"/>
                      <a:stretch>
                        <a:fillRect/>
                      </a:stretch>
                    </p:blipFill>
                    <p:spPr>
                      <a:xfrm>
                        <a:off x="1870075" y="3713163"/>
                        <a:ext cx="1216025" cy="436562"/>
                      </a:xfrm>
                      <a:prstGeom prst="rect">
                        <a:avLst/>
                      </a:prstGeom>
                      <a:noFill/>
                      <a:ln w="9525">
                        <a:noFill/>
                      </a:ln>
                    </p:spPr>
                  </p:pic>
                </p:oleObj>
              </mc:Fallback>
            </mc:AlternateContent>
          </a:graphicData>
        </a:graphic>
      </p:graphicFrame>
      <p:graphicFrame>
        <p:nvGraphicFramePr>
          <p:cNvPr id="208033" name="Object 161"/>
          <p:cNvGraphicFramePr>
            <a:graphicFrameLocks noChangeAspect="1"/>
          </p:cNvGraphicFramePr>
          <p:nvPr/>
        </p:nvGraphicFramePr>
        <p:xfrm>
          <a:off x="2141538" y="4284663"/>
          <a:ext cx="3281362" cy="849312"/>
        </p:xfrm>
        <a:graphic>
          <a:graphicData uri="http://schemas.openxmlformats.org/presentationml/2006/ole">
            <mc:AlternateContent xmlns:mc="http://schemas.openxmlformats.org/markup-compatibility/2006">
              <mc:Choice xmlns:v="urn:schemas-microsoft-com:vml" Requires="v">
                <p:oleObj spid="_x0000_s40963" name="公式" r:id="rId3" imgW="43586400" imgH="11277600" progId="Equation.3">
                  <p:embed/>
                </p:oleObj>
              </mc:Choice>
              <mc:Fallback>
                <p:oleObj name="公式" r:id="rId3" imgW="43586400" imgH="11277600" progId="Equation.3">
                  <p:embed/>
                  <p:pic>
                    <p:nvPicPr>
                      <p:cNvPr id="0" name="Object 161"/>
                      <p:cNvPicPr>
                        <a:picLocks noChangeAspect="1"/>
                      </p:cNvPicPr>
                      <p:nvPr/>
                    </p:nvPicPr>
                    <p:blipFill>
                      <a:blip r:embed="rId4"/>
                      <a:stretch>
                        <a:fillRect/>
                      </a:stretch>
                    </p:blipFill>
                    <p:spPr>
                      <a:xfrm>
                        <a:off x="2141538" y="4284663"/>
                        <a:ext cx="3281362" cy="849312"/>
                      </a:xfrm>
                      <a:prstGeom prst="rect">
                        <a:avLst/>
                      </a:prstGeom>
                      <a:noFill/>
                      <a:ln w="9525">
                        <a:noFill/>
                      </a:ln>
                    </p:spPr>
                  </p:pic>
                </p:oleObj>
              </mc:Fallback>
            </mc:AlternateContent>
          </a:graphicData>
        </a:graphic>
      </p:graphicFrame>
      <p:graphicFrame>
        <p:nvGraphicFramePr>
          <p:cNvPr id="208034" name="Object 162"/>
          <p:cNvGraphicFramePr>
            <a:graphicFrameLocks noChangeAspect="1"/>
          </p:cNvGraphicFramePr>
          <p:nvPr/>
        </p:nvGraphicFramePr>
        <p:xfrm>
          <a:off x="2232025" y="5319713"/>
          <a:ext cx="987425" cy="735012"/>
        </p:xfrm>
        <a:graphic>
          <a:graphicData uri="http://schemas.openxmlformats.org/presentationml/2006/ole">
            <mc:AlternateContent xmlns:mc="http://schemas.openxmlformats.org/markup-compatibility/2006">
              <mc:Choice xmlns:v="urn:schemas-microsoft-com:vml" Requires="v">
                <p:oleObj spid="_x0000_s40964" name="公式" r:id="rId5" imgW="13106400" imgH="9753600" progId="Equation.3">
                  <p:embed/>
                </p:oleObj>
              </mc:Choice>
              <mc:Fallback>
                <p:oleObj name="公式" r:id="rId5" imgW="13106400" imgH="9753600" progId="Equation.3">
                  <p:embed/>
                  <p:pic>
                    <p:nvPicPr>
                      <p:cNvPr id="0" name="Object 162"/>
                      <p:cNvPicPr>
                        <a:picLocks noChangeAspect="1"/>
                      </p:cNvPicPr>
                      <p:nvPr/>
                    </p:nvPicPr>
                    <p:blipFill>
                      <a:blip r:embed="rId6"/>
                      <a:stretch>
                        <a:fillRect/>
                      </a:stretch>
                    </p:blipFill>
                    <p:spPr>
                      <a:xfrm>
                        <a:off x="2232025" y="5319713"/>
                        <a:ext cx="987425" cy="735012"/>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7874"/>
                                        </p:tgtEl>
                                        <p:attrNameLst>
                                          <p:attrName>style.visibility</p:attrName>
                                        </p:attrNameLst>
                                      </p:cBhvr>
                                      <p:to>
                                        <p:strVal val="visible"/>
                                      </p:to>
                                    </p:set>
                                    <p:animEffect transition="in" filter="wipe(left)">
                                      <p:cBhvr>
                                        <p:cTn id="7" dur="500"/>
                                        <p:tgtEl>
                                          <p:spTgt spid="2078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7875"/>
                                        </p:tgtEl>
                                        <p:attrNameLst>
                                          <p:attrName>style.visibility</p:attrName>
                                        </p:attrNameLst>
                                      </p:cBhvr>
                                      <p:to>
                                        <p:strVal val="visible"/>
                                      </p:to>
                                    </p:set>
                                    <p:animEffect transition="in" filter="wipe(left)">
                                      <p:cBhvr>
                                        <p:cTn id="12" dur="1000"/>
                                        <p:tgtEl>
                                          <p:spTgt spid="2078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righ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08028"/>
                                        </p:tgtEl>
                                        <p:attrNameLst>
                                          <p:attrName>style.visibility</p:attrName>
                                        </p:attrNameLst>
                                      </p:cBhvr>
                                      <p:to>
                                        <p:strVal val="visible"/>
                                      </p:to>
                                    </p:set>
                                    <p:animEffect transition="in" filter="wipe(left)">
                                      <p:cBhvr>
                                        <p:cTn id="27" dur="500"/>
                                        <p:tgtEl>
                                          <p:spTgt spid="20802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08029"/>
                                        </p:tgtEl>
                                        <p:attrNameLst>
                                          <p:attrName>style.visibility</p:attrName>
                                        </p:attrNameLst>
                                      </p:cBhvr>
                                      <p:to>
                                        <p:strVal val="visible"/>
                                      </p:to>
                                    </p:set>
                                    <p:animEffect transition="in" filter="wipe(left)">
                                      <p:cBhvr>
                                        <p:cTn id="32" dur="1000"/>
                                        <p:tgtEl>
                                          <p:spTgt spid="20802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08030"/>
                                        </p:tgtEl>
                                        <p:attrNameLst>
                                          <p:attrName>style.visibility</p:attrName>
                                        </p:attrNameLst>
                                      </p:cBhvr>
                                      <p:to>
                                        <p:strVal val="visible"/>
                                      </p:to>
                                    </p:set>
                                    <p:animEffect transition="in" filter="wipe(left)">
                                      <p:cBhvr>
                                        <p:cTn id="37" dur="1000"/>
                                        <p:tgtEl>
                                          <p:spTgt spid="20803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08031"/>
                                        </p:tgtEl>
                                        <p:attrNameLst>
                                          <p:attrName>style.visibility</p:attrName>
                                        </p:attrNameLst>
                                      </p:cBhvr>
                                      <p:to>
                                        <p:strVal val="visible"/>
                                      </p:to>
                                    </p:set>
                                    <p:animEffect transition="in" filter="wipe(left)">
                                      <p:cBhvr>
                                        <p:cTn id="42" dur="1000"/>
                                        <p:tgtEl>
                                          <p:spTgt spid="20803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08032"/>
                                        </p:tgtEl>
                                        <p:attrNameLst>
                                          <p:attrName>style.visibility</p:attrName>
                                        </p:attrNameLst>
                                      </p:cBhvr>
                                      <p:to>
                                        <p:strVal val="visible"/>
                                      </p:to>
                                    </p:set>
                                    <p:animEffect transition="in" filter="wipe(left)">
                                      <p:cBhvr>
                                        <p:cTn id="47" dur="1000"/>
                                        <p:tgtEl>
                                          <p:spTgt spid="20803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08033"/>
                                        </p:tgtEl>
                                        <p:attrNameLst>
                                          <p:attrName>style.visibility</p:attrName>
                                        </p:attrNameLst>
                                      </p:cBhvr>
                                      <p:to>
                                        <p:strVal val="visible"/>
                                      </p:to>
                                    </p:set>
                                    <p:animEffect transition="in" filter="wipe(left)">
                                      <p:cBhvr>
                                        <p:cTn id="52" dur="1000"/>
                                        <p:tgtEl>
                                          <p:spTgt spid="20803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08034"/>
                                        </p:tgtEl>
                                        <p:attrNameLst>
                                          <p:attrName>style.visibility</p:attrName>
                                        </p:attrNameLst>
                                      </p:cBhvr>
                                      <p:to>
                                        <p:strVal val="visible"/>
                                      </p:to>
                                    </p:set>
                                    <p:animEffect transition="in" filter="wipe(left)">
                                      <p:cBhvr>
                                        <p:cTn id="57" dur="500"/>
                                        <p:tgtEl>
                                          <p:spTgt spid="208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4" grpId="0" autoUpdateAnimBg="0"/>
      <p:bldP spid="207875" grpId="0"/>
      <p:bldP spid="208028" grpId="0" autoUpdateAnimBg="0"/>
      <p:bldP spid="208029" grpId="0"/>
      <p:bldP spid="208030" grpId="0"/>
      <p:bldP spid="20803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ChangeArrowheads="1"/>
          </p:cNvSpPr>
          <p:nvPr/>
        </p:nvSpPr>
        <p:spPr bwMode="auto">
          <a:xfrm>
            <a:off x="206375" y="450850"/>
            <a:ext cx="557213" cy="457200"/>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08899" name="Text Box 3"/>
          <p:cNvSpPr txBox="1">
            <a:spLocks noChangeArrowheads="1"/>
          </p:cNvSpPr>
          <p:nvPr/>
        </p:nvSpPr>
        <p:spPr bwMode="auto">
          <a:xfrm>
            <a:off x="706438" y="450850"/>
            <a:ext cx="8258175"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在质量为 </a:t>
            </a:r>
            <a:r>
              <a:rPr lang="en-US" altLang="zh-CN" b="1">
                <a:solidFill>
                  <a:srgbClr val="FF6600"/>
                </a:solidFill>
                <a:latin typeface="Times New Roman" panose="02020603050405020304" pitchFamily="18" charset="0"/>
              </a:rPr>
              <a:t>M </a:t>
            </a:r>
            <a:r>
              <a:rPr lang="zh-CN" altLang="en-US" b="1" i="0">
                <a:solidFill>
                  <a:schemeClr val="bg1"/>
                </a:solidFill>
                <a:latin typeface="Times New Roman" panose="02020603050405020304" pitchFamily="18" charset="0"/>
              </a:rPr>
              <a:t>、半径为 </a:t>
            </a:r>
            <a:r>
              <a:rPr lang="en-US" altLang="zh-CN" b="1">
                <a:solidFill>
                  <a:srgbClr val="FF6600"/>
                </a:solidFill>
                <a:latin typeface="Times New Roman" panose="02020603050405020304" pitchFamily="18" charset="0"/>
              </a:rPr>
              <a:t>R</a:t>
            </a:r>
            <a:r>
              <a:rPr lang="zh-CN" altLang="en-US" b="1" i="0">
                <a:solidFill>
                  <a:schemeClr val="bg1"/>
                </a:solidFill>
                <a:latin typeface="Times New Roman" panose="02020603050405020304" pitchFamily="18" charset="0"/>
              </a:rPr>
              <a:t>、密度为 </a:t>
            </a:r>
            <a:r>
              <a:rPr lang="zh-CN" altLang="en-US" b="1">
                <a:solidFill>
                  <a:srgbClr val="FF6600"/>
                </a:solidFill>
                <a:latin typeface="Times New Roman" panose="02020603050405020304" pitchFamily="18" charset="0"/>
                <a:sym typeface="Symbol" panose="05050102010706020507" pitchFamily="18" charset="2"/>
              </a:rPr>
              <a:t></a:t>
            </a:r>
            <a:r>
              <a:rPr lang="zh-CN" altLang="en-US" b="1" i="0">
                <a:solidFill>
                  <a:schemeClr val="bg1"/>
                </a:solidFill>
                <a:latin typeface="Times New Roman" panose="02020603050405020304" pitchFamily="18" charset="0"/>
                <a:sym typeface="Symbol" panose="05050102010706020507" pitchFamily="18" charset="2"/>
              </a:rPr>
              <a:t>  的球体的万有引力场中</a:t>
            </a:r>
            <a:endParaRPr lang="zh-CN" altLang="en-US" b="1" i="0">
              <a:solidFill>
                <a:schemeClr val="bg1"/>
              </a:solidFill>
              <a:latin typeface="Times New Roman" panose="02020603050405020304" pitchFamily="18" charset="0"/>
            </a:endParaRPr>
          </a:p>
        </p:txBody>
      </p:sp>
      <p:sp>
        <p:nvSpPr>
          <p:cNvPr id="208900" name="Text Box 4"/>
          <p:cNvSpPr txBox="1">
            <a:spLocks noChangeArrowheads="1"/>
          </p:cNvSpPr>
          <p:nvPr/>
        </p:nvSpPr>
        <p:spPr bwMode="auto">
          <a:xfrm>
            <a:off x="206375" y="854075"/>
            <a:ext cx="8424863" cy="549275"/>
          </a:xfrm>
          <a:prstGeom prst="rect">
            <a:avLst/>
          </a:prstGeom>
          <a:noFill/>
          <a:ln w="9525">
            <a:noFill/>
            <a:miter lim="800000"/>
          </a:ln>
        </p:spPr>
        <p:txBody>
          <a:bodyPr>
            <a:spAutoFit/>
          </a:bodyPr>
          <a:lstStyle/>
          <a:p>
            <a:pPr marL="384175" indent="-384175" algn="l">
              <a:lnSpc>
                <a:spcPct val="125000"/>
              </a:lnSpc>
            </a:pPr>
            <a:r>
              <a:rPr lang="zh-CN" altLang="en-US" b="1" i="0">
                <a:solidFill>
                  <a:srgbClr val="FF0000"/>
                </a:solidFill>
                <a:latin typeface="Times New Roman" panose="02020603050405020304" pitchFamily="18" charset="0"/>
              </a:rPr>
              <a:t>求</a:t>
            </a:r>
            <a:r>
              <a:rPr lang="zh-CN" altLang="en-US" b="1" i="0">
                <a:solidFill>
                  <a:srgbClr val="00FFFF"/>
                </a:solidFill>
                <a:latin typeface="Times New Roman" panose="02020603050405020304" pitchFamily="18" charset="0"/>
              </a:rPr>
              <a:t>   </a:t>
            </a:r>
            <a:r>
              <a:rPr lang="zh-CN" altLang="en-US" b="1" i="0">
                <a:solidFill>
                  <a:schemeClr val="bg1"/>
                </a:solidFill>
                <a:latin typeface="Times New Roman" panose="02020603050405020304" pitchFamily="18" charset="0"/>
              </a:rPr>
              <a:t>质量为 </a:t>
            </a:r>
            <a:r>
              <a:rPr lang="en-US" altLang="zh-CN" b="1">
                <a:solidFill>
                  <a:srgbClr val="FF6600"/>
                </a:solidFill>
                <a:latin typeface="Times New Roman" panose="02020603050405020304" pitchFamily="18" charset="0"/>
              </a:rPr>
              <a:t>m </a:t>
            </a:r>
            <a:r>
              <a:rPr lang="zh-CN" altLang="en-US" b="1" i="0">
                <a:solidFill>
                  <a:schemeClr val="bg1"/>
                </a:solidFill>
                <a:latin typeface="Times New Roman" panose="02020603050405020304" pitchFamily="18" charset="0"/>
              </a:rPr>
              <a:t>的质点在球</a:t>
            </a:r>
            <a:r>
              <a:rPr lang="zh-CN" altLang="en-US" b="1" i="0">
                <a:solidFill>
                  <a:srgbClr val="FF6600"/>
                </a:solidFill>
                <a:latin typeface="Times New Roman" panose="02020603050405020304" pitchFamily="18" charset="0"/>
              </a:rPr>
              <a:t>内外</a:t>
            </a:r>
            <a:r>
              <a:rPr lang="zh-CN" altLang="en-US" b="1" i="0">
                <a:solidFill>
                  <a:schemeClr val="bg1"/>
                </a:solidFill>
                <a:latin typeface="Times New Roman" panose="02020603050405020304" pitchFamily="18" charset="0"/>
              </a:rPr>
              <a:t>任一点 </a:t>
            </a:r>
            <a:r>
              <a:rPr lang="en-US" altLang="zh-CN" b="1">
                <a:solidFill>
                  <a:srgbClr val="FF6600"/>
                </a:solidFill>
                <a:latin typeface="Times New Roman" panose="02020603050405020304" pitchFamily="18" charset="0"/>
              </a:rPr>
              <a:t>C</a:t>
            </a:r>
            <a:r>
              <a:rPr lang="en-US" altLang="zh-CN" b="1" i="0">
                <a:solidFill>
                  <a:srgbClr val="66FFFF"/>
                </a:solidFill>
                <a:latin typeface="Times New Roman" panose="02020603050405020304" pitchFamily="18" charset="0"/>
              </a:rPr>
              <a:t> </a:t>
            </a:r>
            <a:r>
              <a:rPr lang="zh-CN" altLang="en-US" b="1" i="0">
                <a:solidFill>
                  <a:schemeClr val="bg1"/>
                </a:solidFill>
                <a:latin typeface="Times New Roman" panose="02020603050405020304" pitchFamily="18" charset="0"/>
              </a:rPr>
              <a:t>的万有引力势能</a:t>
            </a:r>
            <a:endParaRPr lang="zh-CN" altLang="en-US" b="1" i="0">
              <a:solidFill>
                <a:schemeClr val="bg1"/>
              </a:solidFill>
              <a:latin typeface="Times New Roman" panose="02020603050405020304" pitchFamily="18" charset="0"/>
            </a:endParaRPr>
          </a:p>
        </p:txBody>
      </p:sp>
      <p:sp>
        <p:nvSpPr>
          <p:cNvPr id="208901" name="Text Box 5"/>
          <p:cNvSpPr txBox="1">
            <a:spLocks noChangeArrowheads="1"/>
          </p:cNvSpPr>
          <p:nvPr/>
        </p:nvSpPr>
        <p:spPr bwMode="auto">
          <a:xfrm>
            <a:off x="206375" y="1439863"/>
            <a:ext cx="8280400" cy="506412"/>
          </a:xfrm>
          <a:prstGeom prst="rect">
            <a:avLst/>
          </a:prstGeom>
          <a:noFill/>
          <a:ln w="9525">
            <a:noFill/>
            <a:miter lim="800000"/>
          </a:ln>
        </p:spPr>
        <p:txBody>
          <a:bodyPr>
            <a:spAutoFit/>
          </a:bodyPr>
          <a:lstStyle/>
          <a:p>
            <a:pPr marL="384175" indent="-384175" algn="l">
              <a:lnSpc>
                <a:spcPct val="125000"/>
              </a:lnSpc>
            </a:pPr>
            <a:r>
              <a:rPr lang="zh-CN" altLang="en-US" b="1" i="0">
                <a:solidFill>
                  <a:srgbClr val="FF0000"/>
                </a:solidFill>
                <a:latin typeface="Times New Roman" panose="02020603050405020304" pitchFamily="18" charset="0"/>
              </a:rPr>
              <a:t>解</a:t>
            </a:r>
            <a:r>
              <a:rPr lang="zh-CN" altLang="en-US" b="1" i="0">
                <a:solidFill>
                  <a:srgbClr val="00FFFF"/>
                </a:solidFill>
                <a:latin typeface="Times New Roman" panose="02020603050405020304" pitchFamily="18" charset="0"/>
              </a:rPr>
              <a:t>   </a:t>
            </a:r>
            <a:r>
              <a:rPr lang="zh-CN" altLang="en-US" b="1" i="0">
                <a:solidFill>
                  <a:schemeClr val="bg1"/>
                </a:solidFill>
                <a:latin typeface="Times New Roman" panose="02020603050405020304" pitchFamily="18" charset="0"/>
              </a:rPr>
              <a:t>质点在球</a:t>
            </a:r>
            <a:r>
              <a:rPr lang="zh-CN" altLang="en-US" b="1" i="0">
                <a:solidFill>
                  <a:srgbClr val="FF6600"/>
                </a:solidFill>
                <a:latin typeface="Times New Roman" panose="02020603050405020304" pitchFamily="18" charset="0"/>
              </a:rPr>
              <a:t>外</a:t>
            </a:r>
            <a:r>
              <a:rPr lang="zh-CN" altLang="en-US" b="1" i="0">
                <a:solidFill>
                  <a:schemeClr val="bg1"/>
                </a:solidFill>
                <a:latin typeface="Times New Roman" panose="02020603050405020304" pitchFamily="18" charset="0"/>
              </a:rPr>
              <a:t>任一点 </a:t>
            </a:r>
            <a:r>
              <a:rPr lang="en-US" altLang="zh-CN" b="1">
                <a:solidFill>
                  <a:srgbClr val="FF6600"/>
                </a:solidFill>
                <a:latin typeface="Times New Roman" panose="02020603050405020304" pitchFamily="18" charset="0"/>
              </a:rPr>
              <a:t>C</a:t>
            </a:r>
            <a:r>
              <a:rPr lang="en-US" altLang="zh-CN" b="1" i="0">
                <a:solidFill>
                  <a:srgbClr val="66FFFF"/>
                </a:solidFill>
                <a:latin typeface="Times New Roman" panose="02020603050405020304" pitchFamily="18" charset="0"/>
              </a:rPr>
              <a:t> </a:t>
            </a:r>
            <a:r>
              <a:rPr lang="zh-CN" altLang="en-US" b="1" i="0">
                <a:solidFill>
                  <a:schemeClr val="bg1"/>
                </a:solidFill>
                <a:latin typeface="Times New Roman" panose="02020603050405020304" pitchFamily="18" charset="0"/>
              </a:rPr>
              <a:t>，与球心距离为 </a:t>
            </a:r>
            <a:r>
              <a:rPr lang="en-US" altLang="zh-CN" b="1">
                <a:solidFill>
                  <a:srgbClr val="FF6600"/>
                </a:solidFill>
                <a:latin typeface="Times New Roman" panose="02020603050405020304" pitchFamily="18" charset="0"/>
              </a:rPr>
              <a:t>r</a:t>
            </a:r>
            <a:endParaRPr lang="en-US" altLang="zh-CN" b="1" i="0">
              <a:solidFill>
                <a:srgbClr val="FF6600"/>
              </a:solidFill>
              <a:latin typeface="Times New Roman" panose="02020603050405020304" pitchFamily="18" charset="0"/>
            </a:endParaRPr>
          </a:p>
        </p:txBody>
      </p:sp>
      <p:graphicFrame>
        <p:nvGraphicFramePr>
          <p:cNvPr id="208902" name="Object 6"/>
          <p:cNvGraphicFramePr>
            <a:graphicFrameLocks noChangeAspect="1"/>
          </p:cNvGraphicFramePr>
          <p:nvPr/>
        </p:nvGraphicFramePr>
        <p:xfrm>
          <a:off x="2546350" y="2044700"/>
          <a:ext cx="1346200" cy="731838"/>
        </p:xfrm>
        <a:graphic>
          <a:graphicData uri="http://schemas.openxmlformats.org/presentationml/2006/ole">
            <mc:AlternateContent xmlns:mc="http://schemas.openxmlformats.org/markup-compatibility/2006">
              <mc:Choice xmlns:v="urn:schemas-microsoft-com:vml" Requires="v">
                <p:oleObj spid="_x0000_s41985" name="公式" r:id="rId1" imgW="17983200" imgH="9753600" progId="Equation.3">
                  <p:embed/>
                </p:oleObj>
              </mc:Choice>
              <mc:Fallback>
                <p:oleObj name="公式" r:id="rId1" imgW="17983200" imgH="9753600" progId="Equation.3">
                  <p:embed/>
                  <p:pic>
                    <p:nvPicPr>
                      <p:cNvPr id="0" name="Object 6"/>
                      <p:cNvPicPr>
                        <a:picLocks noChangeAspect="1"/>
                      </p:cNvPicPr>
                      <p:nvPr/>
                    </p:nvPicPr>
                    <p:blipFill>
                      <a:blip r:embed="rId2"/>
                      <a:stretch>
                        <a:fillRect/>
                      </a:stretch>
                    </p:blipFill>
                    <p:spPr>
                      <a:xfrm>
                        <a:off x="2546350" y="2044700"/>
                        <a:ext cx="1346200" cy="731838"/>
                      </a:xfrm>
                      <a:prstGeom prst="rect">
                        <a:avLst/>
                      </a:prstGeom>
                      <a:noFill/>
                      <a:ln w="9525">
                        <a:noFill/>
                      </a:ln>
                    </p:spPr>
                  </p:pic>
                </p:oleObj>
              </mc:Fallback>
            </mc:AlternateContent>
          </a:graphicData>
        </a:graphic>
      </p:graphicFrame>
      <p:graphicFrame>
        <p:nvGraphicFramePr>
          <p:cNvPr id="208903" name="Object 7"/>
          <p:cNvGraphicFramePr>
            <a:graphicFrameLocks noChangeAspect="1"/>
          </p:cNvGraphicFramePr>
          <p:nvPr/>
        </p:nvGraphicFramePr>
        <p:xfrm>
          <a:off x="1657350" y="2868613"/>
          <a:ext cx="3446463" cy="730250"/>
        </p:xfrm>
        <a:graphic>
          <a:graphicData uri="http://schemas.openxmlformats.org/presentationml/2006/ole">
            <mc:AlternateContent xmlns:mc="http://schemas.openxmlformats.org/markup-compatibility/2006">
              <mc:Choice xmlns:v="urn:schemas-microsoft-com:vml" Requires="v">
                <p:oleObj spid="_x0000_s41987" name="公式" r:id="rId3" imgW="46024800" imgH="9753600" progId="Equation.3">
                  <p:embed/>
                </p:oleObj>
              </mc:Choice>
              <mc:Fallback>
                <p:oleObj name="公式" r:id="rId3" imgW="46024800" imgH="9753600" progId="Equation.3">
                  <p:embed/>
                  <p:pic>
                    <p:nvPicPr>
                      <p:cNvPr id="0" name="Object 7"/>
                      <p:cNvPicPr>
                        <a:picLocks noChangeAspect="1"/>
                      </p:cNvPicPr>
                      <p:nvPr/>
                    </p:nvPicPr>
                    <p:blipFill>
                      <a:blip r:embed="rId4"/>
                      <a:stretch>
                        <a:fillRect/>
                      </a:stretch>
                    </p:blipFill>
                    <p:spPr>
                      <a:xfrm>
                        <a:off x="1657350" y="2868613"/>
                        <a:ext cx="3446463" cy="730250"/>
                      </a:xfrm>
                      <a:prstGeom prst="rect">
                        <a:avLst/>
                      </a:prstGeom>
                      <a:noFill/>
                      <a:ln w="9525">
                        <a:noFill/>
                      </a:ln>
                    </p:spPr>
                  </p:pic>
                </p:oleObj>
              </mc:Fallback>
            </mc:AlternateContent>
          </a:graphicData>
        </a:graphic>
      </p:graphicFrame>
      <p:sp>
        <p:nvSpPr>
          <p:cNvPr id="208904" name="Oval 8"/>
          <p:cNvSpPr>
            <a:spLocks noChangeArrowheads="1"/>
          </p:cNvSpPr>
          <p:nvPr/>
        </p:nvSpPr>
        <p:spPr bwMode="auto">
          <a:xfrm>
            <a:off x="5967413" y="1628775"/>
            <a:ext cx="1601787" cy="1600200"/>
          </a:xfrm>
          <a:prstGeom prst="ellipse">
            <a:avLst/>
          </a:prstGeom>
          <a:gradFill rotWithShape="0">
            <a:gsLst>
              <a:gs pos="0">
                <a:srgbClr val="FFFF00"/>
              </a:gs>
              <a:gs pos="100000">
                <a:srgbClr val="FF0000"/>
              </a:gs>
            </a:gsLst>
            <a:path path="shape">
              <a:fillToRect l="50000" t="50000" r="50000" b="50000"/>
            </a:path>
          </a:gradFill>
          <a:ln w="9525">
            <a:noFill/>
            <a:round/>
          </a:ln>
        </p:spPr>
        <p:txBody>
          <a:bodyPr wrap="none" anchor="ctr"/>
          <a:lstStyle/>
          <a:p>
            <a:endParaRPr lang="zh-CN" altLang="zh-CN" i="0">
              <a:latin typeface="Times New Roman" panose="02020603050405020304" pitchFamily="18" charset="0"/>
            </a:endParaRPr>
          </a:p>
        </p:txBody>
      </p:sp>
      <p:sp>
        <p:nvSpPr>
          <p:cNvPr id="208905" name="Text Box 9"/>
          <p:cNvSpPr txBox="1">
            <a:spLocks noChangeArrowheads="1"/>
          </p:cNvSpPr>
          <p:nvPr/>
        </p:nvSpPr>
        <p:spPr bwMode="auto">
          <a:xfrm>
            <a:off x="7288213" y="2897188"/>
            <a:ext cx="623887" cy="457200"/>
          </a:xfrm>
          <a:prstGeom prst="rect">
            <a:avLst/>
          </a:prstGeom>
          <a:noFill/>
          <a:ln w="9525">
            <a:noFill/>
            <a:miter lim="800000"/>
          </a:ln>
        </p:spPr>
        <p:txBody>
          <a:bodyPr>
            <a:spAutoFit/>
          </a:bodyPr>
          <a:lstStyle/>
          <a:p>
            <a:pPr algn="l"/>
            <a:r>
              <a:rPr lang="en-US" altLang="zh-CN" b="1">
                <a:solidFill>
                  <a:srgbClr val="FF0000"/>
                </a:solidFill>
                <a:latin typeface="Times New Roman" panose="02020603050405020304" pitchFamily="18" charset="0"/>
              </a:rPr>
              <a:t>M</a:t>
            </a:r>
            <a:endParaRPr lang="en-US" altLang="zh-CN" b="1">
              <a:solidFill>
                <a:srgbClr val="FF0000"/>
              </a:solidFill>
              <a:latin typeface="Times New Roman" panose="02020603050405020304" pitchFamily="18" charset="0"/>
            </a:endParaRPr>
          </a:p>
        </p:txBody>
      </p:sp>
      <p:sp>
        <p:nvSpPr>
          <p:cNvPr id="208906" name="Line 10"/>
          <p:cNvSpPr>
            <a:spLocks noChangeShapeType="1"/>
          </p:cNvSpPr>
          <p:nvPr/>
        </p:nvSpPr>
        <p:spPr bwMode="auto">
          <a:xfrm flipV="1">
            <a:off x="6767513" y="1839913"/>
            <a:ext cx="568325" cy="568325"/>
          </a:xfrm>
          <a:prstGeom prst="line">
            <a:avLst/>
          </a:prstGeom>
          <a:noFill/>
          <a:ln w="28575">
            <a:solidFill>
              <a:srgbClr val="0066FF"/>
            </a:solidFill>
            <a:round/>
            <a:tailEnd type="triangle" w="med" len="lg"/>
          </a:ln>
        </p:spPr>
        <p:txBody>
          <a:bodyPr/>
          <a:lstStyle/>
          <a:p>
            <a:endParaRPr lang="zh-CN" altLang="en-US"/>
          </a:p>
        </p:txBody>
      </p:sp>
      <p:sp>
        <p:nvSpPr>
          <p:cNvPr id="208907" name="Text Box 11"/>
          <p:cNvSpPr txBox="1">
            <a:spLocks noChangeArrowheads="1"/>
          </p:cNvSpPr>
          <p:nvPr/>
        </p:nvSpPr>
        <p:spPr bwMode="auto">
          <a:xfrm>
            <a:off x="6702425" y="1800225"/>
            <a:ext cx="457200" cy="457200"/>
          </a:xfrm>
          <a:prstGeom prst="rect">
            <a:avLst/>
          </a:prstGeom>
          <a:noFill/>
          <a:ln w="9525">
            <a:noFill/>
            <a:miter lim="800000"/>
          </a:ln>
        </p:spPr>
        <p:txBody>
          <a:bodyPr>
            <a:spAutoFit/>
          </a:bodyPr>
          <a:lstStyle/>
          <a:p>
            <a:pPr algn="l"/>
            <a:r>
              <a:rPr lang="en-US" altLang="zh-CN" b="1">
                <a:solidFill>
                  <a:srgbClr val="006699"/>
                </a:solidFill>
                <a:latin typeface="Times New Roman" panose="02020603050405020304" pitchFamily="18" charset="0"/>
              </a:rPr>
              <a:t>R</a:t>
            </a:r>
            <a:endParaRPr lang="en-US" altLang="zh-CN" b="1">
              <a:solidFill>
                <a:srgbClr val="006699"/>
              </a:solidFill>
              <a:latin typeface="Times New Roman" panose="02020603050405020304" pitchFamily="18" charset="0"/>
            </a:endParaRPr>
          </a:p>
        </p:txBody>
      </p:sp>
      <p:sp>
        <p:nvSpPr>
          <p:cNvPr id="208908" name="Line 12"/>
          <p:cNvSpPr>
            <a:spLocks noChangeShapeType="1"/>
          </p:cNvSpPr>
          <p:nvPr/>
        </p:nvSpPr>
        <p:spPr bwMode="auto">
          <a:xfrm>
            <a:off x="6769100" y="2408238"/>
            <a:ext cx="1887538" cy="0"/>
          </a:xfrm>
          <a:prstGeom prst="line">
            <a:avLst/>
          </a:prstGeom>
          <a:noFill/>
          <a:ln w="28575">
            <a:solidFill>
              <a:srgbClr val="008000"/>
            </a:solidFill>
            <a:round/>
            <a:tailEnd type="triangle" w="med" len="lg"/>
          </a:ln>
        </p:spPr>
        <p:txBody>
          <a:bodyPr/>
          <a:lstStyle/>
          <a:p>
            <a:endParaRPr lang="zh-CN" altLang="en-US"/>
          </a:p>
        </p:txBody>
      </p:sp>
      <p:sp>
        <p:nvSpPr>
          <p:cNvPr id="208909" name="Text Box 13"/>
          <p:cNvSpPr txBox="1">
            <a:spLocks noChangeArrowheads="1"/>
          </p:cNvSpPr>
          <p:nvPr/>
        </p:nvSpPr>
        <p:spPr bwMode="auto">
          <a:xfrm>
            <a:off x="8412163" y="2406650"/>
            <a:ext cx="303212" cy="457200"/>
          </a:xfrm>
          <a:prstGeom prst="rect">
            <a:avLst/>
          </a:prstGeom>
          <a:noFill/>
          <a:ln w="9525">
            <a:noFill/>
            <a:miter lim="800000"/>
          </a:ln>
        </p:spPr>
        <p:txBody>
          <a:bodyPr wrap="none">
            <a:spAutoFit/>
          </a:bodyPr>
          <a:lstStyle/>
          <a:p>
            <a:pPr algn="l"/>
            <a:r>
              <a:rPr lang="en-US" altLang="zh-CN" b="1">
                <a:solidFill>
                  <a:srgbClr val="008000"/>
                </a:solidFill>
                <a:latin typeface="Times New Roman" panose="02020603050405020304" pitchFamily="18" charset="0"/>
              </a:rPr>
              <a:t>r</a:t>
            </a:r>
            <a:endParaRPr lang="en-US" altLang="zh-CN" b="1">
              <a:solidFill>
                <a:srgbClr val="008000"/>
              </a:solidFill>
              <a:latin typeface="Times New Roman" panose="02020603050405020304" pitchFamily="18" charset="0"/>
            </a:endParaRPr>
          </a:p>
        </p:txBody>
      </p:sp>
      <p:sp>
        <p:nvSpPr>
          <p:cNvPr id="208910" name="Oval 14"/>
          <p:cNvSpPr>
            <a:spLocks noChangeArrowheads="1"/>
          </p:cNvSpPr>
          <p:nvPr/>
        </p:nvSpPr>
        <p:spPr bwMode="auto">
          <a:xfrm>
            <a:off x="8201025" y="2312988"/>
            <a:ext cx="196850" cy="196850"/>
          </a:xfrm>
          <a:prstGeom prst="ellipse">
            <a:avLst/>
          </a:prstGeom>
          <a:gradFill rotWithShape="1">
            <a:gsLst>
              <a:gs pos="0">
                <a:srgbClr val="0099FF"/>
              </a:gs>
              <a:gs pos="100000">
                <a:srgbClr val="004776"/>
              </a:gs>
            </a:gsLst>
            <a:path path="shape">
              <a:fillToRect l="50000" t="50000" r="50000" b="50000"/>
            </a:path>
          </a:gradFill>
          <a:ln w="9525">
            <a:noFill/>
            <a:round/>
          </a:ln>
        </p:spPr>
        <p:txBody>
          <a:bodyPr wrap="none" anchor="ctr"/>
          <a:lstStyle/>
          <a:p>
            <a:endParaRPr lang="zh-CN" altLang="en-US"/>
          </a:p>
        </p:txBody>
      </p:sp>
      <p:sp>
        <p:nvSpPr>
          <p:cNvPr id="208911" name="Text Box 15"/>
          <p:cNvSpPr txBox="1">
            <a:spLocks noChangeArrowheads="1"/>
          </p:cNvSpPr>
          <p:nvPr/>
        </p:nvSpPr>
        <p:spPr bwMode="auto">
          <a:xfrm>
            <a:off x="8093075" y="1857375"/>
            <a:ext cx="625475" cy="457200"/>
          </a:xfrm>
          <a:prstGeom prst="rect">
            <a:avLst/>
          </a:prstGeom>
          <a:noFill/>
          <a:ln w="9525">
            <a:noFill/>
            <a:miter lim="800000"/>
          </a:ln>
        </p:spPr>
        <p:txBody>
          <a:bodyPr>
            <a:spAutoFit/>
          </a:bodyPr>
          <a:lstStyle/>
          <a:p>
            <a:pPr algn="l"/>
            <a:r>
              <a:rPr lang="en-US" altLang="zh-CN" b="1">
                <a:solidFill>
                  <a:schemeClr val="accent2"/>
                </a:solidFill>
                <a:latin typeface="Times New Roman" panose="02020603050405020304" pitchFamily="18" charset="0"/>
              </a:rPr>
              <a:t>m</a:t>
            </a:r>
            <a:endParaRPr lang="en-US" altLang="zh-CN" b="1">
              <a:solidFill>
                <a:schemeClr val="accent2"/>
              </a:solidFill>
              <a:latin typeface="Times New Roman" panose="02020603050405020304" pitchFamily="18" charset="0"/>
            </a:endParaRPr>
          </a:p>
        </p:txBody>
      </p:sp>
      <p:sp>
        <p:nvSpPr>
          <p:cNvPr id="208912" name="Text Box 16"/>
          <p:cNvSpPr txBox="1">
            <a:spLocks noChangeArrowheads="1"/>
          </p:cNvSpPr>
          <p:nvPr/>
        </p:nvSpPr>
        <p:spPr bwMode="auto">
          <a:xfrm>
            <a:off x="6477000" y="2328863"/>
            <a:ext cx="404813" cy="457200"/>
          </a:xfrm>
          <a:prstGeom prst="rect">
            <a:avLst/>
          </a:prstGeom>
          <a:noFill/>
          <a:ln w="9525">
            <a:noFill/>
            <a:miter lim="800000"/>
          </a:ln>
        </p:spPr>
        <p:txBody>
          <a:bodyPr wrap="none">
            <a:spAutoFit/>
          </a:bodyPr>
          <a:lstStyle/>
          <a:p>
            <a:r>
              <a:rPr lang="en-US" altLang="zh-CN" b="1">
                <a:solidFill>
                  <a:srgbClr val="006699"/>
                </a:solidFill>
                <a:latin typeface="Times New Roman" panose="02020603050405020304" pitchFamily="18" charset="0"/>
              </a:rPr>
              <a:t>O</a:t>
            </a:r>
            <a:endParaRPr lang="en-US" altLang="zh-CN" b="1">
              <a:solidFill>
                <a:srgbClr val="006699"/>
              </a:solidFill>
              <a:latin typeface="Times New Roman" panose="02020603050405020304" pitchFamily="18" charset="0"/>
            </a:endParaRPr>
          </a:p>
        </p:txBody>
      </p:sp>
      <p:sp>
        <p:nvSpPr>
          <p:cNvPr id="208913" name="Text Box 17"/>
          <p:cNvSpPr txBox="1">
            <a:spLocks noChangeArrowheads="1"/>
          </p:cNvSpPr>
          <p:nvPr/>
        </p:nvSpPr>
        <p:spPr bwMode="auto">
          <a:xfrm>
            <a:off x="727075" y="3600450"/>
            <a:ext cx="6480175" cy="506413"/>
          </a:xfrm>
          <a:prstGeom prst="rect">
            <a:avLst/>
          </a:prstGeom>
          <a:noFill/>
          <a:ln w="9525">
            <a:noFill/>
            <a:miter lim="800000"/>
          </a:ln>
        </p:spPr>
        <p:txBody>
          <a:bodyPr>
            <a:spAutoFit/>
          </a:bodyPr>
          <a:lstStyle/>
          <a:p>
            <a:pPr marL="384175" indent="-384175" algn="l">
              <a:lnSpc>
                <a:spcPct val="125000"/>
              </a:lnSpc>
            </a:pPr>
            <a:r>
              <a:rPr lang="zh-CN" altLang="en-US" b="1" i="0">
                <a:solidFill>
                  <a:schemeClr val="bg1"/>
                </a:solidFill>
                <a:latin typeface="Times New Roman" panose="02020603050405020304" pitchFamily="18" charset="0"/>
              </a:rPr>
              <a:t>质点在球</a:t>
            </a:r>
            <a:r>
              <a:rPr lang="zh-CN" altLang="en-US" b="1" i="0">
                <a:solidFill>
                  <a:srgbClr val="FF6600"/>
                </a:solidFill>
                <a:latin typeface="Times New Roman" panose="02020603050405020304" pitchFamily="18" charset="0"/>
              </a:rPr>
              <a:t>内</a:t>
            </a:r>
            <a:r>
              <a:rPr lang="zh-CN" altLang="en-US" b="1" i="0">
                <a:solidFill>
                  <a:schemeClr val="bg1"/>
                </a:solidFill>
                <a:latin typeface="Times New Roman" panose="02020603050405020304" pitchFamily="18" charset="0"/>
              </a:rPr>
              <a:t>任一点</a:t>
            </a:r>
            <a:r>
              <a:rPr lang="en-US" altLang="zh-CN" b="1">
                <a:solidFill>
                  <a:srgbClr val="FF6600"/>
                </a:solidFill>
                <a:latin typeface="Times New Roman" panose="02020603050405020304" pitchFamily="18" charset="0"/>
              </a:rPr>
              <a:t>C</a:t>
            </a:r>
            <a:r>
              <a:rPr lang="zh-CN" altLang="en-US" b="1" i="0">
                <a:solidFill>
                  <a:schemeClr val="bg1"/>
                </a:solidFill>
                <a:latin typeface="Times New Roman" panose="02020603050405020304" pitchFamily="18" charset="0"/>
              </a:rPr>
              <a:t>，与球心距离为 </a:t>
            </a:r>
            <a:r>
              <a:rPr lang="en-US" altLang="zh-CN" b="1">
                <a:solidFill>
                  <a:srgbClr val="FF6600"/>
                </a:solidFill>
                <a:latin typeface="Times New Roman" panose="02020603050405020304" pitchFamily="18" charset="0"/>
              </a:rPr>
              <a:t>r</a:t>
            </a:r>
            <a:endParaRPr lang="en-US" altLang="zh-CN" b="1" i="0">
              <a:solidFill>
                <a:srgbClr val="FF6600"/>
              </a:solidFill>
              <a:latin typeface="Times New Roman" panose="02020603050405020304" pitchFamily="18" charset="0"/>
            </a:endParaRPr>
          </a:p>
        </p:txBody>
      </p:sp>
      <p:sp>
        <p:nvSpPr>
          <p:cNvPr id="208914" name="Oval 18"/>
          <p:cNvSpPr>
            <a:spLocks noChangeArrowheads="1"/>
          </p:cNvSpPr>
          <p:nvPr/>
        </p:nvSpPr>
        <p:spPr bwMode="auto">
          <a:xfrm>
            <a:off x="6213475" y="1852613"/>
            <a:ext cx="1152525" cy="1152525"/>
          </a:xfrm>
          <a:prstGeom prst="ellipse">
            <a:avLst/>
          </a:prstGeom>
          <a:noFill/>
          <a:ln w="19050" algn="ctr">
            <a:solidFill>
              <a:schemeClr val="bg1"/>
            </a:solidFill>
            <a:prstDash val="dash"/>
            <a:round/>
          </a:ln>
          <a:effectLst>
            <a:outerShdw dist="35921" dir="2700000" algn="ctr" rotWithShape="0">
              <a:schemeClr val="bg2">
                <a:alpha val="50000"/>
              </a:schemeClr>
            </a:outerShdw>
          </a:effectLst>
        </p:spPr>
        <p:txBody>
          <a:bodyPr wrap="none" tIns="0" anchor="ctr"/>
          <a:lstStyle/>
          <a:p>
            <a:pPr>
              <a:defRPr/>
            </a:pPr>
            <a:endParaRPr lang="zh-CN" altLang="en-US"/>
          </a:p>
        </p:txBody>
      </p:sp>
      <p:sp>
        <p:nvSpPr>
          <p:cNvPr id="208915" name="Oval 19"/>
          <p:cNvSpPr>
            <a:spLocks noChangeArrowheads="1"/>
          </p:cNvSpPr>
          <p:nvPr/>
        </p:nvSpPr>
        <p:spPr bwMode="auto">
          <a:xfrm>
            <a:off x="7288213" y="2292350"/>
            <a:ext cx="196850" cy="196850"/>
          </a:xfrm>
          <a:prstGeom prst="ellipse">
            <a:avLst/>
          </a:prstGeom>
          <a:gradFill rotWithShape="1">
            <a:gsLst>
              <a:gs pos="0">
                <a:srgbClr val="0099FF"/>
              </a:gs>
              <a:gs pos="100000">
                <a:srgbClr val="004776"/>
              </a:gs>
            </a:gsLst>
            <a:path path="shape">
              <a:fillToRect l="50000" t="50000" r="50000" b="50000"/>
            </a:path>
          </a:gradFill>
          <a:ln w="9525">
            <a:noFill/>
            <a:round/>
          </a:ln>
        </p:spPr>
        <p:txBody>
          <a:bodyPr wrap="none" anchor="ctr"/>
          <a:lstStyle/>
          <a:p>
            <a:endParaRPr lang="zh-CN" altLang="en-US"/>
          </a:p>
        </p:txBody>
      </p:sp>
      <p:graphicFrame>
        <p:nvGraphicFramePr>
          <p:cNvPr id="208916" name="Object 20"/>
          <p:cNvGraphicFramePr>
            <a:graphicFrameLocks noChangeAspect="1"/>
          </p:cNvGraphicFramePr>
          <p:nvPr/>
        </p:nvGraphicFramePr>
        <p:xfrm>
          <a:off x="1609725" y="4143375"/>
          <a:ext cx="1668463" cy="730250"/>
        </p:xfrm>
        <a:graphic>
          <a:graphicData uri="http://schemas.openxmlformats.org/presentationml/2006/ole">
            <mc:AlternateContent xmlns:mc="http://schemas.openxmlformats.org/markup-compatibility/2006">
              <mc:Choice xmlns:v="urn:schemas-microsoft-com:vml" Requires="v">
                <p:oleObj spid="_x0000_s41988" name="公式" r:id="rId5" imgW="22250400" imgH="9753600" progId="Equation.3">
                  <p:embed/>
                </p:oleObj>
              </mc:Choice>
              <mc:Fallback>
                <p:oleObj name="公式" r:id="rId5" imgW="22250400" imgH="9753600" progId="Equation.3">
                  <p:embed/>
                  <p:pic>
                    <p:nvPicPr>
                      <p:cNvPr id="0" name="Object 20"/>
                      <p:cNvPicPr>
                        <a:picLocks noChangeAspect="1"/>
                      </p:cNvPicPr>
                      <p:nvPr/>
                    </p:nvPicPr>
                    <p:blipFill>
                      <a:blip r:embed="rId6"/>
                      <a:stretch>
                        <a:fillRect/>
                      </a:stretch>
                    </p:blipFill>
                    <p:spPr>
                      <a:xfrm>
                        <a:off x="1609725" y="4143375"/>
                        <a:ext cx="1668463" cy="730250"/>
                      </a:xfrm>
                      <a:prstGeom prst="rect">
                        <a:avLst/>
                      </a:prstGeom>
                      <a:noFill/>
                      <a:ln w="9525">
                        <a:noFill/>
                      </a:ln>
                    </p:spPr>
                  </p:pic>
                </p:oleObj>
              </mc:Fallback>
            </mc:AlternateContent>
          </a:graphicData>
        </a:graphic>
      </p:graphicFrame>
      <p:graphicFrame>
        <p:nvGraphicFramePr>
          <p:cNvPr id="208917" name="Object 21"/>
          <p:cNvGraphicFramePr>
            <a:graphicFrameLocks noChangeAspect="1"/>
          </p:cNvGraphicFramePr>
          <p:nvPr/>
        </p:nvGraphicFramePr>
        <p:xfrm>
          <a:off x="1544638" y="4868863"/>
          <a:ext cx="4289425" cy="730250"/>
        </p:xfrm>
        <a:graphic>
          <a:graphicData uri="http://schemas.openxmlformats.org/presentationml/2006/ole">
            <mc:AlternateContent xmlns:mc="http://schemas.openxmlformats.org/markup-compatibility/2006">
              <mc:Choice xmlns:v="urn:schemas-microsoft-com:vml" Requires="v">
                <p:oleObj spid="_x0000_s41989" name="公式" r:id="rId7" imgW="57302400" imgH="9753600" progId="Equation.3">
                  <p:embed/>
                </p:oleObj>
              </mc:Choice>
              <mc:Fallback>
                <p:oleObj name="公式" r:id="rId7" imgW="57302400" imgH="9753600" progId="Equation.3">
                  <p:embed/>
                  <p:pic>
                    <p:nvPicPr>
                      <p:cNvPr id="0" name="Object 21"/>
                      <p:cNvPicPr>
                        <a:picLocks noChangeAspect="1"/>
                      </p:cNvPicPr>
                      <p:nvPr/>
                    </p:nvPicPr>
                    <p:blipFill>
                      <a:blip r:embed="rId8"/>
                      <a:stretch>
                        <a:fillRect/>
                      </a:stretch>
                    </p:blipFill>
                    <p:spPr>
                      <a:xfrm>
                        <a:off x="1544638" y="4868863"/>
                        <a:ext cx="4289425" cy="730250"/>
                      </a:xfrm>
                      <a:prstGeom prst="rect">
                        <a:avLst/>
                      </a:prstGeom>
                      <a:noFill/>
                      <a:ln w="9525">
                        <a:noFill/>
                      </a:ln>
                    </p:spPr>
                  </p:pic>
                </p:oleObj>
              </mc:Fallback>
            </mc:AlternateContent>
          </a:graphicData>
        </a:graphic>
      </p:graphicFrame>
      <p:graphicFrame>
        <p:nvGraphicFramePr>
          <p:cNvPr id="208918" name="Object 22"/>
          <p:cNvGraphicFramePr>
            <a:graphicFrameLocks noChangeAspect="1"/>
          </p:cNvGraphicFramePr>
          <p:nvPr/>
        </p:nvGraphicFramePr>
        <p:xfrm>
          <a:off x="1893888" y="5678488"/>
          <a:ext cx="3470275" cy="730250"/>
        </p:xfrm>
        <a:graphic>
          <a:graphicData uri="http://schemas.openxmlformats.org/presentationml/2006/ole">
            <mc:AlternateContent xmlns:mc="http://schemas.openxmlformats.org/markup-compatibility/2006">
              <mc:Choice xmlns:v="urn:schemas-microsoft-com:vml" Requires="v">
                <p:oleObj spid="_x0000_s41990" name="公式" r:id="rId9" imgW="46329600" imgH="9753600" progId="Equation.3">
                  <p:embed/>
                </p:oleObj>
              </mc:Choice>
              <mc:Fallback>
                <p:oleObj name="公式" r:id="rId9" imgW="46329600" imgH="9753600" progId="Equation.3">
                  <p:embed/>
                  <p:pic>
                    <p:nvPicPr>
                      <p:cNvPr id="0" name="Object 22"/>
                      <p:cNvPicPr>
                        <a:picLocks noChangeAspect="1"/>
                      </p:cNvPicPr>
                      <p:nvPr/>
                    </p:nvPicPr>
                    <p:blipFill>
                      <a:blip r:embed="rId10"/>
                      <a:stretch>
                        <a:fillRect/>
                      </a:stretch>
                    </p:blipFill>
                    <p:spPr>
                      <a:xfrm>
                        <a:off x="1893888" y="5678488"/>
                        <a:ext cx="3470275" cy="730250"/>
                      </a:xfrm>
                      <a:prstGeom prst="rect">
                        <a:avLst/>
                      </a:prstGeom>
                      <a:noFill/>
                      <a:ln w="9525">
                        <a:noFill/>
                      </a:ln>
                    </p:spPr>
                  </p:pic>
                </p:oleObj>
              </mc:Fallback>
            </mc:AlternateContent>
          </a:graphicData>
        </a:graphic>
      </p:graphicFrame>
      <p:graphicFrame>
        <p:nvGraphicFramePr>
          <p:cNvPr id="208919" name="Object 23"/>
          <p:cNvGraphicFramePr>
            <a:graphicFrameLocks noChangeAspect="1"/>
          </p:cNvGraphicFramePr>
          <p:nvPr/>
        </p:nvGraphicFramePr>
        <p:xfrm>
          <a:off x="5538788" y="5634038"/>
          <a:ext cx="2332037" cy="755650"/>
        </p:xfrm>
        <a:graphic>
          <a:graphicData uri="http://schemas.openxmlformats.org/presentationml/2006/ole">
            <mc:AlternateContent xmlns:mc="http://schemas.openxmlformats.org/markup-compatibility/2006">
              <mc:Choice xmlns:v="urn:schemas-microsoft-com:vml" Requires="v">
                <p:oleObj spid="_x0000_s41991" name="公式" r:id="rId11" imgW="31089600" imgH="10058400" progId="Equation.3">
                  <p:embed/>
                </p:oleObj>
              </mc:Choice>
              <mc:Fallback>
                <p:oleObj name="公式" r:id="rId11" imgW="31089600" imgH="10058400" progId="Equation.3">
                  <p:embed/>
                  <p:pic>
                    <p:nvPicPr>
                      <p:cNvPr id="0" name="Object 23"/>
                      <p:cNvPicPr>
                        <a:picLocks noChangeAspect="1"/>
                      </p:cNvPicPr>
                      <p:nvPr/>
                    </p:nvPicPr>
                    <p:blipFill>
                      <a:blip r:embed="rId12"/>
                      <a:stretch>
                        <a:fillRect/>
                      </a:stretch>
                    </p:blipFill>
                    <p:spPr>
                      <a:xfrm>
                        <a:off x="5538788" y="5634038"/>
                        <a:ext cx="2332037" cy="7556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8898"/>
                                        </p:tgtEl>
                                        <p:attrNameLst>
                                          <p:attrName>style.visibility</p:attrName>
                                        </p:attrNameLst>
                                      </p:cBhvr>
                                      <p:to>
                                        <p:strVal val="visible"/>
                                      </p:to>
                                    </p:set>
                                    <p:animEffect transition="in" filter="wipe(left)">
                                      <p:cBhvr>
                                        <p:cTn id="7" dur="500"/>
                                        <p:tgtEl>
                                          <p:spTgt spid="2088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8899"/>
                                        </p:tgtEl>
                                        <p:attrNameLst>
                                          <p:attrName>style.visibility</p:attrName>
                                        </p:attrNameLst>
                                      </p:cBhvr>
                                      <p:to>
                                        <p:strVal val="visible"/>
                                      </p:to>
                                    </p:set>
                                    <p:animEffect transition="in" filter="wipe(left)">
                                      <p:cBhvr>
                                        <p:cTn id="12" dur="500"/>
                                        <p:tgtEl>
                                          <p:spTgt spid="20889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8900"/>
                                        </p:tgtEl>
                                        <p:attrNameLst>
                                          <p:attrName>style.visibility</p:attrName>
                                        </p:attrNameLst>
                                      </p:cBhvr>
                                      <p:to>
                                        <p:strVal val="visible"/>
                                      </p:to>
                                    </p:set>
                                    <p:animEffect transition="in" filter="wipe(left)">
                                      <p:cBhvr>
                                        <p:cTn id="17" dur="500"/>
                                        <p:tgtEl>
                                          <p:spTgt spid="20890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08901"/>
                                        </p:tgtEl>
                                        <p:attrNameLst>
                                          <p:attrName>style.visibility</p:attrName>
                                        </p:attrNameLst>
                                      </p:cBhvr>
                                      <p:to>
                                        <p:strVal val="visible"/>
                                      </p:to>
                                    </p:set>
                                    <p:animEffect transition="in" filter="wipe(left)">
                                      <p:cBhvr>
                                        <p:cTn id="22" dur="500"/>
                                        <p:tgtEl>
                                          <p:spTgt spid="20890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208904"/>
                                        </p:tgtEl>
                                        <p:attrNameLst>
                                          <p:attrName>style.visibility</p:attrName>
                                        </p:attrNameLst>
                                      </p:cBhvr>
                                      <p:to>
                                        <p:strVal val="visible"/>
                                      </p:to>
                                    </p:set>
                                    <p:animEffect transition="in" filter="box(out)">
                                      <p:cBhvr>
                                        <p:cTn id="27" dur="500"/>
                                        <p:tgtEl>
                                          <p:spTgt spid="208904"/>
                                        </p:tgtEl>
                                      </p:cBhvr>
                                    </p:animEffect>
                                  </p:childTnLst>
                                </p:cTn>
                              </p:par>
                            </p:childTnLst>
                          </p:cTn>
                        </p:par>
                        <p:par>
                          <p:cTn id="28" fill="hold">
                            <p:stCondLst>
                              <p:cond delay="500"/>
                            </p:stCondLst>
                            <p:childTnLst>
                              <p:par>
                                <p:cTn id="29" presetID="1" presetClass="entr" presetSubtype="0" fill="hold" grpId="0" nodeType="afterEffect">
                                  <p:stCondLst>
                                    <p:cond delay="0"/>
                                  </p:stCondLst>
                                  <p:childTnLst>
                                    <p:set>
                                      <p:cBhvr>
                                        <p:cTn id="30" dur="1" fill="hold">
                                          <p:stCondLst>
                                            <p:cond delay="499"/>
                                          </p:stCondLst>
                                        </p:cTn>
                                        <p:tgtEl>
                                          <p:spTgt spid="2089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08906"/>
                                        </p:tgtEl>
                                        <p:attrNameLst>
                                          <p:attrName>style.visibility</p:attrName>
                                        </p:attrNameLst>
                                      </p:cBhvr>
                                      <p:to>
                                        <p:strVal val="visible"/>
                                      </p:to>
                                    </p:set>
                                    <p:animEffect transition="in" filter="wipe(down)">
                                      <p:cBhvr>
                                        <p:cTn id="35" dur="500"/>
                                        <p:tgtEl>
                                          <p:spTgt spid="208906"/>
                                        </p:tgtEl>
                                      </p:cBhvr>
                                    </p:animEffect>
                                  </p:childTnLst>
                                </p:cTn>
                              </p:par>
                            </p:childTnLst>
                          </p:cTn>
                        </p:par>
                        <p:par>
                          <p:cTn id="36" fill="hold">
                            <p:stCondLst>
                              <p:cond delay="500"/>
                            </p:stCondLst>
                            <p:childTnLst>
                              <p:par>
                                <p:cTn id="37" presetID="1" presetClass="entr" presetSubtype="0" fill="hold" grpId="0" nodeType="afterEffect">
                                  <p:stCondLst>
                                    <p:cond delay="0"/>
                                  </p:stCondLst>
                                  <p:childTnLst>
                                    <p:set>
                                      <p:cBhvr>
                                        <p:cTn id="38" dur="1" fill="hold">
                                          <p:stCondLst>
                                            <p:cond delay="499"/>
                                          </p:stCondLst>
                                        </p:cTn>
                                        <p:tgtEl>
                                          <p:spTgt spid="20890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08908"/>
                                        </p:tgtEl>
                                        <p:attrNameLst>
                                          <p:attrName>style.visibility</p:attrName>
                                        </p:attrNameLst>
                                      </p:cBhvr>
                                      <p:to>
                                        <p:strVal val="visible"/>
                                      </p:to>
                                    </p:set>
                                    <p:animEffect transition="in" filter="wipe(left)">
                                      <p:cBhvr>
                                        <p:cTn id="43" dur="500"/>
                                        <p:tgtEl>
                                          <p:spTgt spid="208908"/>
                                        </p:tgtEl>
                                      </p:cBhvr>
                                    </p:animEffect>
                                  </p:childTnLst>
                                </p:cTn>
                              </p:par>
                            </p:childTnLst>
                          </p:cTn>
                        </p:par>
                        <p:par>
                          <p:cTn id="44" fill="hold">
                            <p:stCondLst>
                              <p:cond delay="500"/>
                            </p:stCondLst>
                            <p:childTnLst>
                              <p:par>
                                <p:cTn id="45" presetID="1" presetClass="entr" presetSubtype="0" fill="hold" grpId="0" nodeType="afterEffect">
                                  <p:stCondLst>
                                    <p:cond delay="0"/>
                                  </p:stCondLst>
                                  <p:childTnLst>
                                    <p:set>
                                      <p:cBhvr>
                                        <p:cTn id="46" dur="1" fill="hold">
                                          <p:stCondLst>
                                            <p:cond delay="499"/>
                                          </p:stCondLst>
                                        </p:cTn>
                                        <p:tgtEl>
                                          <p:spTgt spid="208912"/>
                                        </p:tgtEl>
                                        <p:attrNameLst>
                                          <p:attrName>style.visibility</p:attrName>
                                        </p:attrNameLst>
                                      </p:cBhvr>
                                      <p:to>
                                        <p:strVal val="visible"/>
                                      </p:to>
                                    </p:set>
                                  </p:childTnLst>
                                </p:cTn>
                              </p:par>
                            </p:childTnLst>
                          </p:cTn>
                        </p:par>
                        <p:par>
                          <p:cTn id="47" fill="hold">
                            <p:stCondLst>
                              <p:cond delay="1000"/>
                            </p:stCondLst>
                            <p:childTnLst>
                              <p:par>
                                <p:cTn id="48" presetID="1" presetClass="entr" presetSubtype="0" fill="hold" grpId="0" nodeType="afterEffect">
                                  <p:stCondLst>
                                    <p:cond delay="0"/>
                                  </p:stCondLst>
                                  <p:childTnLst>
                                    <p:set>
                                      <p:cBhvr>
                                        <p:cTn id="49" dur="1" fill="hold">
                                          <p:stCondLst>
                                            <p:cond delay="499"/>
                                          </p:stCondLst>
                                        </p:cTn>
                                        <p:tgtEl>
                                          <p:spTgt spid="20890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499"/>
                                          </p:stCondLst>
                                        </p:cTn>
                                        <p:tgtEl>
                                          <p:spTgt spid="208910"/>
                                        </p:tgtEl>
                                        <p:attrNameLst>
                                          <p:attrName>style.visibility</p:attrName>
                                        </p:attrNameLst>
                                      </p:cBhvr>
                                      <p:to>
                                        <p:strVal val="visible"/>
                                      </p:to>
                                    </p:se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499"/>
                                          </p:stCondLst>
                                        </p:cTn>
                                        <p:tgtEl>
                                          <p:spTgt spid="20891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nodeType="clickEffect">
                                  <p:stCondLst>
                                    <p:cond delay="0"/>
                                  </p:stCondLst>
                                  <p:childTnLst>
                                    <p:set>
                                      <p:cBhvr>
                                        <p:cTn id="60" dur="1" fill="hold">
                                          <p:stCondLst>
                                            <p:cond delay="0"/>
                                          </p:stCondLst>
                                        </p:cTn>
                                        <p:tgtEl>
                                          <p:spTgt spid="208902"/>
                                        </p:tgtEl>
                                        <p:attrNameLst>
                                          <p:attrName>style.visibility</p:attrName>
                                        </p:attrNameLst>
                                      </p:cBhvr>
                                      <p:to>
                                        <p:strVal val="visible"/>
                                      </p:to>
                                    </p:set>
                                    <p:animEffect transition="in" filter="wipe(left)">
                                      <p:cBhvr>
                                        <p:cTn id="61" dur="500"/>
                                        <p:tgtEl>
                                          <p:spTgt spid="20890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08903"/>
                                        </p:tgtEl>
                                        <p:attrNameLst>
                                          <p:attrName>style.visibility</p:attrName>
                                        </p:attrNameLst>
                                      </p:cBhvr>
                                      <p:to>
                                        <p:strVal val="visible"/>
                                      </p:to>
                                    </p:set>
                                    <p:animEffect transition="in" filter="wipe(left)">
                                      <p:cBhvr>
                                        <p:cTn id="66" dur="500"/>
                                        <p:tgtEl>
                                          <p:spTgt spid="20890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8913"/>
                                        </p:tgtEl>
                                        <p:attrNameLst>
                                          <p:attrName>style.visibility</p:attrName>
                                        </p:attrNameLst>
                                      </p:cBhvr>
                                      <p:to>
                                        <p:strVal val="visible"/>
                                      </p:to>
                                    </p:set>
                                    <p:animEffect transition="in" filter="wipe(left)">
                                      <p:cBhvr>
                                        <p:cTn id="71" dur="500"/>
                                        <p:tgtEl>
                                          <p:spTgt spid="208913"/>
                                        </p:tgtEl>
                                      </p:cBhvr>
                                    </p:animEffect>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208914"/>
                                        </p:tgtEl>
                                        <p:attrNameLst>
                                          <p:attrName>style.visibility</p:attrName>
                                        </p:attrNameLst>
                                      </p:cBhvr>
                                      <p:to>
                                        <p:strVal val="visible"/>
                                      </p:to>
                                    </p:set>
                                    <p:animEffect transition="in" filter="box(in)">
                                      <p:cBhvr>
                                        <p:cTn id="76" dur="3000"/>
                                        <p:tgtEl>
                                          <p:spTgt spid="208914"/>
                                        </p:tgtEl>
                                      </p:cBhvr>
                                    </p:animEffec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20891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nodeType="clickEffect">
                                  <p:stCondLst>
                                    <p:cond delay="0"/>
                                  </p:stCondLst>
                                  <p:childTnLst>
                                    <p:set>
                                      <p:cBhvr>
                                        <p:cTn id="84" dur="1" fill="hold">
                                          <p:stCondLst>
                                            <p:cond delay="0"/>
                                          </p:stCondLst>
                                        </p:cTn>
                                        <p:tgtEl>
                                          <p:spTgt spid="208916"/>
                                        </p:tgtEl>
                                        <p:attrNameLst>
                                          <p:attrName>style.visibility</p:attrName>
                                        </p:attrNameLst>
                                      </p:cBhvr>
                                      <p:to>
                                        <p:strVal val="visible"/>
                                      </p:to>
                                    </p:set>
                                    <p:animEffect transition="in" filter="wipe(left)">
                                      <p:cBhvr>
                                        <p:cTn id="85" dur="500"/>
                                        <p:tgtEl>
                                          <p:spTgt spid="20891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nodeType="clickEffect">
                                  <p:stCondLst>
                                    <p:cond delay="0"/>
                                  </p:stCondLst>
                                  <p:childTnLst>
                                    <p:set>
                                      <p:cBhvr>
                                        <p:cTn id="89" dur="1" fill="hold">
                                          <p:stCondLst>
                                            <p:cond delay="0"/>
                                          </p:stCondLst>
                                        </p:cTn>
                                        <p:tgtEl>
                                          <p:spTgt spid="208917"/>
                                        </p:tgtEl>
                                        <p:attrNameLst>
                                          <p:attrName>style.visibility</p:attrName>
                                        </p:attrNameLst>
                                      </p:cBhvr>
                                      <p:to>
                                        <p:strVal val="visible"/>
                                      </p:to>
                                    </p:set>
                                    <p:animEffect transition="in" filter="wipe(left)">
                                      <p:cBhvr>
                                        <p:cTn id="90" dur="500"/>
                                        <p:tgtEl>
                                          <p:spTgt spid="208917"/>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nodeType="clickEffect">
                                  <p:stCondLst>
                                    <p:cond delay="0"/>
                                  </p:stCondLst>
                                  <p:childTnLst>
                                    <p:set>
                                      <p:cBhvr>
                                        <p:cTn id="94" dur="1" fill="hold">
                                          <p:stCondLst>
                                            <p:cond delay="0"/>
                                          </p:stCondLst>
                                        </p:cTn>
                                        <p:tgtEl>
                                          <p:spTgt spid="208918"/>
                                        </p:tgtEl>
                                        <p:attrNameLst>
                                          <p:attrName>style.visibility</p:attrName>
                                        </p:attrNameLst>
                                      </p:cBhvr>
                                      <p:to>
                                        <p:strVal val="visible"/>
                                      </p:to>
                                    </p:set>
                                    <p:animEffect transition="in" filter="wipe(left)">
                                      <p:cBhvr>
                                        <p:cTn id="95" dur="500"/>
                                        <p:tgtEl>
                                          <p:spTgt spid="20891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08919"/>
                                        </p:tgtEl>
                                        <p:attrNameLst>
                                          <p:attrName>style.visibility</p:attrName>
                                        </p:attrNameLst>
                                      </p:cBhvr>
                                      <p:to>
                                        <p:strVal val="visible"/>
                                      </p:to>
                                    </p:set>
                                    <p:animEffect transition="in" filter="wipe(left)">
                                      <p:cBhvr>
                                        <p:cTn id="100" dur="500"/>
                                        <p:tgtEl>
                                          <p:spTgt spid="20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898" grpId="0" autoUpdateAnimBg="0"/>
      <p:bldP spid="208899" grpId="0" autoUpdateAnimBg="0"/>
      <p:bldP spid="208900" grpId="0" autoUpdateAnimBg="0"/>
      <p:bldP spid="208901" grpId="0" autoUpdateAnimBg="0"/>
      <p:bldP spid="208904" grpId="0" animBg="1" autoUpdateAnimBg="0"/>
      <p:bldP spid="208905" grpId="0" autoUpdateAnimBg="0"/>
      <p:bldP spid="208906" grpId="0" animBg="1"/>
      <p:bldP spid="208907" grpId="0" autoUpdateAnimBg="0"/>
      <p:bldP spid="208908" grpId="0" animBg="1"/>
      <p:bldP spid="208909" grpId="0" autoUpdateAnimBg="0"/>
      <p:bldP spid="208910" grpId="0" animBg="1"/>
      <p:bldP spid="208911" grpId="0" autoUpdateAnimBg="0"/>
      <p:bldP spid="208912" grpId="0" autoUpdateAnimBg="0"/>
      <p:bldP spid="208913" grpId="0" autoUpdateAnimBg="0"/>
      <p:bldP spid="208914" grpId="0" animBg="1"/>
      <p:bldP spid="20891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ChangeArrowheads="1"/>
          </p:cNvSpPr>
          <p:nvPr/>
        </p:nvSpPr>
        <p:spPr bwMode="auto">
          <a:xfrm>
            <a:off x="522288" y="998538"/>
            <a:ext cx="7875587" cy="533400"/>
          </a:xfrm>
          <a:prstGeom prst="rect">
            <a:avLst/>
          </a:prstGeom>
          <a:noFill/>
          <a:ln w="9525">
            <a:noFill/>
            <a:miter lim="800000"/>
          </a:ln>
        </p:spPr>
        <p:txBody>
          <a:bodyPr anchor="ctr"/>
          <a:lstStyle/>
          <a:p>
            <a:pPr algn="l">
              <a:lnSpc>
                <a:spcPct val="115000"/>
              </a:lnSpc>
            </a:pPr>
            <a:r>
              <a:rPr lang="zh-CN" altLang="en-US" b="1" i="0">
                <a:solidFill>
                  <a:srgbClr val="FF6600"/>
                </a:solidFill>
                <a:latin typeface="Times New Roman" panose="02020603050405020304" pitchFamily="18" charset="0"/>
              </a:rPr>
              <a:t>（质点的势能与位置坐标的关系可以用图线表示出来）</a:t>
            </a:r>
            <a:endParaRPr lang="zh-CN" altLang="en-US" b="1" i="0">
              <a:solidFill>
                <a:srgbClr val="FF6600"/>
              </a:solidFill>
              <a:latin typeface="Times New Roman" panose="02020603050405020304" pitchFamily="18" charset="0"/>
            </a:endParaRPr>
          </a:p>
        </p:txBody>
      </p:sp>
      <p:sp>
        <p:nvSpPr>
          <p:cNvPr id="209923" name="Text Box 3"/>
          <p:cNvSpPr txBox="1">
            <a:spLocks noChangeArrowheads="1"/>
          </p:cNvSpPr>
          <p:nvPr/>
        </p:nvSpPr>
        <p:spPr bwMode="auto">
          <a:xfrm>
            <a:off x="196850" y="458788"/>
            <a:ext cx="4419600" cy="457200"/>
          </a:xfrm>
          <a:prstGeom prst="rect">
            <a:avLst/>
          </a:prstGeom>
          <a:noFill/>
          <a:ln w="9525">
            <a:noFill/>
            <a:miter lim="800000"/>
          </a:ln>
        </p:spPr>
        <p:txBody>
          <a:bodyPr>
            <a:spAutoFit/>
          </a:bodyPr>
          <a:lstStyle/>
          <a:p>
            <a:pPr algn="l"/>
            <a:r>
              <a:rPr lang="zh-CN" altLang="en-US" b="1" i="0">
                <a:solidFill>
                  <a:schemeClr val="accent2"/>
                </a:solidFill>
                <a:latin typeface="宋体" panose="02010600030101010101" pitchFamily="2" charset="-122"/>
              </a:rPr>
              <a:t>势能曲线</a:t>
            </a:r>
            <a:endParaRPr lang="zh-CN" altLang="en-US" b="1" i="0">
              <a:solidFill>
                <a:schemeClr val="accent2"/>
              </a:solidFill>
              <a:latin typeface="宋体" panose="02010600030101010101" pitchFamily="2" charset="-122"/>
            </a:endParaRPr>
          </a:p>
        </p:txBody>
      </p:sp>
      <p:grpSp>
        <p:nvGrpSpPr>
          <p:cNvPr id="2" name="Group 4"/>
          <p:cNvGrpSpPr/>
          <p:nvPr/>
        </p:nvGrpSpPr>
        <p:grpSpPr bwMode="auto">
          <a:xfrm>
            <a:off x="684213" y="1985963"/>
            <a:ext cx="2522537" cy="1981200"/>
            <a:chOff x="518" y="288"/>
            <a:chExt cx="1589" cy="1248"/>
          </a:xfrm>
        </p:grpSpPr>
        <p:sp>
          <p:nvSpPr>
            <p:cNvPr id="43041" name="Line 5"/>
            <p:cNvSpPr>
              <a:spLocks noChangeShapeType="1"/>
            </p:cNvSpPr>
            <p:nvPr/>
          </p:nvSpPr>
          <p:spPr bwMode="auto">
            <a:xfrm>
              <a:off x="768" y="1296"/>
              <a:ext cx="1152" cy="0"/>
            </a:xfrm>
            <a:prstGeom prst="line">
              <a:avLst/>
            </a:prstGeom>
            <a:noFill/>
            <a:ln w="28575">
              <a:solidFill>
                <a:srgbClr val="0033CC"/>
              </a:solidFill>
              <a:round/>
              <a:tailEnd type="triangle" w="med" len="lg"/>
            </a:ln>
          </p:spPr>
          <p:txBody>
            <a:bodyPr/>
            <a:lstStyle/>
            <a:p>
              <a:endParaRPr lang="zh-CN" altLang="en-US"/>
            </a:p>
          </p:txBody>
        </p:sp>
        <p:sp>
          <p:nvSpPr>
            <p:cNvPr id="43042" name="Line 6"/>
            <p:cNvSpPr>
              <a:spLocks noChangeShapeType="1"/>
            </p:cNvSpPr>
            <p:nvPr/>
          </p:nvSpPr>
          <p:spPr bwMode="auto">
            <a:xfrm flipV="1">
              <a:off x="864" y="336"/>
              <a:ext cx="0" cy="1056"/>
            </a:xfrm>
            <a:prstGeom prst="line">
              <a:avLst/>
            </a:prstGeom>
            <a:noFill/>
            <a:ln w="28575">
              <a:solidFill>
                <a:srgbClr val="0033CC"/>
              </a:solidFill>
              <a:round/>
              <a:tailEnd type="triangle" w="med" len="lg"/>
            </a:ln>
          </p:spPr>
          <p:txBody>
            <a:bodyPr/>
            <a:lstStyle/>
            <a:p>
              <a:endParaRPr lang="zh-CN" altLang="en-US"/>
            </a:p>
          </p:txBody>
        </p:sp>
        <p:sp>
          <p:nvSpPr>
            <p:cNvPr id="43043" name="Text Box 7"/>
            <p:cNvSpPr txBox="1">
              <a:spLocks noChangeArrowheads="1"/>
            </p:cNvSpPr>
            <p:nvPr/>
          </p:nvSpPr>
          <p:spPr bwMode="auto">
            <a:xfrm>
              <a:off x="1916" y="1248"/>
              <a:ext cx="191"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z</a:t>
              </a:r>
              <a:endParaRPr lang="en-US" altLang="zh-CN" b="1">
                <a:solidFill>
                  <a:srgbClr val="0033CC"/>
                </a:solidFill>
                <a:latin typeface="Times New Roman" panose="02020603050405020304" pitchFamily="18" charset="0"/>
              </a:endParaRPr>
            </a:p>
          </p:txBody>
        </p:sp>
        <p:graphicFrame>
          <p:nvGraphicFramePr>
            <p:cNvPr id="43017" name="Object 8"/>
            <p:cNvGraphicFramePr/>
            <p:nvPr/>
          </p:nvGraphicFramePr>
          <p:xfrm>
            <a:off x="960" y="288"/>
            <a:ext cx="263" cy="263"/>
          </p:xfrm>
          <a:graphic>
            <a:graphicData uri="http://schemas.openxmlformats.org/presentationml/2006/ole">
              <mc:AlternateContent xmlns:mc="http://schemas.openxmlformats.org/markup-compatibility/2006">
                <mc:Choice xmlns:v="urn:schemas-microsoft-com:vml" Requires="v">
                  <p:oleObj spid="_x0000_s43009" name="Equation" r:id="rId1" imgW="10058400" imgH="10058400" progId="Equation.3">
                    <p:embed/>
                  </p:oleObj>
                </mc:Choice>
                <mc:Fallback>
                  <p:oleObj name="Equation" r:id="rId1" imgW="10058400" imgH="10058400" progId="Equation.3">
                    <p:embed/>
                    <p:pic>
                      <p:nvPicPr>
                        <p:cNvPr id="0" name="Object 8"/>
                        <p:cNvPicPr/>
                        <p:nvPr/>
                      </p:nvPicPr>
                      <p:blipFill>
                        <a:blip r:embed="rId2"/>
                        <a:stretch>
                          <a:fillRect/>
                        </a:stretch>
                      </p:blipFill>
                      <p:spPr>
                        <a:xfrm>
                          <a:off x="960" y="288"/>
                          <a:ext cx="263" cy="263"/>
                        </a:xfrm>
                        <a:prstGeom prst="rect">
                          <a:avLst/>
                        </a:prstGeom>
                        <a:noFill/>
                        <a:ln w="9525">
                          <a:noFill/>
                        </a:ln>
                      </p:spPr>
                    </p:pic>
                  </p:oleObj>
                </mc:Fallback>
              </mc:AlternateContent>
            </a:graphicData>
          </a:graphic>
        </p:graphicFrame>
        <p:sp>
          <p:nvSpPr>
            <p:cNvPr id="43044" name="Text Box 9"/>
            <p:cNvSpPr txBox="1">
              <a:spLocks noChangeArrowheads="1"/>
            </p:cNvSpPr>
            <p:nvPr/>
          </p:nvSpPr>
          <p:spPr bwMode="auto">
            <a:xfrm>
              <a:off x="518" y="1082"/>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grpSp>
      <p:sp>
        <p:nvSpPr>
          <p:cNvPr id="209930" name="Rectangle 10"/>
          <p:cNvSpPr>
            <a:spLocks noChangeArrowheads="1"/>
          </p:cNvSpPr>
          <p:nvPr/>
        </p:nvSpPr>
        <p:spPr bwMode="auto">
          <a:xfrm>
            <a:off x="1042988" y="4819650"/>
            <a:ext cx="1773237" cy="461963"/>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重力势能</a:t>
            </a:r>
            <a:endParaRPr lang="zh-CN" altLang="en-US" b="1" i="0">
              <a:solidFill>
                <a:srgbClr val="FF0000"/>
              </a:solidFill>
              <a:latin typeface="Times New Roman" panose="02020603050405020304" pitchFamily="18" charset="0"/>
            </a:endParaRPr>
          </a:p>
        </p:txBody>
      </p:sp>
      <p:sp>
        <p:nvSpPr>
          <p:cNvPr id="209931" name="Line 11"/>
          <p:cNvSpPr>
            <a:spLocks noChangeShapeType="1"/>
          </p:cNvSpPr>
          <p:nvPr/>
        </p:nvSpPr>
        <p:spPr bwMode="auto">
          <a:xfrm flipV="1">
            <a:off x="1081088" y="2068513"/>
            <a:ext cx="1676400" cy="1676400"/>
          </a:xfrm>
          <a:prstGeom prst="line">
            <a:avLst/>
          </a:prstGeom>
          <a:noFill/>
          <a:ln w="38100">
            <a:solidFill>
              <a:srgbClr val="006600"/>
            </a:solidFill>
            <a:round/>
          </a:ln>
        </p:spPr>
        <p:txBody>
          <a:bodyPr wrap="none" anchor="ctr"/>
          <a:lstStyle/>
          <a:p>
            <a:endParaRPr lang="zh-CN" altLang="en-US"/>
          </a:p>
        </p:txBody>
      </p:sp>
      <p:graphicFrame>
        <p:nvGraphicFramePr>
          <p:cNvPr id="209932" name="Object 12"/>
          <p:cNvGraphicFramePr>
            <a:graphicFrameLocks noChangeAspect="1"/>
          </p:cNvGraphicFramePr>
          <p:nvPr/>
        </p:nvGraphicFramePr>
        <p:xfrm>
          <a:off x="971550" y="4238625"/>
          <a:ext cx="1212850" cy="388938"/>
        </p:xfrm>
        <a:graphic>
          <a:graphicData uri="http://schemas.openxmlformats.org/presentationml/2006/ole">
            <mc:AlternateContent xmlns:mc="http://schemas.openxmlformats.org/markup-compatibility/2006">
              <mc:Choice xmlns:v="urn:schemas-microsoft-com:vml" Requires="v">
                <p:oleObj spid="_x0000_s43010" name="公式" r:id="rId3" imgW="16154400" imgH="5181600" progId="Equation.3">
                  <p:embed/>
                </p:oleObj>
              </mc:Choice>
              <mc:Fallback>
                <p:oleObj name="公式" r:id="rId3" imgW="16154400" imgH="5181600" progId="Equation.3">
                  <p:embed/>
                  <p:pic>
                    <p:nvPicPr>
                      <p:cNvPr id="0" name="Object 12"/>
                      <p:cNvPicPr>
                        <a:picLocks noChangeAspect="1"/>
                      </p:cNvPicPr>
                      <p:nvPr/>
                    </p:nvPicPr>
                    <p:blipFill>
                      <a:blip r:embed="rId4"/>
                      <a:stretch>
                        <a:fillRect/>
                      </a:stretch>
                    </p:blipFill>
                    <p:spPr>
                      <a:xfrm>
                        <a:off x="971550" y="4238625"/>
                        <a:ext cx="1212850" cy="388938"/>
                      </a:xfrm>
                      <a:prstGeom prst="rect">
                        <a:avLst/>
                      </a:prstGeom>
                      <a:noFill/>
                      <a:ln w="9525">
                        <a:noFill/>
                      </a:ln>
                    </p:spPr>
                  </p:pic>
                </p:oleObj>
              </mc:Fallback>
            </mc:AlternateContent>
          </a:graphicData>
        </a:graphic>
      </p:graphicFrame>
      <p:sp>
        <p:nvSpPr>
          <p:cNvPr id="209933" name="Rectangle 13"/>
          <p:cNvSpPr>
            <a:spLocks noChangeArrowheads="1"/>
          </p:cNvSpPr>
          <p:nvPr/>
        </p:nvSpPr>
        <p:spPr bwMode="auto">
          <a:xfrm>
            <a:off x="3730625" y="4819650"/>
            <a:ext cx="2371725" cy="461963"/>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万有引力势能</a:t>
            </a:r>
            <a:endParaRPr lang="zh-CN" altLang="en-US" b="1" i="0">
              <a:solidFill>
                <a:srgbClr val="FF0000"/>
              </a:solidFill>
              <a:latin typeface="Times New Roman" panose="02020603050405020304" pitchFamily="18" charset="0"/>
            </a:endParaRPr>
          </a:p>
        </p:txBody>
      </p:sp>
      <p:grpSp>
        <p:nvGrpSpPr>
          <p:cNvPr id="3" name="Group 14"/>
          <p:cNvGrpSpPr/>
          <p:nvPr/>
        </p:nvGrpSpPr>
        <p:grpSpPr bwMode="auto">
          <a:xfrm>
            <a:off x="3578225" y="1700213"/>
            <a:ext cx="2362200" cy="2066925"/>
            <a:chOff x="4128" y="199"/>
            <a:chExt cx="1488" cy="1302"/>
          </a:xfrm>
        </p:grpSpPr>
        <p:graphicFrame>
          <p:nvGraphicFramePr>
            <p:cNvPr id="43016" name="Object 15"/>
            <p:cNvGraphicFramePr/>
            <p:nvPr/>
          </p:nvGraphicFramePr>
          <p:xfrm>
            <a:off x="4464" y="240"/>
            <a:ext cx="263" cy="263"/>
          </p:xfrm>
          <a:graphic>
            <a:graphicData uri="http://schemas.openxmlformats.org/presentationml/2006/ole">
              <mc:AlternateContent xmlns:mc="http://schemas.openxmlformats.org/markup-compatibility/2006">
                <mc:Choice xmlns:v="urn:schemas-microsoft-com:vml" Requires="v">
                  <p:oleObj spid="_x0000_s43016" name="Equation" r:id="rId5" imgW="10058400" imgH="10058400" progId="Equation.3">
                    <p:embed/>
                  </p:oleObj>
                </mc:Choice>
                <mc:Fallback>
                  <p:oleObj name="Equation" r:id="rId5" imgW="10058400" imgH="10058400" progId="Equation.3">
                    <p:embed/>
                    <p:pic>
                      <p:nvPicPr>
                        <p:cNvPr id="0" name="Object 15"/>
                        <p:cNvPicPr/>
                        <p:nvPr/>
                      </p:nvPicPr>
                      <p:blipFill>
                        <a:blip r:embed="rId2"/>
                        <a:stretch>
                          <a:fillRect/>
                        </a:stretch>
                      </p:blipFill>
                      <p:spPr>
                        <a:xfrm>
                          <a:off x="4464" y="240"/>
                          <a:ext cx="263" cy="263"/>
                        </a:xfrm>
                        <a:prstGeom prst="rect">
                          <a:avLst/>
                        </a:prstGeom>
                        <a:noFill/>
                        <a:ln w="9525">
                          <a:noFill/>
                        </a:ln>
                      </p:spPr>
                    </p:pic>
                  </p:oleObj>
                </mc:Fallback>
              </mc:AlternateContent>
            </a:graphicData>
          </a:graphic>
        </p:graphicFrame>
        <p:sp>
          <p:nvSpPr>
            <p:cNvPr id="43037" name="Line 16"/>
            <p:cNvSpPr>
              <a:spLocks noChangeShapeType="1"/>
            </p:cNvSpPr>
            <p:nvPr/>
          </p:nvSpPr>
          <p:spPr bwMode="auto">
            <a:xfrm>
              <a:off x="4128" y="541"/>
              <a:ext cx="1344" cy="0"/>
            </a:xfrm>
            <a:prstGeom prst="line">
              <a:avLst/>
            </a:prstGeom>
            <a:noFill/>
            <a:ln w="28575">
              <a:solidFill>
                <a:srgbClr val="0033CC"/>
              </a:solidFill>
              <a:round/>
              <a:tailEnd type="triangle" w="med" len="lg"/>
            </a:ln>
          </p:spPr>
          <p:txBody>
            <a:bodyPr/>
            <a:lstStyle/>
            <a:p>
              <a:endParaRPr lang="zh-CN" altLang="en-US"/>
            </a:p>
          </p:txBody>
        </p:sp>
        <p:sp>
          <p:nvSpPr>
            <p:cNvPr id="43038" name="Line 17"/>
            <p:cNvSpPr>
              <a:spLocks noChangeShapeType="1"/>
            </p:cNvSpPr>
            <p:nvPr/>
          </p:nvSpPr>
          <p:spPr bwMode="auto">
            <a:xfrm flipV="1">
              <a:off x="4368" y="349"/>
              <a:ext cx="0" cy="1152"/>
            </a:xfrm>
            <a:prstGeom prst="line">
              <a:avLst/>
            </a:prstGeom>
            <a:noFill/>
            <a:ln w="28575">
              <a:solidFill>
                <a:srgbClr val="0033CC"/>
              </a:solidFill>
              <a:round/>
              <a:tailEnd type="triangle" w="med" len="lg"/>
            </a:ln>
          </p:spPr>
          <p:txBody>
            <a:bodyPr/>
            <a:lstStyle/>
            <a:p>
              <a:endParaRPr lang="zh-CN" altLang="en-US"/>
            </a:p>
          </p:txBody>
        </p:sp>
        <p:sp>
          <p:nvSpPr>
            <p:cNvPr id="43039" name="Text Box 18"/>
            <p:cNvSpPr txBox="1">
              <a:spLocks noChangeArrowheads="1"/>
            </p:cNvSpPr>
            <p:nvPr/>
          </p:nvSpPr>
          <p:spPr bwMode="auto">
            <a:xfrm>
              <a:off x="5318" y="199"/>
              <a:ext cx="298" cy="327"/>
            </a:xfrm>
            <a:prstGeom prst="rect">
              <a:avLst/>
            </a:prstGeom>
            <a:noFill/>
            <a:ln w="9525">
              <a:noFill/>
              <a:miter lim="800000"/>
            </a:ln>
          </p:spPr>
          <p:txBody>
            <a:bodyPr>
              <a:spAutoFit/>
            </a:bodyPr>
            <a:lstStyle/>
            <a:p>
              <a:pPr algn="l"/>
              <a:r>
                <a:rPr lang="en-US" altLang="zh-CN" sz="2800" b="1">
                  <a:solidFill>
                    <a:srgbClr val="0033CC"/>
                  </a:solidFill>
                  <a:latin typeface="Times New Roman" panose="02020603050405020304" pitchFamily="18" charset="0"/>
                </a:rPr>
                <a:t>r</a:t>
              </a:r>
              <a:endParaRPr lang="en-US" altLang="zh-CN" sz="2800" b="1">
                <a:solidFill>
                  <a:srgbClr val="0033CC"/>
                </a:solidFill>
                <a:latin typeface="Times New Roman" panose="02020603050405020304" pitchFamily="18" charset="0"/>
              </a:endParaRPr>
            </a:p>
          </p:txBody>
        </p:sp>
        <p:sp>
          <p:nvSpPr>
            <p:cNvPr id="43040" name="Text Box 19"/>
            <p:cNvSpPr txBox="1">
              <a:spLocks noChangeArrowheads="1"/>
            </p:cNvSpPr>
            <p:nvPr/>
          </p:nvSpPr>
          <p:spPr bwMode="auto">
            <a:xfrm>
              <a:off x="4128" y="493"/>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grpSp>
      <p:pic>
        <p:nvPicPr>
          <p:cNvPr id="209940" name="Picture 20"/>
          <p:cNvPicPr>
            <a:picLocks noChangeAspect="1" noChangeArrowheads="1"/>
          </p:cNvPicPr>
          <p:nvPr/>
        </p:nvPicPr>
        <p:blipFill>
          <a:blip r:embed="rId6"/>
          <a:srcRect/>
          <a:stretch>
            <a:fillRect/>
          </a:stretch>
        </p:blipFill>
        <p:spPr bwMode="auto">
          <a:xfrm>
            <a:off x="4035425" y="2319338"/>
            <a:ext cx="1128713" cy="1425575"/>
          </a:xfrm>
          <a:prstGeom prst="rect">
            <a:avLst/>
          </a:prstGeom>
          <a:noFill/>
          <a:ln w="9525">
            <a:noFill/>
            <a:miter lim="800000"/>
            <a:headEnd/>
            <a:tailEnd/>
          </a:ln>
        </p:spPr>
      </p:pic>
      <p:graphicFrame>
        <p:nvGraphicFramePr>
          <p:cNvPr id="209941" name="Object 21"/>
          <p:cNvGraphicFramePr>
            <a:graphicFrameLocks noChangeAspect="1"/>
          </p:cNvGraphicFramePr>
          <p:nvPr/>
        </p:nvGraphicFramePr>
        <p:xfrm>
          <a:off x="3762375" y="4103688"/>
          <a:ext cx="1666875" cy="730250"/>
        </p:xfrm>
        <a:graphic>
          <a:graphicData uri="http://schemas.openxmlformats.org/presentationml/2006/ole">
            <mc:AlternateContent xmlns:mc="http://schemas.openxmlformats.org/markup-compatibility/2006">
              <mc:Choice xmlns:v="urn:schemas-microsoft-com:vml" Requires="v">
                <p:oleObj spid="_x0000_s43011" name="公式" r:id="rId7" imgW="22250400" imgH="9753600" progId="Equation.3">
                  <p:embed/>
                </p:oleObj>
              </mc:Choice>
              <mc:Fallback>
                <p:oleObj name="公式" r:id="rId7" imgW="22250400" imgH="9753600" progId="Equation.3">
                  <p:embed/>
                  <p:pic>
                    <p:nvPicPr>
                      <p:cNvPr id="0" name="Object 21"/>
                      <p:cNvPicPr>
                        <a:picLocks noChangeAspect="1"/>
                      </p:cNvPicPr>
                      <p:nvPr/>
                    </p:nvPicPr>
                    <p:blipFill>
                      <a:blip r:embed="rId8"/>
                      <a:stretch>
                        <a:fillRect/>
                      </a:stretch>
                    </p:blipFill>
                    <p:spPr>
                      <a:xfrm>
                        <a:off x="3762375" y="4103688"/>
                        <a:ext cx="1666875" cy="730250"/>
                      </a:xfrm>
                      <a:prstGeom prst="rect">
                        <a:avLst/>
                      </a:prstGeom>
                      <a:noFill/>
                      <a:ln w="9525">
                        <a:noFill/>
                      </a:ln>
                    </p:spPr>
                  </p:pic>
                </p:oleObj>
              </mc:Fallback>
            </mc:AlternateContent>
          </a:graphicData>
        </a:graphic>
      </p:graphicFrame>
      <p:sp>
        <p:nvSpPr>
          <p:cNvPr id="209942" name="Rectangle 22"/>
          <p:cNvSpPr>
            <a:spLocks noChangeArrowheads="1"/>
          </p:cNvSpPr>
          <p:nvPr/>
        </p:nvSpPr>
        <p:spPr bwMode="auto">
          <a:xfrm>
            <a:off x="6750050" y="4819650"/>
            <a:ext cx="2052638" cy="461963"/>
          </a:xfrm>
          <a:prstGeom prst="rect">
            <a:avLst/>
          </a:prstGeom>
          <a:noFill/>
          <a:ln w="9525">
            <a:noFill/>
            <a:miter lim="800000"/>
          </a:ln>
        </p:spPr>
        <p:txBody>
          <a:bodyPr>
            <a:spAutoFit/>
          </a:bodyPr>
          <a:lstStyle/>
          <a:p>
            <a:pPr algn="l"/>
            <a:r>
              <a:rPr lang="zh-CN" altLang="en-US" b="1" i="0">
                <a:solidFill>
                  <a:srgbClr val="FF0000"/>
                </a:solidFill>
                <a:latin typeface="Times New Roman" panose="02020603050405020304" pitchFamily="18" charset="0"/>
              </a:rPr>
              <a:t>弹性势能</a:t>
            </a:r>
            <a:endParaRPr lang="zh-CN" altLang="en-US" b="1" i="0">
              <a:solidFill>
                <a:srgbClr val="FF0000"/>
              </a:solidFill>
              <a:latin typeface="Times New Roman" panose="02020603050405020304" pitchFamily="18" charset="0"/>
            </a:endParaRPr>
          </a:p>
        </p:txBody>
      </p:sp>
      <p:pic>
        <p:nvPicPr>
          <p:cNvPr id="209943" name="Picture 23"/>
          <p:cNvPicPr>
            <a:picLocks noChangeAspect="1" noChangeArrowheads="1"/>
          </p:cNvPicPr>
          <p:nvPr/>
        </p:nvPicPr>
        <p:blipFill>
          <a:blip r:embed="rId9"/>
          <a:srcRect/>
          <a:stretch>
            <a:fillRect/>
          </a:stretch>
        </p:blipFill>
        <p:spPr bwMode="auto">
          <a:xfrm>
            <a:off x="6362700" y="2182813"/>
            <a:ext cx="873125" cy="1497012"/>
          </a:xfrm>
          <a:prstGeom prst="rect">
            <a:avLst/>
          </a:prstGeom>
          <a:noFill/>
          <a:ln w="38100">
            <a:noFill/>
            <a:miter lim="800000"/>
            <a:headEnd/>
            <a:tailEnd/>
          </a:ln>
        </p:spPr>
      </p:pic>
      <p:pic>
        <p:nvPicPr>
          <p:cNvPr id="209944" name="Picture 24"/>
          <p:cNvPicPr>
            <a:picLocks noChangeAspect="1" noChangeArrowheads="1"/>
          </p:cNvPicPr>
          <p:nvPr/>
        </p:nvPicPr>
        <p:blipFill>
          <a:blip r:embed="rId10"/>
          <a:srcRect/>
          <a:stretch>
            <a:fillRect/>
          </a:stretch>
        </p:blipFill>
        <p:spPr bwMode="auto">
          <a:xfrm>
            <a:off x="7229475" y="2200275"/>
            <a:ext cx="858838" cy="1473200"/>
          </a:xfrm>
          <a:prstGeom prst="rect">
            <a:avLst/>
          </a:prstGeom>
          <a:noFill/>
          <a:ln w="9525">
            <a:noFill/>
            <a:miter lim="800000"/>
            <a:headEnd/>
            <a:tailEnd/>
          </a:ln>
        </p:spPr>
      </p:pic>
      <p:grpSp>
        <p:nvGrpSpPr>
          <p:cNvPr id="4" name="Group 25"/>
          <p:cNvGrpSpPr/>
          <p:nvPr/>
        </p:nvGrpSpPr>
        <p:grpSpPr bwMode="auto">
          <a:xfrm>
            <a:off x="6156325" y="1909763"/>
            <a:ext cx="2682875" cy="2192337"/>
            <a:chOff x="2304" y="240"/>
            <a:chExt cx="1690" cy="1381"/>
          </a:xfrm>
        </p:grpSpPr>
        <p:sp>
          <p:nvSpPr>
            <p:cNvPr id="43033" name="Line 26"/>
            <p:cNvSpPr>
              <a:spLocks noChangeShapeType="1"/>
            </p:cNvSpPr>
            <p:nvPr/>
          </p:nvSpPr>
          <p:spPr bwMode="auto">
            <a:xfrm>
              <a:off x="2304" y="1355"/>
              <a:ext cx="1488" cy="0"/>
            </a:xfrm>
            <a:prstGeom prst="line">
              <a:avLst/>
            </a:prstGeom>
            <a:noFill/>
            <a:ln w="28575">
              <a:solidFill>
                <a:srgbClr val="0033CC"/>
              </a:solidFill>
              <a:round/>
              <a:tailEnd type="triangle" w="med" len="lg"/>
            </a:ln>
          </p:spPr>
          <p:txBody>
            <a:bodyPr/>
            <a:lstStyle/>
            <a:p>
              <a:endParaRPr lang="zh-CN" altLang="en-US"/>
            </a:p>
          </p:txBody>
        </p:sp>
        <p:sp>
          <p:nvSpPr>
            <p:cNvPr id="43034" name="Line 27"/>
            <p:cNvSpPr>
              <a:spLocks noChangeShapeType="1"/>
            </p:cNvSpPr>
            <p:nvPr/>
          </p:nvSpPr>
          <p:spPr bwMode="auto">
            <a:xfrm flipV="1">
              <a:off x="2976" y="347"/>
              <a:ext cx="0" cy="1152"/>
            </a:xfrm>
            <a:prstGeom prst="line">
              <a:avLst/>
            </a:prstGeom>
            <a:noFill/>
            <a:ln w="28575">
              <a:solidFill>
                <a:srgbClr val="0033CC"/>
              </a:solidFill>
              <a:round/>
              <a:tailEnd type="triangle" w="med" len="lg"/>
            </a:ln>
          </p:spPr>
          <p:txBody>
            <a:bodyPr/>
            <a:lstStyle/>
            <a:p>
              <a:endParaRPr lang="zh-CN" altLang="en-US"/>
            </a:p>
          </p:txBody>
        </p:sp>
        <p:graphicFrame>
          <p:nvGraphicFramePr>
            <p:cNvPr id="43015" name="Object 28"/>
            <p:cNvGraphicFramePr/>
            <p:nvPr/>
          </p:nvGraphicFramePr>
          <p:xfrm>
            <a:off x="3036" y="240"/>
            <a:ext cx="263" cy="263"/>
          </p:xfrm>
          <a:graphic>
            <a:graphicData uri="http://schemas.openxmlformats.org/presentationml/2006/ole">
              <mc:AlternateContent xmlns:mc="http://schemas.openxmlformats.org/markup-compatibility/2006">
                <mc:Choice xmlns:v="urn:schemas-microsoft-com:vml" Requires="v">
                  <p:oleObj spid="_x0000_s43015" name="Equation" r:id="rId11" imgW="10058400" imgH="10058400" progId="Equation.3">
                    <p:embed/>
                  </p:oleObj>
                </mc:Choice>
                <mc:Fallback>
                  <p:oleObj name="Equation" r:id="rId11" imgW="10058400" imgH="10058400" progId="Equation.3">
                    <p:embed/>
                    <p:pic>
                      <p:nvPicPr>
                        <p:cNvPr id="0" name="Object 28"/>
                        <p:cNvPicPr/>
                        <p:nvPr/>
                      </p:nvPicPr>
                      <p:blipFill>
                        <a:blip r:embed="rId12"/>
                        <a:stretch>
                          <a:fillRect/>
                        </a:stretch>
                      </p:blipFill>
                      <p:spPr>
                        <a:xfrm>
                          <a:off x="3036" y="240"/>
                          <a:ext cx="263" cy="263"/>
                        </a:xfrm>
                        <a:prstGeom prst="rect">
                          <a:avLst/>
                        </a:prstGeom>
                        <a:noFill/>
                        <a:ln w="9525">
                          <a:noFill/>
                        </a:ln>
                      </p:spPr>
                    </p:pic>
                  </p:oleObj>
                </mc:Fallback>
              </mc:AlternateContent>
            </a:graphicData>
          </a:graphic>
        </p:graphicFrame>
        <p:sp>
          <p:nvSpPr>
            <p:cNvPr id="43035" name="Text Box 29"/>
            <p:cNvSpPr txBox="1">
              <a:spLocks noChangeArrowheads="1"/>
            </p:cNvSpPr>
            <p:nvPr/>
          </p:nvSpPr>
          <p:spPr bwMode="auto">
            <a:xfrm>
              <a:off x="3782" y="1333"/>
              <a:ext cx="212"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x</a:t>
              </a:r>
              <a:endParaRPr lang="en-US" altLang="zh-CN" b="1">
                <a:solidFill>
                  <a:srgbClr val="0033CC"/>
                </a:solidFill>
                <a:latin typeface="Times New Roman" panose="02020603050405020304" pitchFamily="18" charset="0"/>
              </a:endParaRPr>
            </a:p>
          </p:txBody>
        </p:sp>
        <p:sp>
          <p:nvSpPr>
            <p:cNvPr id="43036" name="Text Box 30"/>
            <p:cNvSpPr txBox="1">
              <a:spLocks noChangeArrowheads="1"/>
            </p:cNvSpPr>
            <p:nvPr/>
          </p:nvSpPr>
          <p:spPr bwMode="auto">
            <a:xfrm>
              <a:off x="2711" y="1307"/>
              <a:ext cx="255" cy="288"/>
            </a:xfrm>
            <a:prstGeom prst="rect">
              <a:avLst/>
            </a:prstGeom>
            <a:noFill/>
            <a:ln w="9525">
              <a:noFill/>
              <a:miter lim="800000"/>
            </a:ln>
          </p:spPr>
          <p:txBody>
            <a:bodyPr wrap="none">
              <a:spAutoFit/>
            </a:bodyPr>
            <a:lstStyle/>
            <a:p>
              <a:pPr algn="l"/>
              <a:r>
                <a:rPr lang="en-US" altLang="zh-CN" b="1">
                  <a:solidFill>
                    <a:srgbClr val="0033CC"/>
                  </a:solidFill>
                  <a:latin typeface="Times New Roman" panose="02020603050405020304" pitchFamily="18" charset="0"/>
                </a:rPr>
                <a:t>O</a:t>
              </a:r>
              <a:endParaRPr lang="en-US" altLang="zh-CN" b="1">
                <a:solidFill>
                  <a:srgbClr val="0033CC"/>
                </a:solidFill>
                <a:latin typeface="Times New Roman" panose="02020603050405020304" pitchFamily="18" charset="0"/>
              </a:endParaRPr>
            </a:p>
          </p:txBody>
        </p:sp>
      </p:grpSp>
      <p:graphicFrame>
        <p:nvGraphicFramePr>
          <p:cNvPr id="209951" name="Object 31"/>
          <p:cNvGraphicFramePr>
            <a:graphicFrameLocks noChangeAspect="1"/>
          </p:cNvGraphicFramePr>
          <p:nvPr/>
        </p:nvGraphicFramePr>
        <p:xfrm>
          <a:off x="6777038" y="4103688"/>
          <a:ext cx="1323975" cy="730250"/>
        </p:xfrm>
        <a:graphic>
          <a:graphicData uri="http://schemas.openxmlformats.org/presentationml/2006/ole">
            <mc:AlternateContent xmlns:mc="http://schemas.openxmlformats.org/markup-compatibility/2006">
              <mc:Choice xmlns:v="urn:schemas-microsoft-com:vml" Requires="v">
                <p:oleObj spid="_x0000_s43012" name="公式" r:id="rId13" imgW="17678400" imgH="9753600" progId="Equation.3">
                  <p:embed/>
                </p:oleObj>
              </mc:Choice>
              <mc:Fallback>
                <p:oleObj name="公式" r:id="rId13" imgW="17678400" imgH="9753600" progId="Equation.3">
                  <p:embed/>
                  <p:pic>
                    <p:nvPicPr>
                      <p:cNvPr id="0" name="Object 31"/>
                      <p:cNvPicPr>
                        <a:picLocks noChangeAspect="1"/>
                      </p:cNvPicPr>
                      <p:nvPr/>
                    </p:nvPicPr>
                    <p:blipFill>
                      <a:blip r:embed="rId14"/>
                      <a:stretch>
                        <a:fillRect/>
                      </a:stretch>
                    </p:blipFill>
                    <p:spPr>
                      <a:xfrm>
                        <a:off x="6777038" y="4103688"/>
                        <a:ext cx="1323975" cy="730250"/>
                      </a:xfrm>
                      <a:prstGeom prst="rect">
                        <a:avLst/>
                      </a:prstGeom>
                      <a:noFill/>
                      <a:ln w="9525">
                        <a:noFill/>
                      </a:ln>
                    </p:spPr>
                  </p:pic>
                </p:oleObj>
              </mc:Fallback>
            </mc:AlternateContent>
          </a:graphicData>
        </a:graphic>
      </p:graphicFrame>
      <p:sp>
        <p:nvSpPr>
          <p:cNvPr id="209952" name="Rectangle 32"/>
          <p:cNvSpPr>
            <a:spLocks noChangeArrowheads="1"/>
          </p:cNvSpPr>
          <p:nvPr/>
        </p:nvSpPr>
        <p:spPr bwMode="auto">
          <a:xfrm>
            <a:off x="611188" y="5416550"/>
            <a:ext cx="7051675" cy="533400"/>
          </a:xfrm>
          <a:prstGeom prst="rect">
            <a:avLst/>
          </a:prstGeom>
          <a:noFill/>
          <a:ln w="9525">
            <a:noFill/>
            <a:miter lim="800000"/>
          </a:ln>
        </p:spPr>
        <p:txBody>
          <a:bodyPr anchor="ctr"/>
          <a:lstStyle/>
          <a:p>
            <a:pPr algn="l"/>
            <a:r>
              <a:rPr lang="zh-CN" altLang="en-US" b="1" i="0">
                <a:solidFill>
                  <a:schemeClr val="bg1"/>
                </a:solidFill>
                <a:latin typeface="Times New Roman" panose="02020603050405020304" pitchFamily="18" charset="0"/>
              </a:rPr>
              <a:t>势能零点？</a:t>
            </a:r>
            <a:endParaRPr lang="zh-CN" altLang="en-US" b="1" i="0">
              <a:solidFill>
                <a:schemeClr val="bg1"/>
              </a:solidFill>
              <a:latin typeface="Times New Roman" panose="02020603050405020304" pitchFamily="18" charset="0"/>
            </a:endParaRPr>
          </a:p>
        </p:txBody>
      </p:sp>
      <p:sp>
        <p:nvSpPr>
          <p:cNvPr id="209953" name="Rectangle 33"/>
          <p:cNvSpPr>
            <a:spLocks noChangeArrowheads="1"/>
          </p:cNvSpPr>
          <p:nvPr/>
        </p:nvSpPr>
        <p:spPr bwMode="auto">
          <a:xfrm>
            <a:off x="611188" y="5888038"/>
            <a:ext cx="3168650" cy="533400"/>
          </a:xfrm>
          <a:prstGeom prst="rect">
            <a:avLst/>
          </a:prstGeom>
          <a:noFill/>
          <a:ln w="9525">
            <a:noFill/>
            <a:miter lim="800000"/>
          </a:ln>
        </p:spPr>
        <p:txBody>
          <a:bodyPr anchor="ctr"/>
          <a:lstStyle/>
          <a:p>
            <a:pPr algn="l"/>
            <a:r>
              <a:rPr lang="zh-CN" altLang="en-US" b="1" i="0">
                <a:solidFill>
                  <a:schemeClr val="bg1"/>
                </a:solidFill>
                <a:latin typeface="Times New Roman" panose="02020603050405020304" pitchFamily="18" charset="0"/>
              </a:rPr>
              <a:t>保守力的大小？</a:t>
            </a:r>
            <a:endParaRPr lang="zh-CN" altLang="en-US" b="1" i="0">
              <a:solidFill>
                <a:schemeClr val="bg1"/>
              </a:solidFill>
              <a:latin typeface="Times New Roman" panose="02020603050405020304" pitchFamily="18" charset="0"/>
            </a:endParaRPr>
          </a:p>
        </p:txBody>
      </p:sp>
      <p:sp>
        <p:nvSpPr>
          <p:cNvPr id="209954" name="Rectangle 34"/>
          <p:cNvSpPr>
            <a:spLocks noChangeArrowheads="1"/>
          </p:cNvSpPr>
          <p:nvPr/>
        </p:nvSpPr>
        <p:spPr bwMode="auto">
          <a:xfrm>
            <a:off x="2767013" y="5888038"/>
            <a:ext cx="2160587" cy="533400"/>
          </a:xfrm>
          <a:prstGeom prst="rect">
            <a:avLst/>
          </a:prstGeom>
          <a:noFill/>
          <a:ln w="9525">
            <a:noFill/>
            <a:miter lim="800000"/>
          </a:ln>
        </p:spPr>
        <p:txBody>
          <a:bodyPr anchor="ctr"/>
          <a:lstStyle/>
          <a:p>
            <a:pPr algn="l"/>
            <a:r>
              <a:rPr lang="zh-CN" altLang="en-US" b="1" i="0">
                <a:solidFill>
                  <a:schemeClr val="bg1"/>
                </a:solidFill>
                <a:latin typeface="Times New Roman" panose="02020603050405020304" pitchFamily="18" charset="0"/>
              </a:rPr>
              <a:t>方向？</a:t>
            </a:r>
            <a:endParaRPr lang="zh-CN" altLang="en-US" b="1" i="0">
              <a:solidFill>
                <a:schemeClr val="bg1"/>
              </a:solidFill>
              <a:latin typeface="Times New Roman" panose="02020603050405020304" pitchFamily="18" charset="0"/>
            </a:endParaRPr>
          </a:p>
        </p:txBody>
      </p:sp>
      <p:graphicFrame>
        <p:nvGraphicFramePr>
          <p:cNvPr id="209955" name="Object 35"/>
          <p:cNvGraphicFramePr>
            <a:graphicFrameLocks noChangeAspect="1"/>
          </p:cNvGraphicFramePr>
          <p:nvPr/>
        </p:nvGraphicFramePr>
        <p:xfrm>
          <a:off x="3849688" y="5967413"/>
          <a:ext cx="1397000" cy="388937"/>
        </p:xfrm>
        <a:graphic>
          <a:graphicData uri="http://schemas.openxmlformats.org/presentationml/2006/ole">
            <mc:AlternateContent xmlns:mc="http://schemas.openxmlformats.org/markup-compatibility/2006">
              <mc:Choice xmlns:v="urn:schemas-microsoft-com:vml" Requires="v">
                <p:oleObj spid="_x0000_s43013" name="公式" r:id="rId15" imgW="17678400" imgH="5181600" progId="Equation.3">
                  <p:embed/>
                </p:oleObj>
              </mc:Choice>
              <mc:Fallback>
                <p:oleObj name="公式" r:id="rId15" imgW="17678400" imgH="5181600" progId="Equation.3">
                  <p:embed/>
                  <p:pic>
                    <p:nvPicPr>
                      <p:cNvPr id="0" name="Object 35"/>
                      <p:cNvPicPr>
                        <a:picLocks noChangeAspect="1"/>
                      </p:cNvPicPr>
                      <p:nvPr/>
                    </p:nvPicPr>
                    <p:blipFill>
                      <a:blip r:embed="rId16"/>
                      <a:stretch>
                        <a:fillRect/>
                      </a:stretch>
                    </p:blipFill>
                    <p:spPr>
                      <a:xfrm>
                        <a:off x="3849688" y="5967413"/>
                        <a:ext cx="1397000" cy="388937"/>
                      </a:xfrm>
                      <a:prstGeom prst="rect">
                        <a:avLst/>
                      </a:prstGeom>
                      <a:noFill/>
                      <a:ln w="19050">
                        <a:noFill/>
                      </a:ln>
                    </p:spPr>
                  </p:pic>
                </p:oleObj>
              </mc:Fallback>
            </mc:AlternateContent>
          </a:graphicData>
        </a:graphic>
      </p:graphicFrame>
      <p:graphicFrame>
        <p:nvGraphicFramePr>
          <p:cNvPr id="209956" name="Object 36"/>
          <p:cNvGraphicFramePr/>
          <p:nvPr/>
        </p:nvGraphicFramePr>
        <p:xfrm>
          <a:off x="5324475" y="5918200"/>
          <a:ext cx="912813" cy="387350"/>
        </p:xfrm>
        <a:graphic>
          <a:graphicData uri="http://schemas.openxmlformats.org/presentationml/2006/ole">
            <mc:AlternateContent xmlns:mc="http://schemas.openxmlformats.org/markup-compatibility/2006">
              <mc:Choice xmlns:v="urn:schemas-microsoft-com:vml" Requires="v">
                <p:oleObj spid="_x0000_s43014" name="公式" r:id="rId17" imgW="12192000" imgH="5181600" progId="Equation.3">
                  <p:embed/>
                </p:oleObj>
              </mc:Choice>
              <mc:Fallback>
                <p:oleObj name="公式" r:id="rId17" imgW="12192000" imgH="5181600" progId="Equation.3">
                  <p:embed/>
                  <p:pic>
                    <p:nvPicPr>
                      <p:cNvPr id="0" name="Object 36"/>
                      <p:cNvPicPr/>
                      <p:nvPr/>
                    </p:nvPicPr>
                    <p:blipFill>
                      <a:blip r:embed="rId18"/>
                      <a:stretch>
                        <a:fillRect/>
                      </a:stretch>
                    </p:blipFill>
                    <p:spPr>
                      <a:xfrm>
                        <a:off x="5324475" y="5918200"/>
                        <a:ext cx="912813" cy="387350"/>
                      </a:xfrm>
                      <a:prstGeom prst="rect">
                        <a:avLst/>
                      </a:prstGeom>
                      <a:noFill/>
                      <a:ln w="19050">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09923"/>
                                        </p:tgtEl>
                                        <p:attrNameLst>
                                          <p:attrName>style.visibility</p:attrName>
                                        </p:attrNameLst>
                                      </p:cBhvr>
                                      <p:to>
                                        <p:strVal val="visible"/>
                                      </p:to>
                                    </p:set>
                                    <p:animEffect transition="in" filter="wipe(left)">
                                      <p:cBhvr>
                                        <p:cTn id="7" dur="500"/>
                                        <p:tgtEl>
                                          <p:spTgt spid="2099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09922"/>
                                        </p:tgtEl>
                                        <p:attrNameLst>
                                          <p:attrName>style.visibility</p:attrName>
                                        </p:attrNameLst>
                                      </p:cBhvr>
                                      <p:to>
                                        <p:strVal val="visible"/>
                                      </p:to>
                                    </p:set>
                                    <p:animEffect transition="in" filter="wipe(left)">
                                      <p:cBhvr>
                                        <p:cTn id="12" dur="500"/>
                                        <p:tgtEl>
                                          <p:spTgt spid="20992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99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09932"/>
                                        </p:tgtEl>
                                        <p:attrNameLst>
                                          <p:attrName>style.visibility</p:attrName>
                                        </p:attrNameLst>
                                      </p:cBhvr>
                                      <p:to>
                                        <p:strVal val="visible"/>
                                      </p:to>
                                    </p:set>
                                    <p:animEffect transition="in" filter="wipe(left)">
                                      <p:cBhvr>
                                        <p:cTn id="21" dur="500"/>
                                        <p:tgtEl>
                                          <p:spTgt spid="209932"/>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box(out)">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09931"/>
                                        </p:tgtEl>
                                        <p:attrNameLst>
                                          <p:attrName>style.visibility</p:attrName>
                                        </p:attrNameLst>
                                      </p:cBhvr>
                                      <p:to>
                                        <p:strVal val="visible"/>
                                      </p:to>
                                    </p:set>
                                    <p:animEffect transition="in" filter="wipe(left)">
                                      <p:cBhvr>
                                        <p:cTn id="31" dur="500"/>
                                        <p:tgtEl>
                                          <p:spTgt spid="209931"/>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20993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209941"/>
                                        </p:tgtEl>
                                        <p:attrNameLst>
                                          <p:attrName>style.visibility</p:attrName>
                                        </p:attrNameLst>
                                      </p:cBhvr>
                                      <p:to>
                                        <p:strVal val="visible"/>
                                      </p:to>
                                    </p:set>
                                    <p:animEffect transition="in" filter="wipe(left)">
                                      <p:cBhvr>
                                        <p:cTn id="40" dur="500"/>
                                        <p:tgtEl>
                                          <p:spTgt spid="209941"/>
                                        </p:tgtEl>
                                      </p:cBhvr>
                                    </p:animEffect>
                                  </p:child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box(out)">
                                      <p:cBhvr>
                                        <p:cTn id="45" dur="500"/>
                                        <p:tgtEl>
                                          <p:spTgt spid="3"/>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09940"/>
                                        </p:tgtEl>
                                        <p:attrNameLst>
                                          <p:attrName>style.visibility</p:attrName>
                                        </p:attrNameLst>
                                      </p:cBhvr>
                                      <p:to>
                                        <p:strVal val="visible"/>
                                      </p:to>
                                    </p:set>
                                    <p:animEffect transition="in" filter="wipe(left)">
                                      <p:cBhvr>
                                        <p:cTn id="50" dur="500"/>
                                        <p:tgtEl>
                                          <p:spTgt spid="209940"/>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499"/>
                                          </p:stCondLst>
                                        </p:cTn>
                                        <p:tgtEl>
                                          <p:spTgt spid="2099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09951"/>
                                        </p:tgtEl>
                                        <p:attrNameLst>
                                          <p:attrName>style.visibility</p:attrName>
                                        </p:attrNameLst>
                                      </p:cBhvr>
                                      <p:to>
                                        <p:strVal val="visible"/>
                                      </p:to>
                                    </p:set>
                                    <p:animEffect transition="in" filter="wipe(left)">
                                      <p:cBhvr>
                                        <p:cTn id="59" dur="500"/>
                                        <p:tgtEl>
                                          <p:spTgt spid="209951"/>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nodeType="clickEffect">
                                  <p:stCondLst>
                                    <p:cond delay="0"/>
                                  </p:stCondLst>
                                  <p:childTnLst>
                                    <p:set>
                                      <p:cBhvr>
                                        <p:cTn id="63" dur="1" fill="hold">
                                          <p:stCondLst>
                                            <p:cond delay="0"/>
                                          </p:stCondLst>
                                        </p:cTn>
                                        <p:tgtEl>
                                          <p:spTgt spid="4"/>
                                        </p:tgtEl>
                                        <p:attrNameLst>
                                          <p:attrName>style.visibility</p:attrName>
                                        </p:attrNameLst>
                                      </p:cBhvr>
                                      <p:to>
                                        <p:strVal val="visible"/>
                                      </p:to>
                                    </p:set>
                                    <p:animEffect transition="in" filter="box(out)">
                                      <p:cBhvr>
                                        <p:cTn id="64" dur="500"/>
                                        <p:tgtEl>
                                          <p:spTgt spid="4"/>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209943"/>
                                        </p:tgtEl>
                                        <p:attrNameLst>
                                          <p:attrName>style.visibility</p:attrName>
                                        </p:attrNameLst>
                                      </p:cBhvr>
                                      <p:to>
                                        <p:strVal val="visible"/>
                                      </p:to>
                                    </p:set>
                                    <p:animEffect transition="in" filter="wipe(up)">
                                      <p:cBhvr>
                                        <p:cTn id="69" dur="500"/>
                                        <p:tgtEl>
                                          <p:spTgt spid="209943"/>
                                        </p:tgtEl>
                                      </p:cBhvr>
                                    </p:animEffect>
                                  </p:childTnLst>
                                </p:cTn>
                              </p:par>
                            </p:childTnLst>
                          </p:cTn>
                        </p:par>
                        <p:par>
                          <p:cTn id="70" fill="hold">
                            <p:stCondLst>
                              <p:cond delay="500"/>
                            </p:stCondLst>
                            <p:childTnLst>
                              <p:par>
                                <p:cTn id="71" presetID="22" presetClass="entr" presetSubtype="8" fill="hold" nodeType="afterEffect">
                                  <p:stCondLst>
                                    <p:cond delay="0"/>
                                  </p:stCondLst>
                                  <p:childTnLst>
                                    <p:set>
                                      <p:cBhvr>
                                        <p:cTn id="72" dur="1" fill="hold">
                                          <p:stCondLst>
                                            <p:cond delay="0"/>
                                          </p:stCondLst>
                                        </p:cTn>
                                        <p:tgtEl>
                                          <p:spTgt spid="209944"/>
                                        </p:tgtEl>
                                        <p:attrNameLst>
                                          <p:attrName>style.visibility</p:attrName>
                                        </p:attrNameLst>
                                      </p:cBhvr>
                                      <p:to>
                                        <p:strVal val="visible"/>
                                      </p:to>
                                    </p:set>
                                    <p:animEffect transition="in" filter="wipe(left)">
                                      <p:cBhvr>
                                        <p:cTn id="73" dur="500"/>
                                        <p:tgtEl>
                                          <p:spTgt spid="20994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209952"/>
                                        </p:tgtEl>
                                        <p:attrNameLst>
                                          <p:attrName>style.visibility</p:attrName>
                                        </p:attrNameLst>
                                      </p:cBhvr>
                                      <p:to>
                                        <p:strVal val="visible"/>
                                      </p:to>
                                    </p:set>
                                    <p:animEffect transition="in" filter="wipe(left)">
                                      <p:cBhvr>
                                        <p:cTn id="78" dur="500"/>
                                        <p:tgtEl>
                                          <p:spTgt spid="209952"/>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09953"/>
                                        </p:tgtEl>
                                        <p:attrNameLst>
                                          <p:attrName>style.visibility</p:attrName>
                                        </p:attrNameLst>
                                      </p:cBhvr>
                                      <p:to>
                                        <p:strVal val="visible"/>
                                      </p:to>
                                    </p:set>
                                    <p:animEffect transition="in" filter="wipe(left)">
                                      <p:cBhvr>
                                        <p:cTn id="83" dur="500"/>
                                        <p:tgtEl>
                                          <p:spTgt spid="20995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0"/>
                                  </p:stCondLst>
                                  <p:childTnLst>
                                    <p:set>
                                      <p:cBhvr>
                                        <p:cTn id="87" dur="1" fill="hold">
                                          <p:stCondLst>
                                            <p:cond delay="0"/>
                                          </p:stCondLst>
                                        </p:cTn>
                                        <p:tgtEl>
                                          <p:spTgt spid="209954"/>
                                        </p:tgtEl>
                                        <p:attrNameLst>
                                          <p:attrName>style.visibility</p:attrName>
                                        </p:attrNameLst>
                                      </p:cBhvr>
                                      <p:to>
                                        <p:strVal val="visible"/>
                                      </p:to>
                                    </p:set>
                                    <p:animEffect transition="in" filter="wipe(left)">
                                      <p:cBhvr>
                                        <p:cTn id="88" dur="500"/>
                                        <p:tgtEl>
                                          <p:spTgt spid="209954"/>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nodeType="clickEffect">
                                  <p:stCondLst>
                                    <p:cond delay="0"/>
                                  </p:stCondLst>
                                  <p:childTnLst>
                                    <p:set>
                                      <p:cBhvr>
                                        <p:cTn id="92" dur="1" fill="hold">
                                          <p:stCondLst>
                                            <p:cond delay="0"/>
                                          </p:stCondLst>
                                        </p:cTn>
                                        <p:tgtEl>
                                          <p:spTgt spid="209955"/>
                                        </p:tgtEl>
                                        <p:attrNameLst>
                                          <p:attrName>style.visibility</p:attrName>
                                        </p:attrNameLst>
                                      </p:cBhvr>
                                      <p:to>
                                        <p:strVal val="visible"/>
                                      </p:to>
                                    </p:set>
                                    <p:animEffect transition="in" filter="wipe(left)">
                                      <p:cBhvr>
                                        <p:cTn id="93" dur="500"/>
                                        <p:tgtEl>
                                          <p:spTgt spid="209955"/>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09956"/>
                                        </p:tgtEl>
                                        <p:attrNameLst>
                                          <p:attrName>style.visibility</p:attrName>
                                        </p:attrNameLst>
                                      </p:cBhvr>
                                      <p:to>
                                        <p:strVal val="visible"/>
                                      </p:to>
                                    </p:set>
                                    <p:animEffect transition="in" filter="wipe(left)">
                                      <p:cBhvr>
                                        <p:cTn id="98" dur="500"/>
                                        <p:tgtEl>
                                          <p:spTgt spid="209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9922" grpId="0" autoUpdateAnimBg="0"/>
      <p:bldP spid="209923" grpId="0" autoUpdateAnimBg="0"/>
      <p:bldP spid="209930" grpId="0" autoUpdateAnimBg="0"/>
      <p:bldP spid="209931" grpId="0" animBg="1"/>
      <p:bldP spid="209933" grpId="0" autoUpdateAnimBg="0"/>
      <p:bldP spid="209942" grpId="0" autoUpdateAnimBg="0"/>
      <p:bldP spid="209952" grpId="0" autoUpdateAnimBg="0"/>
      <p:bldP spid="209953" grpId="0" autoUpdateAnimBg="0"/>
      <p:bldP spid="209954"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Text Box 2"/>
          <p:cNvSpPr txBox="1">
            <a:spLocks noChangeArrowheads="1"/>
          </p:cNvSpPr>
          <p:nvPr/>
        </p:nvSpPr>
        <p:spPr bwMode="auto">
          <a:xfrm>
            <a:off x="250825" y="496888"/>
            <a:ext cx="3810000" cy="457200"/>
          </a:xfrm>
          <a:prstGeom prst="rect">
            <a:avLst/>
          </a:prstGeom>
          <a:noFill/>
          <a:ln w="9525">
            <a:noFill/>
            <a:miter lim="800000"/>
          </a:ln>
        </p:spPr>
        <p:txBody>
          <a:bodyPr>
            <a:spAutoFit/>
          </a:bodyPr>
          <a:lstStyle/>
          <a:p>
            <a:pPr algn="l"/>
            <a:r>
              <a:rPr lang="zh-CN" altLang="en-US" b="1" i="0">
                <a:solidFill>
                  <a:srgbClr val="FF0000"/>
                </a:solidFill>
                <a:latin typeface="宋体" panose="02010600030101010101" pitchFamily="2" charset="-122"/>
              </a:rPr>
              <a:t>由势能函数求保守力</a:t>
            </a:r>
            <a:r>
              <a:rPr lang="zh-CN" altLang="en-US" b="1" i="0">
                <a:solidFill>
                  <a:srgbClr val="FF0000"/>
                </a:solidFill>
                <a:latin typeface="仿宋_GB2312" pitchFamily="49" charset="-122"/>
                <a:ea typeface="仿宋_GB2312" pitchFamily="49" charset="-122"/>
              </a:rPr>
              <a:t> </a:t>
            </a:r>
            <a:endParaRPr lang="zh-CN" altLang="en-US" i="0">
              <a:solidFill>
                <a:srgbClr val="FF0000"/>
              </a:solidFill>
              <a:latin typeface="仿宋_GB2312" pitchFamily="49" charset="-122"/>
              <a:ea typeface="仿宋_GB2312" pitchFamily="49" charset="-122"/>
            </a:endParaRPr>
          </a:p>
        </p:txBody>
      </p:sp>
      <p:graphicFrame>
        <p:nvGraphicFramePr>
          <p:cNvPr id="210947" name="Object 3"/>
          <p:cNvGraphicFramePr>
            <a:graphicFrameLocks noChangeAspect="1"/>
          </p:cNvGraphicFramePr>
          <p:nvPr/>
        </p:nvGraphicFramePr>
        <p:xfrm>
          <a:off x="1376363" y="1195388"/>
          <a:ext cx="1943100" cy="388937"/>
        </p:xfrm>
        <a:graphic>
          <a:graphicData uri="http://schemas.openxmlformats.org/presentationml/2006/ole">
            <mc:AlternateContent xmlns:mc="http://schemas.openxmlformats.org/markup-compatibility/2006">
              <mc:Choice xmlns:v="urn:schemas-microsoft-com:vml" Requires="v">
                <p:oleObj spid="_x0000_s44033" name="公式" r:id="rId1" imgW="25908000" imgH="5181600" progId="Equation.3">
                  <p:embed/>
                </p:oleObj>
              </mc:Choice>
              <mc:Fallback>
                <p:oleObj name="公式" r:id="rId1" imgW="25908000" imgH="5181600" progId="Equation.3">
                  <p:embed/>
                  <p:pic>
                    <p:nvPicPr>
                      <p:cNvPr id="0" name="Object 3"/>
                      <p:cNvPicPr>
                        <a:picLocks noChangeAspect="1"/>
                      </p:cNvPicPr>
                      <p:nvPr/>
                    </p:nvPicPr>
                    <p:blipFill>
                      <a:blip r:embed="rId2"/>
                      <a:stretch>
                        <a:fillRect/>
                      </a:stretch>
                    </p:blipFill>
                    <p:spPr>
                      <a:xfrm>
                        <a:off x="1376363" y="1195388"/>
                        <a:ext cx="1943100" cy="388937"/>
                      </a:xfrm>
                      <a:prstGeom prst="rect">
                        <a:avLst/>
                      </a:prstGeom>
                      <a:noFill/>
                      <a:ln w="9525">
                        <a:noFill/>
                      </a:ln>
                    </p:spPr>
                  </p:pic>
                </p:oleObj>
              </mc:Fallback>
            </mc:AlternateContent>
          </a:graphicData>
        </a:graphic>
      </p:graphicFrame>
      <p:graphicFrame>
        <p:nvGraphicFramePr>
          <p:cNvPr id="210948" name="Object 4"/>
          <p:cNvGraphicFramePr>
            <a:graphicFrameLocks noChangeAspect="1"/>
          </p:cNvGraphicFramePr>
          <p:nvPr/>
        </p:nvGraphicFramePr>
        <p:xfrm>
          <a:off x="1512888" y="1936750"/>
          <a:ext cx="1349375" cy="366713"/>
        </p:xfrm>
        <a:graphic>
          <a:graphicData uri="http://schemas.openxmlformats.org/presentationml/2006/ole">
            <mc:AlternateContent xmlns:mc="http://schemas.openxmlformats.org/markup-compatibility/2006">
              <mc:Choice xmlns:v="urn:schemas-microsoft-com:vml" Requires="v">
                <p:oleObj spid="_x0000_s44035" name="公式" r:id="rId3" imgW="17983200" imgH="4876800" progId="Equation.3">
                  <p:embed/>
                </p:oleObj>
              </mc:Choice>
              <mc:Fallback>
                <p:oleObj name="公式" r:id="rId3" imgW="17983200" imgH="4876800" progId="Equation.3">
                  <p:embed/>
                  <p:pic>
                    <p:nvPicPr>
                      <p:cNvPr id="0" name="Object 4"/>
                      <p:cNvPicPr>
                        <a:picLocks noChangeAspect="1"/>
                      </p:cNvPicPr>
                      <p:nvPr/>
                    </p:nvPicPr>
                    <p:blipFill>
                      <a:blip r:embed="rId4"/>
                      <a:stretch>
                        <a:fillRect/>
                      </a:stretch>
                    </p:blipFill>
                    <p:spPr>
                      <a:xfrm>
                        <a:off x="1512888" y="1936750"/>
                        <a:ext cx="1349375" cy="366713"/>
                      </a:xfrm>
                      <a:prstGeom prst="rect">
                        <a:avLst/>
                      </a:prstGeom>
                      <a:noFill/>
                      <a:ln w="9525">
                        <a:noFill/>
                      </a:ln>
                    </p:spPr>
                  </p:pic>
                </p:oleObj>
              </mc:Fallback>
            </mc:AlternateContent>
          </a:graphicData>
        </a:graphic>
      </p:graphicFrame>
      <p:graphicFrame>
        <p:nvGraphicFramePr>
          <p:cNvPr id="210949" name="Object 5"/>
          <p:cNvGraphicFramePr>
            <a:graphicFrameLocks noChangeAspect="1"/>
          </p:cNvGraphicFramePr>
          <p:nvPr/>
        </p:nvGraphicFramePr>
        <p:xfrm>
          <a:off x="4527550" y="1076325"/>
          <a:ext cx="3860800" cy="777875"/>
        </p:xfrm>
        <a:graphic>
          <a:graphicData uri="http://schemas.openxmlformats.org/presentationml/2006/ole">
            <mc:AlternateContent xmlns:mc="http://schemas.openxmlformats.org/markup-compatibility/2006">
              <mc:Choice xmlns:v="urn:schemas-microsoft-com:vml" Requires="v">
                <p:oleObj spid="_x0000_s44036" name="公式" r:id="rId5" imgW="51511200" imgH="10363200" progId="Equation.3">
                  <p:embed/>
                </p:oleObj>
              </mc:Choice>
              <mc:Fallback>
                <p:oleObj name="公式" r:id="rId5" imgW="51511200" imgH="10363200" progId="Equation.3">
                  <p:embed/>
                  <p:pic>
                    <p:nvPicPr>
                      <p:cNvPr id="0" name="Object 5"/>
                      <p:cNvPicPr>
                        <a:picLocks noChangeAspect="1"/>
                      </p:cNvPicPr>
                      <p:nvPr/>
                    </p:nvPicPr>
                    <p:blipFill>
                      <a:blip r:embed="rId6"/>
                      <a:stretch>
                        <a:fillRect/>
                      </a:stretch>
                    </p:blipFill>
                    <p:spPr>
                      <a:xfrm>
                        <a:off x="4527550" y="1076325"/>
                        <a:ext cx="3860800" cy="777875"/>
                      </a:xfrm>
                      <a:prstGeom prst="rect">
                        <a:avLst/>
                      </a:prstGeom>
                      <a:noFill/>
                      <a:ln w="9525">
                        <a:noFill/>
                      </a:ln>
                    </p:spPr>
                  </p:pic>
                </p:oleObj>
              </mc:Fallback>
            </mc:AlternateContent>
          </a:graphicData>
        </a:graphic>
      </p:graphicFrame>
      <p:graphicFrame>
        <p:nvGraphicFramePr>
          <p:cNvPr id="210950" name="Object 6"/>
          <p:cNvGraphicFramePr>
            <a:graphicFrameLocks noChangeAspect="1"/>
          </p:cNvGraphicFramePr>
          <p:nvPr/>
        </p:nvGraphicFramePr>
        <p:xfrm>
          <a:off x="2906713" y="1936750"/>
          <a:ext cx="2497137" cy="434975"/>
        </p:xfrm>
        <a:graphic>
          <a:graphicData uri="http://schemas.openxmlformats.org/presentationml/2006/ole">
            <mc:AlternateContent xmlns:mc="http://schemas.openxmlformats.org/markup-compatibility/2006">
              <mc:Choice xmlns:v="urn:schemas-microsoft-com:vml" Requires="v">
                <p:oleObj spid="_x0000_s44037" name="公式" r:id="rId7" imgW="33223200" imgH="5791200" progId="Equation.3">
                  <p:embed/>
                </p:oleObj>
              </mc:Choice>
              <mc:Fallback>
                <p:oleObj name="公式" r:id="rId7" imgW="33223200" imgH="5791200" progId="Equation.3">
                  <p:embed/>
                  <p:pic>
                    <p:nvPicPr>
                      <p:cNvPr id="0" name="Object 6"/>
                      <p:cNvPicPr>
                        <a:picLocks noChangeAspect="1"/>
                      </p:cNvPicPr>
                      <p:nvPr/>
                    </p:nvPicPr>
                    <p:blipFill>
                      <a:blip r:embed="rId8"/>
                      <a:stretch>
                        <a:fillRect/>
                      </a:stretch>
                    </p:blipFill>
                    <p:spPr>
                      <a:xfrm>
                        <a:off x="2906713" y="1936750"/>
                        <a:ext cx="2497137" cy="434975"/>
                      </a:xfrm>
                      <a:prstGeom prst="rect">
                        <a:avLst/>
                      </a:prstGeom>
                      <a:noFill/>
                      <a:ln w="9525">
                        <a:noFill/>
                      </a:ln>
                    </p:spPr>
                  </p:pic>
                </p:oleObj>
              </mc:Fallback>
            </mc:AlternateContent>
          </a:graphicData>
        </a:graphic>
      </p:graphicFrame>
      <p:graphicFrame>
        <p:nvGraphicFramePr>
          <p:cNvPr id="210951" name="Object 7"/>
          <p:cNvGraphicFramePr>
            <a:graphicFrameLocks noChangeAspect="1"/>
          </p:cNvGraphicFramePr>
          <p:nvPr/>
        </p:nvGraphicFramePr>
        <p:xfrm>
          <a:off x="3586163" y="2798763"/>
          <a:ext cx="1328737" cy="388937"/>
        </p:xfrm>
        <a:graphic>
          <a:graphicData uri="http://schemas.openxmlformats.org/presentationml/2006/ole">
            <mc:AlternateContent xmlns:mc="http://schemas.openxmlformats.org/markup-compatibility/2006">
              <mc:Choice xmlns:v="urn:schemas-microsoft-com:vml" Requires="v">
                <p:oleObj spid="_x0000_s44038" name="公式" r:id="rId9" imgW="17678400" imgH="5181600" progId="Equation.3">
                  <p:embed/>
                </p:oleObj>
              </mc:Choice>
              <mc:Fallback>
                <p:oleObj name="公式" r:id="rId9" imgW="17678400" imgH="5181600" progId="Equation.3">
                  <p:embed/>
                  <p:pic>
                    <p:nvPicPr>
                      <p:cNvPr id="0" name="Object 7"/>
                      <p:cNvPicPr>
                        <a:picLocks noChangeAspect="1"/>
                      </p:cNvPicPr>
                      <p:nvPr/>
                    </p:nvPicPr>
                    <p:blipFill>
                      <a:blip r:embed="rId10"/>
                      <a:stretch>
                        <a:fillRect/>
                      </a:stretch>
                    </p:blipFill>
                    <p:spPr>
                      <a:xfrm>
                        <a:off x="3586163" y="2798763"/>
                        <a:ext cx="1328737" cy="388937"/>
                      </a:xfrm>
                      <a:prstGeom prst="rect">
                        <a:avLst/>
                      </a:prstGeom>
                      <a:noFill/>
                      <a:ln w="9525">
                        <a:noFill/>
                      </a:ln>
                    </p:spPr>
                  </p:pic>
                </p:oleObj>
              </mc:Fallback>
            </mc:AlternateContent>
          </a:graphicData>
        </a:graphic>
      </p:graphicFrame>
      <p:sp>
        <p:nvSpPr>
          <p:cNvPr id="210952" name="AutoShape 8"/>
          <p:cNvSpPr>
            <a:spLocks noChangeArrowheads="1"/>
          </p:cNvSpPr>
          <p:nvPr/>
        </p:nvSpPr>
        <p:spPr bwMode="auto">
          <a:xfrm>
            <a:off x="5003800" y="2868613"/>
            <a:ext cx="838200" cy="228600"/>
          </a:xfrm>
          <a:prstGeom prst="rightArrow">
            <a:avLst>
              <a:gd name="adj1" fmla="val 50000"/>
              <a:gd name="adj2" fmla="val 91667"/>
            </a:avLst>
          </a:prstGeom>
          <a:solidFill>
            <a:srgbClr val="FF66CC">
              <a:alpha val="50195"/>
            </a:srgbClr>
          </a:solidFill>
          <a:ln w="9525">
            <a:solidFill>
              <a:srgbClr val="6699FF">
                <a:alpha val="70195"/>
              </a:srgbClr>
            </a:solidFill>
            <a:miter lim="800000"/>
          </a:ln>
        </p:spPr>
        <p:txBody>
          <a:bodyPr wrap="none" anchor="ctr"/>
          <a:lstStyle/>
          <a:p>
            <a:endParaRPr lang="zh-CN" altLang="en-US"/>
          </a:p>
        </p:txBody>
      </p:sp>
      <p:sp>
        <p:nvSpPr>
          <p:cNvPr id="210953" name="AutoShape 9"/>
          <p:cNvSpPr/>
          <p:nvPr/>
        </p:nvSpPr>
        <p:spPr bwMode="auto">
          <a:xfrm>
            <a:off x="6084888" y="2508250"/>
            <a:ext cx="358775" cy="1800225"/>
          </a:xfrm>
          <a:prstGeom prst="leftBrace">
            <a:avLst>
              <a:gd name="adj1" fmla="val 41814"/>
              <a:gd name="adj2" fmla="val 26630"/>
            </a:avLst>
          </a:prstGeom>
          <a:noFill/>
          <a:ln w="19050">
            <a:solidFill>
              <a:schemeClr val="accent2"/>
            </a:solidFill>
            <a:round/>
          </a:ln>
        </p:spPr>
        <p:txBody>
          <a:bodyPr wrap="none" anchor="ctr"/>
          <a:lstStyle/>
          <a:p>
            <a:endParaRPr lang="zh-CN" altLang="en-US"/>
          </a:p>
        </p:txBody>
      </p:sp>
      <p:graphicFrame>
        <p:nvGraphicFramePr>
          <p:cNvPr id="210954" name="Object 10"/>
          <p:cNvGraphicFramePr>
            <a:graphicFrameLocks noChangeAspect="1"/>
          </p:cNvGraphicFramePr>
          <p:nvPr/>
        </p:nvGraphicFramePr>
        <p:xfrm>
          <a:off x="6494463" y="2259013"/>
          <a:ext cx="1317625" cy="692150"/>
        </p:xfrm>
        <a:graphic>
          <a:graphicData uri="http://schemas.openxmlformats.org/presentationml/2006/ole">
            <mc:AlternateContent xmlns:mc="http://schemas.openxmlformats.org/markup-compatibility/2006">
              <mc:Choice xmlns:v="urn:schemas-microsoft-com:vml" Requires="v">
                <p:oleObj spid="_x0000_s44039" name="公式" r:id="rId11" imgW="18592800" imgH="9753600" progId="Equation.3">
                  <p:embed/>
                </p:oleObj>
              </mc:Choice>
              <mc:Fallback>
                <p:oleObj name="公式" r:id="rId11" imgW="18592800" imgH="9753600" progId="Equation.3">
                  <p:embed/>
                  <p:pic>
                    <p:nvPicPr>
                      <p:cNvPr id="0" name="Object 10"/>
                      <p:cNvPicPr>
                        <a:picLocks noChangeAspect="1"/>
                      </p:cNvPicPr>
                      <p:nvPr/>
                    </p:nvPicPr>
                    <p:blipFill>
                      <a:blip r:embed="rId12"/>
                      <a:stretch>
                        <a:fillRect/>
                      </a:stretch>
                    </p:blipFill>
                    <p:spPr>
                      <a:xfrm>
                        <a:off x="6494463" y="2259013"/>
                        <a:ext cx="1317625" cy="692150"/>
                      </a:xfrm>
                      <a:prstGeom prst="rect">
                        <a:avLst/>
                      </a:prstGeom>
                      <a:noFill/>
                      <a:ln w="9525">
                        <a:noFill/>
                      </a:ln>
                    </p:spPr>
                  </p:pic>
                </p:oleObj>
              </mc:Fallback>
            </mc:AlternateContent>
          </a:graphicData>
        </a:graphic>
      </p:graphicFrame>
      <p:graphicFrame>
        <p:nvGraphicFramePr>
          <p:cNvPr id="210955" name="Object 11"/>
          <p:cNvGraphicFramePr>
            <a:graphicFrameLocks noChangeAspect="1"/>
          </p:cNvGraphicFramePr>
          <p:nvPr/>
        </p:nvGraphicFramePr>
        <p:xfrm>
          <a:off x="6551613" y="3068638"/>
          <a:ext cx="1317625" cy="735012"/>
        </p:xfrm>
        <a:graphic>
          <a:graphicData uri="http://schemas.openxmlformats.org/presentationml/2006/ole">
            <mc:AlternateContent xmlns:mc="http://schemas.openxmlformats.org/markup-compatibility/2006">
              <mc:Choice xmlns:v="urn:schemas-microsoft-com:vml" Requires="v">
                <p:oleObj spid="_x0000_s44040" name="公式" r:id="rId13" imgW="18592800" imgH="10363200" progId="Equation.3">
                  <p:embed/>
                </p:oleObj>
              </mc:Choice>
              <mc:Fallback>
                <p:oleObj name="公式" r:id="rId13" imgW="18592800" imgH="10363200" progId="Equation.3">
                  <p:embed/>
                  <p:pic>
                    <p:nvPicPr>
                      <p:cNvPr id="0" name="Object 11"/>
                      <p:cNvPicPr>
                        <a:picLocks noChangeAspect="1"/>
                      </p:cNvPicPr>
                      <p:nvPr/>
                    </p:nvPicPr>
                    <p:blipFill>
                      <a:blip r:embed="rId14"/>
                      <a:stretch>
                        <a:fillRect/>
                      </a:stretch>
                    </p:blipFill>
                    <p:spPr>
                      <a:xfrm>
                        <a:off x="6551613" y="3068638"/>
                        <a:ext cx="1317625" cy="735012"/>
                      </a:xfrm>
                      <a:prstGeom prst="rect">
                        <a:avLst/>
                      </a:prstGeom>
                      <a:noFill/>
                      <a:ln w="9525">
                        <a:noFill/>
                      </a:ln>
                    </p:spPr>
                  </p:pic>
                </p:oleObj>
              </mc:Fallback>
            </mc:AlternateContent>
          </a:graphicData>
        </a:graphic>
      </p:graphicFrame>
      <p:graphicFrame>
        <p:nvGraphicFramePr>
          <p:cNvPr id="210956" name="Object 12"/>
          <p:cNvGraphicFramePr>
            <a:graphicFrameLocks noChangeAspect="1"/>
          </p:cNvGraphicFramePr>
          <p:nvPr/>
        </p:nvGraphicFramePr>
        <p:xfrm>
          <a:off x="6597650" y="3968750"/>
          <a:ext cx="1295400" cy="712788"/>
        </p:xfrm>
        <a:graphic>
          <a:graphicData uri="http://schemas.openxmlformats.org/presentationml/2006/ole">
            <mc:AlternateContent xmlns:mc="http://schemas.openxmlformats.org/markup-compatibility/2006">
              <mc:Choice xmlns:v="urn:schemas-microsoft-com:vml" Requires="v">
                <p:oleObj spid="_x0000_s44041" name="公式" r:id="rId15" imgW="18288000" imgH="10058400" progId="Equation.3">
                  <p:embed/>
                </p:oleObj>
              </mc:Choice>
              <mc:Fallback>
                <p:oleObj name="公式" r:id="rId15" imgW="18288000" imgH="10058400" progId="Equation.3">
                  <p:embed/>
                  <p:pic>
                    <p:nvPicPr>
                      <p:cNvPr id="0" name="Object 12"/>
                      <p:cNvPicPr>
                        <a:picLocks noChangeAspect="1"/>
                      </p:cNvPicPr>
                      <p:nvPr/>
                    </p:nvPicPr>
                    <p:blipFill>
                      <a:blip r:embed="rId16"/>
                      <a:stretch>
                        <a:fillRect/>
                      </a:stretch>
                    </p:blipFill>
                    <p:spPr>
                      <a:xfrm>
                        <a:off x="6597650" y="3968750"/>
                        <a:ext cx="1295400" cy="712788"/>
                      </a:xfrm>
                      <a:prstGeom prst="rect">
                        <a:avLst/>
                      </a:prstGeom>
                      <a:noFill/>
                      <a:ln w="9525">
                        <a:noFill/>
                      </a:ln>
                    </p:spPr>
                  </p:pic>
                </p:oleObj>
              </mc:Fallback>
            </mc:AlternateContent>
          </a:graphicData>
        </a:graphic>
      </p:graphicFrame>
      <p:sp>
        <p:nvSpPr>
          <p:cNvPr id="210957" name="AutoShape 13"/>
          <p:cNvSpPr>
            <a:spLocks noChangeArrowheads="1"/>
          </p:cNvSpPr>
          <p:nvPr/>
        </p:nvSpPr>
        <p:spPr bwMode="auto">
          <a:xfrm rot="10800000">
            <a:off x="5364163" y="3876675"/>
            <a:ext cx="838200" cy="228600"/>
          </a:xfrm>
          <a:prstGeom prst="rightArrow">
            <a:avLst>
              <a:gd name="adj1" fmla="val 50000"/>
              <a:gd name="adj2" fmla="val 91667"/>
            </a:avLst>
          </a:prstGeom>
          <a:solidFill>
            <a:srgbClr val="FF66CC">
              <a:alpha val="50195"/>
            </a:srgbClr>
          </a:solidFill>
          <a:ln w="9525">
            <a:solidFill>
              <a:srgbClr val="6699FF">
                <a:alpha val="70195"/>
              </a:srgbClr>
            </a:solidFill>
            <a:miter lim="800000"/>
          </a:ln>
        </p:spPr>
        <p:txBody>
          <a:bodyPr wrap="none" anchor="ctr"/>
          <a:lstStyle/>
          <a:p>
            <a:endParaRPr lang="zh-CN" altLang="en-US"/>
          </a:p>
        </p:txBody>
      </p:sp>
      <p:graphicFrame>
        <p:nvGraphicFramePr>
          <p:cNvPr id="210958" name="Object 14"/>
          <p:cNvGraphicFramePr>
            <a:graphicFrameLocks noChangeAspect="1"/>
          </p:cNvGraphicFramePr>
          <p:nvPr/>
        </p:nvGraphicFramePr>
        <p:xfrm>
          <a:off x="1376363" y="3698875"/>
          <a:ext cx="3567112" cy="777875"/>
        </p:xfrm>
        <a:graphic>
          <a:graphicData uri="http://schemas.openxmlformats.org/presentationml/2006/ole">
            <mc:AlternateContent xmlns:mc="http://schemas.openxmlformats.org/markup-compatibility/2006">
              <mc:Choice xmlns:v="urn:schemas-microsoft-com:vml" Requires="v">
                <p:oleObj spid="_x0000_s44042" name="公式" r:id="rId17" imgW="47548800" imgH="10363200" progId="Equation.3">
                  <p:embed/>
                </p:oleObj>
              </mc:Choice>
              <mc:Fallback>
                <p:oleObj name="公式" r:id="rId17" imgW="47548800" imgH="10363200" progId="Equation.3">
                  <p:embed/>
                  <p:pic>
                    <p:nvPicPr>
                      <p:cNvPr id="0" name="Object 14"/>
                      <p:cNvPicPr>
                        <a:picLocks noChangeAspect="1"/>
                      </p:cNvPicPr>
                      <p:nvPr/>
                    </p:nvPicPr>
                    <p:blipFill>
                      <a:blip r:embed="rId18"/>
                      <a:stretch>
                        <a:fillRect/>
                      </a:stretch>
                    </p:blipFill>
                    <p:spPr>
                      <a:xfrm>
                        <a:off x="1376363" y="3698875"/>
                        <a:ext cx="3567112" cy="777875"/>
                      </a:xfrm>
                      <a:prstGeom prst="rect">
                        <a:avLst/>
                      </a:prstGeom>
                      <a:solidFill>
                        <a:srgbClr val="CCFFFF"/>
                      </a:solidFill>
                      <a:ln w="19050" cap="flat" cmpd="sng">
                        <a:solidFill>
                          <a:srgbClr val="00FFFF"/>
                        </a:solidFill>
                        <a:prstDash val="solid"/>
                        <a:miter/>
                        <a:headEnd type="none" w="med" len="med"/>
                        <a:tailEnd type="none" w="med" len="med"/>
                      </a:ln>
                    </p:spPr>
                  </p:pic>
                </p:oleObj>
              </mc:Fallback>
            </mc:AlternateContent>
          </a:graphicData>
        </a:graphic>
      </p:graphicFrame>
      <p:sp>
        <p:nvSpPr>
          <p:cNvPr id="210959" name="Text Box 15"/>
          <p:cNvSpPr txBox="1">
            <a:spLocks noChangeArrowheads="1"/>
          </p:cNvSpPr>
          <p:nvPr/>
        </p:nvSpPr>
        <p:spPr bwMode="auto">
          <a:xfrm>
            <a:off x="341313" y="4733925"/>
            <a:ext cx="4054475" cy="457200"/>
          </a:xfrm>
          <a:prstGeom prst="rect">
            <a:avLst/>
          </a:prstGeom>
          <a:noFill/>
          <a:ln w="9525">
            <a:noFill/>
            <a:miter lim="800000"/>
          </a:ln>
        </p:spPr>
        <p:txBody>
          <a:bodyPr>
            <a:spAutoFit/>
          </a:bodyPr>
          <a:lstStyle/>
          <a:p>
            <a:pPr algn="l"/>
            <a:r>
              <a:rPr lang="zh-CN" altLang="en-US" b="1" i="0">
                <a:solidFill>
                  <a:srgbClr val="FF0000"/>
                </a:solidFill>
                <a:latin typeface="宋体" panose="02010600030101010101" pitchFamily="2" charset="-122"/>
              </a:rPr>
              <a:t>由势能曲线求保守力</a:t>
            </a:r>
            <a:endParaRPr lang="zh-CN" altLang="en-US" b="1" i="0">
              <a:solidFill>
                <a:srgbClr val="FF0000"/>
              </a:solidFill>
              <a:latin typeface="宋体" panose="02010600030101010101" pitchFamily="2" charset="-122"/>
            </a:endParaRPr>
          </a:p>
        </p:txBody>
      </p:sp>
      <p:sp>
        <p:nvSpPr>
          <p:cNvPr id="210960" name="Text Box 16"/>
          <p:cNvSpPr txBox="1">
            <a:spLocks noChangeArrowheads="1"/>
          </p:cNvSpPr>
          <p:nvPr/>
        </p:nvSpPr>
        <p:spPr bwMode="auto">
          <a:xfrm>
            <a:off x="869950" y="5302250"/>
            <a:ext cx="7561263" cy="933450"/>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势能曲线上某点斜率的负值，就是该点对应的位置处质点所受的保守力。 </a:t>
            </a:r>
            <a:endParaRPr lang="zh-CN" altLang="en-US" b="1" i="0">
              <a:solidFill>
                <a:schemeClr val="bg1"/>
              </a:solidFill>
              <a:latin typeface="Times New Roman" panose="02020603050405020304" pitchFamily="18" charset="0"/>
            </a:endParaRPr>
          </a:p>
        </p:txBody>
      </p:sp>
      <p:sp>
        <p:nvSpPr>
          <p:cNvPr id="210961" name="AutoShape 17"/>
          <p:cNvSpPr>
            <a:spLocks noChangeArrowheads="1"/>
          </p:cNvSpPr>
          <p:nvPr/>
        </p:nvSpPr>
        <p:spPr bwMode="auto">
          <a:xfrm>
            <a:off x="3508375" y="1309688"/>
            <a:ext cx="838200" cy="228600"/>
          </a:xfrm>
          <a:prstGeom prst="rightArrow">
            <a:avLst>
              <a:gd name="adj1" fmla="val 50000"/>
              <a:gd name="adj2" fmla="val 91667"/>
            </a:avLst>
          </a:prstGeom>
          <a:solidFill>
            <a:srgbClr val="FF66CC">
              <a:alpha val="50195"/>
            </a:srgbClr>
          </a:solidFill>
          <a:ln w="9525">
            <a:solidFill>
              <a:srgbClr val="6699FF">
                <a:alpha val="70195"/>
              </a:srgbClr>
            </a:solid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0946"/>
                                        </p:tgtEl>
                                        <p:attrNameLst>
                                          <p:attrName>style.visibility</p:attrName>
                                        </p:attrNameLst>
                                      </p:cBhvr>
                                      <p:to>
                                        <p:strVal val="visible"/>
                                      </p:to>
                                    </p:set>
                                    <p:animEffect transition="in" filter="wipe(left)">
                                      <p:cBhvr>
                                        <p:cTn id="7" dur="500"/>
                                        <p:tgtEl>
                                          <p:spTgt spid="21094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0947"/>
                                        </p:tgtEl>
                                        <p:attrNameLst>
                                          <p:attrName>style.visibility</p:attrName>
                                        </p:attrNameLst>
                                      </p:cBhvr>
                                      <p:to>
                                        <p:strVal val="visible"/>
                                      </p:to>
                                    </p:set>
                                    <p:animEffect transition="in" filter="wipe(left)">
                                      <p:cBhvr>
                                        <p:cTn id="12" dur="500"/>
                                        <p:tgtEl>
                                          <p:spTgt spid="21094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0961"/>
                                        </p:tgtEl>
                                        <p:attrNameLst>
                                          <p:attrName>style.visibility</p:attrName>
                                        </p:attrNameLst>
                                      </p:cBhvr>
                                      <p:to>
                                        <p:strVal val="visible"/>
                                      </p:to>
                                    </p:set>
                                    <p:animEffect transition="in" filter="wipe(left)">
                                      <p:cBhvr>
                                        <p:cTn id="17" dur="500"/>
                                        <p:tgtEl>
                                          <p:spTgt spid="21096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0949"/>
                                        </p:tgtEl>
                                        <p:attrNameLst>
                                          <p:attrName>style.visibility</p:attrName>
                                        </p:attrNameLst>
                                      </p:cBhvr>
                                      <p:to>
                                        <p:strVal val="visible"/>
                                      </p:to>
                                    </p:set>
                                    <p:animEffect transition="in" filter="wipe(left)">
                                      <p:cBhvr>
                                        <p:cTn id="22" dur="500"/>
                                        <p:tgtEl>
                                          <p:spTgt spid="21094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0948"/>
                                        </p:tgtEl>
                                        <p:attrNameLst>
                                          <p:attrName>style.visibility</p:attrName>
                                        </p:attrNameLst>
                                      </p:cBhvr>
                                      <p:to>
                                        <p:strVal val="visible"/>
                                      </p:to>
                                    </p:set>
                                    <p:animEffect transition="in" filter="wipe(left)">
                                      <p:cBhvr>
                                        <p:cTn id="27" dur="500"/>
                                        <p:tgtEl>
                                          <p:spTgt spid="21094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10950"/>
                                        </p:tgtEl>
                                        <p:attrNameLst>
                                          <p:attrName>style.visibility</p:attrName>
                                        </p:attrNameLst>
                                      </p:cBhvr>
                                      <p:to>
                                        <p:strVal val="visible"/>
                                      </p:to>
                                    </p:set>
                                    <p:animEffect transition="in" filter="wipe(left)">
                                      <p:cBhvr>
                                        <p:cTn id="32" dur="500"/>
                                        <p:tgtEl>
                                          <p:spTgt spid="21095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0951"/>
                                        </p:tgtEl>
                                        <p:attrNameLst>
                                          <p:attrName>style.visibility</p:attrName>
                                        </p:attrNameLst>
                                      </p:cBhvr>
                                      <p:to>
                                        <p:strVal val="visible"/>
                                      </p:to>
                                    </p:set>
                                    <p:animEffect transition="in" filter="wipe(left)">
                                      <p:cBhvr>
                                        <p:cTn id="37" dur="500"/>
                                        <p:tgtEl>
                                          <p:spTgt spid="21095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10952"/>
                                        </p:tgtEl>
                                        <p:attrNameLst>
                                          <p:attrName>style.visibility</p:attrName>
                                        </p:attrNameLst>
                                      </p:cBhvr>
                                      <p:to>
                                        <p:strVal val="visible"/>
                                      </p:to>
                                    </p:set>
                                    <p:animEffect transition="in" filter="wipe(left)">
                                      <p:cBhvr>
                                        <p:cTn id="42" dur="500"/>
                                        <p:tgtEl>
                                          <p:spTgt spid="2109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0953"/>
                                        </p:tgtEl>
                                        <p:attrNameLst>
                                          <p:attrName>style.visibility</p:attrName>
                                        </p:attrNameLst>
                                      </p:cBhvr>
                                      <p:to>
                                        <p:strVal val="visible"/>
                                      </p:to>
                                    </p:set>
                                    <p:animEffect transition="in" filter="wipe(up)">
                                      <p:cBhvr>
                                        <p:cTn id="47" dur="500"/>
                                        <p:tgtEl>
                                          <p:spTgt spid="2109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10954"/>
                                        </p:tgtEl>
                                        <p:attrNameLst>
                                          <p:attrName>style.visibility</p:attrName>
                                        </p:attrNameLst>
                                      </p:cBhvr>
                                      <p:to>
                                        <p:strVal val="visible"/>
                                      </p:to>
                                    </p:set>
                                    <p:animEffect transition="in" filter="wipe(left)">
                                      <p:cBhvr>
                                        <p:cTn id="52" dur="500"/>
                                        <p:tgtEl>
                                          <p:spTgt spid="21095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0955"/>
                                        </p:tgtEl>
                                        <p:attrNameLst>
                                          <p:attrName>style.visibility</p:attrName>
                                        </p:attrNameLst>
                                      </p:cBhvr>
                                      <p:to>
                                        <p:strVal val="visible"/>
                                      </p:to>
                                    </p:set>
                                    <p:animEffect transition="in" filter="wipe(left)">
                                      <p:cBhvr>
                                        <p:cTn id="57" dur="500"/>
                                        <p:tgtEl>
                                          <p:spTgt spid="21095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0956"/>
                                        </p:tgtEl>
                                        <p:attrNameLst>
                                          <p:attrName>style.visibility</p:attrName>
                                        </p:attrNameLst>
                                      </p:cBhvr>
                                      <p:to>
                                        <p:strVal val="visible"/>
                                      </p:to>
                                    </p:set>
                                    <p:animEffect transition="in" filter="wipe(left)">
                                      <p:cBhvr>
                                        <p:cTn id="62" dur="500"/>
                                        <p:tgtEl>
                                          <p:spTgt spid="210956"/>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0957"/>
                                        </p:tgtEl>
                                        <p:attrNameLst>
                                          <p:attrName>style.visibility</p:attrName>
                                        </p:attrNameLst>
                                      </p:cBhvr>
                                      <p:to>
                                        <p:strVal val="visible"/>
                                      </p:to>
                                    </p:set>
                                    <p:animEffect transition="in" filter="wipe(left)">
                                      <p:cBhvr>
                                        <p:cTn id="67" dur="500"/>
                                        <p:tgtEl>
                                          <p:spTgt spid="210957"/>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0958"/>
                                        </p:tgtEl>
                                        <p:attrNameLst>
                                          <p:attrName>style.visibility</p:attrName>
                                        </p:attrNameLst>
                                      </p:cBhvr>
                                      <p:to>
                                        <p:strVal val="visible"/>
                                      </p:to>
                                    </p:set>
                                    <p:animEffect transition="in" filter="wipe(left)">
                                      <p:cBhvr>
                                        <p:cTn id="72" dur="500"/>
                                        <p:tgtEl>
                                          <p:spTgt spid="21095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10959"/>
                                        </p:tgtEl>
                                        <p:attrNameLst>
                                          <p:attrName>style.visibility</p:attrName>
                                        </p:attrNameLst>
                                      </p:cBhvr>
                                      <p:to>
                                        <p:strVal val="visible"/>
                                      </p:to>
                                    </p:set>
                                    <p:animEffect transition="in" filter="wipe(left)">
                                      <p:cBhvr>
                                        <p:cTn id="77" dur="500"/>
                                        <p:tgtEl>
                                          <p:spTgt spid="21095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210960"/>
                                        </p:tgtEl>
                                        <p:attrNameLst>
                                          <p:attrName>style.visibility</p:attrName>
                                        </p:attrNameLst>
                                      </p:cBhvr>
                                      <p:to>
                                        <p:strVal val="visible"/>
                                      </p:to>
                                    </p:set>
                                    <p:animEffect transition="in" filter="wipe(left)">
                                      <p:cBhvr>
                                        <p:cTn id="82" dur="500"/>
                                        <p:tgtEl>
                                          <p:spTgt spid="210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6" grpId="0" autoUpdateAnimBg="0"/>
      <p:bldP spid="210952" grpId="0" animBg="1"/>
      <p:bldP spid="210953" grpId="0" animBg="1"/>
      <p:bldP spid="210957" grpId="0" animBg="1"/>
      <p:bldP spid="210959" grpId="0" autoUpdateAnimBg="0"/>
      <p:bldP spid="210960" grpId="0" autoUpdateAnimBg="0"/>
      <p:bldP spid="210961"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ext Box 2"/>
          <p:cNvSpPr txBox="1">
            <a:spLocks noChangeArrowheads="1"/>
          </p:cNvSpPr>
          <p:nvPr/>
        </p:nvSpPr>
        <p:spPr bwMode="auto">
          <a:xfrm>
            <a:off x="115888" y="450850"/>
            <a:ext cx="4587875" cy="457200"/>
          </a:xfrm>
          <a:prstGeom prst="rect">
            <a:avLst/>
          </a:prstGeom>
          <a:noFill/>
          <a:ln w="9525" algn="ctr">
            <a:noFill/>
            <a:miter lim="800000"/>
          </a:ln>
        </p:spPr>
        <p:txBody>
          <a:bodyPr>
            <a:spAutoFit/>
          </a:bodyPr>
          <a:lstStyle/>
          <a:p>
            <a:pPr algn="l"/>
            <a:r>
              <a:rPr lang="en-US" altLang="zh-CN" b="1" i="0">
                <a:solidFill>
                  <a:srgbClr val="0033CC"/>
                </a:solidFill>
                <a:latin typeface="Times New Roman" panose="02020603050405020304" pitchFamily="18" charset="0"/>
              </a:rPr>
              <a:t>2.  </a:t>
            </a:r>
            <a:r>
              <a:rPr lang="zh-CN" altLang="en-US" b="1" i="0">
                <a:solidFill>
                  <a:srgbClr val="0033CC"/>
                </a:solidFill>
                <a:latin typeface="Times New Roman" panose="02020603050405020304" pitchFamily="18" charset="0"/>
              </a:rPr>
              <a:t>机械能守恒定律</a:t>
            </a:r>
            <a:endParaRPr lang="zh-CN" altLang="en-US" b="1" i="0">
              <a:solidFill>
                <a:srgbClr val="0033CC"/>
              </a:solidFill>
              <a:latin typeface="Times New Roman" panose="02020603050405020304" pitchFamily="18" charset="0"/>
            </a:endParaRPr>
          </a:p>
        </p:txBody>
      </p:sp>
      <p:sp>
        <p:nvSpPr>
          <p:cNvPr id="114709" name="Text Box 21"/>
          <p:cNvSpPr txBox="1">
            <a:spLocks noChangeArrowheads="1"/>
          </p:cNvSpPr>
          <p:nvPr/>
        </p:nvSpPr>
        <p:spPr bwMode="auto">
          <a:xfrm>
            <a:off x="312738" y="1089025"/>
            <a:ext cx="1963737" cy="457200"/>
          </a:xfrm>
          <a:prstGeom prst="rect">
            <a:avLst/>
          </a:prstGeom>
          <a:noFill/>
          <a:ln w="9525">
            <a:noFill/>
            <a:miter lim="800000"/>
          </a:ln>
        </p:spPr>
        <p:txBody>
          <a:bodyPr>
            <a:spAutoFit/>
          </a:bodyPr>
          <a:lstStyle/>
          <a:p>
            <a:pPr algn="l"/>
            <a:r>
              <a:rPr lang="zh-CN" altLang="en-US" b="1" i="0">
                <a:solidFill>
                  <a:srgbClr val="FF0000"/>
                </a:solidFill>
                <a:latin typeface="宋体" panose="02010600030101010101" pitchFamily="2" charset="-122"/>
              </a:rPr>
              <a:t>对质点</a:t>
            </a:r>
            <a:r>
              <a:rPr lang="en-US" altLang="zh-CN" b="1" i="0">
                <a:solidFill>
                  <a:srgbClr val="FF0000"/>
                </a:solidFill>
                <a:latin typeface="宋体" panose="02010600030101010101" pitchFamily="2" charset="-122"/>
              </a:rPr>
              <a:t>:</a:t>
            </a:r>
            <a:endParaRPr lang="en-US" altLang="zh-CN" b="1" i="0">
              <a:solidFill>
                <a:srgbClr val="FF0000"/>
              </a:solidFill>
              <a:latin typeface="宋体" panose="02010600030101010101" pitchFamily="2" charset="-122"/>
            </a:endParaRPr>
          </a:p>
        </p:txBody>
      </p:sp>
      <p:graphicFrame>
        <p:nvGraphicFramePr>
          <p:cNvPr id="114710" name="Object 22"/>
          <p:cNvGraphicFramePr>
            <a:graphicFrameLocks noChangeAspect="1"/>
          </p:cNvGraphicFramePr>
          <p:nvPr/>
        </p:nvGraphicFramePr>
        <p:xfrm>
          <a:off x="1692275" y="5943600"/>
          <a:ext cx="2346325" cy="411163"/>
        </p:xfrm>
        <a:graphic>
          <a:graphicData uri="http://schemas.openxmlformats.org/presentationml/2006/ole">
            <mc:AlternateContent xmlns:mc="http://schemas.openxmlformats.org/markup-compatibility/2006">
              <mc:Choice xmlns:v="urn:schemas-microsoft-com:vml" Requires="v">
                <p:oleObj spid="_x0000_s45057" name="公式" r:id="rId1" imgW="31394400" imgH="5486400" progId="Equation.3">
                  <p:embed/>
                </p:oleObj>
              </mc:Choice>
              <mc:Fallback>
                <p:oleObj name="公式" r:id="rId1" imgW="31394400" imgH="5486400" progId="Equation.3">
                  <p:embed/>
                  <p:pic>
                    <p:nvPicPr>
                      <p:cNvPr id="0" name="Object 22"/>
                      <p:cNvPicPr>
                        <a:picLocks noChangeAspect="1"/>
                      </p:cNvPicPr>
                      <p:nvPr/>
                    </p:nvPicPr>
                    <p:blipFill>
                      <a:blip r:embed="rId2"/>
                      <a:stretch>
                        <a:fillRect/>
                      </a:stretch>
                    </p:blipFill>
                    <p:spPr>
                      <a:xfrm>
                        <a:off x="1692275" y="5943600"/>
                        <a:ext cx="2346325" cy="411163"/>
                      </a:xfrm>
                      <a:prstGeom prst="rect">
                        <a:avLst/>
                      </a:prstGeom>
                      <a:solidFill>
                        <a:srgbClr val="CCFFFF"/>
                      </a:solidFill>
                      <a:ln w="19050" cap="flat" cmpd="sng">
                        <a:solidFill>
                          <a:srgbClr val="00FFFF"/>
                        </a:solidFill>
                        <a:prstDash val="solid"/>
                        <a:miter/>
                        <a:headEnd type="none" w="med" len="med"/>
                        <a:tailEnd type="none" w="med" len="med"/>
                      </a:ln>
                    </p:spPr>
                  </p:pic>
                </p:oleObj>
              </mc:Fallback>
            </mc:AlternateContent>
          </a:graphicData>
        </a:graphic>
      </p:graphicFrame>
      <p:sp>
        <p:nvSpPr>
          <p:cNvPr id="114711" name="Text Box 23"/>
          <p:cNvSpPr txBox="1">
            <a:spLocks noChangeArrowheads="1"/>
          </p:cNvSpPr>
          <p:nvPr/>
        </p:nvSpPr>
        <p:spPr bwMode="auto">
          <a:xfrm>
            <a:off x="4437063" y="5897563"/>
            <a:ext cx="3060700" cy="457200"/>
          </a:xfrm>
          <a:prstGeom prst="rect">
            <a:avLst/>
          </a:prstGeom>
          <a:noFill/>
          <a:ln w="9525">
            <a:noFill/>
            <a:miter lim="800000"/>
          </a:ln>
        </p:spPr>
        <p:txBody>
          <a:bodyPr>
            <a:spAutoFit/>
          </a:bodyPr>
          <a:lstStyle/>
          <a:p>
            <a:pPr algn="l"/>
            <a:r>
              <a:rPr lang="en-US" altLang="zh-CN" b="1" i="0">
                <a:solidFill>
                  <a:srgbClr val="008000"/>
                </a:solidFill>
                <a:latin typeface="Times New Roman" panose="02020603050405020304" pitchFamily="18" charset="0"/>
              </a:rPr>
              <a:t>(</a:t>
            </a:r>
            <a:r>
              <a:rPr lang="zh-CN" altLang="en-US" b="1" i="0">
                <a:solidFill>
                  <a:srgbClr val="008000"/>
                </a:solidFill>
                <a:latin typeface="Times New Roman" panose="02020603050405020304" pitchFamily="18" charset="0"/>
              </a:rPr>
              <a:t>机械能守恒定律</a:t>
            </a:r>
            <a:r>
              <a:rPr lang="en-US" altLang="zh-CN" b="1" i="0">
                <a:solidFill>
                  <a:srgbClr val="008000"/>
                </a:solidFill>
                <a:latin typeface="Times New Roman" panose="02020603050405020304" pitchFamily="18" charset="0"/>
              </a:rPr>
              <a:t>)</a:t>
            </a:r>
            <a:endParaRPr lang="en-US" altLang="zh-CN" b="1" i="0">
              <a:solidFill>
                <a:srgbClr val="008000"/>
              </a:solidFill>
              <a:latin typeface="Times New Roman" panose="02020603050405020304" pitchFamily="18" charset="0"/>
            </a:endParaRPr>
          </a:p>
        </p:txBody>
      </p:sp>
      <p:sp>
        <p:nvSpPr>
          <p:cNvPr id="114712" name="Freeform 24"/>
          <p:cNvSpPr/>
          <p:nvPr/>
        </p:nvSpPr>
        <p:spPr bwMode="auto">
          <a:xfrm>
            <a:off x="5562600" y="1268413"/>
            <a:ext cx="3240088" cy="2136775"/>
          </a:xfrm>
          <a:custGeom>
            <a:avLst/>
            <a:gdLst/>
            <a:ahLst/>
            <a:cxnLst>
              <a:cxn ang="0">
                <a:pos x="2041" y="76"/>
              </a:cxn>
              <a:cxn ang="0">
                <a:pos x="771" y="212"/>
              </a:cxn>
              <a:cxn ang="0">
                <a:pos x="0" y="1346"/>
              </a:cxn>
            </a:cxnLst>
            <a:rect l="0" t="0" r="r" b="b"/>
            <a:pathLst>
              <a:path w="2041" h="1346">
                <a:moveTo>
                  <a:pt x="2041" y="76"/>
                </a:moveTo>
                <a:cubicBezTo>
                  <a:pt x="1576" y="38"/>
                  <a:pt x="1111" y="0"/>
                  <a:pt x="771" y="212"/>
                </a:cubicBezTo>
                <a:cubicBezTo>
                  <a:pt x="431" y="424"/>
                  <a:pt x="215" y="885"/>
                  <a:pt x="0" y="1346"/>
                </a:cubicBezTo>
              </a:path>
            </a:pathLst>
          </a:custGeom>
          <a:noFill/>
          <a:ln w="31750" cap="flat" cmpd="sng">
            <a:solidFill>
              <a:schemeClr val="bg1"/>
            </a:solidFill>
            <a:prstDash val="solid"/>
            <a:round/>
          </a:ln>
          <a:effectLst>
            <a:outerShdw dist="35921" dir="2700000" algn="ctr" rotWithShape="0">
              <a:schemeClr val="bg2">
                <a:alpha val="50000"/>
              </a:schemeClr>
            </a:outerShdw>
          </a:effectLst>
        </p:spPr>
        <p:txBody>
          <a:bodyPr wrap="none" tIns="0"/>
          <a:lstStyle/>
          <a:p>
            <a:pPr>
              <a:defRPr/>
            </a:pPr>
            <a:endParaRPr lang="zh-CN" altLang="en-US"/>
          </a:p>
        </p:txBody>
      </p:sp>
      <p:graphicFrame>
        <p:nvGraphicFramePr>
          <p:cNvPr id="114713" name="Object 25"/>
          <p:cNvGraphicFramePr>
            <a:graphicFrameLocks noChangeAspect="1"/>
          </p:cNvGraphicFramePr>
          <p:nvPr/>
        </p:nvGraphicFramePr>
        <p:xfrm>
          <a:off x="5697538" y="2798763"/>
          <a:ext cx="173037" cy="173037"/>
        </p:xfrm>
        <a:graphic>
          <a:graphicData uri="http://schemas.openxmlformats.org/presentationml/2006/ole">
            <mc:AlternateContent xmlns:mc="http://schemas.openxmlformats.org/markup-compatibility/2006">
              <mc:Choice xmlns:v="urn:schemas-microsoft-com:vml" Requires="v">
                <p:oleObj spid="_x0000_s45059" name="公式" r:id="rId3" imgW="2743200" imgH="2743200" progId="Equation.3">
                  <p:embed/>
                </p:oleObj>
              </mc:Choice>
              <mc:Fallback>
                <p:oleObj name="公式" r:id="rId3" imgW="2743200" imgH="2743200" progId="Equation.3">
                  <p:embed/>
                  <p:pic>
                    <p:nvPicPr>
                      <p:cNvPr id="0" name="Object 25"/>
                      <p:cNvPicPr>
                        <a:picLocks noChangeAspect="1"/>
                      </p:cNvPicPr>
                      <p:nvPr/>
                    </p:nvPicPr>
                    <p:blipFill>
                      <a:blip r:embed="rId4"/>
                      <a:stretch>
                        <a:fillRect/>
                      </a:stretch>
                    </p:blipFill>
                    <p:spPr>
                      <a:xfrm>
                        <a:off x="5697538" y="2798763"/>
                        <a:ext cx="173037" cy="173037"/>
                      </a:xfrm>
                      <a:prstGeom prst="rect">
                        <a:avLst/>
                      </a:prstGeom>
                      <a:noFill/>
                      <a:ln w="9525">
                        <a:noFill/>
                      </a:ln>
                    </p:spPr>
                  </p:pic>
                </p:oleObj>
              </mc:Fallback>
            </mc:AlternateContent>
          </a:graphicData>
        </a:graphic>
      </p:graphicFrame>
      <p:graphicFrame>
        <p:nvGraphicFramePr>
          <p:cNvPr id="114714" name="Object 26"/>
          <p:cNvGraphicFramePr>
            <a:graphicFrameLocks noChangeAspect="1"/>
          </p:cNvGraphicFramePr>
          <p:nvPr/>
        </p:nvGraphicFramePr>
        <p:xfrm>
          <a:off x="7092950" y="1320800"/>
          <a:ext cx="173038" cy="173038"/>
        </p:xfrm>
        <a:graphic>
          <a:graphicData uri="http://schemas.openxmlformats.org/presentationml/2006/ole">
            <mc:AlternateContent xmlns:mc="http://schemas.openxmlformats.org/markup-compatibility/2006">
              <mc:Choice xmlns:v="urn:schemas-microsoft-com:vml" Requires="v">
                <p:oleObj spid="_x0000_s45060" name="公式" r:id="rId5" imgW="2743200" imgH="2743200" progId="Equation.3">
                  <p:embed/>
                </p:oleObj>
              </mc:Choice>
              <mc:Fallback>
                <p:oleObj name="公式" r:id="rId5" imgW="2743200" imgH="2743200" progId="Equation.3">
                  <p:embed/>
                  <p:pic>
                    <p:nvPicPr>
                      <p:cNvPr id="0" name="Object 26"/>
                      <p:cNvPicPr>
                        <a:picLocks noChangeAspect="1"/>
                      </p:cNvPicPr>
                      <p:nvPr/>
                    </p:nvPicPr>
                    <p:blipFill>
                      <a:blip r:embed="rId4"/>
                      <a:stretch>
                        <a:fillRect/>
                      </a:stretch>
                    </p:blipFill>
                    <p:spPr>
                      <a:xfrm>
                        <a:off x="7092950" y="1320800"/>
                        <a:ext cx="173038" cy="173038"/>
                      </a:xfrm>
                      <a:prstGeom prst="rect">
                        <a:avLst/>
                      </a:prstGeom>
                      <a:noFill/>
                      <a:ln w="9525">
                        <a:noFill/>
                      </a:ln>
                    </p:spPr>
                  </p:pic>
                </p:oleObj>
              </mc:Fallback>
            </mc:AlternateContent>
          </a:graphicData>
        </a:graphic>
      </p:graphicFrame>
      <p:sp>
        <p:nvSpPr>
          <p:cNvPr id="114715" name="Line 27"/>
          <p:cNvSpPr>
            <a:spLocks noChangeShapeType="1"/>
          </p:cNvSpPr>
          <p:nvPr/>
        </p:nvSpPr>
        <p:spPr bwMode="auto">
          <a:xfrm flipV="1">
            <a:off x="5778500" y="2224088"/>
            <a:ext cx="287338" cy="719137"/>
          </a:xfrm>
          <a:prstGeom prst="line">
            <a:avLst/>
          </a:prstGeom>
          <a:noFill/>
          <a:ln w="25400">
            <a:solidFill>
              <a:srgbClr val="FF0000"/>
            </a:solidFill>
            <a:round/>
            <a:tailEnd type="arrow" w="lg" len="lg"/>
          </a:ln>
          <a:effectLst>
            <a:outerShdw dist="35921" dir="2700000" algn="ctr" rotWithShape="0">
              <a:schemeClr val="bg2">
                <a:alpha val="50000"/>
              </a:schemeClr>
            </a:outerShdw>
          </a:effectLst>
        </p:spPr>
        <p:txBody>
          <a:bodyPr wrap="none" tIns="0"/>
          <a:lstStyle/>
          <a:p>
            <a:pPr>
              <a:defRPr/>
            </a:pPr>
            <a:endParaRPr lang="zh-CN" altLang="en-US"/>
          </a:p>
        </p:txBody>
      </p:sp>
      <p:sp>
        <p:nvSpPr>
          <p:cNvPr id="114716" name="Line 28"/>
          <p:cNvSpPr>
            <a:spLocks noChangeShapeType="1"/>
          </p:cNvSpPr>
          <p:nvPr/>
        </p:nvSpPr>
        <p:spPr bwMode="auto">
          <a:xfrm flipV="1">
            <a:off x="7137400" y="1214438"/>
            <a:ext cx="585788" cy="188912"/>
          </a:xfrm>
          <a:prstGeom prst="line">
            <a:avLst/>
          </a:prstGeom>
          <a:noFill/>
          <a:ln w="25400">
            <a:solidFill>
              <a:srgbClr val="FF0000"/>
            </a:solidFill>
            <a:round/>
            <a:tailEnd type="arrow" w="lg" len="lg"/>
          </a:ln>
          <a:effectLst>
            <a:outerShdw dist="35921" dir="2700000" algn="ctr" rotWithShape="0">
              <a:schemeClr val="bg2">
                <a:alpha val="50000"/>
              </a:schemeClr>
            </a:outerShdw>
          </a:effectLst>
        </p:spPr>
        <p:txBody>
          <a:bodyPr wrap="none" tIns="0"/>
          <a:lstStyle/>
          <a:p>
            <a:pPr>
              <a:defRPr/>
            </a:pPr>
            <a:endParaRPr lang="zh-CN" altLang="en-US"/>
          </a:p>
        </p:txBody>
      </p:sp>
      <p:graphicFrame>
        <p:nvGraphicFramePr>
          <p:cNvPr id="114717" name="Object 29"/>
          <p:cNvGraphicFramePr>
            <a:graphicFrameLocks noChangeAspect="1"/>
          </p:cNvGraphicFramePr>
          <p:nvPr/>
        </p:nvGraphicFramePr>
        <p:xfrm>
          <a:off x="5337175" y="2528888"/>
          <a:ext cx="434975" cy="387350"/>
        </p:xfrm>
        <a:graphic>
          <a:graphicData uri="http://schemas.openxmlformats.org/presentationml/2006/ole">
            <mc:AlternateContent xmlns:mc="http://schemas.openxmlformats.org/markup-compatibility/2006">
              <mc:Choice xmlns:v="urn:schemas-microsoft-com:vml" Requires="v">
                <p:oleObj spid="_x0000_s45061" name="公式" r:id="rId6" imgW="5791200" imgH="5181600" progId="Equation.3">
                  <p:embed/>
                </p:oleObj>
              </mc:Choice>
              <mc:Fallback>
                <p:oleObj name="公式" r:id="rId6" imgW="5791200" imgH="5181600" progId="Equation.3">
                  <p:embed/>
                  <p:pic>
                    <p:nvPicPr>
                      <p:cNvPr id="0" name="Object 29"/>
                      <p:cNvPicPr>
                        <a:picLocks noChangeAspect="1"/>
                      </p:cNvPicPr>
                      <p:nvPr/>
                    </p:nvPicPr>
                    <p:blipFill>
                      <a:blip r:embed="rId7"/>
                      <a:stretch>
                        <a:fillRect/>
                      </a:stretch>
                    </p:blipFill>
                    <p:spPr>
                      <a:xfrm>
                        <a:off x="5337175" y="2528888"/>
                        <a:ext cx="434975" cy="387350"/>
                      </a:xfrm>
                      <a:prstGeom prst="rect">
                        <a:avLst/>
                      </a:prstGeom>
                      <a:noFill/>
                      <a:ln w="9525">
                        <a:noFill/>
                      </a:ln>
                    </p:spPr>
                  </p:pic>
                </p:oleObj>
              </mc:Fallback>
            </mc:AlternateContent>
          </a:graphicData>
        </a:graphic>
      </p:graphicFrame>
      <p:graphicFrame>
        <p:nvGraphicFramePr>
          <p:cNvPr id="114718" name="Object 30"/>
          <p:cNvGraphicFramePr>
            <a:graphicFrameLocks noChangeAspect="1"/>
          </p:cNvGraphicFramePr>
          <p:nvPr/>
        </p:nvGraphicFramePr>
        <p:xfrm>
          <a:off x="6919913" y="998538"/>
          <a:ext cx="457200" cy="390525"/>
        </p:xfrm>
        <a:graphic>
          <a:graphicData uri="http://schemas.openxmlformats.org/presentationml/2006/ole">
            <mc:AlternateContent xmlns:mc="http://schemas.openxmlformats.org/markup-compatibility/2006">
              <mc:Choice xmlns:v="urn:schemas-microsoft-com:vml" Requires="v">
                <p:oleObj spid="_x0000_s45062" name="公式" r:id="rId8" imgW="6096000" imgH="5181600" progId="Equation.3">
                  <p:embed/>
                </p:oleObj>
              </mc:Choice>
              <mc:Fallback>
                <p:oleObj name="公式" r:id="rId8" imgW="6096000" imgH="5181600" progId="Equation.3">
                  <p:embed/>
                  <p:pic>
                    <p:nvPicPr>
                      <p:cNvPr id="0" name="Object 30"/>
                      <p:cNvPicPr>
                        <a:picLocks noChangeAspect="1"/>
                      </p:cNvPicPr>
                      <p:nvPr/>
                    </p:nvPicPr>
                    <p:blipFill>
                      <a:blip r:embed="rId9"/>
                      <a:stretch>
                        <a:fillRect/>
                      </a:stretch>
                    </p:blipFill>
                    <p:spPr>
                      <a:xfrm>
                        <a:off x="6919913" y="998538"/>
                        <a:ext cx="457200" cy="390525"/>
                      </a:xfrm>
                      <a:prstGeom prst="rect">
                        <a:avLst/>
                      </a:prstGeom>
                      <a:noFill/>
                      <a:ln w="9525">
                        <a:noFill/>
                      </a:ln>
                    </p:spPr>
                  </p:pic>
                </p:oleObj>
              </mc:Fallback>
            </mc:AlternateContent>
          </a:graphicData>
        </a:graphic>
      </p:graphicFrame>
      <p:graphicFrame>
        <p:nvGraphicFramePr>
          <p:cNvPr id="114719" name="Object 31"/>
          <p:cNvGraphicFramePr>
            <a:graphicFrameLocks noChangeAspect="1"/>
          </p:cNvGraphicFramePr>
          <p:nvPr/>
        </p:nvGraphicFramePr>
        <p:xfrm>
          <a:off x="5578475" y="2005013"/>
          <a:ext cx="277813" cy="390525"/>
        </p:xfrm>
        <a:graphic>
          <a:graphicData uri="http://schemas.openxmlformats.org/presentationml/2006/ole">
            <mc:AlternateContent xmlns:mc="http://schemas.openxmlformats.org/markup-compatibility/2006">
              <mc:Choice xmlns:v="urn:schemas-microsoft-com:vml" Requires="v">
                <p:oleObj spid="_x0000_s45063" name="公式" r:id="rId10" imgW="3657600" imgH="5181600" progId="Equation.3">
                  <p:embed/>
                </p:oleObj>
              </mc:Choice>
              <mc:Fallback>
                <p:oleObj name="公式" r:id="rId10" imgW="3657600" imgH="5181600" progId="Equation.3">
                  <p:embed/>
                  <p:pic>
                    <p:nvPicPr>
                      <p:cNvPr id="0" name="Object 31"/>
                      <p:cNvPicPr>
                        <a:picLocks noChangeAspect="1"/>
                      </p:cNvPicPr>
                      <p:nvPr/>
                    </p:nvPicPr>
                    <p:blipFill>
                      <a:blip r:embed="rId11"/>
                      <a:stretch>
                        <a:fillRect/>
                      </a:stretch>
                    </p:blipFill>
                    <p:spPr>
                      <a:xfrm>
                        <a:off x="5578475" y="2005013"/>
                        <a:ext cx="277813" cy="390525"/>
                      </a:xfrm>
                      <a:prstGeom prst="rect">
                        <a:avLst/>
                      </a:prstGeom>
                      <a:noFill/>
                      <a:ln w="9525">
                        <a:noFill/>
                      </a:ln>
                    </p:spPr>
                  </p:pic>
                </p:oleObj>
              </mc:Fallback>
            </mc:AlternateContent>
          </a:graphicData>
        </a:graphic>
      </p:graphicFrame>
      <p:graphicFrame>
        <p:nvGraphicFramePr>
          <p:cNvPr id="114720" name="Object 32"/>
          <p:cNvGraphicFramePr>
            <a:graphicFrameLocks noChangeAspect="1"/>
          </p:cNvGraphicFramePr>
          <p:nvPr/>
        </p:nvGraphicFramePr>
        <p:xfrm>
          <a:off x="7405688" y="833438"/>
          <a:ext cx="298450" cy="390525"/>
        </p:xfrm>
        <a:graphic>
          <a:graphicData uri="http://schemas.openxmlformats.org/presentationml/2006/ole">
            <mc:AlternateContent xmlns:mc="http://schemas.openxmlformats.org/markup-compatibility/2006">
              <mc:Choice xmlns:v="urn:schemas-microsoft-com:vml" Requires="v">
                <p:oleObj spid="_x0000_s45064" name="公式" r:id="rId12" imgW="3962400" imgH="5181600" progId="Equation.3">
                  <p:embed/>
                </p:oleObj>
              </mc:Choice>
              <mc:Fallback>
                <p:oleObj name="公式" r:id="rId12" imgW="3962400" imgH="5181600" progId="Equation.3">
                  <p:embed/>
                  <p:pic>
                    <p:nvPicPr>
                      <p:cNvPr id="0" name="Object 32"/>
                      <p:cNvPicPr>
                        <a:picLocks noChangeAspect="1"/>
                      </p:cNvPicPr>
                      <p:nvPr/>
                    </p:nvPicPr>
                    <p:blipFill>
                      <a:blip r:embed="rId13"/>
                      <a:stretch>
                        <a:fillRect/>
                      </a:stretch>
                    </p:blipFill>
                    <p:spPr>
                      <a:xfrm>
                        <a:off x="7405688" y="833438"/>
                        <a:ext cx="298450" cy="390525"/>
                      </a:xfrm>
                      <a:prstGeom prst="rect">
                        <a:avLst/>
                      </a:prstGeom>
                      <a:noFill/>
                      <a:ln w="9525">
                        <a:noFill/>
                      </a:ln>
                    </p:spPr>
                  </p:pic>
                </p:oleObj>
              </mc:Fallback>
            </mc:AlternateContent>
          </a:graphicData>
        </a:graphic>
      </p:graphicFrame>
      <p:sp>
        <p:nvSpPr>
          <p:cNvPr id="114721" name="Text Box 33"/>
          <p:cNvSpPr txBox="1">
            <a:spLocks noChangeArrowheads="1"/>
          </p:cNvSpPr>
          <p:nvPr/>
        </p:nvSpPr>
        <p:spPr bwMode="auto">
          <a:xfrm>
            <a:off x="395288" y="1790700"/>
            <a:ext cx="4311650" cy="415925"/>
          </a:xfrm>
          <a:prstGeom prst="rect">
            <a:avLst/>
          </a:prstGeom>
          <a:noFill/>
          <a:ln w="9525" algn="ctr">
            <a:noFill/>
            <a:miter lim="800000"/>
          </a:ln>
        </p:spPr>
        <p:txBody>
          <a:bodyPr tIns="0">
            <a:spAutoFit/>
          </a:bodyPr>
          <a:lstStyle/>
          <a:p>
            <a:pPr algn="l">
              <a:spcBef>
                <a:spcPct val="50000"/>
              </a:spcBef>
            </a:pPr>
            <a:r>
              <a:rPr kumimoji="0" lang="zh-CN" altLang="en-US" b="1" i="0">
                <a:solidFill>
                  <a:schemeClr val="bg1"/>
                </a:solidFill>
                <a:latin typeface="Times New Roman" panose="02020603050405020304" pitchFamily="18" charset="0"/>
                <a:cs typeface="Arial" panose="020B0604020202020204" pitchFamily="34" charset="0"/>
              </a:rPr>
              <a:t>保守力所作的功 </a:t>
            </a:r>
            <a:r>
              <a:rPr kumimoji="0" lang="en-US" altLang="zh-CN" b="1">
                <a:solidFill>
                  <a:srgbClr val="FF6600"/>
                </a:solidFill>
                <a:latin typeface="Times New Roman" panose="02020603050405020304" pitchFamily="18" charset="0"/>
                <a:cs typeface="Arial" panose="020B0604020202020204" pitchFamily="34" charset="0"/>
              </a:rPr>
              <a:t>A </a:t>
            </a:r>
            <a:r>
              <a:rPr kumimoji="0" lang="zh-CN" altLang="en-US" b="1" i="0">
                <a:solidFill>
                  <a:schemeClr val="bg1"/>
                </a:solidFill>
                <a:latin typeface="Times New Roman" panose="02020603050405020304" pitchFamily="18" charset="0"/>
                <a:cs typeface="Arial" panose="020B0604020202020204" pitchFamily="34" charset="0"/>
              </a:rPr>
              <a:t>应为：</a:t>
            </a:r>
            <a:endParaRPr kumimoji="0" lang="zh-CN" altLang="en-US" b="1">
              <a:solidFill>
                <a:schemeClr val="bg1"/>
              </a:solidFill>
              <a:latin typeface="Times New Roman" panose="02020603050405020304" pitchFamily="18" charset="0"/>
              <a:cs typeface="Arial" panose="020B0604020202020204" pitchFamily="34" charset="0"/>
            </a:endParaRPr>
          </a:p>
        </p:txBody>
      </p:sp>
      <p:graphicFrame>
        <p:nvGraphicFramePr>
          <p:cNvPr id="114722" name="Object 34"/>
          <p:cNvGraphicFramePr>
            <a:graphicFrameLocks noChangeAspect="1"/>
          </p:cNvGraphicFramePr>
          <p:nvPr/>
        </p:nvGraphicFramePr>
        <p:xfrm>
          <a:off x="1363663" y="2454275"/>
          <a:ext cx="1993900" cy="434975"/>
        </p:xfrm>
        <a:graphic>
          <a:graphicData uri="http://schemas.openxmlformats.org/presentationml/2006/ole">
            <mc:AlternateContent xmlns:mc="http://schemas.openxmlformats.org/markup-compatibility/2006">
              <mc:Choice xmlns:v="urn:schemas-microsoft-com:vml" Requires="v">
                <p:oleObj spid="_x0000_s45065" name="公式" r:id="rId14" imgW="26517600" imgH="5791200" progId="Equation.3">
                  <p:embed/>
                </p:oleObj>
              </mc:Choice>
              <mc:Fallback>
                <p:oleObj name="公式" r:id="rId14" imgW="26517600" imgH="5791200" progId="Equation.3">
                  <p:embed/>
                  <p:pic>
                    <p:nvPicPr>
                      <p:cNvPr id="0" name="Object 34"/>
                      <p:cNvPicPr>
                        <a:picLocks noChangeAspect="1"/>
                      </p:cNvPicPr>
                      <p:nvPr/>
                    </p:nvPicPr>
                    <p:blipFill>
                      <a:blip r:embed="rId15"/>
                      <a:stretch>
                        <a:fillRect/>
                      </a:stretch>
                    </p:blipFill>
                    <p:spPr>
                      <a:xfrm>
                        <a:off x="1363663" y="2454275"/>
                        <a:ext cx="1993900" cy="434975"/>
                      </a:xfrm>
                      <a:prstGeom prst="rect">
                        <a:avLst/>
                      </a:prstGeom>
                      <a:noFill/>
                      <a:ln w="9525">
                        <a:noFill/>
                      </a:ln>
                    </p:spPr>
                  </p:pic>
                </p:oleObj>
              </mc:Fallback>
            </mc:AlternateContent>
          </a:graphicData>
        </a:graphic>
      </p:graphicFrame>
      <p:sp>
        <p:nvSpPr>
          <p:cNvPr id="114723" name="Text Box 35"/>
          <p:cNvSpPr txBox="1">
            <a:spLocks noChangeArrowheads="1"/>
          </p:cNvSpPr>
          <p:nvPr/>
        </p:nvSpPr>
        <p:spPr bwMode="auto">
          <a:xfrm>
            <a:off x="441325" y="3068638"/>
            <a:ext cx="4986338" cy="887412"/>
          </a:xfrm>
          <a:prstGeom prst="rect">
            <a:avLst/>
          </a:prstGeom>
          <a:noFill/>
          <a:ln w="9525" algn="ctr">
            <a:noFill/>
            <a:miter lim="800000"/>
          </a:ln>
        </p:spPr>
        <p:txBody>
          <a:bodyPr tIns="0">
            <a:spAutoFit/>
          </a:bodyPr>
          <a:lstStyle/>
          <a:p>
            <a:pPr algn="l">
              <a:lnSpc>
                <a:spcPct val="115000"/>
              </a:lnSpc>
            </a:pPr>
            <a:r>
              <a:rPr kumimoji="0" lang="zh-CN" altLang="en-US" b="1" i="0">
                <a:solidFill>
                  <a:schemeClr val="bg1"/>
                </a:solidFill>
                <a:latin typeface="Times New Roman" panose="02020603050405020304" pitchFamily="18" charset="0"/>
                <a:cs typeface="Arial" panose="020B0604020202020204" pitchFamily="34" charset="0"/>
              </a:rPr>
              <a:t>质点在</a:t>
            </a:r>
            <a:r>
              <a:rPr kumimoji="0" lang="zh-CN" altLang="en-US" b="1" i="0">
                <a:solidFill>
                  <a:srgbClr val="FF6600"/>
                </a:solidFill>
                <a:latin typeface="Times New Roman" panose="02020603050405020304" pitchFamily="18" charset="0"/>
                <a:cs typeface="Arial" panose="020B0604020202020204" pitchFamily="34" charset="0"/>
              </a:rPr>
              <a:t>仅有保守力作功</a:t>
            </a:r>
            <a:r>
              <a:rPr kumimoji="0" lang="zh-CN" altLang="en-US" b="1" i="0">
                <a:solidFill>
                  <a:schemeClr val="bg1"/>
                </a:solidFill>
                <a:latin typeface="Times New Roman" panose="02020603050405020304" pitchFamily="18" charset="0"/>
                <a:cs typeface="Arial" panose="020B0604020202020204" pitchFamily="34" charset="0"/>
              </a:rPr>
              <a:t>的条件下运动，由动能定理得：</a:t>
            </a:r>
            <a:endParaRPr kumimoji="0" lang="zh-CN" altLang="en-US" b="1" i="0">
              <a:solidFill>
                <a:schemeClr val="bg1"/>
              </a:solidFill>
              <a:latin typeface="Times New Roman" panose="02020603050405020304" pitchFamily="18" charset="0"/>
              <a:cs typeface="Arial" panose="020B0604020202020204" pitchFamily="34" charset="0"/>
            </a:endParaRPr>
          </a:p>
        </p:txBody>
      </p:sp>
      <p:graphicFrame>
        <p:nvGraphicFramePr>
          <p:cNvPr id="114724" name="Object 36"/>
          <p:cNvGraphicFramePr>
            <a:graphicFrameLocks noChangeAspect="1"/>
          </p:cNvGraphicFramePr>
          <p:nvPr/>
        </p:nvGraphicFramePr>
        <p:xfrm>
          <a:off x="1404938" y="4094163"/>
          <a:ext cx="2332037" cy="730250"/>
        </p:xfrm>
        <a:graphic>
          <a:graphicData uri="http://schemas.openxmlformats.org/presentationml/2006/ole">
            <mc:AlternateContent xmlns:mc="http://schemas.openxmlformats.org/markup-compatibility/2006">
              <mc:Choice xmlns:v="urn:schemas-microsoft-com:vml" Requires="v">
                <p:oleObj spid="_x0000_s45066" name="公式" r:id="rId16" imgW="31089600" imgH="9753600" progId="Equation.3">
                  <p:embed/>
                </p:oleObj>
              </mc:Choice>
              <mc:Fallback>
                <p:oleObj name="公式" r:id="rId16" imgW="31089600" imgH="9753600" progId="Equation.3">
                  <p:embed/>
                  <p:pic>
                    <p:nvPicPr>
                      <p:cNvPr id="0" name="Object 36"/>
                      <p:cNvPicPr>
                        <a:picLocks noChangeAspect="1"/>
                      </p:cNvPicPr>
                      <p:nvPr/>
                    </p:nvPicPr>
                    <p:blipFill>
                      <a:blip r:embed="rId17"/>
                      <a:stretch>
                        <a:fillRect/>
                      </a:stretch>
                    </p:blipFill>
                    <p:spPr>
                      <a:xfrm>
                        <a:off x="1404938" y="4094163"/>
                        <a:ext cx="2332037" cy="730250"/>
                      </a:xfrm>
                      <a:prstGeom prst="rect">
                        <a:avLst/>
                      </a:prstGeom>
                      <a:noFill/>
                      <a:ln w="9525">
                        <a:noFill/>
                      </a:ln>
                    </p:spPr>
                  </p:pic>
                </p:oleObj>
              </mc:Fallback>
            </mc:AlternateContent>
          </a:graphicData>
        </a:graphic>
      </p:graphicFrame>
      <p:sp>
        <p:nvSpPr>
          <p:cNvPr id="114725" name="Text Box 37"/>
          <p:cNvSpPr txBox="1">
            <a:spLocks noChangeArrowheads="1"/>
          </p:cNvSpPr>
          <p:nvPr/>
        </p:nvSpPr>
        <p:spPr bwMode="auto">
          <a:xfrm>
            <a:off x="703263" y="5178425"/>
            <a:ext cx="1258887" cy="415925"/>
          </a:xfrm>
          <a:prstGeom prst="rect">
            <a:avLst/>
          </a:prstGeom>
          <a:noFill/>
          <a:ln w="9525" algn="ctr">
            <a:noFill/>
            <a:miter lim="800000"/>
          </a:ln>
        </p:spPr>
        <p:txBody>
          <a:bodyPr tIns="0">
            <a:spAutoFit/>
          </a:bodyPr>
          <a:lstStyle/>
          <a:p>
            <a:pPr algn="l">
              <a:spcBef>
                <a:spcPct val="50000"/>
              </a:spcBef>
            </a:pPr>
            <a:r>
              <a:rPr kumimoji="0" lang="zh-CN" altLang="en-US" b="1" i="0">
                <a:solidFill>
                  <a:schemeClr val="bg1"/>
                </a:solidFill>
                <a:latin typeface="Times New Roman" panose="02020603050405020304" pitchFamily="18" charset="0"/>
                <a:cs typeface="Arial" panose="020B0604020202020204" pitchFamily="34" charset="0"/>
              </a:rPr>
              <a:t>故有</a:t>
            </a:r>
            <a:endParaRPr kumimoji="0" lang="zh-CN" altLang="en-US" b="1" i="0">
              <a:solidFill>
                <a:schemeClr val="bg1"/>
              </a:solidFill>
              <a:latin typeface="Times New Roman" panose="02020603050405020304" pitchFamily="18" charset="0"/>
              <a:cs typeface="Arial" panose="020B0604020202020204" pitchFamily="34" charset="0"/>
            </a:endParaRPr>
          </a:p>
        </p:txBody>
      </p:sp>
      <p:graphicFrame>
        <p:nvGraphicFramePr>
          <p:cNvPr id="114726" name="Object 38"/>
          <p:cNvGraphicFramePr>
            <a:graphicFrameLocks noChangeAspect="1"/>
          </p:cNvGraphicFramePr>
          <p:nvPr/>
        </p:nvGraphicFramePr>
        <p:xfrm>
          <a:off x="1778000" y="4994275"/>
          <a:ext cx="3243263" cy="730250"/>
        </p:xfrm>
        <a:graphic>
          <a:graphicData uri="http://schemas.openxmlformats.org/presentationml/2006/ole">
            <mc:AlternateContent xmlns:mc="http://schemas.openxmlformats.org/markup-compatibility/2006">
              <mc:Choice xmlns:v="urn:schemas-microsoft-com:vml" Requires="v">
                <p:oleObj spid="_x0000_s45067" name="公式" r:id="rId18" imgW="43281600" imgH="9753600" progId="Equation.3">
                  <p:embed/>
                </p:oleObj>
              </mc:Choice>
              <mc:Fallback>
                <p:oleObj name="公式" r:id="rId18" imgW="43281600" imgH="9753600" progId="Equation.3">
                  <p:embed/>
                  <p:pic>
                    <p:nvPicPr>
                      <p:cNvPr id="0" name="Object 38"/>
                      <p:cNvPicPr>
                        <a:picLocks noChangeAspect="1"/>
                      </p:cNvPicPr>
                      <p:nvPr/>
                    </p:nvPicPr>
                    <p:blipFill>
                      <a:blip r:embed="rId19"/>
                      <a:stretch>
                        <a:fillRect/>
                      </a:stretch>
                    </p:blipFill>
                    <p:spPr>
                      <a:xfrm>
                        <a:off x="1778000" y="4994275"/>
                        <a:ext cx="3243263" cy="730250"/>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wipe(left)">
                                      <p:cBhvr>
                                        <p:cTn id="7" dur="500"/>
                                        <p:tgtEl>
                                          <p:spTgt spid="1146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4709"/>
                                        </p:tgtEl>
                                        <p:attrNameLst>
                                          <p:attrName>style.visibility</p:attrName>
                                        </p:attrNameLst>
                                      </p:cBhvr>
                                      <p:to>
                                        <p:strVal val="visible"/>
                                      </p:to>
                                    </p:set>
                                    <p:animEffect transition="in" filter="wipe(left)">
                                      <p:cBhvr>
                                        <p:cTn id="12" dur="500"/>
                                        <p:tgtEl>
                                          <p:spTgt spid="114709"/>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4712"/>
                                        </p:tgtEl>
                                        <p:attrNameLst>
                                          <p:attrName>style.visibility</p:attrName>
                                        </p:attrNameLst>
                                      </p:cBhvr>
                                      <p:to>
                                        <p:strVal val="visible"/>
                                      </p:to>
                                    </p:set>
                                    <p:anim calcmode="lin" valueType="num">
                                      <p:cBhvr additive="base">
                                        <p:cTn id="17" dur="500" fill="hold"/>
                                        <p:tgtEl>
                                          <p:spTgt spid="114712"/>
                                        </p:tgtEl>
                                        <p:attrNameLst>
                                          <p:attrName>ppt_x</p:attrName>
                                        </p:attrNameLst>
                                      </p:cBhvr>
                                      <p:tavLst>
                                        <p:tav tm="0">
                                          <p:val>
                                            <p:strVal val="#ppt_x"/>
                                          </p:val>
                                        </p:tav>
                                        <p:tav tm="100000">
                                          <p:val>
                                            <p:strVal val="#ppt_x"/>
                                          </p:val>
                                        </p:tav>
                                      </p:tavLst>
                                    </p:anim>
                                    <p:anim calcmode="lin" valueType="num">
                                      <p:cBhvr additive="base">
                                        <p:cTn id="18" dur="500" fill="hold"/>
                                        <p:tgtEl>
                                          <p:spTgt spid="1147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4713"/>
                                        </p:tgtEl>
                                        <p:attrNameLst>
                                          <p:attrName>style.visibility</p:attrName>
                                        </p:attrNameLst>
                                      </p:cBhvr>
                                      <p:to>
                                        <p:strVal val="visible"/>
                                      </p:to>
                                    </p:set>
                                    <p:animEffect transition="in" filter="wipe(left)">
                                      <p:cBhvr>
                                        <p:cTn id="23" dur="500"/>
                                        <p:tgtEl>
                                          <p:spTgt spid="114713"/>
                                        </p:tgtEl>
                                      </p:cBhvr>
                                    </p:animEffect>
                                  </p:childTnLst>
                                </p:cTn>
                              </p:par>
                            </p:childTnLst>
                          </p:cTn>
                        </p:par>
                        <p:par>
                          <p:cTn id="24" fill="hold">
                            <p:stCondLst>
                              <p:cond delay="500"/>
                            </p:stCondLst>
                            <p:childTnLst>
                              <p:par>
                                <p:cTn id="25" presetID="22" presetClass="entr" presetSubtype="4" fill="hold" nodeType="afterEffect">
                                  <p:stCondLst>
                                    <p:cond delay="0"/>
                                  </p:stCondLst>
                                  <p:childTnLst>
                                    <p:set>
                                      <p:cBhvr>
                                        <p:cTn id="26" dur="1" fill="hold">
                                          <p:stCondLst>
                                            <p:cond delay="0"/>
                                          </p:stCondLst>
                                        </p:cTn>
                                        <p:tgtEl>
                                          <p:spTgt spid="114717"/>
                                        </p:tgtEl>
                                        <p:attrNameLst>
                                          <p:attrName>style.visibility</p:attrName>
                                        </p:attrNameLst>
                                      </p:cBhvr>
                                      <p:to>
                                        <p:strVal val="visible"/>
                                      </p:to>
                                    </p:set>
                                    <p:animEffect transition="in" filter="wipe(down)">
                                      <p:cBhvr>
                                        <p:cTn id="27" dur="500"/>
                                        <p:tgtEl>
                                          <p:spTgt spid="1147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4714"/>
                                        </p:tgtEl>
                                        <p:attrNameLst>
                                          <p:attrName>style.visibility</p:attrName>
                                        </p:attrNameLst>
                                      </p:cBhvr>
                                      <p:to>
                                        <p:strVal val="visible"/>
                                      </p:to>
                                    </p:set>
                                    <p:animEffect transition="in" filter="wipe(left)">
                                      <p:cBhvr>
                                        <p:cTn id="32" dur="500"/>
                                        <p:tgtEl>
                                          <p:spTgt spid="114714"/>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114718"/>
                                        </p:tgtEl>
                                        <p:attrNameLst>
                                          <p:attrName>style.visibility</p:attrName>
                                        </p:attrNameLst>
                                      </p:cBhvr>
                                      <p:to>
                                        <p:strVal val="visible"/>
                                      </p:to>
                                    </p:set>
                                    <p:animEffect transition="in" filter="wipe(down)">
                                      <p:cBhvr>
                                        <p:cTn id="36" dur="500"/>
                                        <p:tgtEl>
                                          <p:spTgt spid="114718"/>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4715"/>
                                        </p:tgtEl>
                                        <p:attrNameLst>
                                          <p:attrName>style.visibility</p:attrName>
                                        </p:attrNameLst>
                                      </p:cBhvr>
                                      <p:to>
                                        <p:strVal val="visible"/>
                                      </p:to>
                                    </p:set>
                                    <p:anim calcmode="lin" valueType="num">
                                      <p:cBhvr additive="base">
                                        <p:cTn id="41" dur="500" fill="hold"/>
                                        <p:tgtEl>
                                          <p:spTgt spid="114715"/>
                                        </p:tgtEl>
                                        <p:attrNameLst>
                                          <p:attrName>ppt_x</p:attrName>
                                        </p:attrNameLst>
                                      </p:cBhvr>
                                      <p:tavLst>
                                        <p:tav tm="0">
                                          <p:val>
                                            <p:strVal val="#ppt_x"/>
                                          </p:val>
                                        </p:tav>
                                        <p:tav tm="100000">
                                          <p:val>
                                            <p:strVal val="#ppt_x"/>
                                          </p:val>
                                        </p:tav>
                                      </p:tavLst>
                                    </p:anim>
                                    <p:anim calcmode="lin" valueType="num">
                                      <p:cBhvr additive="base">
                                        <p:cTn id="42" dur="500" fill="hold"/>
                                        <p:tgtEl>
                                          <p:spTgt spid="114715"/>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3" presetClass="entr" presetSubtype="10" fill="hold" nodeType="afterEffect">
                                  <p:stCondLst>
                                    <p:cond delay="0"/>
                                  </p:stCondLst>
                                  <p:childTnLst>
                                    <p:set>
                                      <p:cBhvr>
                                        <p:cTn id="45" dur="1" fill="hold">
                                          <p:stCondLst>
                                            <p:cond delay="0"/>
                                          </p:stCondLst>
                                        </p:cTn>
                                        <p:tgtEl>
                                          <p:spTgt spid="114719"/>
                                        </p:tgtEl>
                                        <p:attrNameLst>
                                          <p:attrName>style.visibility</p:attrName>
                                        </p:attrNameLst>
                                      </p:cBhvr>
                                      <p:to>
                                        <p:strVal val="visible"/>
                                      </p:to>
                                    </p:set>
                                    <p:animEffect transition="in" filter="blinds(horizontal)">
                                      <p:cBhvr>
                                        <p:cTn id="46" dur="500"/>
                                        <p:tgtEl>
                                          <p:spTgt spid="11471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14716"/>
                                        </p:tgtEl>
                                        <p:attrNameLst>
                                          <p:attrName>style.visibility</p:attrName>
                                        </p:attrNameLst>
                                      </p:cBhvr>
                                      <p:to>
                                        <p:strVal val="visible"/>
                                      </p:to>
                                    </p:set>
                                    <p:anim calcmode="lin" valueType="num">
                                      <p:cBhvr additive="base">
                                        <p:cTn id="51" dur="500" fill="hold"/>
                                        <p:tgtEl>
                                          <p:spTgt spid="114716"/>
                                        </p:tgtEl>
                                        <p:attrNameLst>
                                          <p:attrName>ppt_x</p:attrName>
                                        </p:attrNameLst>
                                      </p:cBhvr>
                                      <p:tavLst>
                                        <p:tav tm="0">
                                          <p:val>
                                            <p:strVal val="#ppt_x"/>
                                          </p:val>
                                        </p:tav>
                                        <p:tav tm="100000">
                                          <p:val>
                                            <p:strVal val="#ppt_x"/>
                                          </p:val>
                                        </p:tav>
                                      </p:tavLst>
                                    </p:anim>
                                    <p:anim calcmode="lin" valueType="num">
                                      <p:cBhvr additive="base">
                                        <p:cTn id="52" dur="500" fill="hold"/>
                                        <p:tgtEl>
                                          <p:spTgt spid="114716"/>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3" presetClass="entr" presetSubtype="10" fill="hold" nodeType="afterEffect">
                                  <p:stCondLst>
                                    <p:cond delay="0"/>
                                  </p:stCondLst>
                                  <p:childTnLst>
                                    <p:set>
                                      <p:cBhvr>
                                        <p:cTn id="55" dur="1" fill="hold">
                                          <p:stCondLst>
                                            <p:cond delay="0"/>
                                          </p:stCondLst>
                                        </p:cTn>
                                        <p:tgtEl>
                                          <p:spTgt spid="114720"/>
                                        </p:tgtEl>
                                        <p:attrNameLst>
                                          <p:attrName>style.visibility</p:attrName>
                                        </p:attrNameLst>
                                      </p:cBhvr>
                                      <p:to>
                                        <p:strVal val="visible"/>
                                      </p:to>
                                    </p:set>
                                    <p:animEffect transition="in" filter="blinds(horizontal)">
                                      <p:cBhvr>
                                        <p:cTn id="56" dur="500"/>
                                        <p:tgtEl>
                                          <p:spTgt spid="11472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14721"/>
                                        </p:tgtEl>
                                        <p:attrNameLst>
                                          <p:attrName>style.visibility</p:attrName>
                                        </p:attrNameLst>
                                      </p:cBhvr>
                                      <p:to>
                                        <p:strVal val="visible"/>
                                      </p:to>
                                    </p:set>
                                    <p:animEffect transition="in" filter="wipe(left)">
                                      <p:cBhvr>
                                        <p:cTn id="61" dur="500"/>
                                        <p:tgtEl>
                                          <p:spTgt spid="11472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114722"/>
                                        </p:tgtEl>
                                        <p:attrNameLst>
                                          <p:attrName>style.visibility</p:attrName>
                                        </p:attrNameLst>
                                      </p:cBhvr>
                                      <p:to>
                                        <p:strVal val="visible"/>
                                      </p:to>
                                    </p:set>
                                    <p:animEffect transition="in" filter="wipe(left)">
                                      <p:cBhvr>
                                        <p:cTn id="66" dur="500"/>
                                        <p:tgtEl>
                                          <p:spTgt spid="114722"/>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114723"/>
                                        </p:tgtEl>
                                        <p:attrNameLst>
                                          <p:attrName>style.visibility</p:attrName>
                                        </p:attrNameLst>
                                      </p:cBhvr>
                                      <p:to>
                                        <p:strVal val="visible"/>
                                      </p:to>
                                    </p:set>
                                    <p:animEffect transition="in" filter="wipe(left)">
                                      <p:cBhvr>
                                        <p:cTn id="71" dur="500"/>
                                        <p:tgtEl>
                                          <p:spTgt spid="114723"/>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2" fill="hold" nodeType="clickEffect">
                                  <p:stCondLst>
                                    <p:cond delay="0"/>
                                  </p:stCondLst>
                                  <p:childTnLst>
                                    <p:set>
                                      <p:cBhvr>
                                        <p:cTn id="75" dur="1" fill="hold">
                                          <p:stCondLst>
                                            <p:cond delay="0"/>
                                          </p:stCondLst>
                                        </p:cTn>
                                        <p:tgtEl>
                                          <p:spTgt spid="114724"/>
                                        </p:tgtEl>
                                        <p:attrNameLst>
                                          <p:attrName>style.visibility</p:attrName>
                                        </p:attrNameLst>
                                      </p:cBhvr>
                                      <p:to>
                                        <p:strVal val="visible"/>
                                      </p:to>
                                    </p:set>
                                    <p:animEffect transition="in" filter="wipe(right)">
                                      <p:cBhvr>
                                        <p:cTn id="76" dur="500"/>
                                        <p:tgtEl>
                                          <p:spTgt spid="114724"/>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14725"/>
                                        </p:tgtEl>
                                        <p:attrNameLst>
                                          <p:attrName>style.visibility</p:attrName>
                                        </p:attrNameLst>
                                      </p:cBhvr>
                                      <p:to>
                                        <p:strVal val="visible"/>
                                      </p:to>
                                    </p:set>
                                    <p:animEffect transition="in" filter="wipe(left)">
                                      <p:cBhvr>
                                        <p:cTn id="81" dur="500"/>
                                        <p:tgtEl>
                                          <p:spTgt spid="11472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14726"/>
                                        </p:tgtEl>
                                        <p:attrNameLst>
                                          <p:attrName>style.visibility</p:attrName>
                                        </p:attrNameLst>
                                      </p:cBhvr>
                                      <p:to>
                                        <p:strVal val="visible"/>
                                      </p:to>
                                    </p:set>
                                    <p:animEffect transition="in" filter="wipe(left)">
                                      <p:cBhvr>
                                        <p:cTn id="86" dur="500"/>
                                        <p:tgtEl>
                                          <p:spTgt spid="114726"/>
                                        </p:tgtEl>
                                      </p:cBhvr>
                                    </p:animEffect>
                                  </p:childTnLst>
                                </p:cTn>
                              </p:par>
                            </p:childTnLst>
                          </p:cTn>
                        </p:par>
                      </p:childTnLst>
                    </p:cTn>
                  </p:par>
                  <p:par>
                    <p:cTn id="87" fill="hold">
                      <p:stCondLst>
                        <p:cond delay="indefinite"/>
                      </p:stCondLst>
                      <p:childTnLst>
                        <p:par>
                          <p:cTn id="88" fill="hold">
                            <p:stCondLst>
                              <p:cond delay="0"/>
                            </p:stCondLst>
                            <p:childTnLst>
                              <p:par>
                                <p:cTn id="89" presetID="3" presetClass="entr" presetSubtype="10" fill="hold" nodeType="clickEffect">
                                  <p:stCondLst>
                                    <p:cond delay="0"/>
                                  </p:stCondLst>
                                  <p:childTnLst>
                                    <p:set>
                                      <p:cBhvr>
                                        <p:cTn id="90" dur="1" fill="hold">
                                          <p:stCondLst>
                                            <p:cond delay="0"/>
                                          </p:stCondLst>
                                        </p:cTn>
                                        <p:tgtEl>
                                          <p:spTgt spid="114710"/>
                                        </p:tgtEl>
                                        <p:attrNameLst>
                                          <p:attrName>style.visibility</p:attrName>
                                        </p:attrNameLst>
                                      </p:cBhvr>
                                      <p:to>
                                        <p:strVal val="visible"/>
                                      </p:to>
                                    </p:set>
                                    <p:animEffect transition="in" filter="blinds(horizontal)">
                                      <p:cBhvr>
                                        <p:cTn id="91" dur="500"/>
                                        <p:tgtEl>
                                          <p:spTgt spid="114710"/>
                                        </p:tgtEl>
                                      </p:cBhvr>
                                    </p:animEffect>
                                  </p:childTnLst>
                                </p:cTn>
                              </p:par>
                            </p:childTnLst>
                          </p:cTn>
                        </p:par>
                      </p:childTnLst>
                    </p:cTn>
                  </p:par>
                  <p:par>
                    <p:cTn id="92" fill="hold">
                      <p:stCondLst>
                        <p:cond delay="indefinite"/>
                      </p:stCondLst>
                      <p:childTnLst>
                        <p:par>
                          <p:cTn id="93" fill="hold">
                            <p:stCondLst>
                              <p:cond delay="0"/>
                            </p:stCondLst>
                            <p:childTnLst>
                              <p:par>
                                <p:cTn id="94" presetID="4" presetClass="entr" presetSubtype="16" fill="hold" grpId="0" nodeType="clickEffect">
                                  <p:stCondLst>
                                    <p:cond delay="0"/>
                                  </p:stCondLst>
                                  <p:childTnLst>
                                    <p:set>
                                      <p:cBhvr>
                                        <p:cTn id="95" dur="1" fill="hold">
                                          <p:stCondLst>
                                            <p:cond delay="0"/>
                                          </p:stCondLst>
                                        </p:cTn>
                                        <p:tgtEl>
                                          <p:spTgt spid="114711"/>
                                        </p:tgtEl>
                                        <p:attrNameLst>
                                          <p:attrName>style.visibility</p:attrName>
                                        </p:attrNameLst>
                                      </p:cBhvr>
                                      <p:to>
                                        <p:strVal val="visible"/>
                                      </p:to>
                                    </p:set>
                                    <p:animEffect transition="in" filter="box(in)">
                                      <p:cBhvr>
                                        <p:cTn id="96" dur="500"/>
                                        <p:tgtEl>
                                          <p:spTgt spid="114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709" grpId="0" autoUpdateAnimBg="0"/>
      <p:bldP spid="114711" grpId="0"/>
      <p:bldP spid="114712" grpId="0" animBg="1"/>
      <p:bldP spid="114721" grpId="0"/>
      <p:bldP spid="114723" grpId="0"/>
      <p:bldP spid="11472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Text Box 2"/>
          <p:cNvSpPr txBox="1">
            <a:spLocks noChangeArrowheads="1"/>
          </p:cNvSpPr>
          <p:nvPr/>
        </p:nvSpPr>
        <p:spPr bwMode="auto">
          <a:xfrm>
            <a:off x="161925" y="541338"/>
            <a:ext cx="1747838" cy="457200"/>
          </a:xfrm>
          <a:prstGeom prst="rect">
            <a:avLst/>
          </a:prstGeom>
          <a:noFill/>
          <a:ln w="9525">
            <a:noFill/>
            <a:miter lim="800000"/>
          </a:ln>
        </p:spPr>
        <p:txBody>
          <a:bodyPr>
            <a:spAutoFit/>
          </a:bodyPr>
          <a:lstStyle/>
          <a:p>
            <a:pPr algn="l"/>
            <a:r>
              <a:rPr lang="zh-CN" altLang="en-US" b="1" i="0">
                <a:solidFill>
                  <a:srgbClr val="FF0000"/>
                </a:solidFill>
                <a:latin typeface="宋体" panose="02010600030101010101" pitchFamily="2" charset="-122"/>
              </a:rPr>
              <a:t>对质点系</a:t>
            </a:r>
            <a:r>
              <a:rPr lang="en-US" altLang="zh-CN" b="1" i="0">
                <a:solidFill>
                  <a:srgbClr val="FF0000"/>
                </a:solidFill>
                <a:latin typeface="宋体" panose="02010600030101010101" pitchFamily="2" charset="-122"/>
              </a:rPr>
              <a:t>:</a:t>
            </a:r>
            <a:endParaRPr lang="en-US" altLang="zh-CN" b="1" i="0">
              <a:solidFill>
                <a:srgbClr val="FF0000"/>
              </a:solidFill>
              <a:latin typeface="宋体" panose="02010600030101010101" pitchFamily="2" charset="-122"/>
            </a:endParaRPr>
          </a:p>
        </p:txBody>
      </p:sp>
      <p:sp>
        <p:nvSpPr>
          <p:cNvPr id="213013" name="Text Box 21"/>
          <p:cNvSpPr txBox="1">
            <a:spLocks noChangeArrowheads="1"/>
          </p:cNvSpPr>
          <p:nvPr/>
        </p:nvSpPr>
        <p:spPr bwMode="auto">
          <a:xfrm>
            <a:off x="2055813" y="588963"/>
            <a:ext cx="2970212"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对任意一质点 </a:t>
            </a:r>
            <a:r>
              <a:rPr lang="en-US" altLang="zh-CN" b="1">
                <a:solidFill>
                  <a:srgbClr val="FF6600"/>
                </a:solidFill>
                <a:latin typeface="Times New Roman" panose="02020603050405020304" pitchFamily="18" charset="0"/>
              </a:rPr>
              <a:t>m</a:t>
            </a:r>
            <a:r>
              <a:rPr lang="en-US" altLang="zh-CN" b="1" baseline="-25000">
                <a:solidFill>
                  <a:srgbClr val="FF6600"/>
                </a:solidFill>
                <a:latin typeface="Times New Roman" panose="02020603050405020304" pitchFamily="18" charset="0"/>
              </a:rPr>
              <a:t>i </a:t>
            </a:r>
            <a:r>
              <a:rPr lang="zh-CN" altLang="en-US" b="1" i="0">
                <a:latin typeface="Times New Roman" panose="02020603050405020304" pitchFamily="18" charset="0"/>
              </a:rPr>
              <a:t>：</a:t>
            </a:r>
            <a:endParaRPr lang="zh-CN" altLang="en-US" b="1" i="0">
              <a:latin typeface="Times New Roman" panose="02020603050405020304" pitchFamily="18" charset="0"/>
            </a:endParaRPr>
          </a:p>
        </p:txBody>
      </p:sp>
      <p:graphicFrame>
        <p:nvGraphicFramePr>
          <p:cNvPr id="213014" name="Object 22"/>
          <p:cNvGraphicFramePr>
            <a:graphicFrameLocks noChangeAspect="1"/>
          </p:cNvGraphicFramePr>
          <p:nvPr/>
        </p:nvGraphicFramePr>
        <p:xfrm>
          <a:off x="4802188" y="368300"/>
          <a:ext cx="3595687" cy="812800"/>
        </p:xfrm>
        <a:graphic>
          <a:graphicData uri="http://schemas.openxmlformats.org/presentationml/2006/ole">
            <mc:AlternateContent xmlns:mc="http://schemas.openxmlformats.org/markup-compatibility/2006">
              <mc:Choice xmlns:v="urn:schemas-microsoft-com:vml" Requires="v">
                <p:oleObj spid="_x0000_s46081" name="公式" r:id="rId1" imgW="43281600" imgH="9753600" progId="Equation.3">
                  <p:embed/>
                </p:oleObj>
              </mc:Choice>
              <mc:Fallback>
                <p:oleObj name="公式" r:id="rId1" imgW="43281600" imgH="9753600" progId="Equation.3">
                  <p:embed/>
                  <p:pic>
                    <p:nvPicPr>
                      <p:cNvPr id="0" name="Object 22"/>
                      <p:cNvPicPr>
                        <a:picLocks noChangeAspect="1"/>
                      </p:cNvPicPr>
                      <p:nvPr/>
                    </p:nvPicPr>
                    <p:blipFill>
                      <a:blip r:embed="rId2"/>
                      <a:stretch>
                        <a:fillRect/>
                      </a:stretch>
                    </p:blipFill>
                    <p:spPr>
                      <a:xfrm>
                        <a:off x="4802188" y="368300"/>
                        <a:ext cx="3595687" cy="812800"/>
                      </a:xfrm>
                      <a:prstGeom prst="rect">
                        <a:avLst/>
                      </a:prstGeom>
                      <a:noFill/>
                      <a:ln w="9525">
                        <a:noFill/>
                      </a:ln>
                    </p:spPr>
                  </p:pic>
                </p:oleObj>
              </mc:Fallback>
            </mc:AlternateContent>
          </a:graphicData>
        </a:graphic>
      </p:graphicFrame>
      <p:sp>
        <p:nvSpPr>
          <p:cNvPr id="213015" name="AutoShape 23"/>
          <p:cNvSpPr>
            <a:spLocks noChangeArrowheads="1"/>
          </p:cNvSpPr>
          <p:nvPr/>
        </p:nvSpPr>
        <p:spPr bwMode="auto">
          <a:xfrm>
            <a:off x="2203450" y="1628775"/>
            <a:ext cx="584200" cy="179388"/>
          </a:xfrm>
          <a:prstGeom prst="rightArrow">
            <a:avLst>
              <a:gd name="adj1" fmla="val 50000"/>
              <a:gd name="adj2" fmla="val 81416"/>
            </a:avLst>
          </a:prstGeom>
          <a:solidFill>
            <a:srgbClr val="3366FF"/>
          </a:solidFill>
          <a:ln w="9525">
            <a:solidFill>
              <a:schemeClr val="tx1"/>
            </a:solidFill>
            <a:miter lim="800000"/>
          </a:ln>
        </p:spPr>
        <p:txBody>
          <a:bodyPr wrap="none" anchor="ctr"/>
          <a:lstStyle/>
          <a:p>
            <a:endParaRPr lang="zh-CN" altLang="en-US"/>
          </a:p>
        </p:txBody>
      </p:sp>
      <p:graphicFrame>
        <p:nvGraphicFramePr>
          <p:cNvPr id="213016" name="Object 24"/>
          <p:cNvGraphicFramePr>
            <a:graphicFrameLocks noChangeAspect="1"/>
          </p:cNvGraphicFramePr>
          <p:nvPr/>
        </p:nvGraphicFramePr>
        <p:xfrm>
          <a:off x="2906713" y="1268413"/>
          <a:ext cx="5114925" cy="863600"/>
        </p:xfrm>
        <a:graphic>
          <a:graphicData uri="http://schemas.openxmlformats.org/presentationml/2006/ole">
            <mc:AlternateContent xmlns:mc="http://schemas.openxmlformats.org/markup-compatibility/2006">
              <mc:Choice xmlns:v="urn:schemas-microsoft-com:vml" Requires="v">
                <p:oleObj spid="_x0000_s46083" name="公式" r:id="rId3" imgW="61569600" imgH="10363200" progId="Equation.3">
                  <p:embed/>
                </p:oleObj>
              </mc:Choice>
              <mc:Fallback>
                <p:oleObj name="公式" r:id="rId3" imgW="61569600" imgH="10363200" progId="Equation.3">
                  <p:embed/>
                  <p:pic>
                    <p:nvPicPr>
                      <p:cNvPr id="0" name="Object 24"/>
                      <p:cNvPicPr>
                        <a:picLocks noChangeAspect="1"/>
                      </p:cNvPicPr>
                      <p:nvPr/>
                    </p:nvPicPr>
                    <p:blipFill>
                      <a:blip r:embed="rId4"/>
                      <a:stretch>
                        <a:fillRect/>
                      </a:stretch>
                    </p:blipFill>
                    <p:spPr>
                      <a:xfrm>
                        <a:off x="2906713" y="1268413"/>
                        <a:ext cx="5114925" cy="863600"/>
                      </a:xfrm>
                      <a:prstGeom prst="rect">
                        <a:avLst/>
                      </a:prstGeom>
                      <a:noFill/>
                      <a:ln w="9525">
                        <a:noFill/>
                      </a:ln>
                    </p:spPr>
                  </p:pic>
                </p:oleObj>
              </mc:Fallback>
            </mc:AlternateContent>
          </a:graphicData>
        </a:graphic>
      </p:graphicFrame>
      <p:sp>
        <p:nvSpPr>
          <p:cNvPr id="213017" name="AutoShape 25"/>
          <p:cNvSpPr>
            <a:spLocks noChangeArrowheads="1"/>
          </p:cNvSpPr>
          <p:nvPr/>
        </p:nvSpPr>
        <p:spPr bwMode="auto">
          <a:xfrm>
            <a:off x="2205038" y="2486025"/>
            <a:ext cx="584200" cy="179388"/>
          </a:xfrm>
          <a:prstGeom prst="rightArrow">
            <a:avLst>
              <a:gd name="adj1" fmla="val 50000"/>
              <a:gd name="adj2" fmla="val 81416"/>
            </a:avLst>
          </a:prstGeom>
          <a:solidFill>
            <a:srgbClr val="3366FF"/>
          </a:solidFill>
          <a:ln w="9525">
            <a:solidFill>
              <a:schemeClr val="tx1"/>
            </a:solidFill>
            <a:miter lim="800000"/>
          </a:ln>
        </p:spPr>
        <p:txBody>
          <a:bodyPr wrap="none" anchor="ctr"/>
          <a:lstStyle/>
          <a:p>
            <a:endParaRPr lang="zh-CN" altLang="en-US"/>
          </a:p>
        </p:txBody>
      </p:sp>
      <p:graphicFrame>
        <p:nvGraphicFramePr>
          <p:cNvPr id="213018" name="Object 26"/>
          <p:cNvGraphicFramePr>
            <a:graphicFrameLocks noChangeAspect="1"/>
          </p:cNvGraphicFramePr>
          <p:nvPr/>
        </p:nvGraphicFramePr>
        <p:xfrm>
          <a:off x="3003550" y="2239963"/>
          <a:ext cx="4303713" cy="711200"/>
        </p:xfrm>
        <a:graphic>
          <a:graphicData uri="http://schemas.openxmlformats.org/presentationml/2006/ole">
            <mc:AlternateContent xmlns:mc="http://schemas.openxmlformats.org/markup-compatibility/2006">
              <mc:Choice xmlns:v="urn:schemas-microsoft-com:vml" Requires="v">
                <p:oleObj spid="_x0000_s46084" name="公式" r:id="rId5" imgW="51816000" imgH="8534400" progId="Equation.3">
                  <p:embed/>
                </p:oleObj>
              </mc:Choice>
              <mc:Fallback>
                <p:oleObj name="公式" r:id="rId5" imgW="51816000" imgH="8534400" progId="Equation.3">
                  <p:embed/>
                  <p:pic>
                    <p:nvPicPr>
                      <p:cNvPr id="0" name="Object 26"/>
                      <p:cNvPicPr>
                        <a:picLocks noChangeAspect="1"/>
                      </p:cNvPicPr>
                      <p:nvPr/>
                    </p:nvPicPr>
                    <p:blipFill>
                      <a:blip r:embed="rId6"/>
                      <a:stretch>
                        <a:fillRect/>
                      </a:stretch>
                    </p:blipFill>
                    <p:spPr>
                      <a:xfrm>
                        <a:off x="3003550" y="2239963"/>
                        <a:ext cx="4303713" cy="711200"/>
                      </a:xfrm>
                      <a:prstGeom prst="rect">
                        <a:avLst/>
                      </a:prstGeom>
                      <a:noFill/>
                      <a:ln w="9525">
                        <a:noFill/>
                      </a:ln>
                    </p:spPr>
                  </p:pic>
                </p:oleObj>
              </mc:Fallback>
            </mc:AlternateContent>
          </a:graphicData>
        </a:graphic>
      </p:graphicFrame>
      <p:sp>
        <p:nvSpPr>
          <p:cNvPr id="213019" name="Text Box 27"/>
          <p:cNvSpPr txBox="1">
            <a:spLocks noChangeArrowheads="1"/>
          </p:cNvSpPr>
          <p:nvPr/>
        </p:nvSpPr>
        <p:spPr bwMode="auto">
          <a:xfrm>
            <a:off x="2185988" y="3070225"/>
            <a:ext cx="990600"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则</a:t>
            </a:r>
            <a:endParaRPr lang="zh-CN" altLang="en-US" b="1" i="0">
              <a:latin typeface="Times New Roman" panose="02020603050405020304" pitchFamily="18" charset="0"/>
            </a:endParaRPr>
          </a:p>
        </p:txBody>
      </p:sp>
      <p:graphicFrame>
        <p:nvGraphicFramePr>
          <p:cNvPr id="213020" name="Object 28"/>
          <p:cNvGraphicFramePr>
            <a:graphicFrameLocks noChangeAspect="1"/>
          </p:cNvGraphicFramePr>
          <p:nvPr/>
        </p:nvGraphicFramePr>
        <p:xfrm>
          <a:off x="2892425" y="2987675"/>
          <a:ext cx="4329113" cy="711200"/>
        </p:xfrm>
        <a:graphic>
          <a:graphicData uri="http://schemas.openxmlformats.org/presentationml/2006/ole">
            <mc:AlternateContent xmlns:mc="http://schemas.openxmlformats.org/markup-compatibility/2006">
              <mc:Choice xmlns:v="urn:schemas-microsoft-com:vml" Requires="v">
                <p:oleObj spid="_x0000_s46085" name="公式" r:id="rId7" imgW="52120800" imgH="8534400" progId="Equation.3">
                  <p:embed/>
                </p:oleObj>
              </mc:Choice>
              <mc:Fallback>
                <p:oleObj name="公式" r:id="rId7" imgW="52120800" imgH="8534400" progId="Equation.3">
                  <p:embed/>
                  <p:pic>
                    <p:nvPicPr>
                      <p:cNvPr id="0" name="Object 28"/>
                      <p:cNvPicPr>
                        <a:picLocks noChangeAspect="1"/>
                      </p:cNvPicPr>
                      <p:nvPr/>
                    </p:nvPicPr>
                    <p:blipFill>
                      <a:blip r:embed="rId8"/>
                      <a:stretch>
                        <a:fillRect/>
                      </a:stretch>
                    </p:blipFill>
                    <p:spPr>
                      <a:xfrm>
                        <a:off x="2892425" y="2987675"/>
                        <a:ext cx="4329113" cy="711200"/>
                      </a:xfrm>
                      <a:prstGeom prst="rect">
                        <a:avLst/>
                      </a:prstGeom>
                      <a:solidFill>
                        <a:srgbClr val="CCFFCC"/>
                      </a:solidFill>
                      <a:ln w="9525" cap="flat" cmpd="sng">
                        <a:solidFill>
                          <a:srgbClr val="00FF00"/>
                        </a:solidFill>
                        <a:prstDash val="solid"/>
                        <a:miter/>
                        <a:headEnd type="none" w="med" len="med"/>
                        <a:tailEnd type="none" w="med" len="med"/>
                      </a:ln>
                    </p:spPr>
                  </p:pic>
                </p:oleObj>
              </mc:Fallback>
            </mc:AlternateContent>
          </a:graphicData>
        </a:graphic>
      </p:graphicFrame>
      <p:sp>
        <p:nvSpPr>
          <p:cNvPr id="213021" name="Text Box 29"/>
          <p:cNvSpPr txBox="1">
            <a:spLocks noChangeArrowheads="1"/>
          </p:cNvSpPr>
          <p:nvPr/>
        </p:nvSpPr>
        <p:spPr bwMode="auto">
          <a:xfrm>
            <a:off x="2170113" y="3871913"/>
            <a:ext cx="1143000"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当</a:t>
            </a:r>
            <a:endParaRPr lang="zh-CN" altLang="en-US" b="1" i="0">
              <a:solidFill>
                <a:schemeClr val="bg1"/>
              </a:solidFill>
              <a:latin typeface="Times New Roman" panose="02020603050405020304" pitchFamily="18" charset="0"/>
            </a:endParaRPr>
          </a:p>
        </p:txBody>
      </p:sp>
      <p:graphicFrame>
        <p:nvGraphicFramePr>
          <p:cNvPr id="213022" name="Object 30"/>
          <p:cNvGraphicFramePr>
            <a:graphicFrameLocks noChangeAspect="1"/>
          </p:cNvGraphicFramePr>
          <p:nvPr/>
        </p:nvGraphicFramePr>
        <p:xfrm>
          <a:off x="2728913" y="3865563"/>
          <a:ext cx="1323975" cy="687387"/>
        </p:xfrm>
        <a:graphic>
          <a:graphicData uri="http://schemas.openxmlformats.org/presentationml/2006/ole">
            <mc:AlternateContent xmlns:mc="http://schemas.openxmlformats.org/markup-compatibility/2006">
              <mc:Choice xmlns:v="urn:schemas-microsoft-com:vml" Requires="v">
                <p:oleObj spid="_x0000_s46086" name="公式" r:id="rId9" imgW="15849600" imgH="8229600" progId="Equation.3">
                  <p:embed/>
                </p:oleObj>
              </mc:Choice>
              <mc:Fallback>
                <p:oleObj name="公式" r:id="rId9" imgW="15849600" imgH="8229600" progId="Equation.3">
                  <p:embed/>
                  <p:pic>
                    <p:nvPicPr>
                      <p:cNvPr id="0" name="Object 30"/>
                      <p:cNvPicPr>
                        <a:picLocks noChangeAspect="1"/>
                      </p:cNvPicPr>
                      <p:nvPr/>
                    </p:nvPicPr>
                    <p:blipFill>
                      <a:blip r:embed="rId10"/>
                      <a:stretch>
                        <a:fillRect/>
                      </a:stretch>
                    </p:blipFill>
                    <p:spPr>
                      <a:xfrm>
                        <a:off x="2728913" y="3865563"/>
                        <a:ext cx="1323975" cy="687387"/>
                      </a:xfrm>
                      <a:prstGeom prst="rect">
                        <a:avLst/>
                      </a:prstGeom>
                      <a:noFill/>
                      <a:ln w="9525">
                        <a:noFill/>
                      </a:ln>
                    </p:spPr>
                  </p:pic>
                </p:oleObj>
              </mc:Fallback>
            </mc:AlternateContent>
          </a:graphicData>
        </a:graphic>
      </p:graphicFrame>
      <p:sp>
        <p:nvSpPr>
          <p:cNvPr id="213024" name="AutoShape 32"/>
          <p:cNvSpPr>
            <a:spLocks noChangeArrowheads="1"/>
          </p:cNvSpPr>
          <p:nvPr/>
        </p:nvSpPr>
        <p:spPr bwMode="auto">
          <a:xfrm>
            <a:off x="4259263" y="3968750"/>
            <a:ext cx="457200" cy="228600"/>
          </a:xfrm>
          <a:prstGeom prst="rightArrow">
            <a:avLst>
              <a:gd name="adj1" fmla="val 50000"/>
              <a:gd name="adj2" fmla="val 50000"/>
            </a:avLst>
          </a:prstGeom>
          <a:solidFill>
            <a:srgbClr val="FF66CC">
              <a:alpha val="50195"/>
            </a:srgbClr>
          </a:solidFill>
          <a:ln w="9525">
            <a:solidFill>
              <a:srgbClr val="6699FF">
                <a:alpha val="70195"/>
              </a:srgbClr>
            </a:solidFill>
            <a:miter lim="800000"/>
          </a:ln>
        </p:spPr>
        <p:txBody>
          <a:bodyPr wrap="none" anchor="ctr"/>
          <a:lstStyle/>
          <a:p>
            <a:endParaRPr lang="zh-CN" altLang="en-US"/>
          </a:p>
        </p:txBody>
      </p:sp>
      <p:graphicFrame>
        <p:nvGraphicFramePr>
          <p:cNvPr id="213025" name="Object 33"/>
          <p:cNvGraphicFramePr>
            <a:graphicFrameLocks noChangeAspect="1"/>
          </p:cNvGraphicFramePr>
          <p:nvPr/>
        </p:nvGraphicFramePr>
        <p:xfrm>
          <a:off x="4978400" y="3833813"/>
          <a:ext cx="2024063" cy="508000"/>
        </p:xfrm>
        <a:graphic>
          <a:graphicData uri="http://schemas.openxmlformats.org/presentationml/2006/ole">
            <mc:AlternateContent xmlns:mc="http://schemas.openxmlformats.org/markup-compatibility/2006">
              <mc:Choice xmlns:v="urn:schemas-microsoft-com:vml" Requires="v">
                <p:oleObj spid="_x0000_s46087" name="公式" r:id="rId11" imgW="24384000" imgH="6096000" progId="Equation.3">
                  <p:embed/>
                </p:oleObj>
              </mc:Choice>
              <mc:Fallback>
                <p:oleObj name="公式" r:id="rId11" imgW="24384000" imgH="6096000" progId="Equation.3">
                  <p:embed/>
                  <p:pic>
                    <p:nvPicPr>
                      <p:cNvPr id="0" name="Object 33"/>
                      <p:cNvPicPr>
                        <a:picLocks noChangeAspect="1"/>
                      </p:cNvPicPr>
                      <p:nvPr/>
                    </p:nvPicPr>
                    <p:blipFill>
                      <a:blip r:embed="rId12"/>
                      <a:stretch>
                        <a:fillRect/>
                      </a:stretch>
                    </p:blipFill>
                    <p:spPr>
                      <a:xfrm>
                        <a:off x="4978400" y="3833813"/>
                        <a:ext cx="2024063" cy="508000"/>
                      </a:xfrm>
                      <a:prstGeom prst="rect">
                        <a:avLst/>
                      </a:prstGeom>
                      <a:solidFill>
                        <a:srgbClr val="CCFFCC"/>
                      </a:solidFill>
                      <a:ln w="9525" cap="flat" cmpd="sng">
                        <a:solidFill>
                          <a:srgbClr val="00FF00"/>
                        </a:solidFill>
                        <a:prstDash val="solid"/>
                        <a:miter/>
                        <a:headEnd type="none" w="med" len="med"/>
                        <a:tailEnd type="none" w="med" len="med"/>
                      </a:ln>
                    </p:spPr>
                  </p:pic>
                </p:oleObj>
              </mc:Fallback>
            </mc:AlternateContent>
          </a:graphicData>
        </a:graphic>
      </p:graphicFrame>
      <p:sp>
        <p:nvSpPr>
          <p:cNvPr id="213026" name="Text Box 34"/>
          <p:cNvSpPr txBox="1">
            <a:spLocks noChangeArrowheads="1"/>
          </p:cNvSpPr>
          <p:nvPr/>
        </p:nvSpPr>
        <p:spPr bwMode="auto">
          <a:xfrm>
            <a:off x="765175" y="5432425"/>
            <a:ext cx="5651500" cy="461963"/>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守恒定律是对一个系统而言的</a:t>
            </a:r>
            <a:endParaRPr lang="zh-CN" altLang="en-US" b="1" i="0">
              <a:solidFill>
                <a:schemeClr val="bg1"/>
              </a:solidFill>
              <a:latin typeface="Times New Roman" panose="02020603050405020304" pitchFamily="18" charset="0"/>
            </a:endParaRPr>
          </a:p>
        </p:txBody>
      </p:sp>
      <p:sp>
        <p:nvSpPr>
          <p:cNvPr id="213027" name="Text Box 35"/>
          <p:cNvSpPr txBox="1">
            <a:spLocks noChangeArrowheads="1"/>
          </p:cNvSpPr>
          <p:nvPr/>
        </p:nvSpPr>
        <p:spPr bwMode="auto">
          <a:xfrm>
            <a:off x="771525" y="6016625"/>
            <a:ext cx="8121650" cy="461963"/>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(3) </a:t>
            </a:r>
            <a:r>
              <a:rPr lang="zh-CN" altLang="en-US" b="1" i="0">
                <a:solidFill>
                  <a:schemeClr val="bg1"/>
                </a:solidFill>
                <a:latin typeface="Times New Roman" panose="02020603050405020304" pitchFamily="18" charset="0"/>
              </a:rPr>
              <a:t>守恒是对整个过程而言的，不能只考虑始末两状态</a:t>
            </a:r>
            <a:endParaRPr lang="zh-CN" altLang="en-US" b="1" i="0">
              <a:solidFill>
                <a:schemeClr val="bg1"/>
              </a:solidFill>
              <a:latin typeface="Times New Roman" panose="02020603050405020304" pitchFamily="18" charset="0"/>
            </a:endParaRPr>
          </a:p>
        </p:txBody>
      </p:sp>
      <p:sp>
        <p:nvSpPr>
          <p:cNvPr id="213028" name="Text Box 36"/>
          <p:cNvSpPr txBox="1">
            <a:spLocks noChangeArrowheads="1"/>
          </p:cNvSpPr>
          <p:nvPr/>
        </p:nvSpPr>
        <p:spPr bwMode="auto">
          <a:xfrm>
            <a:off x="560388" y="4379913"/>
            <a:ext cx="1671637"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说明</a:t>
            </a:r>
            <a:endParaRPr lang="zh-CN" altLang="en-US" b="1" i="0">
              <a:solidFill>
                <a:srgbClr val="FF6600"/>
              </a:solidFill>
              <a:latin typeface="Times New Roman" panose="02020603050405020304" pitchFamily="18" charset="0"/>
            </a:endParaRPr>
          </a:p>
        </p:txBody>
      </p:sp>
      <p:sp>
        <p:nvSpPr>
          <p:cNvPr id="213029" name="Text Box 37"/>
          <p:cNvSpPr txBox="1">
            <a:spLocks noChangeArrowheads="1"/>
          </p:cNvSpPr>
          <p:nvPr/>
        </p:nvSpPr>
        <p:spPr bwMode="auto">
          <a:xfrm>
            <a:off x="736600" y="4862513"/>
            <a:ext cx="2665413" cy="461962"/>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守恒条件</a:t>
            </a:r>
            <a:endParaRPr lang="zh-CN" altLang="en-US" b="1" i="0">
              <a:solidFill>
                <a:schemeClr val="bg1"/>
              </a:solidFill>
              <a:latin typeface="Times New Roman" panose="02020603050405020304" pitchFamily="18" charset="0"/>
            </a:endParaRPr>
          </a:p>
        </p:txBody>
      </p:sp>
      <p:graphicFrame>
        <p:nvGraphicFramePr>
          <p:cNvPr id="213030" name="Object 38"/>
          <p:cNvGraphicFramePr>
            <a:graphicFrameLocks noChangeAspect="1"/>
          </p:cNvGraphicFramePr>
          <p:nvPr/>
        </p:nvGraphicFramePr>
        <p:xfrm>
          <a:off x="2686050" y="4759325"/>
          <a:ext cx="1530350" cy="803275"/>
        </p:xfrm>
        <a:graphic>
          <a:graphicData uri="http://schemas.openxmlformats.org/presentationml/2006/ole">
            <mc:AlternateContent xmlns:mc="http://schemas.openxmlformats.org/markup-compatibility/2006">
              <mc:Choice xmlns:v="urn:schemas-microsoft-com:vml" Requires="v">
                <p:oleObj spid="_x0000_s46088" name="公式" r:id="rId13" imgW="15849600" imgH="8229600" progId="Equation.3">
                  <p:embed/>
                </p:oleObj>
              </mc:Choice>
              <mc:Fallback>
                <p:oleObj name="公式" r:id="rId13" imgW="15849600" imgH="8229600" progId="Equation.3">
                  <p:embed/>
                  <p:pic>
                    <p:nvPicPr>
                      <p:cNvPr id="0" name="Object 38"/>
                      <p:cNvPicPr>
                        <a:picLocks noChangeAspect="1"/>
                      </p:cNvPicPr>
                      <p:nvPr/>
                    </p:nvPicPr>
                    <p:blipFill>
                      <a:blip r:embed="rId14"/>
                      <a:stretch>
                        <a:fillRect/>
                      </a:stretch>
                    </p:blipFill>
                    <p:spPr>
                      <a:xfrm>
                        <a:off x="2686050" y="4759325"/>
                        <a:ext cx="1530350" cy="803275"/>
                      </a:xfrm>
                      <a:prstGeom prst="rect">
                        <a:avLst/>
                      </a:prstGeom>
                      <a:noFill/>
                      <a:ln w="9525">
                        <a:noFill/>
                      </a:ln>
                    </p:spPr>
                  </p:pic>
                </p:oleObj>
              </mc:Fallback>
            </mc:AlternateContent>
          </a:graphicData>
        </a:graphic>
      </p:graphicFrame>
      <p:sp>
        <p:nvSpPr>
          <p:cNvPr id="213031" name="AutoShape 39"/>
          <p:cNvSpPr>
            <a:spLocks noChangeArrowheads="1"/>
          </p:cNvSpPr>
          <p:nvPr/>
        </p:nvSpPr>
        <p:spPr bwMode="auto">
          <a:xfrm>
            <a:off x="206375" y="4338638"/>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2994"/>
                                        </p:tgtEl>
                                        <p:attrNameLst>
                                          <p:attrName>style.visibility</p:attrName>
                                        </p:attrNameLst>
                                      </p:cBhvr>
                                      <p:to>
                                        <p:strVal val="visible"/>
                                      </p:to>
                                    </p:set>
                                    <p:animEffect transition="in" filter="wipe(left)">
                                      <p:cBhvr>
                                        <p:cTn id="7" dur="500"/>
                                        <p:tgtEl>
                                          <p:spTgt spid="21299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3013"/>
                                        </p:tgtEl>
                                        <p:attrNameLst>
                                          <p:attrName>style.visibility</p:attrName>
                                        </p:attrNameLst>
                                      </p:cBhvr>
                                      <p:to>
                                        <p:strVal val="visible"/>
                                      </p:to>
                                    </p:set>
                                    <p:animEffect transition="in" filter="wipe(left)">
                                      <p:cBhvr>
                                        <p:cTn id="12" dur="500"/>
                                        <p:tgtEl>
                                          <p:spTgt spid="2130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13014"/>
                                        </p:tgtEl>
                                        <p:attrNameLst>
                                          <p:attrName>style.visibility</p:attrName>
                                        </p:attrNameLst>
                                      </p:cBhvr>
                                      <p:to>
                                        <p:strVal val="visible"/>
                                      </p:to>
                                    </p:set>
                                    <p:animEffect transition="in" filter="wipe(left)">
                                      <p:cBhvr>
                                        <p:cTn id="17" dur="500"/>
                                        <p:tgtEl>
                                          <p:spTgt spid="2130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3015"/>
                                        </p:tgtEl>
                                        <p:attrNameLst>
                                          <p:attrName>style.visibility</p:attrName>
                                        </p:attrNameLst>
                                      </p:cBhvr>
                                      <p:to>
                                        <p:strVal val="visible"/>
                                      </p:to>
                                    </p:set>
                                    <p:animEffect transition="in" filter="wipe(left)">
                                      <p:cBhvr>
                                        <p:cTn id="22" dur="500"/>
                                        <p:tgtEl>
                                          <p:spTgt spid="213015"/>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213016"/>
                                        </p:tgtEl>
                                        <p:attrNameLst>
                                          <p:attrName>style.visibility</p:attrName>
                                        </p:attrNameLst>
                                      </p:cBhvr>
                                      <p:to>
                                        <p:strVal val="visible"/>
                                      </p:to>
                                    </p:set>
                                    <p:animEffect transition="in" filter="wipe(left)">
                                      <p:cBhvr>
                                        <p:cTn id="26" dur="500"/>
                                        <p:tgtEl>
                                          <p:spTgt spid="21301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3017"/>
                                        </p:tgtEl>
                                        <p:attrNameLst>
                                          <p:attrName>style.visibility</p:attrName>
                                        </p:attrNameLst>
                                      </p:cBhvr>
                                      <p:to>
                                        <p:strVal val="visible"/>
                                      </p:to>
                                    </p:set>
                                    <p:animEffect transition="in" filter="wipe(left)">
                                      <p:cBhvr>
                                        <p:cTn id="31" dur="500"/>
                                        <p:tgtEl>
                                          <p:spTgt spid="213017"/>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213018"/>
                                        </p:tgtEl>
                                        <p:attrNameLst>
                                          <p:attrName>style.visibility</p:attrName>
                                        </p:attrNameLst>
                                      </p:cBhvr>
                                      <p:to>
                                        <p:strVal val="visible"/>
                                      </p:to>
                                    </p:set>
                                    <p:animEffect transition="in" filter="wipe(left)">
                                      <p:cBhvr>
                                        <p:cTn id="35" dur="500"/>
                                        <p:tgtEl>
                                          <p:spTgt spid="21301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213019"/>
                                        </p:tgtEl>
                                        <p:attrNameLst>
                                          <p:attrName>style.visibility</p:attrName>
                                        </p:attrNameLst>
                                      </p:cBhvr>
                                      <p:to>
                                        <p:strVal val="visible"/>
                                      </p:to>
                                    </p:set>
                                    <p:animEffect transition="in" filter="wipe(left)">
                                      <p:cBhvr>
                                        <p:cTn id="40" dur="500"/>
                                        <p:tgtEl>
                                          <p:spTgt spid="213019"/>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213020"/>
                                        </p:tgtEl>
                                        <p:attrNameLst>
                                          <p:attrName>style.visibility</p:attrName>
                                        </p:attrNameLst>
                                      </p:cBhvr>
                                      <p:to>
                                        <p:strVal val="visible"/>
                                      </p:to>
                                    </p:set>
                                    <p:animEffect transition="in" filter="wipe(left)">
                                      <p:cBhvr>
                                        <p:cTn id="44" dur="500"/>
                                        <p:tgtEl>
                                          <p:spTgt spid="21302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499"/>
                                          </p:stCondLst>
                                        </p:cTn>
                                        <p:tgtEl>
                                          <p:spTgt spid="213021"/>
                                        </p:tgtEl>
                                        <p:attrNameLst>
                                          <p:attrName>style.visibility</p:attrName>
                                        </p:attrNameLst>
                                      </p:cBhvr>
                                      <p:to>
                                        <p:strVal val="visible"/>
                                      </p:to>
                                    </p:set>
                                  </p:childTnLst>
                                </p:cTn>
                              </p:par>
                            </p:childTnLst>
                          </p:cTn>
                        </p:par>
                        <p:par>
                          <p:cTn id="49" fill="hold">
                            <p:stCondLst>
                              <p:cond delay="500"/>
                            </p:stCondLst>
                            <p:childTnLst>
                              <p:par>
                                <p:cTn id="50" presetID="22" presetClass="entr" presetSubtype="8" fill="hold" nodeType="afterEffect">
                                  <p:stCondLst>
                                    <p:cond delay="0"/>
                                  </p:stCondLst>
                                  <p:childTnLst>
                                    <p:set>
                                      <p:cBhvr>
                                        <p:cTn id="51" dur="1" fill="hold">
                                          <p:stCondLst>
                                            <p:cond delay="0"/>
                                          </p:stCondLst>
                                        </p:cTn>
                                        <p:tgtEl>
                                          <p:spTgt spid="213022"/>
                                        </p:tgtEl>
                                        <p:attrNameLst>
                                          <p:attrName>style.visibility</p:attrName>
                                        </p:attrNameLst>
                                      </p:cBhvr>
                                      <p:to>
                                        <p:strVal val="visible"/>
                                      </p:to>
                                    </p:set>
                                    <p:animEffect transition="in" filter="wipe(left)">
                                      <p:cBhvr>
                                        <p:cTn id="52" dur="500"/>
                                        <p:tgtEl>
                                          <p:spTgt spid="21302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3024"/>
                                        </p:tgtEl>
                                        <p:attrNameLst>
                                          <p:attrName>style.visibility</p:attrName>
                                        </p:attrNameLst>
                                      </p:cBhvr>
                                      <p:to>
                                        <p:strVal val="visible"/>
                                      </p:to>
                                    </p:set>
                                    <p:animEffect transition="in" filter="wipe(left)">
                                      <p:cBhvr>
                                        <p:cTn id="57" dur="500"/>
                                        <p:tgtEl>
                                          <p:spTgt spid="213024"/>
                                        </p:tgtEl>
                                      </p:cBhvr>
                                    </p:animEffect>
                                  </p:childTnLst>
                                </p:cTn>
                              </p:par>
                            </p:childTnLst>
                          </p:cTn>
                        </p:par>
                        <p:par>
                          <p:cTn id="58" fill="hold">
                            <p:stCondLst>
                              <p:cond delay="500"/>
                            </p:stCondLst>
                            <p:childTnLst>
                              <p:par>
                                <p:cTn id="59" presetID="22" presetClass="entr" presetSubtype="8" fill="hold" nodeType="afterEffect">
                                  <p:stCondLst>
                                    <p:cond delay="0"/>
                                  </p:stCondLst>
                                  <p:childTnLst>
                                    <p:set>
                                      <p:cBhvr>
                                        <p:cTn id="60" dur="1" fill="hold">
                                          <p:stCondLst>
                                            <p:cond delay="0"/>
                                          </p:stCondLst>
                                        </p:cTn>
                                        <p:tgtEl>
                                          <p:spTgt spid="213025"/>
                                        </p:tgtEl>
                                        <p:attrNameLst>
                                          <p:attrName>style.visibility</p:attrName>
                                        </p:attrNameLst>
                                      </p:cBhvr>
                                      <p:to>
                                        <p:strVal val="visible"/>
                                      </p:to>
                                    </p:set>
                                    <p:animEffect transition="in" filter="wipe(left)">
                                      <p:cBhvr>
                                        <p:cTn id="61" dur="500"/>
                                        <p:tgtEl>
                                          <p:spTgt spid="213025"/>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grpId="0" nodeType="clickEffect">
                                  <p:stCondLst>
                                    <p:cond delay="0"/>
                                  </p:stCondLst>
                                  <p:childTnLst>
                                    <p:set>
                                      <p:cBhvr>
                                        <p:cTn id="65" dur="1" fill="hold">
                                          <p:stCondLst>
                                            <p:cond delay="0"/>
                                          </p:stCondLst>
                                        </p:cTn>
                                        <p:tgtEl>
                                          <p:spTgt spid="213031"/>
                                        </p:tgtEl>
                                        <p:attrNameLst>
                                          <p:attrName>style.visibility</p:attrName>
                                        </p:attrNameLst>
                                      </p:cBhvr>
                                      <p:to>
                                        <p:strVal val="visible"/>
                                      </p:to>
                                    </p:set>
                                    <p:animEffect transition="in" filter="dissolve">
                                      <p:cBhvr>
                                        <p:cTn id="66" dur="1000"/>
                                        <p:tgtEl>
                                          <p:spTgt spid="213031"/>
                                        </p:tgtEl>
                                      </p:cBhvr>
                                    </p:animEffect>
                                  </p:childTnLst>
                                </p:cTn>
                              </p:par>
                            </p:childTnLst>
                          </p:cTn>
                        </p:par>
                        <p:par>
                          <p:cTn id="67" fill="hold">
                            <p:stCondLst>
                              <p:cond delay="1000"/>
                            </p:stCondLst>
                            <p:childTnLst>
                              <p:par>
                                <p:cTn id="68" presetID="22" presetClass="entr" presetSubtype="8" fill="hold" grpId="0" nodeType="afterEffect">
                                  <p:stCondLst>
                                    <p:cond delay="0"/>
                                  </p:stCondLst>
                                  <p:childTnLst>
                                    <p:set>
                                      <p:cBhvr>
                                        <p:cTn id="69" dur="1" fill="hold">
                                          <p:stCondLst>
                                            <p:cond delay="0"/>
                                          </p:stCondLst>
                                        </p:cTn>
                                        <p:tgtEl>
                                          <p:spTgt spid="213028"/>
                                        </p:tgtEl>
                                        <p:attrNameLst>
                                          <p:attrName>style.visibility</p:attrName>
                                        </p:attrNameLst>
                                      </p:cBhvr>
                                      <p:to>
                                        <p:strVal val="visible"/>
                                      </p:to>
                                    </p:set>
                                    <p:animEffect transition="in" filter="wipe(left)">
                                      <p:cBhvr>
                                        <p:cTn id="70" dur="500"/>
                                        <p:tgtEl>
                                          <p:spTgt spid="213028"/>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13029"/>
                                        </p:tgtEl>
                                        <p:attrNameLst>
                                          <p:attrName>style.visibility</p:attrName>
                                        </p:attrNameLst>
                                      </p:cBhvr>
                                      <p:to>
                                        <p:strVal val="visible"/>
                                      </p:to>
                                    </p:set>
                                    <p:animEffect transition="in" filter="wipe(left)">
                                      <p:cBhvr>
                                        <p:cTn id="75" dur="500"/>
                                        <p:tgtEl>
                                          <p:spTgt spid="213029"/>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13030"/>
                                        </p:tgtEl>
                                        <p:attrNameLst>
                                          <p:attrName>style.visibility</p:attrName>
                                        </p:attrNameLst>
                                      </p:cBhvr>
                                      <p:to>
                                        <p:strVal val="visible"/>
                                      </p:to>
                                    </p:set>
                                    <p:animEffect transition="in" filter="wipe(left)">
                                      <p:cBhvr>
                                        <p:cTn id="80" dur="500"/>
                                        <p:tgtEl>
                                          <p:spTgt spid="21303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13026"/>
                                        </p:tgtEl>
                                        <p:attrNameLst>
                                          <p:attrName>style.visibility</p:attrName>
                                        </p:attrNameLst>
                                      </p:cBhvr>
                                      <p:to>
                                        <p:strVal val="visible"/>
                                      </p:to>
                                    </p:set>
                                    <p:animEffect transition="in" filter="wipe(left)">
                                      <p:cBhvr>
                                        <p:cTn id="85" dur="500"/>
                                        <p:tgtEl>
                                          <p:spTgt spid="213026"/>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13027"/>
                                        </p:tgtEl>
                                        <p:attrNameLst>
                                          <p:attrName>style.visibility</p:attrName>
                                        </p:attrNameLst>
                                      </p:cBhvr>
                                      <p:to>
                                        <p:strVal val="visible"/>
                                      </p:to>
                                    </p:set>
                                    <p:animEffect transition="in" filter="wipe(left)">
                                      <p:cBhvr>
                                        <p:cTn id="90" dur="500"/>
                                        <p:tgtEl>
                                          <p:spTgt spid="213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994" grpId="0" autoUpdateAnimBg="0"/>
      <p:bldP spid="213013" grpId="0" autoUpdateAnimBg="0"/>
      <p:bldP spid="213015" grpId="0" animBg="1"/>
      <p:bldP spid="213017" grpId="0" animBg="1"/>
      <p:bldP spid="213019" grpId="0" autoUpdateAnimBg="0"/>
      <p:bldP spid="213021" grpId="0" autoUpdateAnimBg="0"/>
      <p:bldP spid="213024" grpId="0" animBg="1"/>
      <p:bldP spid="213026" grpId="0" autoUpdateAnimBg="0"/>
      <p:bldP spid="213027" grpId="0" autoUpdateAnimBg="0"/>
      <p:bldP spid="213028" grpId="0" autoUpdateAnimBg="0"/>
      <p:bldP spid="213029" grpId="0" autoUpdateAnimBg="0"/>
      <p:bldP spid="213031"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Text Box 2"/>
          <p:cNvSpPr txBox="1">
            <a:spLocks noChangeArrowheads="1"/>
          </p:cNvSpPr>
          <p:nvPr/>
        </p:nvSpPr>
        <p:spPr bwMode="auto">
          <a:xfrm>
            <a:off x="323850" y="541338"/>
            <a:ext cx="8351838" cy="457200"/>
          </a:xfrm>
          <a:prstGeom prst="rect">
            <a:avLst/>
          </a:prstGeom>
          <a:noFill/>
          <a:ln w="9525">
            <a:noFill/>
            <a:miter lim="800000"/>
          </a:ln>
        </p:spPr>
        <p:txBody>
          <a:bodyPr>
            <a:spAutoFit/>
          </a:bodyPr>
          <a:lstStyle/>
          <a:p>
            <a:pPr algn="l"/>
            <a:r>
              <a:rPr lang="zh-CN" altLang="en-US" b="1" i="0">
                <a:solidFill>
                  <a:srgbClr val="3333CC"/>
                </a:solidFill>
                <a:latin typeface="Times New Roman" panose="02020603050405020304" pitchFamily="18" charset="0"/>
              </a:rPr>
              <a:t>应用机械能守恒定理求解力学问题时，一般可按以下步骤：</a:t>
            </a:r>
            <a:endParaRPr lang="zh-CN" altLang="en-US" b="1" i="0">
              <a:solidFill>
                <a:srgbClr val="3333CC"/>
              </a:solidFill>
              <a:latin typeface="Times New Roman" panose="02020603050405020304" pitchFamily="18" charset="0"/>
            </a:endParaRPr>
          </a:p>
        </p:txBody>
      </p:sp>
      <p:sp>
        <p:nvSpPr>
          <p:cNvPr id="214019" name="Text Box 3"/>
          <p:cNvSpPr txBox="1">
            <a:spLocks noChangeArrowheads="1"/>
          </p:cNvSpPr>
          <p:nvPr/>
        </p:nvSpPr>
        <p:spPr bwMode="auto">
          <a:xfrm>
            <a:off x="971550" y="1257300"/>
            <a:ext cx="7345363" cy="830263"/>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(1) </a:t>
            </a:r>
            <a:r>
              <a:rPr lang="zh-CN" altLang="en-US" b="1" i="0">
                <a:solidFill>
                  <a:srgbClr val="FF6600"/>
                </a:solidFill>
                <a:latin typeface="Times New Roman" panose="02020603050405020304" pitchFamily="18" charset="0"/>
              </a:rPr>
              <a:t>选取研究对象。</a:t>
            </a:r>
            <a:r>
              <a:rPr lang="zh-CN" altLang="en-US" b="1" i="0">
                <a:solidFill>
                  <a:schemeClr val="bg1"/>
                </a:solidFill>
                <a:latin typeface="Times New Roman" panose="02020603050405020304" pitchFamily="18" charset="0"/>
              </a:rPr>
              <a:t>若为质点系，则必须弄清所研究的质点系是由哪些质点组成。</a:t>
            </a:r>
            <a:endParaRPr lang="zh-CN" altLang="en-US" sz="2800" b="1" i="0">
              <a:solidFill>
                <a:schemeClr val="bg1"/>
              </a:solidFill>
              <a:latin typeface="Times New Roman" panose="02020603050405020304" pitchFamily="18" charset="0"/>
            </a:endParaRPr>
          </a:p>
        </p:txBody>
      </p:sp>
      <p:sp>
        <p:nvSpPr>
          <p:cNvPr id="214020" name="Text Box 4"/>
          <p:cNvSpPr txBox="1">
            <a:spLocks noChangeArrowheads="1"/>
          </p:cNvSpPr>
          <p:nvPr/>
        </p:nvSpPr>
        <p:spPr bwMode="auto">
          <a:xfrm>
            <a:off x="971550" y="2336800"/>
            <a:ext cx="7129463" cy="830263"/>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(2)</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分析守恒条件。</a:t>
            </a:r>
            <a:r>
              <a:rPr lang="zh-CN" altLang="en-US" b="1" i="0">
                <a:solidFill>
                  <a:schemeClr val="bg1"/>
                </a:solidFill>
                <a:latin typeface="Times New Roman" panose="02020603050405020304" pitchFamily="18" charset="0"/>
              </a:rPr>
              <a:t>分析研究对象的运动过程是否满足机械能守恒条件。</a:t>
            </a:r>
            <a:endParaRPr lang="zh-CN" altLang="en-US" b="1" i="0">
              <a:solidFill>
                <a:schemeClr val="bg1"/>
              </a:solidFill>
              <a:latin typeface="Times New Roman" panose="02020603050405020304" pitchFamily="18" charset="0"/>
            </a:endParaRPr>
          </a:p>
        </p:txBody>
      </p:sp>
      <p:sp>
        <p:nvSpPr>
          <p:cNvPr id="214021" name="Text Box 5"/>
          <p:cNvSpPr txBox="1">
            <a:spLocks noChangeArrowheads="1"/>
          </p:cNvSpPr>
          <p:nvPr/>
        </p:nvSpPr>
        <p:spPr bwMode="auto">
          <a:xfrm>
            <a:off x="971550" y="3327400"/>
            <a:ext cx="7632700" cy="830263"/>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(3)</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明确过程的始、末状态。</a:t>
            </a:r>
            <a:r>
              <a:rPr lang="zh-CN" altLang="en-US" b="1" i="0">
                <a:latin typeface="Times New Roman" panose="02020603050405020304" pitchFamily="18" charset="0"/>
              </a:rPr>
              <a:t>－－－</a:t>
            </a:r>
            <a:r>
              <a:rPr lang="zh-CN" altLang="en-US" b="1" i="0">
                <a:solidFill>
                  <a:schemeClr val="bg1"/>
                </a:solidFill>
                <a:latin typeface="Times New Roman" panose="02020603050405020304" pitchFamily="18" charset="0"/>
              </a:rPr>
              <a:t>选定各种势能的零势能位置，写出始、末两种状态研究对象的机械能。</a:t>
            </a:r>
            <a:endParaRPr lang="zh-CN" altLang="en-US" b="1" i="0">
              <a:solidFill>
                <a:schemeClr val="bg1"/>
              </a:solidFill>
              <a:latin typeface="Times New Roman" panose="02020603050405020304" pitchFamily="18" charset="0"/>
            </a:endParaRPr>
          </a:p>
        </p:txBody>
      </p:sp>
      <p:sp>
        <p:nvSpPr>
          <p:cNvPr id="214022" name="Text Box 6"/>
          <p:cNvSpPr txBox="1">
            <a:spLocks noChangeArrowheads="1"/>
          </p:cNvSpPr>
          <p:nvPr/>
        </p:nvSpPr>
        <p:spPr bwMode="auto">
          <a:xfrm>
            <a:off x="971550" y="4451350"/>
            <a:ext cx="7489825" cy="830263"/>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(4)</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列方程。</a:t>
            </a:r>
            <a:r>
              <a:rPr lang="zh-CN" altLang="en-US" b="1" i="0">
                <a:solidFill>
                  <a:schemeClr val="bg1"/>
                </a:solidFill>
                <a:latin typeface="Times New Roman" panose="02020603050405020304" pitchFamily="18" charset="0"/>
              </a:rPr>
              <a:t>－－－根据机械能守恒定律列出方程，还要列出必要的辅助性方程</a:t>
            </a:r>
            <a:endParaRPr lang="zh-CN" altLang="en-US" b="1" i="0">
              <a:solidFill>
                <a:srgbClr val="FFFFFF"/>
              </a:solidFill>
              <a:latin typeface="Times New Roman" panose="02020603050405020304" pitchFamily="18" charset="0"/>
            </a:endParaRPr>
          </a:p>
        </p:txBody>
      </p:sp>
      <p:sp>
        <p:nvSpPr>
          <p:cNvPr id="214023" name="Text Box 7"/>
          <p:cNvSpPr txBox="1">
            <a:spLocks noChangeArrowheads="1"/>
          </p:cNvSpPr>
          <p:nvPr/>
        </p:nvSpPr>
        <p:spPr bwMode="auto">
          <a:xfrm>
            <a:off x="971550" y="5581650"/>
            <a:ext cx="7129463" cy="457200"/>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(5)</a:t>
            </a:r>
            <a:r>
              <a:rPr lang="en-US" altLang="zh-CN" b="1" i="0">
                <a:solidFill>
                  <a:srgbClr val="FFFFFF"/>
                </a:solidFill>
                <a:latin typeface="Times New Roman" panose="02020603050405020304" pitchFamily="18" charset="0"/>
              </a:rPr>
              <a:t> </a:t>
            </a:r>
            <a:r>
              <a:rPr lang="zh-CN" altLang="en-US" b="1" i="0">
                <a:solidFill>
                  <a:srgbClr val="FF6600"/>
                </a:solidFill>
                <a:latin typeface="Times New Roman" panose="02020603050405020304" pitchFamily="18" charset="0"/>
              </a:rPr>
              <a:t>解方程，求出结果。</a:t>
            </a:r>
            <a:endParaRPr lang="zh-CN" altLang="en-US" b="1" i="0">
              <a:solidFill>
                <a:srgbClr val="FF66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4018"/>
                                        </p:tgtEl>
                                        <p:attrNameLst>
                                          <p:attrName>style.visibility</p:attrName>
                                        </p:attrNameLst>
                                      </p:cBhvr>
                                      <p:to>
                                        <p:strVal val="visible"/>
                                      </p:to>
                                    </p:set>
                                    <p:animEffect transition="in" filter="wipe(left)">
                                      <p:cBhvr>
                                        <p:cTn id="7" dur="500"/>
                                        <p:tgtEl>
                                          <p:spTgt spid="2140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4019"/>
                                        </p:tgtEl>
                                        <p:attrNameLst>
                                          <p:attrName>style.visibility</p:attrName>
                                        </p:attrNameLst>
                                      </p:cBhvr>
                                      <p:to>
                                        <p:strVal val="visible"/>
                                      </p:to>
                                    </p:set>
                                    <p:animEffect transition="in" filter="wipe(left)">
                                      <p:cBhvr>
                                        <p:cTn id="12" dur="500"/>
                                        <p:tgtEl>
                                          <p:spTgt spid="2140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4020"/>
                                        </p:tgtEl>
                                        <p:attrNameLst>
                                          <p:attrName>style.visibility</p:attrName>
                                        </p:attrNameLst>
                                      </p:cBhvr>
                                      <p:to>
                                        <p:strVal val="visible"/>
                                      </p:to>
                                    </p:set>
                                    <p:animEffect transition="in" filter="wipe(left)">
                                      <p:cBhvr>
                                        <p:cTn id="17" dur="500"/>
                                        <p:tgtEl>
                                          <p:spTgt spid="2140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14021"/>
                                        </p:tgtEl>
                                        <p:attrNameLst>
                                          <p:attrName>style.visibility</p:attrName>
                                        </p:attrNameLst>
                                      </p:cBhvr>
                                      <p:to>
                                        <p:strVal val="visible"/>
                                      </p:to>
                                    </p:set>
                                    <p:animEffect transition="in" filter="wipe(left)">
                                      <p:cBhvr>
                                        <p:cTn id="22" dur="500"/>
                                        <p:tgtEl>
                                          <p:spTgt spid="2140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4022"/>
                                        </p:tgtEl>
                                        <p:attrNameLst>
                                          <p:attrName>style.visibility</p:attrName>
                                        </p:attrNameLst>
                                      </p:cBhvr>
                                      <p:to>
                                        <p:strVal val="visible"/>
                                      </p:to>
                                    </p:set>
                                    <p:animEffect transition="in" filter="wipe(left)">
                                      <p:cBhvr>
                                        <p:cTn id="27" dur="500"/>
                                        <p:tgtEl>
                                          <p:spTgt spid="2140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4023"/>
                                        </p:tgtEl>
                                        <p:attrNameLst>
                                          <p:attrName>style.visibility</p:attrName>
                                        </p:attrNameLst>
                                      </p:cBhvr>
                                      <p:to>
                                        <p:strVal val="visible"/>
                                      </p:to>
                                    </p:set>
                                    <p:animEffect transition="in" filter="wipe(left)">
                                      <p:cBhvr>
                                        <p:cTn id="32" dur="500"/>
                                        <p:tgtEl>
                                          <p:spTgt spid="2140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18" grpId="0" autoUpdateAnimBg="0"/>
      <p:bldP spid="214019" grpId="0" autoUpdateAnimBg="0"/>
      <p:bldP spid="214020" grpId="0" autoUpdateAnimBg="0"/>
      <p:bldP spid="214021" grpId="0" autoUpdateAnimBg="0"/>
      <p:bldP spid="214022" grpId="0" autoUpdateAnimBg="0"/>
      <p:bldP spid="214023"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ChangeArrowheads="1"/>
          </p:cNvSpPr>
          <p:nvPr/>
        </p:nvSpPr>
        <p:spPr bwMode="auto">
          <a:xfrm>
            <a:off x="611188" y="458788"/>
            <a:ext cx="8147050" cy="512762"/>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宋体" panose="02010600030101010101" pitchFamily="2" charset="-122"/>
              </a:rPr>
              <a:t>如图所示，一质量为 </a:t>
            </a:r>
            <a:r>
              <a:rPr lang="en-US" altLang="zh-CN" b="1">
                <a:solidFill>
                  <a:srgbClr val="FF6600"/>
                </a:solidFill>
                <a:latin typeface="Times New Roman" panose="02020603050405020304" pitchFamily="18" charset="0"/>
              </a:rPr>
              <a:t>m</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的小木块，沿</a:t>
            </a:r>
            <a:r>
              <a:rPr lang="zh-CN" altLang="en-US" b="1" i="0">
                <a:solidFill>
                  <a:srgbClr val="FF6600"/>
                </a:solidFill>
                <a:latin typeface="宋体" panose="02010600030101010101" pitchFamily="2" charset="-122"/>
              </a:rPr>
              <a:t>光滑</a:t>
            </a:r>
            <a:r>
              <a:rPr lang="zh-CN" altLang="en-US" b="1" i="0">
                <a:solidFill>
                  <a:schemeClr val="bg1"/>
                </a:solidFill>
                <a:latin typeface="宋体" panose="02010600030101010101" pitchFamily="2" charset="-122"/>
              </a:rPr>
              <a:t>环形轨道滑下。</a:t>
            </a:r>
            <a:endParaRPr lang="zh-CN" altLang="en-US" b="1" i="0">
              <a:solidFill>
                <a:schemeClr val="bg1"/>
              </a:solidFill>
              <a:latin typeface="宋体" panose="02010600030101010101" pitchFamily="2" charset="-122"/>
            </a:endParaRPr>
          </a:p>
        </p:txBody>
      </p:sp>
      <p:sp>
        <p:nvSpPr>
          <p:cNvPr id="215043" name="Rectangle 3"/>
          <p:cNvSpPr>
            <a:spLocks noChangeArrowheads="1"/>
          </p:cNvSpPr>
          <p:nvPr/>
        </p:nvSpPr>
        <p:spPr bwMode="auto">
          <a:xfrm>
            <a:off x="115888" y="496888"/>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grpSp>
        <p:nvGrpSpPr>
          <p:cNvPr id="2" name="Group 4"/>
          <p:cNvGrpSpPr/>
          <p:nvPr/>
        </p:nvGrpSpPr>
        <p:grpSpPr bwMode="auto">
          <a:xfrm>
            <a:off x="5175250" y="2528888"/>
            <a:ext cx="3536950" cy="2743200"/>
            <a:chOff x="3106" y="1679"/>
            <a:chExt cx="2228" cy="1728"/>
          </a:xfrm>
        </p:grpSpPr>
        <p:sp>
          <p:nvSpPr>
            <p:cNvPr id="47126" name="Arc 5"/>
            <p:cNvSpPr/>
            <p:nvPr/>
          </p:nvSpPr>
          <p:spPr bwMode="auto">
            <a:xfrm rot="10381986">
              <a:off x="3389" y="1679"/>
              <a:ext cx="993" cy="1670"/>
            </a:xfrm>
            <a:custGeom>
              <a:avLst/>
              <a:gdLst>
                <a:gd name="T0" fmla="*/ 0 w 21598"/>
                <a:gd name="T1" fmla="*/ 0 h 21559"/>
                <a:gd name="T2" fmla="*/ 0 w 21598"/>
                <a:gd name="T3" fmla="*/ 1 h 21559"/>
                <a:gd name="T4" fmla="*/ 0 w 21598"/>
                <a:gd name="T5" fmla="*/ 1 h 21559"/>
                <a:gd name="T6" fmla="*/ 0 60000 65536"/>
                <a:gd name="T7" fmla="*/ 0 60000 65536"/>
                <a:gd name="T8" fmla="*/ 0 60000 65536"/>
                <a:gd name="T9" fmla="*/ 0 w 21598"/>
                <a:gd name="T10" fmla="*/ 0 h 21559"/>
                <a:gd name="T11" fmla="*/ 21598 w 21598"/>
                <a:gd name="T12" fmla="*/ 21559 h 21559"/>
              </a:gdLst>
              <a:ahLst/>
              <a:cxnLst>
                <a:cxn ang="T6">
                  <a:pos x="T0" y="T1"/>
                </a:cxn>
                <a:cxn ang="T7">
                  <a:pos x="T2" y="T3"/>
                </a:cxn>
                <a:cxn ang="T8">
                  <a:pos x="T4" y="T5"/>
                </a:cxn>
              </a:cxnLst>
              <a:rect l="T9" t="T10" r="T11" b="T12"/>
              <a:pathLst>
                <a:path w="21598" h="21559" fill="none" extrusionOk="0">
                  <a:moveTo>
                    <a:pt x="1325" y="-1"/>
                  </a:moveTo>
                  <a:cubicBezTo>
                    <a:pt x="12609" y="693"/>
                    <a:pt x="21450" y="9971"/>
                    <a:pt x="21598" y="21275"/>
                  </a:cubicBezTo>
                </a:path>
                <a:path w="21598" h="21559" stroke="0" extrusionOk="0">
                  <a:moveTo>
                    <a:pt x="1325" y="-1"/>
                  </a:moveTo>
                  <a:cubicBezTo>
                    <a:pt x="12609" y="693"/>
                    <a:pt x="21450" y="9971"/>
                    <a:pt x="21598" y="21275"/>
                  </a:cubicBezTo>
                  <a:lnTo>
                    <a:pt x="0" y="21559"/>
                  </a:lnTo>
                  <a:close/>
                </a:path>
              </a:pathLst>
            </a:custGeom>
            <a:noFill/>
            <a:ln w="50800">
              <a:pattFill prst="pct90">
                <a:fgClr>
                  <a:srgbClr val="663300"/>
                </a:fgClr>
                <a:bgClr>
                  <a:srgbClr val="FFFFFF"/>
                </a:bgClr>
              </a:pattFill>
              <a:round/>
            </a:ln>
          </p:spPr>
          <p:txBody>
            <a:bodyPr wrap="none" anchor="ctr"/>
            <a:lstStyle/>
            <a:p>
              <a:endParaRPr lang="zh-CN" altLang="en-US"/>
            </a:p>
          </p:txBody>
        </p:sp>
        <p:sp>
          <p:nvSpPr>
            <p:cNvPr id="47127" name="Oval 6"/>
            <p:cNvSpPr>
              <a:spLocks noChangeArrowheads="1"/>
            </p:cNvSpPr>
            <p:nvPr/>
          </p:nvSpPr>
          <p:spPr bwMode="auto">
            <a:xfrm>
              <a:off x="4213" y="2784"/>
              <a:ext cx="510" cy="510"/>
            </a:xfrm>
            <a:prstGeom prst="ellipse">
              <a:avLst/>
            </a:prstGeom>
            <a:noFill/>
            <a:ln w="50800">
              <a:pattFill prst="pct90">
                <a:fgClr>
                  <a:srgbClr val="663300"/>
                </a:fgClr>
                <a:bgClr>
                  <a:srgbClr val="FFFFFF"/>
                </a:bgClr>
              </a:pattFill>
              <a:round/>
            </a:ln>
          </p:spPr>
          <p:txBody>
            <a:bodyPr wrap="none" anchor="ctr"/>
            <a:lstStyle/>
            <a:p>
              <a:endParaRPr lang="zh-CN" altLang="en-US"/>
            </a:p>
          </p:txBody>
        </p:sp>
        <p:sp>
          <p:nvSpPr>
            <p:cNvPr id="47128" name="Line 7"/>
            <p:cNvSpPr>
              <a:spLocks noChangeShapeType="1"/>
            </p:cNvSpPr>
            <p:nvPr/>
          </p:nvSpPr>
          <p:spPr bwMode="auto">
            <a:xfrm>
              <a:off x="4397" y="3294"/>
              <a:ext cx="626" cy="0"/>
            </a:xfrm>
            <a:prstGeom prst="line">
              <a:avLst/>
            </a:prstGeom>
            <a:noFill/>
            <a:ln w="50800">
              <a:pattFill prst="pct90">
                <a:fgClr>
                  <a:srgbClr val="663300"/>
                </a:fgClr>
                <a:bgClr>
                  <a:srgbClr val="FFFFFF"/>
                </a:bgClr>
              </a:pattFill>
              <a:round/>
            </a:ln>
          </p:spPr>
          <p:txBody>
            <a:bodyPr/>
            <a:lstStyle/>
            <a:p>
              <a:endParaRPr lang="zh-CN" altLang="en-US"/>
            </a:p>
          </p:txBody>
        </p:sp>
        <p:sp>
          <p:nvSpPr>
            <p:cNvPr id="47129" name="Line 8"/>
            <p:cNvSpPr>
              <a:spLocks noChangeShapeType="1"/>
            </p:cNvSpPr>
            <p:nvPr/>
          </p:nvSpPr>
          <p:spPr bwMode="auto">
            <a:xfrm>
              <a:off x="3192" y="3322"/>
              <a:ext cx="2142" cy="0"/>
            </a:xfrm>
            <a:prstGeom prst="line">
              <a:avLst/>
            </a:prstGeom>
            <a:noFill/>
            <a:ln w="22225">
              <a:solidFill>
                <a:schemeClr val="tx1"/>
              </a:solidFill>
              <a:round/>
            </a:ln>
          </p:spPr>
          <p:txBody>
            <a:bodyPr/>
            <a:lstStyle/>
            <a:p>
              <a:endParaRPr lang="zh-CN" altLang="en-US"/>
            </a:p>
          </p:txBody>
        </p:sp>
        <p:sp>
          <p:nvSpPr>
            <p:cNvPr id="47130" name="Rectangle 9" descr="花岗岩"/>
            <p:cNvSpPr>
              <a:spLocks noChangeArrowheads="1"/>
            </p:cNvSpPr>
            <p:nvPr/>
          </p:nvSpPr>
          <p:spPr bwMode="auto">
            <a:xfrm rot="-776791">
              <a:off x="3334" y="1820"/>
              <a:ext cx="56" cy="85"/>
            </a:xfrm>
            <a:prstGeom prst="rect">
              <a:avLst/>
            </a:prstGeom>
            <a:blipFill dpi="0" rotWithShape="1">
              <a:blip r:embed="rId1"/>
              <a:srcRect/>
              <a:tile tx="0" ty="0" sx="100000" sy="100000" flip="none" algn="tl"/>
            </a:blipFill>
            <a:ln w="9525">
              <a:solidFill>
                <a:schemeClr val="tx1"/>
              </a:solidFill>
              <a:miter lim="800000"/>
            </a:ln>
          </p:spPr>
          <p:txBody>
            <a:bodyPr wrap="none" anchor="ctr"/>
            <a:lstStyle/>
            <a:p>
              <a:endParaRPr lang="zh-CN" altLang="en-US"/>
            </a:p>
          </p:txBody>
        </p:sp>
        <p:sp>
          <p:nvSpPr>
            <p:cNvPr id="47131" name="Text Box 10"/>
            <p:cNvSpPr txBox="1">
              <a:spLocks noChangeArrowheads="1"/>
            </p:cNvSpPr>
            <p:nvPr/>
          </p:nvSpPr>
          <p:spPr bwMode="auto">
            <a:xfrm>
              <a:off x="3334" y="1740"/>
              <a:ext cx="340" cy="250"/>
            </a:xfrm>
            <a:prstGeom prst="rect">
              <a:avLst/>
            </a:prstGeom>
            <a:noFill/>
            <a:ln w="9525">
              <a:noFill/>
              <a:miter lim="800000"/>
            </a:ln>
          </p:spPr>
          <p:txBody>
            <a:bodyPr>
              <a:spAutoFit/>
            </a:bodyPr>
            <a:lstStyle/>
            <a:p>
              <a:pPr>
                <a:spcBef>
                  <a:spcPct val="50000"/>
                </a:spcBef>
              </a:pPr>
              <a:r>
                <a:rPr lang="en-US" altLang="zh-CN" sz="2000" b="1">
                  <a:solidFill>
                    <a:srgbClr val="0000FF"/>
                  </a:solidFill>
                  <a:latin typeface="Times New Roman" panose="02020603050405020304" pitchFamily="18" charset="0"/>
                </a:rPr>
                <a:t>P</a:t>
              </a:r>
              <a:endParaRPr lang="en-US" altLang="zh-CN" sz="2000" b="1">
                <a:solidFill>
                  <a:srgbClr val="0000FF"/>
                </a:solidFill>
                <a:latin typeface="Times New Roman" panose="02020603050405020304" pitchFamily="18" charset="0"/>
              </a:endParaRPr>
            </a:p>
          </p:txBody>
        </p:sp>
        <p:sp>
          <p:nvSpPr>
            <p:cNvPr id="47132" name="Line 11"/>
            <p:cNvSpPr>
              <a:spLocks noChangeShapeType="1"/>
            </p:cNvSpPr>
            <p:nvPr/>
          </p:nvSpPr>
          <p:spPr bwMode="auto">
            <a:xfrm flipH="1">
              <a:off x="3220" y="3322"/>
              <a:ext cx="85" cy="85"/>
            </a:xfrm>
            <a:prstGeom prst="line">
              <a:avLst/>
            </a:prstGeom>
            <a:noFill/>
            <a:ln w="19050">
              <a:solidFill>
                <a:schemeClr val="tx1"/>
              </a:solidFill>
              <a:round/>
            </a:ln>
          </p:spPr>
          <p:txBody>
            <a:bodyPr/>
            <a:lstStyle/>
            <a:p>
              <a:endParaRPr lang="zh-CN" altLang="en-US"/>
            </a:p>
          </p:txBody>
        </p:sp>
        <p:sp>
          <p:nvSpPr>
            <p:cNvPr id="47133" name="Line 12"/>
            <p:cNvSpPr>
              <a:spLocks noChangeShapeType="1"/>
            </p:cNvSpPr>
            <p:nvPr/>
          </p:nvSpPr>
          <p:spPr bwMode="auto">
            <a:xfrm flipH="1">
              <a:off x="3333" y="3322"/>
              <a:ext cx="85" cy="85"/>
            </a:xfrm>
            <a:prstGeom prst="line">
              <a:avLst/>
            </a:prstGeom>
            <a:noFill/>
            <a:ln w="19050">
              <a:solidFill>
                <a:schemeClr val="tx1"/>
              </a:solidFill>
              <a:round/>
            </a:ln>
          </p:spPr>
          <p:txBody>
            <a:bodyPr/>
            <a:lstStyle/>
            <a:p>
              <a:endParaRPr lang="zh-CN" altLang="en-US"/>
            </a:p>
          </p:txBody>
        </p:sp>
        <p:sp>
          <p:nvSpPr>
            <p:cNvPr id="47134" name="Line 13"/>
            <p:cNvSpPr>
              <a:spLocks noChangeShapeType="1"/>
            </p:cNvSpPr>
            <p:nvPr/>
          </p:nvSpPr>
          <p:spPr bwMode="auto">
            <a:xfrm flipH="1">
              <a:off x="3447" y="3322"/>
              <a:ext cx="85" cy="85"/>
            </a:xfrm>
            <a:prstGeom prst="line">
              <a:avLst/>
            </a:prstGeom>
            <a:noFill/>
            <a:ln w="19050">
              <a:solidFill>
                <a:schemeClr val="tx1"/>
              </a:solidFill>
              <a:round/>
            </a:ln>
          </p:spPr>
          <p:txBody>
            <a:bodyPr/>
            <a:lstStyle/>
            <a:p>
              <a:endParaRPr lang="zh-CN" altLang="en-US"/>
            </a:p>
          </p:txBody>
        </p:sp>
        <p:sp>
          <p:nvSpPr>
            <p:cNvPr id="47135" name="Line 14"/>
            <p:cNvSpPr>
              <a:spLocks noChangeShapeType="1"/>
            </p:cNvSpPr>
            <p:nvPr/>
          </p:nvSpPr>
          <p:spPr bwMode="auto">
            <a:xfrm flipH="1">
              <a:off x="3560" y="3322"/>
              <a:ext cx="85" cy="85"/>
            </a:xfrm>
            <a:prstGeom prst="line">
              <a:avLst/>
            </a:prstGeom>
            <a:noFill/>
            <a:ln w="19050">
              <a:solidFill>
                <a:schemeClr val="tx1"/>
              </a:solidFill>
              <a:round/>
            </a:ln>
          </p:spPr>
          <p:txBody>
            <a:bodyPr/>
            <a:lstStyle/>
            <a:p>
              <a:endParaRPr lang="zh-CN" altLang="en-US"/>
            </a:p>
          </p:txBody>
        </p:sp>
        <p:sp>
          <p:nvSpPr>
            <p:cNvPr id="47136" name="Line 15"/>
            <p:cNvSpPr>
              <a:spLocks noChangeShapeType="1"/>
            </p:cNvSpPr>
            <p:nvPr/>
          </p:nvSpPr>
          <p:spPr bwMode="auto">
            <a:xfrm flipH="1">
              <a:off x="3674" y="3322"/>
              <a:ext cx="85" cy="85"/>
            </a:xfrm>
            <a:prstGeom prst="line">
              <a:avLst/>
            </a:prstGeom>
            <a:noFill/>
            <a:ln w="19050">
              <a:solidFill>
                <a:schemeClr val="tx1"/>
              </a:solidFill>
              <a:round/>
            </a:ln>
          </p:spPr>
          <p:txBody>
            <a:bodyPr/>
            <a:lstStyle/>
            <a:p>
              <a:endParaRPr lang="zh-CN" altLang="en-US"/>
            </a:p>
          </p:txBody>
        </p:sp>
        <p:sp>
          <p:nvSpPr>
            <p:cNvPr id="47137" name="Line 16"/>
            <p:cNvSpPr>
              <a:spLocks noChangeShapeType="1"/>
            </p:cNvSpPr>
            <p:nvPr/>
          </p:nvSpPr>
          <p:spPr bwMode="auto">
            <a:xfrm flipH="1">
              <a:off x="3787" y="3322"/>
              <a:ext cx="85" cy="85"/>
            </a:xfrm>
            <a:prstGeom prst="line">
              <a:avLst/>
            </a:prstGeom>
            <a:noFill/>
            <a:ln w="19050">
              <a:solidFill>
                <a:schemeClr val="tx1"/>
              </a:solidFill>
              <a:round/>
            </a:ln>
          </p:spPr>
          <p:txBody>
            <a:bodyPr/>
            <a:lstStyle/>
            <a:p>
              <a:endParaRPr lang="zh-CN" altLang="en-US"/>
            </a:p>
          </p:txBody>
        </p:sp>
        <p:sp>
          <p:nvSpPr>
            <p:cNvPr id="47138" name="Line 17"/>
            <p:cNvSpPr>
              <a:spLocks noChangeShapeType="1"/>
            </p:cNvSpPr>
            <p:nvPr/>
          </p:nvSpPr>
          <p:spPr bwMode="auto">
            <a:xfrm flipH="1">
              <a:off x="3901" y="3322"/>
              <a:ext cx="85" cy="85"/>
            </a:xfrm>
            <a:prstGeom prst="line">
              <a:avLst/>
            </a:prstGeom>
            <a:noFill/>
            <a:ln w="19050">
              <a:solidFill>
                <a:schemeClr val="tx1"/>
              </a:solidFill>
              <a:round/>
            </a:ln>
          </p:spPr>
          <p:txBody>
            <a:bodyPr/>
            <a:lstStyle/>
            <a:p>
              <a:endParaRPr lang="zh-CN" altLang="en-US"/>
            </a:p>
          </p:txBody>
        </p:sp>
        <p:sp>
          <p:nvSpPr>
            <p:cNvPr id="47139" name="Line 18"/>
            <p:cNvSpPr>
              <a:spLocks noChangeShapeType="1"/>
            </p:cNvSpPr>
            <p:nvPr/>
          </p:nvSpPr>
          <p:spPr bwMode="auto">
            <a:xfrm flipH="1">
              <a:off x="4014" y="3322"/>
              <a:ext cx="85" cy="85"/>
            </a:xfrm>
            <a:prstGeom prst="line">
              <a:avLst/>
            </a:prstGeom>
            <a:noFill/>
            <a:ln w="19050">
              <a:solidFill>
                <a:schemeClr val="tx1"/>
              </a:solidFill>
              <a:round/>
            </a:ln>
          </p:spPr>
          <p:txBody>
            <a:bodyPr/>
            <a:lstStyle/>
            <a:p>
              <a:endParaRPr lang="zh-CN" altLang="en-US"/>
            </a:p>
          </p:txBody>
        </p:sp>
        <p:sp>
          <p:nvSpPr>
            <p:cNvPr id="47140" name="Line 19"/>
            <p:cNvSpPr>
              <a:spLocks noChangeShapeType="1"/>
            </p:cNvSpPr>
            <p:nvPr/>
          </p:nvSpPr>
          <p:spPr bwMode="auto">
            <a:xfrm flipH="1">
              <a:off x="4127" y="3322"/>
              <a:ext cx="85" cy="85"/>
            </a:xfrm>
            <a:prstGeom prst="line">
              <a:avLst/>
            </a:prstGeom>
            <a:noFill/>
            <a:ln w="19050">
              <a:solidFill>
                <a:schemeClr val="tx1"/>
              </a:solidFill>
              <a:round/>
            </a:ln>
          </p:spPr>
          <p:txBody>
            <a:bodyPr/>
            <a:lstStyle/>
            <a:p>
              <a:endParaRPr lang="zh-CN" altLang="en-US"/>
            </a:p>
          </p:txBody>
        </p:sp>
        <p:sp>
          <p:nvSpPr>
            <p:cNvPr id="47141" name="Line 20"/>
            <p:cNvSpPr>
              <a:spLocks noChangeShapeType="1"/>
            </p:cNvSpPr>
            <p:nvPr/>
          </p:nvSpPr>
          <p:spPr bwMode="auto">
            <a:xfrm flipH="1">
              <a:off x="4241" y="3322"/>
              <a:ext cx="85" cy="85"/>
            </a:xfrm>
            <a:prstGeom prst="line">
              <a:avLst/>
            </a:prstGeom>
            <a:noFill/>
            <a:ln w="19050">
              <a:solidFill>
                <a:schemeClr val="tx1"/>
              </a:solidFill>
              <a:round/>
            </a:ln>
          </p:spPr>
          <p:txBody>
            <a:bodyPr/>
            <a:lstStyle/>
            <a:p>
              <a:endParaRPr lang="zh-CN" altLang="en-US"/>
            </a:p>
          </p:txBody>
        </p:sp>
        <p:sp>
          <p:nvSpPr>
            <p:cNvPr id="47142" name="Line 21"/>
            <p:cNvSpPr>
              <a:spLocks noChangeShapeType="1"/>
            </p:cNvSpPr>
            <p:nvPr/>
          </p:nvSpPr>
          <p:spPr bwMode="auto">
            <a:xfrm flipH="1">
              <a:off x="4354" y="3322"/>
              <a:ext cx="85" cy="85"/>
            </a:xfrm>
            <a:prstGeom prst="line">
              <a:avLst/>
            </a:prstGeom>
            <a:noFill/>
            <a:ln w="19050">
              <a:solidFill>
                <a:schemeClr val="tx1"/>
              </a:solidFill>
              <a:round/>
            </a:ln>
          </p:spPr>
          <p:txBody>
            <a:bodyPr/>
            <a:lstStyle/>
            <a:p>
              <a:endParaRPr lang="zh-CN" altLang="en-US"/>
            </a:p>
          </p:txBody>
        </p:sp>
        <p:sp>
          <p:nvSpPr>
            <p:cNvPr id="47143" name="Line 22"/>
            <p:cNvSpPr>
              <a:spLocks noChangeShapeType="1"/>
            </p:cNvSpPr>
            <p:nvPr/>
          </p:nvSpPr>
          <p:spPr bwMode="auto">
            <a:xfrm flipH="1">
              <a:off x="4468" y="3322"/>
              <a:ext cx="85" cy="85"/>
            </a:xfrm>
            <a:prstGeom prst="line">
              <a:avLst/>
            </a:prstGeom>
            <a:noFill/>
            <a:ln w="19050">
              <a:solidFill>
                <a:schemeClr val="tx1"/>
              </a:solidFill>
              <a:round/>
            </a:ln>
          </p:spPr>
          <p:txBody>
            <a:bodyPr/>
            <a:lstStyle/>
            <a:p>
              <a:endParaRPr lang="zh-CN" altLang="en-US"/>
            </a:p>
          </p:txBody>
        </p:sp>
        <p:sp>
          <p:nvSpPr>
            <p:cNvPr id="47144" name="Line 23"/>
            <p:cNvSpPr>
              <a:spLocks noChangeShapeType="1"/>
            </p:cNvSpPr>
            <p:nvPr/>
          </p:nvSpPr>
          <p:spPr bwMode="auto">
            <a:xfrm flipH="1">
              <a:off x="4581" y="3322"/>
              <a:ext cx="85" cy="85"/>
            </a:xfrm>
            <a:prstGeom prst="line">
              <a:avLst/>
            </a:prstGeom>
            <a:noFill/>
            <a:ln w="19050">
              <a:solidFill>
                <a:schemeClr val="tx1"/>
              </a:solidFill>
              <a:round/>
            </a:ln>
          </p:spPr>
          <p:txBody>
            <a:bodyPr/>
            <a:lstStyle/>
            <a:p>
              <a:endParaRPr lang="zh-CN" altLang="en-US"/>
            </a:p>
          </p:txBody>
        </p:sp>
        <p:sp>
          <p:nvSpPr>
            <p:cNvPr id="47145" name="Line 24"/>
            <p:cNvSpPr>
              <a:spLocks noChangeShapeType="1"/>
            </p:cNvSpPr>
            <p:nvPr/>
          </p:nvSpPr>
          <p:spPr bwMode="auto">
            <a:xfrm flipH="1">
              <a:off x="4694" y="3322"/>
              <a:ext cx="85" cy="85"/>
            </a:xfrm>
            <a:prstGeom prst="line">
              <a:avLst/>
            </a:prstGeom>
            <a:noFill/>
            <a:ln w="19050">
              <a:solidFill>
                <a:schemeClr val="tx1"/>
              </a:solidFill>
              <a:round/>
            </a:ln>
          </p:spPr>
          <p:txBody>
            <a:bodyPr/>
            <a:lstStyle/>
            <a:p>
              <a:endParaRPr lang="zh-CN" altLang="en-US"/>
            </a:p>
          </p:txBody>
        </p:sp>
        <p:sp>
          <p:nvSpPr>
            <p:cNvPr id="47146" name="Line 25"/>
            <p:cNvSpPr>
              <a:spLocks noChangeShapeType="1"/>
            </p:cNvSpPr>
            <p:nvPr/>
          </p:nvSpPr>
          <p:spPr bwMode="auto">
            <a:xfrm flipH="1">
              <a:off x="4808" y="3322"/>
              <a:ext cx="85" cy="85"/>
            </a:xfrm>
            <a:prstGeom prst="line">
              <a:avLst/>
            </a:prstGeom>
            <a:noFill/>
            <a:ln w="19050">
              <a:solidFill>
                <a:schemeClr val="tx1"/>
              </a:solidFill>
              <a:round/>
            </a:ln>
          </p:spPr>
          <p:txBody>
            <a:bodyPr/>
            <a:lstStyle/>
            <a:p>
              <a:endParaRPr lang="zh-CN" altLang="en-US"/>
            </a:p>
          </p:txBody>
        </p:sp>
        <p:sp>
          <p:nvSpPr>
            <p:cNvPr id="47147" name="Line 26"/>
            <p:cNvSpPr>
              <a:spLocks noChangeShapeType="1"/>
            </p:cNvSpPr>
            <p:nvPr/>
          </p:nvSpPr>
          <p:spPr bwMode="auto">
            <a:xfrm flipH="1">
              <a:off x="4921" y="3322"/>
              <a:ext cx="85" cy="85"/>
            </a:xfrm>
            <a:prstGeom prst="line">
              <a:avLst/>
            </a:prstGeom>
            <a:noFill/>
            <a:ln w="19050">
              <a:solidFill>
                <a:schemeClr val="tx1"/>
              </a:solidFill>
              <a:round/>
            </a:ln>
          </p:spPr>
          <p:txBody>
            <a:bodyPr/>
            <a:lstStyle/>
            <a:p>
              <a:endParaRPr lang="zh-CN" altLang="en-US"/>
            </a:p>
          </p:txBody>
        </p:sp>
        <p:sp>
          <p:nvSpPr>
            <p:cNvPr id="47148" name="Line 27"/>
            <p:cNvSpPr>
              <a:spLocks noChangeShapeType="1"/>
            </p:cNvSpPr>
            <p:nvPr/>
          </p:nvSpPr>
          <p:spPr bwMode="auto">
            <a:xfrm flipH="1">
              <a:off x="5035" y="3322"/>
              <a:ext cx="85" cy="85"/>
            </a:xfrm>
            <a:prstGeom prst="line">
              <a:avLst/>
            </a:prstGeom>
            <a:noFill/>
            <a:ln w="19050">
              <a:solidFill>
                <a:schemeClr val="tx1"/>
              </a:solidFill>
              <a:round/>
            </a:ln>
          </p:spPr>
          <p:txBody>
            <a:bodyPr/>
            <a:lstStyle/>
            <a:p>
              <a:endParaRPr lang="zh-CN" altLang="en-US"/>
            </a:p>
          </p:txBody>
        </p:sp>
        <p:sp>
          <p:nvSpPr>
            <p:cNvPr id="47149" name="Line 28"/>
            <p:cNvSpPr>
              <a:spLocks noChangeShapeType="1"/>
            </p:cNvSpPr>
            <p:nvPr/>
          </p:nvSpPr>
          <p:spPr bwMode="auto">
            <a:xfrm flipH="1">
              <a:off x="5148" y="3322"/>
              <a:ext cx="85" cy="85"/>
            </a:xfrm>
            <a:prstGeom prst="line">
              <a:avLst/>
            </a:prstGeom>
            <a:noFill/>
            <a:ln w="19050">
              <a:solidFill>
                <a:schemeClr val="tx1"/>
              </a:solidFill>
              <a:round/>
            </a:ln>
          </p:spPr>
          <p:txBody>
            <a:bodyPr/>
            <a:lstStyle/>
            <a:p>
              <a:endParaRPr lang="zh-CN" altLang="en-US"/>
            </a:p>
          </p:txBody>
        </p:sp>
        <p:sp>
          <p:nvSpPr>
            <p:cNvPr id="47150" name="Line 29"/>
            <p:cNvSpPr>
              <a:spLocks noChangeShapeType="1"/>
            </p:cNvSpPr>
            <p:nvPr/>
          </p:nvSpPr>
          <p:spPr bwMode="auto">
            <a:xfrm flipH="1">
              <a:off x="3191" y="1877"/>
              <a:ext cx="114" cy="0"/>
            </a:xfrm>
            <a:prstGeom prst="line">
              <a:avLst/>
            </a:prstGeom>
            <a:noFill/>
            <a:ln w="15875">
              <a:solidFill>
                <a:srgbClr val="008000"/>
              </a:solidFill>
              <a:round/>
            </a:ln>
          </p:spPr>
          <p:txBody>
            <a:bodyPr/>
            <a:lstStyle/>
            <a:p>
              <a:endParaRPr lang="zh-CN" altLang="en-US"/>
            </a:p>
          </p:txBody>
        </p:sp>
        <p:sp>
          <p:nvSpPr>
            <p:cNvPr id="47151" name="Line 30"/>
            <p:cNvSpPr>
              <a:spLocks noChangeShapeType="1"/>
            </p:cNvSpPr>
            <p:nvPr/>
          </p:nvSpPr>
          <p:spPr bwMode="auto">
            <a:xfrm>
              <a:off x="3249" y="1877"/>
              <a:ext cx="0" cy="612"/>
            </a:xfrm>
            <a:prstGeom prst="line">
              <a:avLst/>
            </a:prstGeom>
            <a:noFill/>
            <a:ln w="15875">
              <a:solidFill>
                <a:srgbClr val="008000"/>
              </a:solidFill>
              <a:round/>
              <a:headEnd type="triangle" w="med" len="med"/>
            </a:ln>
          </p:spPr>
          <p:txBody>
            <a:bodyPr/>
            <a:lstStyle/>
            <a:p>
              <a:endParaRPr lang="zh-CN" altLang="en-US"/>
            </a:p>
          </p:txBody>
        </p:sp>
        <p:sp>
          <p:nvSpPr>
            <p:cNvPr id="47152" name="Line 31"/>
            <p:cNvSpPr>
              <a:spLocks noChangeShapeType="1"/>
            </p:cNvSpPr>
            <p:nvPr/>
          </p:nvSpPr>
          <p:spPr bwMode="auto">
            <a:xfrm>
              <a:off x="3249" y="2724"/>
              <a:ext cx="0" cy="598"/>
            </a:xfrm>
            <a:prstGeom prst="line">
              <a:avLst/>
            </a:prstGeom>
            <a:noFill/>
            <a:ln w="15875">
              <a:solidFill>
                <a:srgbClr val="008000"/>
              </a:solidFill>
              <a:round/>
              <a:tailEnd type="triangle" w="med" len="med"/>
            </a:ln>
          </p:spPr>
          <p:txBody>
            <a:bodyPr/>
            <a:lstStyle/>
            <a:p>
              <a:endParaRPr lang="zh-CN" altLang="en-US"/>
            </a:p>
          </p:txBody>
        </p:sp>
        <p:sp>
          <p:nvSpPr>
            <p:cNvPr id="47153" name="Text Box 32"/>
            <p:cNvSpPr txBox="1">
              <a:spLocks noChangeArrowheads="1"/>
            </p:cNvSpPr>
            <p:nvPr/>
          </p:nvSpPr>
          <p:spPr bwMode="auto">
            <a:xfrm>
              <a:off x="3106" y="2472"/>
              <a:ext cx="454" cy="250"/>
            </a:xfrm>
            <a:prstGeom prst="rect">
              <a:avLst/>
            </a:prstGeom>
            <a:noFill/>
            <a:ln w="9525">
              <a:noFill/>
              <a:miter lim="800000"/>
            </a:ln>
          </p:spPr>
          <p:txBody>
            <a:bodyPr>
              <a:spAutoFit/>
            </a:bodyPr>
            <a:lstStyle/>
            <a:p>
              <a:pPr algn="l">
                <a:spcBef>
                  <a:spcPct val="50000"/>
                </a:spcBef>
              </a:pPr>
              <a:r>
                <a:rPr lang="en-US" altLang="zh-CN" sz="2000" b="1" i="0">
                  <a:solidFill>
                    <a:srgbClr val="FF0000"/>
                  </a:solidFill>
                  <a:latin typeface="Times New Roman" panose="02020603050405020304" pitchFamily="18" charset="0"/>
                </a:rPr>
                <a:t>5</a:t>
              </a:r>
              <a:r>
                <a:rPr lang="en-US" altLang="zh-CN" sz="2000" b="1">
                  <a:solidFill>
                    <a:srgbClr val="FF0000"/>
                  </a:solidFill>
                  <a:latin typeface="Times New Roman" panose="02020603050405020304" pitchFamily="18" charset="0"/>
                </a:rPr>
                <a:t>R</a:t>
              </a:r>
              <a:endParaRPr lang="en-US" altLang="zh-CN" sz="2000" b="1">
                <a:solidFill>
                  <a:srgbClr val="FF0000"/>
                </a:solidFill>
                <a:latin typeface="Times New Roman" panose="02020603050405020304" pitchFamily="18" charset="0"/>
              </a:endParaRPr>
            </a:p>
          </p:txBody>
        </p:sp>
        <p:sp>
          <p:nvSpPr>
            <p:cNvPr id="47154" name="Text Box 33"/>
            <p:cNvSpPr txBox="1">
              <a:spLocks noChangeArrowheads="1"/>
            </p:cNvSpPr>
            <p:nvPr/>
          </p:nvSpPr>
          <p:spPr bwMode="auto">
            <a:xfrm>
              <a:off x="4298" y="3039"/>
              <a:ext cx="340" cy="250"/>
            </a:xfrm>
            <a:prstGeom prst="rect">
              <a:avLst/>
            </a:prstGeom>
            <a:noFill/>
            <a:ln w="9525">
              <a:noFill/>
              <a:miter lim="800000"/>
            </a:ln>
          </p:spPr>
          <p:txBody>
            <a:bodyPr>
              <a:spAutoFit/>
            </a:bodyPr>
            <a:lstStyle/>
            <a:p>
              <a:pPr>
                <a:spcBef>
                  <a:spcPct val="50000"/>
                </a:spcBef>
              </a:pPr>
              <a:r>
                <a:rPr lang="en-US" altLang="zh-CN" sz="2000" b="1">
                  <a:solidFill>
                    <a:srgbClr val="663300"/>
                  </a:solidFill>
                  <a:latin typeface="Times New Roman" panose="02020603050405020304" pitchFamily="18" charset="0"/>
                </a:rPr>
                <a:t>O</a:t>
              </a:r>
              <a:endParaRPr lang="en-US" altLang="zh-CN" sz="2000" b="1">
                <a:solidFill>
                  <a:srgbClr val="663300"/>
                </a:solidFill>
                <a:latin typeface="Times New Roman" panose="02020603050405020304" pitchFamily="18" charset="0"/>
              </a:endParaRPr>
            </a:p>
          </p:txBody>
        </p:sp>
        <p:sp>
          <p:nvSpPr>
            <p:cNvPr id="47155" name="AutoShape 34"/>
            <p:cNvSpPr>
              <a:spLocks noChangeArrowheads="1"/>
            </p:cNvSpPr>
            <p:nvPr/>
          </p:nvSpPr>
          <p:spPr bwMode="auto">
            <a:xfrm>
              <a:off x="4467" y="3039"/>
              <a:ext cx="29" cy="29"/>
            </a:xfrm>
            <a:prstGeom prst="flowChartConnector">
              <a:avLst/>
            </a:prstGeom>
            <a:solidFill>
              <a:schemeClr val="bg1"/>
            </a:solidFill>
            <a:ln w="9525">
              <a:solidFill>
                <a:schemeClr val="tx1"/>
              </a:solidFill>
              <a:round/>
            </a:ln>
          </p:spPr>
          <p:txBody>
            <a:bodyPr wrap="none" anchor="ctr"/>
            <a:lstStyle/>
            <a:p>
              <a:endParaRPr lang="zh-CN" altLang="en-US"/>
            </a:p>
          </p:txBody>
        </p:sp>
        <p:sp>
          <p:nvSpPr>
            <p:cNvPr id="47156" name="Line 35"/>
            <p:cNvSpPr>
              <a:spLocks noChangeShapeType="1"/>
            </p:cNvSpPr>
            <p:nvPr/>
          </p:nvSpPr>
          <p:spPr bwMode="auto">
            <a:xfrm>
              <a:off x="4269" y="2869"/>
              <a:ext cx="199" cy="170"/>
            </a:xfrm>
            <a:prstGeom prst="line">
              <a:avLst/>
            </a:prstGeom>
            <a:noFill/>
            <a:ln w="19050">
              <a:solidFill>
                <a:schemeClr val="tx1"/>
              </a:solidFill>
              <a:prstDash val="dash"/>
              <a:round/>
            </a:ln>
          </p:spPr>
          <p:txBody>
            <a:bodyPr/>
            <a:lstStyle/>
            <a:p>
              <a:endParaRPr lang="zh-CN" altLang="en-US"/>
            </a:p>
          </p:txBody>
        </p:sp>
        <p:sp>
          <p:nvSpPr>
            <p:cNvPr id="47157" name="Text Box 36"/>
            <p:cNvSpPr txBox="1">
              <a:spLocks noChangeArrowheads="1"/>
            </p:cNvSpPr>
            <p:nvPr/>
          </p:nvSpPr>
          <p:spPr bwMode="auto">
            <a:xfrm>
              <a:off x="4184" y="2931"/>
              <a:ext cx="340" cy="250"/>
            </a:xfrm>
            <a:prstGeom prst="rect">
              <a:avLst/>
            </a:prstGeom>
            <a:noFill/>
            <a:ln w="9525">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R</a:t>
              </a:r>
              <a:endParaRPr lang="en-US" altLang="zh-CN" sz="2000" b="1">
                <a:solidFill>
                  <a:srgbClr val="FF0000"/>
                </a:solidFill>
                <a:latin typeface="Times New Roman" panose="02020603050405020304" pitchFamily="18" charset="0"/>
              </a:endParaRPr>
            </a:p>
          </p:txBody>
        </p:sp>
        <p:sp>
          <p:nvSpPr>
            <p:cNvPr id="47158" name="Line 37"/>
            <p:cNvSpPr>
              <a:spLocks noChangeShapeType="1"/>
            </p:cNvSpPr>
            <p:nvPr/>
          </p:nvSpPr>
          <p:spPr bwMode="auto">
            <a:xfrm>
              <a:off x="4468" y="3039"/>
              <a:ext cx="283" cy="0"/>
            </a:xfrm>
            <a:prstGeom prst="line">
              <a:avLst/>
            </a:prstGeom>
            <a:noFill/>
            <a:ln w="19050">
              <a:solidFill>
                <a:schemeClr val="tx1"/>
              </a:solidFill>
              <a:prstDash val="dash"/>
              <a:round/>
            </a:ln>
          </p:spPr>
          <p:txBody>
            <a:bodyPr/>
            <a:lstStyle/>
            <a:p>
              <a:endParaRPr lang="zh-CN" altLang="en-US"/>
            </a:p>
          </p:txBody>
        </p:sp>
        <p:sp>
          <p:nvSpPr>
            <p:cNvPr id="47159" name="Text Box 38"/>
            <p:cNvSpPr txBox="1">
              <a:spLocks noChangeArrowheads="1"/>
            </p:cNvSpPr>
            <p:nvPr/>
          </p:nvSpPr>
          <p:spPr bwMode="auto">
            <a:xfrm>
              <a:off x="4666" y="2897"/>
              <a:ext cx="340" cy="250"/>
            </a:xfrm>
            <a:prstGeom prst="rect">
              <a:avLst/>
            </a:prstGeom>
            <a:noFill/>
            <a:ln w="9525">
              <a:noFill/>
              <a:miter lim="800000"/>
            </a:ln>
          </p:spPr>
          <p:txBody>
            <a:bodyPr>
              <a:spAutoFit/>
            </a:bodyPr>
            <a:lstStyle/>
            <a:p>
              <a:pPr>
                <a:spcBef>
                  <a:spcPct val="50000"/>
                </a:spcBef>
              </a:pPr>
              <a:r>
                <a:rPr lang="en-US" altLang="zh-CN" sz="2000" b="1">
                  <a:solidFill>
                    <a:srgbClr val="0000FF"/>
                  </a:solidFill>
                  <a:latin typeface="Times New Roman" panose="02020603050405020304" pitchFamily="18" charset="0"/>
                </a:rPr>
                <a:t>Q</a:t>
              </a:r>
              <a:endParaRPr lang="en-US" altLang="zh-CN" sz="2000" b="1">
                <a:solidFill>
                  <a:srgbClr val="0000FF"/>
                </a:solidFill>
                <a:latin typeface="Times New Roman" panose="02020603050405020304" pitchFamily="18" charset="0"/>
              </a:endParaRPr>
            </a:p>
          </p:txBody>
        </p:sp>
      </p:grpSp>
      <p:sp>
        <p:nvSpPr>
          <p:cNvPr id="215079" name="Rectangle 39"/>
          <p:cNvSpPr>
            <a:spLocks noChangeArrowheads="1"/>
          </p:cNvSpPr>
          <p:nvPr/>
        </p:nvSpPr>
        <p:spPr bwMode="auto">
          <a:xfrm>
            <a:off x="611188" y="998538"/>
            <a:ext cx="8147050" cy="1354137"/>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(1)</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如果木块从 </a:t>
            </a:r>
            <a:r>
              <a:rPr lang="en-US" altLang="zh-CN" b="1">
                <a:solidFill>
                  <a:srgbClr val="FF6600"/>
                </a:solidFill>
                <a:latin typeface="Times New Roman" panose="02020603050405020304" pitchFamily="18" charset="0"/>
              </a:rPr>
              <a:t>P</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点静止滑下，问其在 </a:t>
            </a:r>
            <a:r>
              <a:rPr lang="en-US" altLang="zh-CN" b="1">
                <a:solidFill>
                  <a:srgbClr val="FF6600"/>
                </a:solidFill>
                <a:latin typeface="Times New Roman" panose="02020603050405020304" pitchFamily="18" charset="0"/>
              </a:rPr>
              <a:t>Q</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点受到的合力为多少？</a:t>
            </a:r>
            <a:r>
              <a:rPr lang="en-US" altLang="zh-CN" b="1" i="0">
                <a:solidFill>
                  <a:schemeClr val="bg1"/>
                </a:solidFill>
                <a:latin typeface="Times New Roman" panose="02020603050405020304" pitchFamily="18" charset="0"/>
              </a:rPr>
              <a:t>(2)</a:t>
            </a:r>
            <a:r>
              <a:rPr lang="en-US" altLang="zh-CN" b="1" i="0">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欲使木块在轨道圆环部分的顶端对轨道的压力恰好等于它的重量，问木块应在什么高度由静止下滑？                             </a:t>
            </a:r>
            <a:endParaRPr lang="zh-CN" altLang="en-US" b="1" i="0">
              <a:solidFill>
                <a:schemeClr val="bg1"/>
              </a:solidFill>
              <a:latin typeface="宋体" panose="02010600030101010101" pitchFamily="2" charset="-122"/>
            </a:endParaRPr>
          </a:p>
        </p:txBody>
      </p:sp>
      <p:sp>
        <p:nvSpPr>
          <p:cNvPr id="215080" name="Rectangle 40"/>
          <p:cNvSpPr>
            <a:spLocks noChangeArrowheads="1"/>
          </p:cNvSpPr>
          <p:nvPr/>
        </p:nvSpPr>
        <p:spPr bwMode="auto">
          <a:xfrm>
            <a:off x="115888" y="1042988"/>
            <a:ext cx="492125" cy="457200"/>
          </a:xfrm>
          <a:prstGeom prst="rect">
            <a:avLst/>
          </a:prstGeom>
          <a:noFill/>
          <a:ln w="9525">
            <a:noFill/>
            <a:miter lim="800000"/>
          </a:ln>
        </p:spPr>
        <p:txBody>
          <a:bodyPr wrap="none">
            <a:spAutoFit/>
          </a:bodyPr>
          <a:lstStyle/>
          <a:p>
            <a:r>
              <a:rPr lang="zh-CN" altLang="en-US" b="1" i="0">
                <a:solidFill>
                  <a:srgbClr val="FF0000"/>
                </a:solidFill>
                <a:latin typeface="宋体" panose="02010600030101010101" pitchFamily="2" charset="-122"/>
              </a:rPr>
              <a:t>求</a:t>
            </a:r>
            <a:endParaRPr lang="zh-CN" altLang="en-US" b="1" i="0">
              <a:solidFill>
                <a:srgbClr val="FF0000"/>
              </a:solidFill>
              <a:latin typeface="宋体" panose="02010600030101010101" pitchFamily="2" charset="-122"/>
            </a:endParaRPr>
          </a:p>
        </p:txBody>
      </p:sp>
      <p:sp>
        <p:nvSpPr>
          <p:cNvPr id="215081" name="Text Box 41"/>
          <p:cNvSpPr txBox="1">
            <a:spLocks noChangeArrowheads="1"/>
          </p:cNvSpPr>
          <p:nvPr/>
        </p:nvSpPr>
        <p:spPr bwMode="auto">
          <a:xfrm>
            <a:off x="115888" y="2438400"/>
            <a:ext cx="488950"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15082" name="Text Box 42"/>
          <p:cNvSpPr txBox="1">
            <a:spLocks noChangeArrowheads="1"/>
          </p:cNvSpPr>
          <p:nvPr/>
        </p:nvSpPr>
        <p:spPr bwMode="auto">
          <a:xfrm>
            <a:off x="647700" y="2393950"/>
            <a:ext cx="4645025" cy="933450"/>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若木块处于环形轨道上的任一位置 </a:t>
            </a:r>
            <a:r>
              <a:rPr lang="en-US" altLang="zh-CN" b="1">
                <a:solidFill>
                  <a:srgbClr val="FF6600"/>
                </a:solidFill>
                <a:latin typeface="Times New Roman" panose="02020603050405020304" pitchFamily="18" charset="0"/>
              </a:rPr>
              <a:t>A </a:t>
            </a:r>
            <a:r>
              <a:rPr lang="zh-CN" altLang="en-US" b="1" i="0">
                <a:solidFill>
                  <a:schemeClr val="bg1"/>
                </a:solidFill>
                <a:latin typeface="Times New Roman" panose="02020603050405020304" pitchFamily="18" charset="0"/>
              </a:rPr>
              <a:t>，木块的受力情况如图，则</a:t>
            </a:r>
            <a:endParaRPr lang="zh-CN" altLang="en-US" i="0">
              <a:solidFill>
                <a:schemeClr val="bg1"/>
              </a:solidFill>
              <a:latin typeface="Times New Roman" panose="02020603050405020304" pitchFamily="18" charset="0"/>
            </a:endParaRPr>
          </a:p>
        </p:txBody>
      </p:sp>
      <p:sp>
        <p:nvSpPr>
          <p:cNvPr id="215083" name="Text Box 43"/>
          <p:cNvSpPr txBox="1">
            <a:spLocks noChangeArrowheads="1"/>
          </p:cNvSpPr>
          <p:nvPr/>
        </p:nvSpPr>
        <p:spPr bwMode="auto">
          <a:xfrm>
            <a:off x="7362825" y="3968750"/>
            <a:ext cx="630238" cy="396875"/>
          </a:xfrm>
          <a:prstGeom prst="rect">
            <a:avLst/>
          </a:prstGeom>
          <a:noFill/>
          <a:ln w="9525">
            <a:noFill/>
            <a:miter lim="800000"/>
          </a:ln>
        </p:spPr>
        <p:txBody>
          <a:bodyPr>
            <a:spAutoFit/>
          </a:bodyPr>
          <a:lstStyle/>
          <a:p>
            <a:pPr>
              <a:spcBef>
                <a:spcPct val="50000"/>
              </a:spcBef>
            </a:pPr>
            <a:r>
              <a:rPr lang="en-US" altLang="zh-CN" sz="2000" b="1">
                <a:solidFill>
                  <a:srgbClr val="6600FF"/>
                </a:solidFill>
                <a:latin typeface="Times New Roman" panose="02020603050405020304" pitchFamily="18" charset="0"/>
              </a:rPr>
              <a:t>A</a:t>
            </a:r>
            <a:endParaRPr lang="en-US" altLang="zh-CN" sz="2000" b="1">
              <a:solidFill>
                <a:srgbClr val="6600FF"/>
              </a:solidFill>
              <a:latin typeface="Times New Roman" panose="02020603050405020304" pitchFamily="18" charset="0"/>
            </a:endParaRPr>
          </a:p>
        </p:txBody>
      </p:sp>
      <p:sp>
        <p:nvSpPr>
          <p:cNvPr id="215084" name="AutoShape 44"/>
          <p:cNvSpPr>
            <a:spLocks noChangeAspect="1" noChangeArrowheads="1"/>
          </p:cNvSpPr>
          <p:nvPr/>
        </p:nvSpPr>
        <p:spPr bwMode="auto">
          <a:xfrm>
            <a:off x="7542213" y="4329113"/>
            <a:ext cx="53975" cy="53975"/>
          </a:xfrm>
          <a:prstGeom prst="flowChartConnector">
            <a:avLst/>
          </a:prstGeom>
          <a:solidFill>
            <a:srgbClr val="6600CC"/>
          </a:solidFill>
          <a:ln w="9525">
            <a:solidFill>
              <a:schemeClr val="tx1"/>
            </a:solidFill>
            <a:round/>
          </a:ln>
        </p:spPr>
        <p:txBody>
          <a:bodyPr wrap="none" anchor="ctr"/>
          <a:lstStyle/>
          <a:p>
            <a:endParaRPr lang="zh-CN" altLang="en-US"/>
          </a:p>
        </p:txBody>
      </p:sp>
      <p:sp>
        <p:nvSpPr>
          <p:cNvPr id="215085" name="Line 45"/>
          <p:cNvSpPr>
            <a:spLocks noChangeShapeType="1"/>
          </p:cNvSpPr>
          <p:nvPr/>
        </p:nvSpPr>
        <p:spPr bwMode="auto">
          <a:xfrm>
            <a:off x="7586663" y="4373563"/>
            <a:ext cx="0" cy="315912"/>
          </a:xfrm>
          <a:prstGeom prst="line">
            <a:avLst/>
          </a:prstGeom>
          <a:noFill/>
          <a:ln w="25400">
            <a:solidFill>
              <a:srgbClr val="00FF00"/>
            </a:solidFill>
            <a:round/>
            <a:tailEnd type="triangle" w="med" len="med"/>
          </a:ln>
        </p:spPr>
        <p:txBody>
          <a:bodyPr/>
          <a:lstStyle/>
          <a:p>
            <a:endParaRPr lang="zh-CN" altLang="en-US"/>
          </a:p>
        </p:txBody>
      </p:sp>
      <p:sp>
        <p:nvSpPr>
          <p:cNvPr id="215086" name="Text Box 46"/>
          <p:cNvSpPr txBox="1">
            <a:spLocks noChangeArrowheads="1"/>
          </p:cNvSpPr>
          <p:nvPr/>
        </p:nvSpPr>
        <p:spPr bwMode="auto">
          <a:xfrm>
            <a:off x="7316788" y="4554538"/>
            <a:ext cx="900112" cy="366712"/>
          </a:xfrm>
          <a:prstGeom prst="rect">
            <a:avLst/>
          </a:prstGeom>
          <a:noFill/>
          <a:ln w="9525">
            <a:noFill/>
            <a:miter lim="800000"/>
          </a:ln>
        </p:spPr>
        <p:txBody>
          <a:bodyPr>
            <a:spAutoFit/>
          </a:bodyPr>
          <a:lstStyle/>
          <a:p>
            <a:pPr algn="l">
              <a:spcBef>
                <a:spcPct val="50000"/>
              </a:spcBef>
            </a:pPr>
            <a:r>
              <a:rPr lang="en-US" altLang="zh-CN" sz="1800" b="1">
                <a:solidFill>
                  <a:srgbClr val="00CC00"/>
                </a:solidFill>
                <a:latin typeface="Times New Roman" panose="02020603050405020304" pitchFamily="18" charset="0"/>
              </a:rPr>
              <a:t>mg</a:t>
            </a:r>
            <a:endParaRPr lang="en-US" altLang="zh-CN" sz="1800" b="1">
              <a:solidFill>
                <a:srgbClr val="00CC00"/>
              </a:solidFill>
              <a:latin typeface="Times New Roman" panose="02020603050405020304" pitchFamily="18" charset="0"/>
            </a:endParaRPr>
          </a:p>
        </p:txBody>
      </p:sp>
      <p:sp>
        <p:nvSpPr>
          <p:cNvPr id="215087" name="Line 47"/>
          <p:cNvSpPr>
            <a:spLocks noChangeShapeType="1"/>
          </p:cNvSpPr>
          <p:nvPr/>
        </p:nvSpPr>
        <p:spPr bwMode="auto">
          <a:xfrm flipH="1">
            <a:off x="7407275" y="4373563"/>
            <a:ext cx="134938" cy="269875"/>
          </a:xfrm>
          <a:prstGeom prst="line">
            <a:avLst/>
          </a:prstGeom>
          <a:noFill/>
          <a:ln w="25400">
            <a:solidFill>
              <a:srgbClr val="FF00FF"/>
            </a:solidFill>
            <a:round/>
            <a:tailEnd type="triangle" w="med" len="med"/>
          </a:ln>
        </p:spPr>
        <p:txBody>
          <a:bodyPr/>
          <a:lstStyle/>
          <a:p>
            <a:endParaRPr lang="zh-CN" altLang="en-US"/>
          </a:p>
        </p:txBody>
      </p:sp>
      <p:sp>
        <p:nvSpPr>
          <p:cNvPr id="215088" name="Text Box 48"/>
          <p:cNvSpPr txBox="1">
            <a:spLocks noChangeArrowheads="1"/>
          </p:cNvSpPr>
          <p:nvPr/>
        </p:nvSpPr>
        <p:spPr bwMode="auto">
          <a:xfrm>
            <a:off x="7137400" y="4276725"/>
            <a:ext cx="900113" cy="366713"/>
          </a:xfrm>
          <a:prstGeom prst="rect">
            <a:avLst/>
          </a:prstGeom>
          <a:noFill/>
          <a:ln w="9525">
            <a:noFill/>
            <a:miter lim="800000"/>
          </a:ln>
        </p:spPr>
        <p:txBody>
          <a:bodyPr>
            <a:spAutoFit/>
          </a:bodyPr>
          <a:lstStyle/>
          <a:p>
            <a:pPr algn="l">
              <a:spcBef>
                <a:spcPct val="50000"/>
              </a:spcBef>
            </a:pPr>
            <a:r>
              <a:rPr lang="en-US" altLang="zh-CN" sz="1800" b="1">
                <a:solidFill>
                  <a:srgbClr val="FF33CC"/>
                </a:solidFill>
                <a:latin typeface="Times New Roman" panose="02020603050405020304" pitchFamily="18" charset="0"/>
              </a:rPr>
              <a:t>N</a:t>
            </a:r>
            <a:endParaRPr lang="en-US" altLang="zh-CN" sz="1800" b="1">
              <a:solidFill>
                <a:srgbClr val="FF33CC"/>
              </a:solidFill>
              <a:latin typeface="Times New Roman" panose="02020603050405020304" pitchFamily="18" charset="0"/>
            </a:endParaRPr>
          </a:p>
        </p:txBody>
      </p:sp>
      <p:sp>
        <p:nvSpPr>
          <p:cNvPr id="215089" name="Arc 49"/>
          <p:cNvSpPr/>
          <p:nvPr/>
        </p:nvSpPr>
        <p:spPr bwMode="auto">
          <a:xfrm rot="10800000">
            <a:off x="7497763" y="4464050"/>
            <a:ext cx="88900" cy="44450"/>
          </a:xfrm>
          <a:custGeom>
            <a:avLst/>
            <a:gdLst>
              <a:gd name="T0" fmla="*/ 0 w 21600"/>
              <a:gd name="T1" fmla="*/ 0 h 21600"/>
              <a:gd name="T2" fmla="*/ 6197910 w 21600"/>
              <a:gd name="T3" fmla="*/ 387369 h 21600"/>
              <a:gd name="T4" fmla="*/ 0 w 21600"/>
              <a:gd name="T5" fmla="*/ 38736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ln>
        </p:spPr>
        <p:txBody>
          <a:bodyPr wrap="none" anchor="ctr"/>
          <a:lstStyle/>
          <a:p>
            <a:endParaRPr lang="zh-CN" altLang="en-US"/>
          </a:p>
        </p:txBody>
      </p:sp>
      <p:sp>
        <p:nvSpPr>
          <p:cNvPr id="215090" name="Text Box 50"/>
          <p:cNvSpPr txBox="1">
            <a:spLocks noChangeArrowheads="1"/>
          </p:cNvSpPr>
          <p:nvPr/>
        </p:nvSpPr>
        <p:spPr bwMode="auto">
          <a:xfrm>
            <a:off x="7362825" y="4464050"/>
            <a:ext cx="720725" cy="274638"/>
          </a:xfrm>
          <a:prstGeom prst="rect">
            <a:avLst/>
          </a:prstGeom>
          <a:noFill/>
          <a:ln w="9525">
            <a:noFill/>
            <a:miter lim="800000"/>
          </a:ln>
        </p:spPr>
        <p:txBody>
          <a:bodyPr>
            <a:spAutoFit/>
          </a:bodyPr>
          <a:lstStyle/>
          <a:p>
            <a:pPr algn="l">
              <a:spcBef>
                <a:spcPct val="50000"/>
              </a:spcBef>
            </a:pPr>
            <a:r>
              <a:rPr lang="en-US" altLang="zh-CN" sz="1200" b="1"/>
              <a:t>q</a:t>
            </a:r>
            <a:endParaRPr lang="en-US" altLang="zh-CN" sz="1200" b="1"/>
          </a:p>
        </p:txBody>
      </p:sp>
      <p:graphicFrame>
        <p:nvGraphicFramePr>
          <p:cNvPr id="215091" name="Object 51"/>
          <p:cNvGraphicFramePr>
            <a:graphicFrameLocks noChangeAspect="1"/>
          </p:cNvGraphicFramePr>
          <p:nvPr/>
        </p:nvGraphicFramePr>
        <p:xfrm>
          <a:off x="1557338" y="3384550"/>
          <a:ext cx="2395537" cy="752475"/>
        </p:xfrm>
        <a:graphic>
          <a:graphicData uri="http://schemas.openxmlformats.org/presentationml/2006/ole">
            <mc:AlternateContent xmlns:mc="http://schemas.openxmlformats.org/markup-compatibility/2006">
              <mc:Choice xmlns:v="urn:schemas-microsoft-com:vml" Requires="v">
                <p:oleObj spid="_x0000_s47105" name="公式" r:id="rId2" imgW="32004000" imgH="10058400" progId="Equation.3">
                  <p:embed/>
                </p:oleObj>
              </mc:Choice>
              <mc:Fallback>
                <p:oleObj name="公式" r:id="rId2" imgW="32004000" imgH="10058400" progId="Equation.3">
                  <p:embed/>
                  <p:pic>
                    <p:nvPicPr>
                      <p:cNvPr id="0" name="Object 51"/>
                      <p:cNvPicPr>
                        <a:picLocks noChangeAspect="1"/>
                      </p:cNvPicPr>
                      <p:nvPr/>
                    </p:nvPicPr>
                    <p:blipFill>
                      <a:blip r:embed="rId3"/>
                      <a:stretch>
                        <a:fillRect/>
                      </a:stretch>
                    </p:blipFill>
                    <p:spPr>
                      <a:xfrm>
                        <a:off x="1557338" y="3384550"/>
                        <a:ext cx="2395537" cy="752475"/>
                      </a:xfrm>
                      <a:prstGeom prst="rect">
                        <a:avLst/>
                      </a:prstGeom>
                      <a:noFill/>
                      <a:ln w="9525">
                        <a:noFill/>
                      </a:ln>
                    </p:spPr>
                  </p:pic>
                </p:oleObj>
              </mc:Fallback>
            </mc:AlternateContent>
          </a:graphicData>
        </a:graphic>
      </p:graphicFrame>
      <p:sp>
        <p:nvSpPr>
          <p:cNvPr id="215092" name="Text Box 52"/>
          <p:cNvSpPr txBox="1">
            <a:spLocks noChangeArrowheads="1"/>
          </p:cNvSpPr>
          <p:nvPr/>
        </p:nvSpPr>
        <p:spPr bwMode="auto">
          <a:xfrm>
            <a:off x="431800" y="4116388"/>
            <a:ext cx="4814888" cy="933450"/>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木块在下滑过程中</a:t>
            </a:r>
            <a:r>
              <a:rPr lang="zh-CN" altLang="en-US" b="1" i="0">
                <a:solidFill>
                  <a:srgbClr val="FF6600"/>
                </a:solidFill>
                <a:latin typeface="Times New Roman" panose="02020603050405020304" pitchFamily="18" charset="0"/>
              </a:rPr>
              <a:t>机械能守恒</a:t>
            </a:r>
            <a:r>
              <a:rPr lang="zh-CN" altLang="en-US" b="1" i="0">
                <a:solidFill>
                  <a:schemeClr val="bg1"/>
                </a:solidFill>
                <a:latin typeface="Times New Roman" panose="02020603050405020304" pitchFamily="18" charset="0"/>
              </a:rPr>
              <a:t>，设木块从高度 </a:t>
            </a:r>
            <a:r>
              <a:rPr lang="en-US" altLang="zh-CN" b="1">
                <a:solidFill>
                  <a:srgbClr val="FF6600"/>
                </a:solidFill>
                <a:latin typeface="Times New Roman" panose="02020603050405020304" pitchFamily="18" charset="0"/>
              </a:rPr>
              <a:t>h</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处滑下，则</a:t>
            </a:r>
            <a:endParaRPr lang="zh-CN" altLang="en-US" i="0">
              <a:solidFill>
                <a:schemeClr val="bg1"/>
              </a:solidFill>
              <a:latin typeface="Times New Roman" panose="02020603050405020304" pitchFamily="18" charset="0"/>
            </a:endParaRPr>
          </a:p>
        </p:txBody>
      </p:sp>
      <p:graphicFrame>
        <p:nvGraphicFramePr>
          <p:cNvPr id="215093" name="Object 53"/>
          <p:cNvGraphicFramePr>
            <a:graphicFrameLocks noChangeAspect="1"/>
          </p:cNvGraphicFramePr>
          <p:nvPr/>
        </p:nvGraphicFramePr>
        <p:xfrm>
          <a:off x="1060450" y="5184775"/>
          <a:ext cx="3467100" cy="730250"/>
        </p:xfrm>
        <a:graphic>
          <a:graphicData uri="http://schemas.openxmlformats.org/presentationml/2006/ole">
            <mc:AlternateContent xmlns:mc="http://schemas.openxmlformats.org/markup-compatibility/2006">
              <mc:Choice xmlns:v="urn:schemas-microsoft-com:vml" Requires="v">
                <p:oleObj spid="_x0000_s47107" name="公式" r:id="rId4" imgW="46329600" imgH="9753600" progId="Equation.3">
                  <p:embed/>
                </p:oleObj>
              </mc:Choice>
              <mc:Fallback>
                <p:oleObj name="公式" r:id="rId4" imgW="46329600" imgH="9753600" progId="Equation.3">
                  <p:embed/>
                  <p:pic>
                    <p:nvPicPr>
                      <p:cNvPr id="0" name="Object 53"/>
                      <p:cNvPicPr>
                        <a:picLocks noChangeAspect="1"/>
                      </p:cNvPicPr>
                      <p:nvPr/>
                    </p:nvPicPr>
                    <p:blipFill>
                      <a:blip r:embed="rId5"/>
                      <a:stretch>
                        <a:fillRect/>
                      </a:stretch>
                    </p:blipFill>
                    <p:spPr>
                      <a:xfrm>
                        <a:off x="1060450" y="5184775"/>
                        <a:ext cx="3467100" cy="730250"/>
                      </a:xfrm>
                      <a:prstGeom prst="rect">
                        <a:avLst/>
                      </a:prstGeom>
                      <a:noFill/>
                      <a:ln w="9525">
                        <a:noFill/>
                      </a:ln>
                    </p:spPr>
                  </p:pic>
                </p:oleObj>
              </mc:Fallback>
            </mc:AlternateContent>
          </a:graphicData>
        </a:graphic>
      </p:graphicFrame>
      <p:sp>
        <p:nvSpPr>
          <p:cNvPr id="215094" name="Text Box 54"/>
          <p:cNvSpPr txBox="1">
            <a:spLocks noChangeArrowheads="1"/>
          </p:cNvSpPr>
          <p:nvPr/>
        </p:nvSpPr>
        <p:spPr bwMode="auto">
          <a:xfrm>
            <a:off x="566738" y="5949950"/>
            <a:ext cx="3644900" cy="479425"/>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联立以上两式，解得</a:t>
            </a:r>
            <a:endParaRPr lang="zh-CN" altLang="en-US" i="0">
              <a:solidFill>
                <a:schemeClr val="bg1"/>
              </a:solidFill>
              <a:latin typeface="Times New Roman" panose="02020603050405020304" pitchFamily="18" charset="0"/>
            </a:endParaRPr>
          </a:p>
        </p:txBody>
      </p:sp>
      <p:graphicFrame>
        <p:nvGraphicFramePr>
          <p:cNvPr id="215095" name="Object 55"/>
          <p:cNvGraphicFramePr>
            <a:graphicFrameLocks noChangeAspect="1"/>
          </p:cNvGraphicFramePr>
          <p:nvPr/>
        </p:nvGraphicFramePr>
        <p:xfrm>
          <a:off x="3987800" y="5870575"/>
          <a:ext cx="3375025" cy="706438"/>
        </p:xfrm>
        <a:graphic>
          <a:graphicData uri="http://schemas.openxmlformats.org/presentationml/2006/ole">
            <mc:AlternateContent xmlns:mc="http://schemas.openxmlformats.org/markup-compatibility/2006">
              <mc:Choice xmlns:v="urn:schemas-microsoft-com:vml" Requires="v">
                <p:oleObj spid="_x0000_s47108" name="公式" r:id="rId6" imgW="45110400" imgH="9448800" progId="Equation.3">
                  <p:embed/>
                </p:oleObj>
              </mc:Choice>
              <mc:Fallback>
                <p:oleObj name="公式" r:id="rId6" imgW="45110400" imgH="9448800" progId="Equation.3">
                  <p:embed/>
                  <p:pic>
                    <p:nvPicPr>
                      <p:cNvPr id="0" name="Object 55"/>
                      <p:cNvPicPr>
                        <a:picLocks noChangeAspect="1"/>
                      </p:cNvPicPr>
                      <p:nvPr/>
                    </p:nvPicPr>
                    <p:blipFill>
                      <a:blip r:embed="rId7"/>
                      <a:stretch>
                        <a:fillRect/>
                      </a:stretch>
                    </p:blipFill>
                    <p:spPr>
                      <a:xfrm>
                        <a:off x="3987800" y="5870575"/>
                        <a:ext cx="3375025" cy="70643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50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5042"/>
                                        </p:tgtEl>
                                        <p:attrNameLst>
                                          <p:attrName>style.visibility</p:attrName>
                                        </p:attrNameLst>
                                      </p:cBhvr>
                                      <p:to>
                                        <p:strVal val="visible"/>
                                      </p:to>
                                    </p:set>
                                    <p:animEffect transition="in" filter="wipe(left)">
                                      <p:cBhvr>
                                        <p:cTn id="11" dur="500"/>
                                        <p:tgtEl>
                                          <p:spTgt spid="21504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150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15079"/>
                                        </p:tgtEl>
                                        <p:attrNameLst>
                                          <p:attrName>style.visibility</p:attrName>
                                        </p:attrNameLst>
                                      </p:cBhvr>
                                      <p:to>
                                        <p:strVal val="visible"/>
                                      </p:to>
                                    </p:set>
                                    <p:animEffect transition="in" filter="wipe(left)">
                                      <p:cBhvr>
                                        <p:cTn id="25" dur="500"/>
                                        <p:tgtEl>
                                          <p:spTgt spid="215079"/>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215081"/>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15082"/>
                                        </p:tgtEl>
                                        <p:attrNameLst>
                                          <p:attrName>style.visibility</p:attrName>
                                        </p:attrNameLst>
                                      </p:cBhvr>
                                      <p:to>
                                        <p:strVal val="visible"/>
                                      </p:to>
                                    </p:set>
                                    <p:animEffect transition="in" filter="wipe(left)">
                                      <p:cBhvr>
                                        <p:cTn id="34" dur="500"/>
                                        <p:tgtEl>
                                          <p:spTgt spid="215082"/>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215084"/>
                                        </p:tgtEl>
                                        <p:attrNameLst>
                                          <p:attrName>style.visibility</p:attrName>
                                        </p:attrNameLst>
                                      </p:cBhvr>
                                      <p:to>
                                        <p:strVal val="visible"/>
                                      </p:to>
                                    </p:set>
                                    <p:animEffect transition="in" filter="wipe(left)">
                                      <p:cBhvr>
                                        <p:cTn id="39" dur="500"/>
                                        <p:tgtEl>
                                          <p:spTgt spid="215084"/>
                                        </p:tgtEl>
                                      </p:cBhvr>
                                    </p:animEffect>
                                  </p:childTnLst>
                                </p:cTn>
                              </p:par>
                            </p:childTnLst>
                          </p:cTn>
                        </p:par>
                        <p:par>
                          <p:cTn id="40" fill="hold">
                            <p:stCondLst>
                              <p:cond delay="500"/>
                            </p:stCondLst>
                            <p:childTnLst>
                              <p:par>
                                <p:cTn id="41" presetID="22" presetClass="entr" presetSubtype="8" fill="hold" grpId="0" nodeType="afterEffect">
                                  <p:stCondLst>
                                    <p:cond delay="0"/>
                                  </p:stCondLst>
                                  <p:childTnLst>
                                    <p:set>
                                      <p:cBhvr>
                                        <p:cTn id="42" dur="1" fill="hold">
                                          <p:stCondLst>
                                            <p:cond delay="0"/>
                                          </p:stCondLst>
                                        </p:cTn>
                                        <p:tgtEl>
                                          <p:spTgt spid="215083"/>
                                        </p:tgtEl>
                                        <p:attrNameLst>
                                          <p:attrName>style.visibility</p:attrName>
                                        </p:attrNameLst>
                                      </p:cBhvr>
                                      <p:to>
                                        <p:strVal val="visible"/>
                                      </p:to>
                                    </p:set>
                                    <p:animEffect transition="in" filter="wipe(left)">
                                      <p:cBhvr>
                                        <p:cTn id="43" dur="500"/>
                                        <p:tgtEl>
                                          <p:spTgt spid="215083"/>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5085"/>
                                        </p:tgtEl>
                                        <p:attrNameLst>
                                          <p:attrName>style.visibility</p:attrName>
                                        </p:attrNameLst>
                                      </p:cBhvr>
                                      <p:to>
                                        <p:strVal val="visible"/>
                                      </p:to>
                                    </p:set>
                                    <p:animEffect transition="in" filter="wipe(up)">
                                      <p:cBhvr>
                                        <p:cTn id="48" dur="500"/>
                                        <p:tgtEl>
                                          <p:spTgt spid="21508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15086"/>
                                        </p:tgtEl>
                                        <p:attrNameLst>
                                          <p:attrName>style.visibility</p:attrName>
                                        </p:attrNameLst>
                                      </p:cBhvr>
                                      <p:to>
                                        <p:strVal val="visible"/>
                                      </p:to>
                                    </p:set>
                                    <p:animEffect transition="in" filter="wipe(up)">
                                      <p:cBhvr>
                                        <p:cTn id="53" dur="500"/>
                                        <p:tgtEl>
                                          <p:spTgt spid="21508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15087"/>
                                        </p:tgtEl>
                                        <p:attrNameLst>
                                          <p:attrName>style.visibility</p:attrName>
                                        </p:attrNameLst>
                                      </p:cBhvr>
                                      <p:to>
                                        <p:strVal val="visible"/>
                                      </p:to>
                                    </p:set>
                                    <p:animEffect transition="in" filter="wipe(up)">
                                      <p:cBhvr>
                                        <p:cTn id="58" dur="500"/>
                                        <p:tgtEl>
                                          <p:spTgt spid="21508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215088"/>
                                        </p:tgtEl>
                                        <p:attrNameLst>
                                          <p:attrName>style.visibility</p:attrName>
                                        </p:attrNameLst>
                                      </p:cBhvr>
                                      <p:to>
                                        <p:strVal val="visible"/>
                                      </p:to>
                                    </p:set>
                                    <p:animEffect transition="in" filter="wipe(up)">
                                      <p:cBhvr>
                                        <p:cTn id="63" dur="500"/>
                                        <p:tgtEl>
                                          <p:spTgt spid="215088"/>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15089"/>
                                        </p:tgtEl>
                                        <p:attrNameLst>
                                          <p:attrName>style.visibility</p:attrName>
                                        </p:attrNameLst>
                                      </p:cBhvr>
                                      <p:to>
                                        <p:strVal val="visible"/>
                                      </p:to>
                                    </p:set>
                                    <p:animEffect transition="in" filter="wipe(left)">
                                      <p:cBhvr>
                                        <p:cTn id="68" dur="500"/>
                                        <p:tgtEl>
                                          <p:spTgt spid="21508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15090"/>
                                        </p:tgtEl>
                                        <p:attrNameLst>
                                          <p:attrName>style.visibility</p:attrName>
                                        </p:attrNameLst>
                                      </p:cBhvr>
                                      <p:to>
                                        <p:strVal val="visible"/>
                                      </p:to>
                                    </p:set>
                                    <p:animEffect transition="in" filter="wipe(left)">
                                      <p:cBhvr>
                                        <p:cTn id="73" dur="500"/>
                                        <p:tgtEl>
                                          <p:spTgt spid="215090"/>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15091"/>
                                        </p:tgtEl>
                                        <p:attrNameLst>
                                          <p:attrName>style.visibility</p:attrName>
                                        </p:attrNameLst>
                                      </p:cBhvr>
                                      <p:to>
                                        <p:strVal val="visible"/>
                                      </p:to>
                                    </p:set>
                                    <p:animEffect transition="in" filter="wipe(left)">
                                      <p:cBhvr>
                                        <p:cTn id="78" dur="500"/>
                                        <p:tgtEl>
                                          <p:spTgt spid="215091"/>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215092"/>
                                        </p:tgtEl>
                                        <p:attrNameLst>
                                          <p:attrName>style.visibility</p:attrName>
                                        </p:attrNameLst>
                                      </p:cBhvr>
                                      <p:to>
                                        <p:strVal val="visible"/>
                                      </p:to>
                                    </p:set>
                                    <p:animEffect transition="in" filter="wipe(left)">
                                      <p:cBhvr>
                                        <p:cTn id="83" dur="500"/>
                                        <p:tgtEl>
                                          <p:spTgt spid="215092"/>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15093"/>
                                        </p:tgtEl>
                                        <p:attrNameLst>
                                          <p:attrName>style.visibility</p:attrName>
                                        </p:attrNameLst>
                                      </p:cBhvr>
                                      <p:to>
                                        <p:strVal val="visible"/>
                                      </p:to>
                                    </p:set>
                                    <p:animEffect transition="in" filter="wipe(left)">
                                      <p:cBhvr>
                                        <p:cTn id="88" dur="500"/>
                                        <p:tgtEl>
                                          <p:spTgt spid="215093"/>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215094"/>
                                        </p:tgtEl>
                                        <p:attrNameLst>
                                          <p:attrName>style.visibility</p:attrName>
                                        </p:attrNameLst>
                                      </p:cBhvr>
                                      <p:to>
                                        <p:strVal val="visible"/>
                                      </p:to>
                                    </p:set>
                                    <p:animEffect transition="in" filter="wipe(left)">
                                      <p:cBhvr>
                                        <p:cTn id="93" dur="500"/>
                                        <p:tgtEl>
                                          <p:spTgt spid="215094"/>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15095"/>
                                        </p:tgtEl>
                                        <p:attrNameLst>
                                          <p:attrName>style.visibility</p:attrName>
                                        </p:attrNameLst>
                                      </p:cBhvr>
                                      <p:to>
                                        <p:strVal val="visible"/>
                                      </p:to>
                                    </p:set>
                                    <p:animEffect transition="in" filter="wipe(left)">
                                      <p:cBhvr>
                                        <p:cTn id="98" dur="500"/>
                                        <p:tgtEl>
                                          <p:spTgt spid="215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42" grpId="0" autoUpdateAnimBg="0"/>
      <p:bldP spid="215043" grpId="0" autoUpdateAnimBg="0"/>
      <p:bldP spid="215079" grpId="0" autoUpdateAnimBg="0"/>
      <p:bldP spid="215080" grpId="0" autoUpdateAnimBg="0"/>
      <p:bldP spid="215081" grpId="0" autoUpdateAnimBg="0"/>
      <p:bldP spid="215082" grpId="0" autoUpdateAnimBg="0"/>
      <p:bldP spid="215083" grpId="0"/>
      <p:bldP spid="215084" grpId="0" animBg="1"/>
      <p:bldP spid="215085" grpId="0" animBg="1"/>
      <p:bldP spid="215086" grpId="0"/>
      <p:bldP spid="215087" grpId="0" animBg="1"/>
      <p:bldP spid="215088" grpId="0"/>
      <p:bldP spid="215089" grpId="0" animBg="1"/>
      <p:bldP spid="215090" grpId="0"/>
      <p:bldP spid="215092" grpId="0" autoUpdateAnimBg="0"/>
      <p:bldP spid="215094"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130" name="Object 2"/>
          <p:cNvGraphicFramePr>
            <a:graphicFrameLocks noChangeAspect="1"/>
          </p:cNvGraphicFramePr>
          <p:nvPr/>
        </p:nvGraphicFramePr>
        <p:xfrm>
          <a:off x="5111750" y="773113"/>
          <a:ext cx="3375025" cy="730250"/>
        </p:xfrm>
        <a:graphic>
          <a:graphicData uri="http://schemas.openxmlformats.org/presentationml/2006/ole">
            <mc:AlternateContent xmlns:mc="http://schemas.openxmlformats.org/markup-compatibility/2006">
              <mc:Choice xmlns:v="urn:schemas-microsoft-com:vml" Requires="v">
                <p:oleObj spid="_x0000_s48129" name="公式" r:id="rId1" imgW="45110400" imgH="9753600" progId="Equation.3">
                  <p:embed/>
                </p:oleObj>
              </mc:Choice>
              <mc:Fallback>
                <p:oleObj name="公式" r:id="rId1" imgW="45110400" imgH="9753600" progId="Equation.3">
                  <p:embed/>
                  <p:pic>
                    <p:nvPicPr>
                      <p:cNvPr id="0" name="Object 2"/>
                      <p:cNvPicPr>
                        <a:picLocks noChangeAspect="1"/>
                      </p:cNvPicPr>
                      <p:nvPr/>
                    </p:nvPicPr>
                    <p:blipFill>
                      <a:blip r:embed="rId2"/>
                      <a:stretch>
                        <a:fillRect/>
                      </a:stretch>
                    </p:blipFill>
                    <p:spPr>
                      <a:xfrm>
                        <a:off x="5111750" y="773113"/>
                        <a:ext cx="3375025" cy="730250"/>
                      </a:xfrm>
                      <a:prstGeom prst="rect">
                        <a:avLst/>
                      </a:prstGeom>
                      <a:solidFill>
                        <a:srgbClr val="CCFFFF"/>
                      </a:solidFill>
                      <a:ln w="9525" cap="flat" cmpd="sng">
                        <a:solidFill>
                          <a:srgbClr val="00FFFF"/>
                        </a:solidFill>
                        <a:prstDash val="solid"/>
                        <a:miter/>
                        <a:headEnd type="none" w="med" len="med"/>
                        <a:tailEnd type="none" w="med" len="med"/>
                      </a:ln>
                    </p:spPr>
                  </p:pic>
                </p:oleObj>
              </mc:Fallback>
            </mc:AlternateContent>
          </a:graphicData>
        </a:graphic>
      </p:graphicFrame>
      <p:grpSp>
        <p:nvGrpSpPr>
          <p:cNvPr id="48135" name="Group 3"/>
          <p:cNvGrpSpPr/>
          <p:nvPr/>
        </p:nvGrpSpPr>
        <p:grpSpPr bwMode="auto">
          <a:xfrm>
            <a:off x="5337175" y="2033588"/>
            <a:ext cx="3536950" cy="2743200"/>
            <a:chOff x="3373" y="1706"/>
            <a:chExt cx="2228" cy="1728"/>
          </a:xfrm>
        </p:grpSpPr>
        <p:grpSp>
          <p:nvGrpSpPr>
            <p:cNvPr id="48139" name="Group 4"/>
            <p:cNvGrpSpPr/>
            <p:nvPr/>
          </p:nvGrpSpPr>
          <p:grpSpPr bwMode="auto">
            <a:xfrm>
              <a:off x="3373" y="1706"/>
              <a:ext cx="2228" cy="1728"/>
              <a:chOff x="3106" y="1679"/>
              <a:chExt cx="2228" cy="1728"/>
            </a:xfrm>
          </p:grpSpPr>
          <p:sp>
            <p:nvSpPr>
              <p:cNvPr id="48148" name="Arc 5"/>
              <p:cNvSpPr/>
              <p:nvPr/>
            </p:nvSpPr>
            <p:spPr bwMode="auto">
              <a:xfrm rot="10381986">
                <a:off x="3389" y="1679"/>
                <a:ext cx="993" cy="1670"/>
              </a:xfrm>
              <a:custGeom>
                <a:avLst/>
                <a:gdLst>
                  <a:gd name="T0" fmla="*/ 0 w 21598"/>
                  <a:gd name="T1" fmla="*/ 0 h 21559"/>
                  <a:gd name="T2" fmla="*/ 0 w 21598"/>
                  <a:gd name="T3" fmla="*/ 1 h 21559"/>
                  <a:gd name="T4" fmla="*/ 0 w 21598"/>
                  <a:gd name="T5" fmla="*/ 1 h 21559"/>
                  <a:gd name="T6" fmla="*/ 0 60000 65536"/>
                  <a:gd name="T7" fmla="*/ 0 60000 65536"/>
                  <a:gd name="T8" fmla="*/ 0 60000 65536"/>
                  <a:gd name="T9" fmla="*/ 0 w 21598"/>
                  <a:gd name="T10" fmla="*/ 0 h 21559"/>
                  <a:gd name="T11" fmla="*/ 21598 w 21598"/>
                  <a:gd name="T12" fmla="*/ 21559 h 21559"/>
                </a:gdLst>
                <a:ahLst/>
                <a:cxnLst>
                  <a:cxn ang="T6">
                    <a:pos x="T0" y="T1"/>
                  </a:cxn>
                  <a:cxn ang="T7">
                    <a:pos x="T2" y="T3"/>
                  </a:cxn>
                  <a:cxn ang="T8">
                    <a:pos x="T4" y="T5"/>
                  </a:cxn>
                </a:cxnLst>
                <a:rect l="T9" t="T10" r="T11" b="T12"/>
                <a:pathLst>
                  <a:path w="21598" h="21559" fill="none" extrusionOk="0">
                    <a:moveTo>
                      <a:pt x="1325" y="-1"/>
                    </a:moveTo>
                    <a:cubicBezTo>
                      <a:pt x="12609" y="693"/>
                      <a:pt x="21450" y="9971"/>
                      <a:pt x="21598" y="21275"/>
                    </a:cubicBezTo>
                  </a:path>
                  <a:path w="21598" h="21559" stroke="0" extrusionOk="0">
                    <a:moveTo>
                      <a:pt x="1325" y="-1"/>
                    </a:moveTo>
                    <a:cubicBezTo>
                      <a:pt x="12609" y="693"/>
                      <a:pt x="21450" y="9971"/>
                      <a:pt x="21598" y="21275"/>
                    </a:cubicBezTo>
                    <a:lnTo>
                      <a:pt x="0" y="21559"/>
                    </a:lnTo>
                    <a:close/>
                  </a:path>
                </a:pathLst>
              </a:custGeom>
              <a:noFill/>
              <a:ln w="50800">
                <a:pattFill prst="pct90">
                  <a:fgClr>
                    <a:srgbClr val="663300"/>
                  </a:fgClr>
                  <a:bgClr>
                    <a:srgbClr val="FFFFFF"/>
                  </a:bgClr>
                </a:pattFill>
                <a:round/>
              </a:ln>
            </p:spPr>
            <p:txBody>
              <a:bodyPr wrap="none" anchor="ctr"/>
              <a:lstStyle/>
              <a:p>
                <a:endParaRPr lang="zh-CN" altLang="en-US"/>
              </a:p>
            </p:txBody>
          </p:sp>
          <p:sp>
            <p:nvSpPr>
              <p:cNvPr id="48149" name="Oval 6"/>
              <p:cNvSpPr>
                <a:spLocks noChangeArrowheads="1"/>
              </p:cNvSpPr>
              <p:nvPr/>
            </p:nvSpPr>
            <p:spPr bwMode="auto">
              <a:xfrm>
                <a:off x="4213" y="2784"/>
                <a:ext cx="510" cy="510"/>
              </a:xfrm>
              <a:prstGeom prst="ellipse">
                <a:avLst/>
              </a:prstGeom>
              <a:noFill/>
              <a:ln w="50800">
                <a:pattFill prst="pct90">
                  <a:fgClr>
                    <a:srgbClr val="663300"/>
                  </a:fgClr>
                  <a:bgClr>
                    <a:srgbClr val="FFFFFF"/>
                  </a:bgClr>
                </a:pattFill>
                <a:round/>
              </a:ln>
            </p:spPr>
            <p:txBody>
              <a:bodyPr wrap="none" anchor="ctr"/>
              <a:lstStyle/>
              <a:p>
                <a:endParaRPr lang="zh-CN" altLang="en-US"/>
              </a:p>
            </p:txBody>
          </p:sp>
          <p:sp>
            <p:nvSpPr>
              <p:cNvPr id="48150" name="Line 7"/>
              <p:cNvSpPr>
                <a:spLocks noChangeShapeType="1"/>
              </p:cNvSpPr>
              <p:nvPr/>
            </p:nvSpPr>
            <p:spPr bwMode="auto">
              <a:xfrm>
                <a:off x="4397" y="3294"/>
                <a:ext cx="626" cy="0"/>
              </a:xfrm>
              <a:prstGeom prst="line">
                <a:avLst/>
              </a:prstGeom>
              <a:noFill/>
              <a:ln w="50800">
                <a:pattFill prst="pct90">
                  <a:fgClr>
                    <a:srgbClr val="663300"/>
                  </a:fgClr>
                  <a:bgClr>
                    <a:srgbClr val="FFFFFF"/>
                  </a:bgClr>
                </a:pattFill>
                <a:round/>
              </a:ln>
            </p:spPr>
            <p:txBody>
              <a:bodyPr/>
              <a:lstStyle/>
              <a:p>
                <a:endParaRPr lang="zh-CN" altLang="en-US"/>
              </a:p>
            </p:txBody>
          </p:sp>
          <p:sp>
            <p:nvSpPr>
              <p:cNvPr id="48151" name="Line 8"/>
              <p:cNvSpPr>
                <a:spLocks noChangeShapeType="1"/>
              </p:cNvSpPr>
              <p:nvPr/>
            </p:nvSpPr>
            <p:spPr bwMode="auto">
              <a:xfrm>
                <a:off x="3192" y="3322"/>
                <a:ext cx="2142" cy="0"/>
              </a:xfrm>
              <a:prstGeom prst="line">
                <a:avLst/>
              </a:prstGeom>
              <a:noFill/>
              <a:ln w="22225">
                <a:solidFill>
                  <a:schemeClr val="tx1"/>
                </a:solidFill>
                <a:round/>
              </a:ln>
            </p:spPr>
            <p:txBody>
              <a:bodyPr/>
              <a:lstStyle/>
              <a:p>
                <a:endParaRPr lang="zh-CN" altLang="en-US"/>
              </a:p>
            </p:txBody>
          </p:sp>
          <p:sp>
            <p:nvSpPr>
              <p:cNvPr id="48152" name="Rectangle 9" descr="花岗岩"/>
              <p:cNvSpPr>
                <a:spLocks noChangeArrowheads="1"/>
              </p:cNvSpPr>
              <p:nvPr/>
            </p:nvSpPr>
            <p:spPr bwMode="auto">
              <a:xfrm rot="-776791">
                <a:off x="3334" y="1820"/>
                <a:ext cx="56" cy="85"/>
              </a:xfrm>
              <a:prstGeom prst="rect">
                <a:avLst/>
              </a:prstGeom>
              <a:blipFill dpi="0" rotWithShape="1">
                <a:blip r:embed="rId3"/>
                <a:srcRect/>
                <a:tile tx="0" ty="0" sx="100000" sy="100000" flip="none" algn="tl"/>
              </a:blipFill>
              <a:ln w="9525">
                <a:solidFill>
                  <a:schemeClr val="tx1"/>
                </a:solidFill>
                <a:miter lim="800000"/>
              </a:ln>
            </p:spPr>
            <p:txBody>
              <a:bodyPr wrap="none" anchor="ctr"/>
              <a:lstStyle/>
              <a:p>
                <a:endParaRPr lang="zh-CN" altLang="en-US"/>
              </a:p>
            </p:txBody>
          </p:sp>
          <p:sp>
            <p:nvSpPr>
              <p:cNvPr id="48153" name="Text Box 10"/>
              <p:cNvSpPr txBox="1">
                <a:spLocks noChangeArrowheads="1"/>
              </p:cNvSpPr>
              <p:nvPr/>
            </p:nvSpPr>
            <p:spPr bwMode="auto">
              <a:xfrm>
                <a:off x="3334" y="1740"/>
                <a:ext cx="340" cy="250"/>
              </a:xfrm>
              <a:prstGeom prst="rect">
                <a:avLst/>
              </a:prstGeom>
              <a:noFill/>
              <a:ln w="9525">
                <a:noFill/>
                <a:miter lim="800000"/>
              </a:ln>
            </p:spPr>
            <p:txBody>
              <a:bodyPr>
                <a:spAutoFit/>
              </a:bodyPr>
              <a:lstStyle/>
              <a:p>
                <a:pPr>
                  <a:spcBef>
                    <a:spcPct val="50000"/>
                  </a:spcBef>
                </a:pPr>
                <a:r>
                  <a:rPr lang="en-US" altLang="zh-CN" sz="2000" b="1">
                    <a:solidFill>
                      <a:srgbClr val="0000FF"/>
                    </a:solidFill>
                    <a:latin typeface="Times New Roman" panose="02020603050405020304" pitchFamily="18" charset="0"/>
                  </a:rPr>
                  <a:t>P</a:t>
                </a:r>
                <a:endParaRPr lang="en-US" altLang="zh-CN" sz="2000" b="1">
                  <a:solidFill>
                    <a:srgbClr val="0000FF"/>
                  </a:solidFill>
                  <a:latin typeface="Times New Roman" panose="02020603050405020304" pitchFamily="18" charset="0"/>
                </a:endParaRPr>
              </a:p>
            </p:txBody>
          </p:sp>
          <p:sp>
            <p:nvSpPr>
              <p:cNvPr id="48154" name="Line 11"/>
              <p:cNvSpPr>
                <a:spLocks noChangeShapeType="1"/>
              </p:cNvSpPr>
              <p:nvPr/>
            </p:nvSpPr>
            <p:spPr bwMode="auto">
              <a:xfrm flipH="1">
                <a:off x="3220" y="3322"/>
                <a:ext cx="85" cy="85"/>
              </a:xfrm>
              <a:prstGeom prst="line">
                <a:avLst/>
              </a:prstGeom>
              <a:noFill/>
              <a:ln w="19050">
                <a:solidFill>
                  <a:schemeClr val="tx1"/>
                </a:solidFill>
                <a:round/>
              </a:ln>
            </p:spPr>
            <p:txBody>
              <a:bodyPr/>
              <a:lstStyle/>
              <a:p>
                <a:endParaRPr lang="zh-CN" altLang="en-US"/>
              </a:p>
            </p:txBody>
          </p:sp>
          <p:sp>
            <p:nvSpPr>
              <p:cNvPr id="48155" name="Line 12"/>
              <p:cNvSpPr>
                <a:spLocks noChangeShapeType="1"/>
              </p:cNvSpPr>
              <p:nvPr/>
            </p:nvSpPr>
            <p:spPr bwMode="auto">
              <a:xfrm flipH="1">
                <a:off x="3333" y="3322"/>
                <a:ext cx="85" cy="85"/>
              </a:xfrm>
              <a:prstGeom prst="line">
                <a:avLst/>
              </a:prstGeom>
              <a:noFill/>
              <a:ln w="19050">
                <a:solidFill>
                  <a:schemeClr val="tx1"/>
                </a:solidFill>
                <a:round/>
              </a:ln>
            </p:spPr>
            <p:txBody>
              <a:bodyPr/>
              <a:lstStyle/>
              <a:p>
                <a:endParaRPr lang="zh-CN" altLang="en-US"/>
              </a:p>
            </p:txBody>
          </p:sp>
          <p:sp>
            <p:nvSpPr>
              <p:cNvPr id="48156" name="Line 13"/>
              <p:cNvSpPr>
                <a:spLocks noChangeShapeType="1"/>
              </p:cNvSpPr>
              <p:nvPr/>
            </p:nvSpPr>
            <p:spPr bwMode="auto">
              <a:xfrm flipH="1">
                <a:off x="3447" y="3322"/>
                <a:ext cx="85" cy="85"/>
              </a:xfrm>
              <a:prstGeom prst="line">
                <a:avLst/>
              </a:prstGeom>
              <a:noFill/>
              <a:ln w="19050">
                <a:solidFill>
                  <a:schemeClr val="tx1"/>
                </a:solidFill>
                <a:round/>
              </a:ln>
            </p:spPr>
            <p:txBody>
              <a:bodyPr/>
              <a:lstStyle/>
              <a:p>
                <a:endParaRPr lang="zh-CN" altLang="en-US"/>
              </a:p>
            </p:txBody>
          </p:sp>
          <p:sp>
            <p:nvSpPr>
              <p:cNvPr id="48157" name="Line 14"/>
              <p:cNvSpPr>
                <a:spLocks noChangeShapeType="1"/>
              </p:cNvSpPr>
              <p:nvPr/>
            </p:nvSpPr>
            <p:spPr bwMode="auto">
              <a:xfrm flipH="1">
                <a:off x="3560" y="3322"/>
                <a:ext cx="85" cy="85"/>
              </a:xfrm>
              <a:prstGeom prst="line">
                <a:avLst/>
              </a:prstGeom>
              <a:noFill/>
              <a:ln w="19050">
                <a:solidFill>
                  <a:schemeClr val="tx1"/>
                </a:solidFill>
                <a:round/>
              </a:ln>
            </p:spPr>
            <p:txBody>
              <a:bodyPr/>
              <a:lstStyle/>
              <a:p>
                <a:endParaRPr lang="zh-CN" altLang="en-US"/>
              </a:p>
            </p:txBody>
          </p:sp>
          <p:sp>
            <p:nvSpPr>
              <p:cNvPr id="48158" name="Line 15"/>
              <p:cNvSpPr>
                <a:spLocks noChangeShapeType="1"/>
              </p:cNvSpPr>
              <p:nvPr/>
            </p:nvSpPr>
            <p:spPr bwMode="auto">
              <a:xfrm flipH="1">
                <a:off x="3674" y="3322"/>
                <a:ext cx="85" cy="85"/>
              </a:xfrm>
              <a:prstGeom prst="line">
                <a:avLst/>
              </a:prstGeom>
              <a:noFill/>
              <a:ln w="19050">
                <a:solidFill>
                  <a:schemeClr val="tx1"/>
                </a:solidFill>
                <a:round/>
              </a:ln>
            </p:spPr>
            <p:txBody>
              <a:bodyPr/>
              <a:lstStyle/>
              <a:p>
                <a:endParaRPr lang="zh-CN" altLang="en-US"/>
              </a:p>
            </p:txBody>
          </p:sp>
          <p:sp>
            <p:nvSpPr>
              <p:cNvPr id="48159" name="Line 16"/>
              <p:cNvSpPr>
                <a:spLocks noChangeShapeType="1"/>
              </p:cNvSpPr>
              <p:nvPr/>
            </p:nvSpPr>
            <p:spPr bwMode="auto">
              <a:xfrm flipH="1">
                <a:off x="3787" y="3322"/>
                <a:ext cx="85" cy="85"/>
              </a:xfrm>
              <a:prstGeom prst="line">
                <a:avLst/>
              </a:prstGeom>
              <a:noFill/>
              <a:ln w="19050">
                <a:solidFill>
                  <a:schemeClr val="tx1"/>
                </a:solidFill>
                <a:round/>
              </a:ln>
            </p:spPr>
            <p:txBody>
              <a:bodyPr/>
              <a:lstStyle/>
              <a:p>
                <a:endParaRPr lang="zh-CN" altLang="en-US"/>
              </a:p>
            </p:txBody>
          </p:sp>
          <p:sp>
            <p:nvSpPr>
              <p:cNvPr id="48160" name="Line 17"/>
              <p:cNvSpPr>
                <a:spLocks noChangeShapeType="1"/>
              </p:cNvSpPr>
              <p:nvPr/>
            </p:nvSpPr>
            <p:spPr bwMode="auto">
              <a:xfrm flipH="1">
                <a:off x="3901" y="3322"/>
                <a:ext cx="85" cy="85"/>
              </a:xfrm>
              <a:prstGeom prst="line">
                <a:avLst/>
              </a:prstGeom>
              <a:noFill/>
              <a:ln w="19050">
                <a:solidFill>
                  <a:schemeClr val="tx1"/>
                </a:solidFill>
                <a:round/>
              </a:ln>
            </p:spPr>
            <p:txBody>
              <a:bodyPr/>
              <a:lstStyle/>
              <a:p>
                <a:endParaRPr lang="zh-CN" altLang="en-US"/>
              </a:p>
            </p:txBody>
          </p:sp>
          <p:sp>
            <p:nvSpPr>
              <p:cNvPr id="48161" name="Line 18"/>
              <p:cNvSpPr>
                <a:spLocks noChangeShapeType="1"/>
              </p:cNvSpPr>
              <p:nvPr/>
            </p:nvSpPr>
            <p:spPr bwMode="auto">
              <a:xfrm flipH="1">
                <a:off x="4014" y="3322"/>
                <a:ext cx="85" cy="85"/>
              </a:xfrm>
              <a:prstGeom prst="line">
                <a:avLst/>
              </a:prstGeom>
              <a:noFill/>
              <a:ln w="19050">
                <a:solidFill>
                  <a:schemeClr val="tx1"/>
                </a:solidFill>
                <a:round/>
              </a:ln>
            </p:spPr>
            <p:txBody>
              <a:bodyPr/>
              <a:lstStyle/>
              <a:p>
                <a:endParaRPr lang="zh-CN" altLang="en-US"/>
              </a:p>
            </p:txBody>
          </p:sp>
          <p:sp>
            <p:nvSpPr>
              <p:cNvPr id="48162" name="Line 19"/>
              <p:cNvSpPr>
                <a:spLocks noChangeShapeType="1"/>
              </p:cNvSpPr>
              <p:nvPr/>
            </p:nvSpPr>
            <p:spPr bwMode="auto">
              <a:xfrm flipH="1">
                <a:off x="4127" y="3322"/>
                <a:ext cx="85" cy="85"/>
              </a:xfrm>
              <a:prstGeom prst="line">
                <a:avLst/>
              </a:prstGeom>
              <a:noFill/>
              <a:ln w="19050">
                <a:solidFill>
                  <a:schemeClr val="tx1"/>
                </a:solidFill>
                <a:round/>
              </a:ln>
            </p:spPr>
            <p:txBody>
              <a:bodyPr/>
              <a:lstStyle/>
              <a:p>
                <a:endParaRPr lang="zh-CN" altLang="en-US"/>
              </a:p>
            </p:txBody>
          </p:sp>
          <p:sp>
            <p:nvSpPr>
              <p:cNvPr id="48163" name="Line 20"/>
              <p:cNvSpPr>
                <a:spLocks noChangeShapeType="1"/>
              </p:cNvSpPr>
              <p:nvPr/>
            </p:nvSpPr>
            <p:spPr bwMode="auto">
              <a:xfrm flipH="1">
                <a:off x="4241" y="3322"/>
                <a:ext cx="85" cy="85"/>
              </a:xfrm>
              <a:prstGeom prst="line">
                <a:avLst/>
              </a:prstGeom>
              <a:noFill/>
              <a:ln w="19050">
                <a:solidFill>
                  <a:schemeClr val="tx1"/>
                </a:solidFill>
                <a:round/>
              </a:ln>
            </p:spPr>
            <p:txBody>
              <a:bodyPr/>
              <a:lstStyle/>
              <a:p>
                <a:endParaRPr lang="zh-CN" altLang="en-US"/>
              </a:p>
            </p:txBody>
          </p:sp>
          <p:sp>
            <p:nvSpPr>
              <p:cNvPr id="48164" name="Line 21"/>
              <p:cNvSpPr>
                <a:spLocks noChangeShapeType="1"/>
              </p:cNvSpPr>
              <p:nvPr/>
            </p:nvSpPr>
            <p:spPr bwMode="auto">
              <a:xfrm flipH="1">
                <a:off x="4354" y="3322"/>
                <a:ext cx="85" cy="85"/>
              </a:xfrm>
              <a:prstGeom prst="line">
                <a:avLst/>
              </a:prstGeom>
              <a:noFill/>
              <a:ln w="19050">
                <a:solidFill>
                  <a:schemeClr val="tx1"/>
                </a:solidFill>
                <a:round/>
              </a:ln>
            </p:spPr>
            <p:txBody>
              <a:bodyPr/>
              <a:lstStyle/>
              <a:p>
                <a:endParaRPr lang="zh-CN" altLang="en-US"/>
              </a:p>
            </p:txBody>
          </p:sp>
          <p:sp>
            <p:nvSpPr>
              <p:cNvPr id="48165" name="Line 22"/>
              <p:cNvSpPr>
                <a:spLocks noChangeShapeType="1"/>
              </p:cNvSpPr>
              <p:nvPr/>
            </p:nvSpPr>
            <p:spPr bwMode="auto">
              <a:xfrm flipH="1">
                <a:off x="4468" y="3322"/>
                <a:ext cx="85" cy="85"/>
              </a:xfrm>
              <a:prstGeom prst="line">
                <a:avLst/>
              </a:prstGeom>
              <a:noFill/>
              <a:ln w="19050">
                <a:solidFill>
                  <a:schemeClr val="tx1"/>
                </a:solidFill>
                <a:round/>
              </a:ln>
            </p:spPr>
            <p:txBody>
              <a:bodyPr/>
              <a:lstStyle/>
              <a:p>
                <a:endParaRPr lang="zh-CN" altLang="en-US"/>
              </a:p>
            </p:txBody>
          </p:sp>
          <p:sp>
            <p:nvSpPr>
              <p:cNvPr id="48166" name="Line 23"/>
              <p:cNvSpPr>
                <a:spLocks noChangeShapeType="1"/>
              </p:cNvSpPr>
              <p:nvPr/>
            </p:nvSpPr>
            <p:spPr bwMode="auto">
              <a:xfrm flipH="1">
                <a:off x="4581" y="3322"/>
                <a:ext cx="85" cy="85"/>
              </a:xfrm>
              <a:prstGeom prst="line">
                <a:avLst/>
              </a:prstGeom>
              <a:noFill/>
              <a:ln w="19050">
                <a:solidFill>
                  <a:schemeClr val="tx1"/>
                </a:solidFill>
                <a:round/>
              </a:ln>
            </p:spPr>
            <p:txBody>
              <a:bodyPr/>
              <a:lstStyle/>
              <a:p>
                <a:endParaRPr lang="zh-CN" altLang="en-US"/>
              </a:p>
            </p:txBody>
          </p:sp>
          <p:sp>
            <p:nvSpPr>
              <p:cNvPr id="48167" name="Line 24"/>
              <p:cNvSpPr>
                <a:spLocks noChangeShapeType="1"/>
              </p:cNvSpPr>
              <p:nvPr/>
            </p:nvSpPr>
            <p:spPr bwMode="auto">
              <a:xfrm flipH="1">
                <a:off x="4694" y="3322"/>
                <a:ext cx="85" cy="85"/>
              </a:xfrm>
              <a:prstGeom prst="line">
                <a:avLst/>
              </a:prstGeom>
              <a:noFill/>
              <a:ln w="19050">
                <a:solidFill>
                  <a:schemeClr val="tx1"/>
                </a:solidFill>
                <a:round/>
              </a:ln>
            </p:spPr>
            <p:txBody>
              <a:bodyPr/>
              <a:lstStyle/>
              <a:p>
                <a:endParaRPr lang="zh-CN" altLang="en-US"/>
              </a:p>
            </p:txBody>
          </p:sp>
          <p:sp>
            <p:nvSpPr>
              <p:cNvPr id="48168" name="Line 25"/>
              <p:cNvSpPr>
                <a:spLocks noChangeShapeType="1"/>
              </p:cNvSpPr>
              <p:nvPr/>
            </p:nvSpPr>
            <p:spPr bwMode="auto">
              <a:xfrm flipH="1">
                <a:off x="4808" y="3322"/>
                <a:ext cx="85" cy="85"/>
              </a:xfrm>
              <a:prstGeom prst="line">
                <a:avLst/>
              </a:prstGeom>
              <a:noFill/>
              <a:ln w="19050">
                <a:solidFill>
                  <a:schemeClr val="tx1"/>
                </a:solidFill>
                <a:round/>
              </a:ln>
            </p:spPr>
            <p:txBody>
              <a:bodyPr/>
              <a:lstStyle/>
              <a:p>
                <a:endParaRPr lang="zh-CN" altLang="en-US"/>
              </a:p>
            </p:txBody>
          </p:sp>
          <p:sp>
            <p:nvSpPr>
              <p:cNvPr id="48169" name="Line 26"/>
              <p:cNvSpPr>
                <a:spLocks noChangeShapeType="1"/>
              </p:cNvSpPr>
              <p:nvPr/>
            </p:nvSpPr>
            <p:spPr bwMode="auto">
              <a:xfrm flipH="1">
                <a:off x="4921" y="3322"/>
                <a:ext cx="85" cy="85"/>
              </a:xfrm>
              <a:prstGeom prst="line">
                <a:avLst/>
              </a:prstGeom>
              <a:noFill/>
              <a:ln w="19050">
                <a:solidFill>
                  <a:schemeClr val="tx1"/>
                </a:solidFill>
                <a:round/>
              </a:ln>
            </p:spPr>
            <p:txBody>
              <a:bodyPr/>
              <a:lstStyle/>
              <a:p>
                <a:endParaRPr lang="zh-CN" altLang="en-US"/>
              </a:p>
            </p:txBody>
          </p:sp>
          <p:sp>
            <p:nvSpPr>
              <p:cNvPr id="48170" name="Line 27"/>
              <p:cNvSpPr>
                <a:spLocks noChangeShapeType="1"/>
              </p:cNvSpPr>
              <p:nvPr/>
            </p:nvSpPr>
            <p:spPr bwMode="auto">
              <a:xfrm flipH="1">
                <a:off x="5035" y="3322"/>
                <a:ext cx="85" cy="85"/>
              </a:xfrm>
              <a:prstGeom prst="line">
                <a:avLst/>
              </a:prstGeom>
              <a:noFill/>
              <a:ln w="19050">
                <a:solidFill>
                  <a:schemeClr val="tx1"/>
                </a:solidFill>
                <a:round/>
              </a:ln>
            </p:spPr>
            <p:txBody>
              <a:bodyPr/>
              <a:lstStyle/>
              <a:p>
                <a:endParaRPr lang="zh-CN" altLang="en-US"/>
              </a:p>
            </p:txBody>
          </p:sp>
          <p:sp>
            <p:nvSpPr>
              <p:cNvPr id="48171" name="Line 28"/>
              <p:cNvSpPr>
                <a:spLocks noChangeShapeType="1"/>
              </p:cNvSpPr>
              <p:nvPr/>
            </p:nvSpPr>
            <p:spPr bwMode="auto">
              <a:xfrm flipH="1">
                <a:off x="5148" y="3322"/>
                <a:ext cx="85" cy="85"/>
              </a:xfrm>
              <a:prstGeom prst="line">
                <a:avLst/>
              </a:prstGeom>
              <a:noFill/>
              <a:ln w="19050">
                <a:solidFill>
                  <a:schemeClr val="tx1"/>
                </a:solidFill>
                <a:round/>
              </a:ln>
            </p:spPr>
            <p:txBody>
              <a:bodyPr/>
              <a:lstStyle/>
              <a:p>
                <a:endParaRPr lang="zh-CN" altLang="en-US"/>
              </a:p>
            </p:txBody>
          </p:sp>
          <p:sp>
            <p:nvSpPr>
              <p:cNvPr id="48172" name="Line 29"/>
              <p:cNvSpPr>
                <a:spLocks noChangeShapeType="1"/>
              </p:cNvSpPr>
              <p:nvPr/>
            </p:nvSpPr>
            <p:spPr bwMode="auto">
              <a:xfrm flipH="1">
                <a:off x="3191" y="1877"/>
                <a:ext cx="114" cy="0"/>
              </a:xfrm>
              <a:prstGeom prst="line">
                <a:avLst/>
              </a:prstGeom>
              <a:noFill/>
              <a:ln w="15875">
                <a:solidFill>
                  <a:srgbClr val="008000"/>
                </a:solidFill>
                <a:round/>
              </a:ln>
            </p:spPr>
            <p:txBody>
              <a:bodyPr/>
              <a:lstStyle/>
              <a:p>
                <a:endParaRPr lang="zh-CN" altLang="en-US"/>
              </a:p>
            </p:txBody>
          </p:sp>
          <p:sp>
            <p:nvSpPr>
              <p:cNvPr id="48173" name="Line 30"/>
              <p:cNvSpPr>
                <a:spLocks noChangeShapeType="1"/>
              </p:cNvSpPr>
              <p:nvPr/>
            </p:nvSpPr>
            <p:spPr bwMode="auto">
              <a:xfrm>
                <a:off x="3249" y="1877"/>
                <a:ext cx="0" cy="612"/>
              </a:xfrm>
              <a:prstGeom prst="line">
                <a:avLst/>
              </a:prstGeom>
              <a:noFill/>
              <a:ln w="15875">
                <a:solidFill>
                  <a:srgbClr val="008000"/>
                </a:solidFill>
                <a:round/>
                <a:headEnd type="triangle" w="med" len="med"/>
              </a:ln>
            </p:spPr>
            <p:txBody>
              <a:bodyPr/>
              <a:lstStyle/>
              <a:p>
                <a:endParaRPr lang="zh-CN" altLang="en-US"/>
              </a:p>
            </p:txBody>
          </p:sp>
          <p:sp>
            <p:nvSpPr>
              <p:cNvPr id="48174" name="Line 31"/>
              <p:cNvSpPr>
                <a:spLocks noChangeShapeType="1"/>
              </p:cNvSpPr>
              <p:nvPr/>
            </p:nvSpPr>
            <p:spPr bwMode="auto">
              <a:xfrm>
                <a:off x="3249" y="2724"/>
                <a:ext cx="0" cy="598"/>
              </a:xfrm>
              <a:prstGeom prst="line">
                <a:avLst/>
              </a:prstGeom>
              <a:noFill/>
              <a:ln w="15875">
                <a:solidFill>
                  <a:srgbClr val="008000"/>
                </a:solidFill>
                <a:round/>
                <a:tailEnd type="triangle" w="med" len="med"/>
              </a:ln>
            </p:spPr>
            <p:txBody>
              <a:bodyPr/>
              <a:lstStyle/>
              <a:p>
                <a:endParaRPr lang="zh-CN" altLang="en-US"/>
              </a:p>
            </p:txBody>
          </p:sp>
          <p:sp>
            <p:nvSpPr>
              <p:cNvPr id="48175" name="Text Box 32"/>
              <p:cNvSpPr txBox="1">
                <a:spLocks noChangeArrowheads="1"/>
              </p:cNvSpPr>
              <p:nvPr/>
            </p:nvSpPr>
            <p:spPr bwMode="auto">
              <a:xfrm>
                <a:off x="3106" y="2472"/>
                <a:ext cx="454" cy="250"/>
              </a:xfrm>
              <a:prstGeom prst="rect">
                <a:avLst/>
              </a:prstGeom>
              <a:noFill/>
              <a:ln w="9525">
                <a:noFill/>
                <a:miter lim="800000"/>
              </a:ln>
            </p:spPr>
            <p:txBody>
              <a:bodyPr>
                <a:spAutoFit/>
              </a:bodyPr>
              <a:lstStyle/>
              <a:p>
                <a:pPr algn="l">
                  <a:spcBef>
                    <a:spcPct val="50000"/>
                  </a:spcBef>
                </a:pPr>
                <a:r>
                  <a:rPr lang="en-US" altLang="zh-CN" sz="2000" b="1" i="0">
                    <a:solidFill>
                      <a:srgbClr val="FF0000"/>
                    </a:solidFill>
                    <a:latin typeface="Times New Roman" panose="02020603050405020304" pitchFamily="18" charset="0"/>
                  </a:rPr>
                  <a:t>5</a:t>
                </a:r>
                <a:r>
                  <a:rPr lang="en-US" altLang="zh-CN" sz="2000" b="1">
                    <a:solidFill>
                      <a:srgbClr val="FF0000"/>
                    </a:solidFill>
                    <a:latin typeface="Times New Roman" panose="02020603050405020304" pitchFamily="18" charset="0"/>
                  </a:rPr>
                  <a:t>R</a:t>
                </a:r>
                <a:endParaRPr lang="en-US" altLang="zh-CN" sz="2000" b="1">
                  <a:solidFill>
                    <a:srgbClr val="FF0000"/>
                  </a:solidFill>
                  <a:latin typeface="Times New Roman" panose="02020603050405020304" pitchFamily="18" charset="0"/>
                </a:endParaRPr>
              </a:p>
            </p:txBody>
          </p:sp>
          <p:sp>
            <p:nvSpPr>
              <p:cNvPr id="48176" name="Text Box 33"/>
              <p:cNvSpPr txBox="1">
                <a:spLocks noChangeArrowheads="1"/>
              </p:cNvSpPr>
              <p:nvPr/>
            </p:nvSpPr>
            <p:spPr bwMode="auto">
              <a:xfrm>
                <a:off x="4298" y="3039"/>
                <a:ext cx="340" cy="250"/>
              </a:xfrm>
              <a:prstGeom prst="rect">
                <a:avLst/>
              </a:prstGeom>
              <a:noFill/>
              <a:ln w="9525">
                <a:noFill/>
                <a:miter lim="800000"/>
              </a:ln>
            </p:spPr>
            <p:txBody>
              <a:bodyPr>
                <a:spAutoFit/>
              </a:bodyPr>
              <a:lstStyle/>
              <a:p>
                <a:pPr>
                  <a:spcBef>
                    <a:spcPct val="50000"/>
                  </a:spcBef>
                </a:pPr>
                <a:r>
                  <a:rPr lang="en-US" altLang="zh-CN" sz="2000" b="1">
                    <a:solidFill>
                      <a:srgbClr val="663300"/>
                    </a:solidFill>
                    <a:latin typeface="Times New Roman" panose="02020603050405020304" pitchFamily="18" charset="0"/>
                  </a:rPr>
                  <a:t>O</a:t>
                </a:r>
                <a:endParaRPr lang="en-US" altLang="zh-CN" sz="2000" b="1">
                  <a:solidFill>
                    <a:srgbClr val="663300"/>
                  </a:solidFill>
                  <a:latin typeface="Times New Roman" panose="02020603050405020304" pitchFamily="18" charset="0"/>
                </a:endParaRPr>
              </a:p>
            </p:txBody>
          </p:sp>
          <p:sp>
            <p:nvSpPr>
              <p:cNvPr id="48177" name="AutoShape 34"/>
              <p:cNvSpPr>
                <a:spLocks noChangeArrowheads="1"/>
              </p:cNvSpPr>
              <p:nvPr/>
            </p:nvSpPr>
            <p:spPr bwMode="auto">
              <a:xfrm>
                <a:off x="4467" y="3039"/>
                <a:ext cx="29" cy="29"/>
              </a:xfrm>
              <a:prstGeom prst="flowChartConnector">
                <a:avLst/>
              </a:prstGeom>
              <a:solidFill>
                <a:schemeClr val="bg1"/>
              </a:solidFill>
              <a:ln w="9525">
                <a:solidFill>
                  <a:schemeClr val="tx1"/>
                </a:solidFill>
                <a:round/>
              </a:ln>
            </p:spPr>
            <p:txBody>
              <a:bodyPr wrap="none" anchor="ctr"/>
              <a:lstStyle/>
              <a:p>
                <a:endParaRPr lang="zh-CN" altLang="en-US"/>
              </a:p>
            </p:txBody>
          </p:sp>
          <p:sp>
            <p:nvSpPr>
              <p:cNvPr id="48178" name="Line 35"/>
              <p:cNvSpPr>
                <a:spLocks noChangeShapeType="1"/>
              </p:cNvSpPr>
              <p:nvPr/>
            </p:nvSpPr>
            <p:spPr bwMode="auto">
              <a:xfrm>
                <a:off x="4269" y="2869"/>
                <a:ext cx="199" cy="170"/>
              </a:xfrm>
              <a:prstGeom prst="line">
                <a:avLst/>
              </a:prstGeom>
              <a:noFill/>
              <a:ln w="19050">
                <a:solidFill>
                  <a:schemeClr val="tx1"/>
                </a:solidFill>
                <a:prstDash val="dash"/>
                <a:round/>
              </a:ln>
            </p:spPr>
            <p:txBody>
              <a:bodyPr/>
              <a:lstStyle/>
              <a:p>
                <a:endParaRPr lang="zh-CN" altLang="en-US"/>
              </a:p>
            </p:txBody>
          </p:sp>
          <p:sp>
            <p:nvSpPr>
              <p:cNvPr id="48179" name="Text Box 36"/>
              <p:cNvSpPr txBox="1">
                <a:spLocks noChangeArrowheads="1"/>
              </p:cNvSpPr>
              <p:nvPr/>
            </p:nvSpPr>
            <p:spPr bwMode="auto">
              <a:xfrm>
                <a:off x="4184" y="2931"/>
                <a:ext cx="340" cy="250"/>
              </a:xfrm>
              <a:prstGeom prst="rect">
                <a:avLst/>
              </a:prstGeom>
              <a:noFill/>
              <a:ln w="9525">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R</a:t>
                </a:r>
                <a:endParaRPr lang="en-US" altLang="zh-CN" sz="2000" b="1">
                  <a:solidFill>
                    <a:srgbClr val="FF0000"/>
                  </a:solidFill>
                  <a:latin typeface="Times New Roman" panose="02020603050405020304" pitchFamily="18" charset="0"/>
                </a:endParaRPr>
              </a:p>
            </p:txBody>
          </p:sp>
          <p:sp>
            <p:nvSpPr>
              <p:cNvPr id="48180" name="Line 37"/>
              <p:cNvSpPr>
                <a:spLocks noChangeShapeType="1"/>
              </p:cNvSpPr>
              <p:nvPr/>
            </p:nvSpPr>
            <p:spPr bwMode="auto">
              <a:xfrm>
                <a:off x="4468" y="3039"/>
                <a:ext cx="283" cy="0"/>
              </a:xfrm>
              <a:prstGeom prst="line">
                <a:avLst/>
              </a:prstGeom>
              <a:noFill/>
              <a:ln w="19050">
                <a:solidFill>
                  <a:schemeClr val="tx1"/>
                </a:solidFill>
                <a:prstDash val="dash"/>
                <a:round/>
              </a:ln>
            </p:spPr>
            <p:txBody>
              <a:bodyPr/>
              <a:lstStyle/>
              <a:p>
                <a:endParaRPr lang="zh-CN" altLang="en-US"/>
              </a:p>
            </p:txBody>
          </p:sp>
          <p:sp>
            <p:nvSpPr>
              <p:cNvPr id="48181" name="Text Box 38"/>
              <p:cNvSpPr txBox="1">
                <a:spLocks noChangeArrowheads="1"/>
              </p:cNvSpPr>
              <p:nvPr/>
            </p:nvSpPr>
            <p:spPr bwMode="auto">
              <a:xfrm>
                <a:off x="4666" y="2897"/>
                <a:ext cx="340" cy="250"/>
              </a:xfrm>
              <a:prstGeom prst="rect">
                <a:avLst/>
              </a:prstGeom>
              <a:noFill/>
              <a:ln w="9525">
                <a:noFill/>
                <a:miter lim="800000"/>
              </a:ln>
            </p:spPr>
            <p:txBody>
              <a:bodyPr>
                <a:spAutoFit/>
              </a:bodyPr>
              <a:lstStyle/>
              <a:p>
                <a:pPr>
                  <a:spcBef>
                    <a:spcPct val="50000"/>
                  </a:spcBef>
                </a:pPr>
                <a:r>
                  <a:rPr lang="en-US" altLang="zh-CN" sz="2000" b="1">
                    <a:solidFill>
                      <a:srgbClr val="0000FF"/>
                    </a:solidFill>
                    <a:latin typeface="Times New Roman" panose="02020603050405020304" pitchFamily="18" charset="0"/>
                  </a:rPr>
                  <a:t>Q</a:t>
                </a:r>
                <a:endParaRPr lang="en-US" altLang="zh-CN" sz="2000" b="1">
                  <a:solidFill>
                    <a:srgbClr val="0000FF"/>
                  </a:solidFill>
                  <a:latin typeface="Times New Roman" panose="02020603050405020304" pitchFamily="18" charset="0"/>
                </a:endParaRPr>
              </a:p>
            </p:txBody>
          </p:sp>
        </p:grpSp>
        <p:sp>
          <p:nvSpPr>
            <p:cNvPr id="48140" name="Text Box 39"/>
            <p:cNvSpPr txBox="1">
              <a:spLocks noChangeArrowheads="1"/>
            </p:cNvSpPr>
            <p:nvPr/>
          </p:nvSpPr>
          <p:spPr bwMode="auto">
            <a:xfrm>
              <a:off x="4751" y="2613"/>
              <a:ext cx="397" cy="250"/>
            </a:xfrm>
            <a:prstGeom prst="rect">
              <a:avLst/>
            </a:prstGeom>
            <a:noFill/>
            <a:ln w="9525">
              <a:noFill/>
              <a:miter lim="800000"/>
            </a:ln>
          </p:spPr>
          <p:txBody>
            <a:bodyPr>
              <a:spAutoFit/>
            </a:bodyPr>
            <a:lstStyle/>
            <a:p>
              <a:pPr>
                <a:spcBef>
                  <a:spcPct val="50000"/>
                </a:spcBef>
              </a:pPr>
              <a:r>
                <a:rPr lang="en-US" altLang="zh-CN" sz="2000" b="1">
                  <a:solidFill>
                    <a:srgbClr val="6600FF"/>
                  </a:solidFill>
                  <a:latin typeface="Times New Roman" panose="02020603050405020304" pitchFamily="18" charset="0"/>
                </a:rPr>
                <a:t>A</a:t>
              </a:r>
              <a:endParaRPr lang="en-US" altLang="zh-CN" sz="2000" b="1">
                <a:solidFill>
                  <a:srgbClr val="6600FF"/>
                </a:solidFill>
                <a:latin typeface="Times New Roman" panose="02020603050405020304" pitchFamily="18" charset="0"/>
              </a:endParaRPr>
            </a:p>
          </p:txBody>
        </p:sp>
        <p:sp>
          <p:nvSpPr>
            <p:cNvPr id="48141" name="AutoShape 40"/>
            <p:cNvSpPr>
              <a:spLocks noChangeAspect="1" noChangeArrowheads="1"/>
            </p:cNvSpPr>
            <p:nvPr/>
          </p:nvSpPr>
          <p:spPr bwMode="auto">
            <a:xfrm>
              <a:off x="4864" y="2840"/>
              <a:ext cx="34" cy="34"/>
            </a:xfrm>
            <a:prstGeom prst="flowChartConnector">
              <a:avLst/>
            </a:prstGeom>
            <a:solidFill>
              <a:srgbClr val="6600CC"/>
            </a:solidFill>
            <a:ln w="9525">
              <a:solidFill>
                <a:schemeClr val="tx1"/>
              </a:solidFill>
              <a:round/>
            </a:ln>
          </p:spPr>
          <p:txBody>
            <a:bodyPr wrap="none" anchor="ctr"/>
            <a:lstStyle/>
            <a:p>
              <a:endParaRPr lang="zh-CN" altLang="en-US"/>
            </a:p>
          </p:txBody>
        </p:sp>
        <p:sp>
          <p:nvSpPr>
            <p:cNvPr id="48142" name="Line 41"/>
            <p:cNvSpPr>
              <a:spLocks noChangeShapeType="1"/>
            </p:cNvSpPr>
            <p:nvPr/>
          </p:nvSpPr>
          <p:spPr bwMode="auto">
            <a:xfrm>
              <a:off x="4892" y="2868"/>
              <a:ext cx="0" cy="199"/>
            </a:xfrm>
            <a:prstGeom prst="line">
              <a:avLst/>
            </a:prstGeom>
            <a:noFill/>
            <a:ln w="25400">
              <a:solidFill>
                <a:srgbClr val="00FF00"/>
              </a:solidFill>
              <a:round/>
              <a:tailEnd type="triangle" w="med" len="med"/>
            </a:ln>
          </p:spPr>
          <p:txBody>
            <a:bodyPr/>
            <a:lstStyle/>
            <a:p>
              <a:endParaRPr lang="zh-CN" altLang="en-US"/>
            </a:p>
          </p:txBody>
        </p:sp>
        <p:sp>
          <p:nvSpPr>
            <p:cNvPr id="48143" name="Text Box 42"/>
            <p:cNvSpPr txBox="1">
              <a:spLocks noChangeArrowheads="1"/>
            </p:cNvSpPr>
            <p:nvPr/>
          </p:nvSpPr>
          <p:spPr bwMode="auto">
            <a:xfrm>
              <a:off x="4722" y="2982"/>
              <a:ext cx="567" cy="231"/>
            </a:xfrm>
            <a:prstGeom prst="rect">
              <a:avLst/>
            </a:prstGeom>
            <a:noFill/>
            <a:ln w="9525">
              <a:noFill/>
              <a:miter lim="800000"/>
            </a:ln>
          </p:spPr>
          <p:txBody>
            <a:bodyPr>
              <a:spAutoFit/>
            </a:bodyPr>
            <a:lstStyle/>
            <a:p>
              <a:pPr algn="l">
                <a:spcBef>
                  <a:spcPct val="50000"/>
                </a:spcBef>
              </a:pPr>
              <a:r>
                <a:rPr lang="en-US" altLang="zh-CN" sz="1800" b="1">
                  <a:solidFill>
                    <a:srgbClr val="00CC00"/>
                  </a:solidFill>
                  <a:latin typeface="Times New Roman" panose="02020603050405020304" pitchFamily="18" charset="0"/>
                </a:rPr>
                <a:t>mg</a:t>
              </a:r>
              <a:endParaRPr lang="en-US" altLang="zh-CN" sz="1800" b="1">
                <a:solidFill>
                  <a:srgbClr val="00CC00"/>
                </a:solidFill>
                <a:latin typeface="Times New Roman" panose="02020603050405020304" pitchFamily="18" charset="0"/>
              </a:endParaRPr>
            </a:p>
          </p:txBody>
        </p:sp>
        <p:sp>
          <p:nvSpPr>
            <p:cNvPr id="48144" name="Line 43"/>
            <p:cNvSpPr>
              <a:spLocks noChangeShapeType="1"/>
            </p:cNvSpPr>
            <p:nvPr/>
          </p:nvSpPr>
          <p:spPr bwMode="auto">
            <a:xfrm flipH="1">
              <a:off x="4779" y="2868"/>
              <a:ext cx="85" cy="170"/>
            </a:xfrm>
            <a:prstGeom prst="line">
              <a:avLst/>
            </a:prstGeom>
            <a:noFill/>
            <a:ln w="25400">
              <a:solidFill>
                <a:srgbClr val="FF00FF"/>
              </a:solidFill>
              <a:round/>
              <a:tailEnd type="triangle" w="med" len="med"/>
            </a:ln>
          </p:spPr>
          <p:txBody>
            <a:bodyPr/>
            <a:lstStyle/>
            <a:p>
              <a:endParaRPr lang="zh-CN" altLang="en-US"/>
            </a:p>
          </p:txBody>
        </p:sp>
        <p:sp>
          <p:nvSpPr>
            <p:cNvPr id="48145" name="Text Box 44"/>
            <p:cNvSpPr txBox="1">
              <a:spLocks noChangeArrowheads="1"/>
            </p:cNvSpPr>
            <p:nvPr/>
          </p:nvSpPr>
          <p:spPr bwMode="auto">
            <a:xfrm>
              <a:off x="4609" y="2807"/>
              <a:ext cx="567" cy="231"/>
            </a:xfrm>
            <a:prstGeom prst="rect">
              <a:avLst/>
            </a:prstGeom>
            <a:noFill/>
            <a:ln w="9525">
              <a:noFill/>
              <a:miter lim="800000"/>
            </a:ln>
          </p:spPr>
          <p:txBody>
            <a:bodyPr>
              <a:spAutoFit/>
            </a:bodyPr>
            <a:lstStyle/>
            <a:p>
              <a:pPr algn="l">
                <a:spcBef>
                  <a:spcPct val="50000"/>
                </a:spcBef>
              </a:pPr>
              <a:r>
                <a:rPr lang="en-US" altLang="zh-CN" sz="1800" b="1">
                  <a:solidFill>
                    <a:srgbClr val="FF33CC"/>
                  </a:solidFill>
                  <a:latin typeface="Times New Roman" panose="02020603050405020304" pitchFamily="18" charset="0"/>
                </a:rPr>
                <a:t>N</a:t>
              </a:r>
              <a:endParaRPr lang="en-US" altLang="zh-CN" sz="1800" b="1">
                <a:solidFill>
                  <a:srgbClr val="FF33CC"/>
                </a:solidFill>
                <a:latin typeface="Times New Roman" panose="02020603050405020304" pitchFamily="18" charset="0"/>
              </a:endParaRPr>
            </a:p>
          </p:txBody>
        </p:sp>
        <p:sp>
          <p:nvSpPr>
            <p:cNvPr id="48146" name="Arc 45"/>
            <p:cNvSpPr/>
            <p:nvPr/>
          </p:nvSpPr>
          <p:spPr bwMode="auto">
            <a:xfrm rot="10800000">
              <a:off x="4836" y="2925"/>
              <a:ext cx="56" cy="2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ln>
          </p:spPr>
          <p:txBody>
            <a:bodyPr wrap="none" anchor="ctr"/>
            <a:lstStyle/>
            <a:p>
              <a:endParaRPr lang="zh-CN" altLang="en-US"/>
            </a:p>
          </p:txBody>
        </p:sp>
        <p:sp>
          <p:nvSpPr>
            <p:cNvPr id="48147" name="Text Box 46"/>
            <p:cNvSpPr txBox="1">
              <a:spLocks noChangeArrowheads="1"/>
            </p:cNvSpPr>
            <p:nvPr/>
          </p:nvSpPr>
          <p:spPr bwMode="auto">
            <a:xfrm>
              <a:off x="4751" y="2925"/>
              <a:ext cx="454" cy="173"/>
            </a:xfrm>
            <a:prstGeom prst="rect">
              <a:avLst/>
            </a:prstGeom>
            <a:noFill/>
            <a:ln w="9525">
              <a:noFill/>
              <a:miter lim="800000"/>
            </a:ln>
          </p:spPr>
          <p:txBody>
            <a:bodyPr>
              <a:spAutoFit/>
            </a:bodyPr>
            <a:lstStyle/>
            <a:p>
              <a:pPr algn="l">
                <a:spcBef>
                  <a:spcPct val="50000"/>
                </a:spcBef>
              </a:pPr>
              <a:r>
                <a:rPr lang="en-US" altLang="zh-CN" sz="1200" b="1"/>
                <a:t>q</a:t>
              </a:r>
              <a:endParaRPr lang="en-US" altLang="zh-CN" sz="1200" b="1"/>
            </a:p>
          </p:txBody>
        </p:sp>
      </p:grpSp>
      <p:sp>
        <p:nvSpPr>
          <p:cNvPr id="216111" name="Text Box 47"/>
          <p:cNvSpPr txBox="1">
            <a:spLocks noChangeArrowheads="1"/>
          </p:cNvSpPr>
          <p:nvPr/>
        </p:nvSpPr>
        <p:spPr bwMode="auto">
          <a:xfrm>
            <a:off x="296863" y="549275"/>
            <a:ext cx="4275137" cy="479425"/>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当</a:t>
            </a:r>
            <a:r>
              <a:rPr lang="en-US" altLang="zh-CN" b="1">
                <a:solidFill>
                  <a:srgbClr val="FF6600"/>
                </a:solidFill>
                <a:latin typeface="Times New Roman" panose="02020603050405020304" pitchFamily="18" charset="0"/>
              </a:rPr>
              <a:t>h </a:t>
            </a:r>
            <a:r>
              <a:rPr lang="en-US" altLang="zh-CN" b="1" i="0">
                <a:solidFill>
                  <a:srgbClr val="FF6600"/>
                </a:solidFill>
                <a:latin typeface="Times New Roman" panose="02020603050405020304" pitchFamily="18" charset="0"/>
              </a:rPr>
              <a:t>=5R</a:t>
            </a:r>
            <a:r>
              <a:rPr lang="en-US" altLang="zh-CN" b="1" i="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a:t>
            </a:r>
            <a:r>
              <a:rPr lang="en-US" altLang="zh-CN" b="1">
                <a:solidFill>
                  <a:srgbClr val="FF6600"/>
                </a:solidFill>
                <a:latin typeface="Times New Roman" panose="02020603050405020304" pitchFamily="18" charset="0"/>
              </a:rPr>
              <a:t>q</a:t>
            </a:r>
            <a:r>
              <a:rPr lang="en-US" altLang="zh-CN" b="1" i="0">
                <a:solidFill>
                  <a:srgbClr val="FF6600"/>
                </a:solidFill>
                <a:latin typeface="Times New Roman" panose="02020603050405020304" pitchFamily="18" charset="0"/>
              </a:rPr>
              <a:t> = 90</a:t>
            </a:r>
            <a:r>
              <a:rPr lang="en-US" altLang="zh-CN" b="1" i="0" baseline="30000">
                <a:solidFill>
                  <a:srgbClr val="FF6600"/>
                </a:solidFill>
                <a:latin typeface="Times New Roman" panose="02020603050405020304" pitchFamily="18" charset="0"/>
              </a:rPr>
              <a:t>0</a:t>
            </a:r>
            <a:r>
              <a:rPr lang="en-US" altLang="zh-CN" b="1" i="0" baseline="3000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时，</a:t>
            </a:r>
            <a:endParaRPr lang="zh-CN" altLang="en-US" i="0">
              <a:solidFill>
                <a:schemeClr val="bg1"/>
              </a:solidFill>
              <a:latin typeface="Times New Roman" panose="02020603050405020304" pitchFamily="18" charset="0"/>
            </a:endParaRPr>
          </a:p>
        </p:txBody>
      </p:sp>
      <p:graphicFrame>
        <p:nvGraphicFramePr>
          <p:cNvPr id="216112" name="Object 48"/>
          <p:cNvGraphicFramePr>
            <a:graphicFrameLocks noChangeAspect="1"/>
          </p:cNvGraphicFramePr>
          <p:nvPr/>
        </p:nvGraphicFramePr>
        <p:xfrm>
          <a:off x="1541463" y="1314450"/>
          <a:ext cx="1185862" cy="365125"/>
        </p:xfrm>
        <a:graphic>
          <a:graphicData uri="http://schemas.openxmlformats.org/presentationml/2006/ole">
            <mc:AlternateContent xmlns:mc="http://schemas.openxmlformats.org/markup-compatibility/2006">
              <mc:Choice xmlns:v="urn:schemas-microsoft-com:vml" Requires="v">
                <p:oleObj spid="_x0000_s48131" name="公式" r:id="rId4" imgW="15849600" imgH="4876800" progId="Equation.3">
                  <p:embed/>
                </p:oleObj>
              </mc:Choice>
              <mc:Fallback>
                <p:oleObj name="公式" r:id="rId4" imgW="15849600" imgH="4876800" progId="Equation.3">
                  <p:embed/>
                  <p:pic>
                    <p:nvPicPr>
                      <p:cNvPr id="0" name="Object 48"/>
                      <p:cNvPicPr>
                        <a:picLocks noChangeAspect="1"/>
                      </p:cNvPicPr>
                      <p:nvPr/>
                    </p:nvPicPr>
                    <p:blipFill>
                      <a:blip r:embed="rId5"/>
                      <a:stretch>
                        <a:fillRect/>
                      </a:stretch>
                    </p:blipFill>
                    <p:spPr>
                      <a:xfrm>
                        <a:off x="1541463" y="1314450"/>
                        <a:ext cx="1185862" cy="365125"/>
                      </a:xfrm>
                      <a:prstGeom prst="rect">
                        <a:avLst/>
                      </a:prstGeom>
                      <a:noFill/>
                      <a:ln w="9525">
                        <a:noFill/>
                      </a:ln>
                    </p:spPr>
                  </p:pic>
                </p:oleObj>
              </mc:Fallback>
            </mc:AlternateContent>
          </a:graphicData>
        </a:graphic>
      </p:graphicFrame>
      <p:sp>
        <p:nvSpPr>
          <p:cNvPr id="216113" name="Text Box 49"/>
          <p:cNvSpPr txBox="1">
            <a:spLocks noChangeArrowheads="1"/>
          </p:cNvSpPr>
          <p:nvPr/>
        </p:nvSpPr>
        <p:spPr bwMode="auto">
          <a:xfrm>
            <a:off x="476250" y="1836738"/>
            <a:ext cx="4275138" cy="479425"/>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木块在</a:t>
            </a:r>
            <a:r>
              <a:rPr lang="en-US" altLang="zh-CN" b="1">
                <a:solidFill>
                  <a:srgbClr val="FF6600"/>
                </a:solidFill>
                <a:latin typeface="Times New Roman" panose="02020603050405020304" pitchFamily="18" charset="0"/>
              </a:rPr>
              <a:t>Q </a:t>
            </a:r>
            <a:r>
              <a:rPr lang="zh-CN" altLang="en-US" b="1" i="0">
                <a:solidFill>
                  <a:schemeClr val="bg1"/>
                </a:solidFill>
                <a:latin typeface="Times New Roman" panose="02020603050405020304" pitchFamily="18" charset="0"/>
              </a:rPr>
              <a:t>点时受到的合力为：</a:t>
            </a:r>
            <a:endParaRPr lang="zh-CN" altLang="en-US" b="1" i="0">
              <a:solidFill>
                <a:schemeClr val="bg1"/>
              </a:solidFill>
              <a:latin typeface="Times New Roman" panose="02020603050405020304" pitchFamily="18" charset="0"/>
            </a:endParaRPr>
          </a:p>
        </p:txBody>
      </p:sp>
      <p:graphicFrame>
        <p:nvGraphicFramePr>
          <p:cNvPr id="216114" name="Object 50"/>
          <p:cNvGraphicFramePr>
            <a:graphicFrameLocks noChangeAspect="1"/>
          </p:cNvGraphicFramePr>
          <p:nvPr/>
        </p:nvGraphicFramePr>
        <p:xfrm>
          <a:off x="1062038" y="2543175"/>
          <a:ext cx="2144712" cy="525463"/>
        </p:xfrm>
        <a:graphic>
          <a:graphicData uri="http://schemas.openxmlformats.org/presentationml/2006/ole">
            <mc:AlternateContent xmlns:mc="http://schemas.openxmlformats.org/markup-compatibility/2006">
              <mc:Choice xmlns:v="urn:schemas-microsoft-com:vml" Requires="v">
                <p:oleObj spid="_x0000_s48132" name="公式" r:id="rId6" imgW="28651200" imgH="7010400" progId="Equation.3">
                  <p:embed/>
                </p:oleObj>
              </mc:Choice>
              <mc:Fallback>
                <p:oleObj name="公式" r:id="rId6" imgW="28651200" imgH="7010400" progId="Equation.3">
                  <p:embed/>
                  <p:pic>
                    <p:nvPicPr>
                      <p:cNvPr id="0" name="Object 50"/>
                      <p:cNvPicPr>
                        <a:picLocks noChangeAspect="1"/>
                      </p:cNvPicPr>
                      <p:nvPr/>
                    </p:nvPicPr>
                    <p:blipFill>
                      <a:blip r:embed="rId7"/>
                      <a:stretch>
                        <a:fillRect/>
                      </a:stretch>
                    </p:blipFill>
                    <p:spPr>
                      <a:xfrm>
                        <a:off x="1062038" y="2543175"/>
                        <a:ext cx="2144712" cy="525463"/>
                      </a:xfrm>
                      <a:prstGeom prst="rect">
                        <a:avLst/>
                      </a:prstGeom>
                      <a:noFill/>
                      <a:ln w="9525">
                        <a:noFill/>
                      </a:ln>
                    </p:spPr>
                  </p:pic>
                </p:oleObj>
              </mc:Fallback>
            </mc:AlternateContent>
          </a:graphicData>
        </a:graphic>
      </p:graphicFrame>
      <p:graphicFrame>
        <p:nvGraphicFramePr>
          <p:cNvPr id="216115" name="Object 51"/>
          <p:cNvGraphicFramePr>
            <a:graphicFrameLocks noChangeAspect="1"/>
          </p:cNvGraphicFramePr>
          <p:nvPr/>
        </p:nvGraphicFramePr>
        <p:xfrm>
          <a:off x="1427163" y="3265488"/>
          <a:ext cx="1209675" cy="433387"/>
        </p:xfrm>
        <a:graphic>
          <a:graphicData uri="http://schemas.openxmlformats.org/presentationml/2006/ole">
            <mc:AlternateContent xmlns:mc="http://schemas.openxmlformats.org/markup-compatibility/2006">
              <mc:Choice xmlns:v="urn:schemas-microsoft-com:vml" Requires="v">
                <p:oleObj spid="_x0000_s48133" name="公式" r:id="rId8" imgW="16154400" imgH="5791200" progId="Equation.3">
                  <p:embed/>
                </p:oleObj>
              </mc:Choice>
              <mc:Fallback>
                <p:oleObj name="公式" r:id="rId8" imgW="16154400" imgH="5791200" progId="Equation.3">
                  <p:embed/>
                  <p:pic>
                    <p:nvPicPr>
                      <p:cNvPr id="0" name="Object 51"/>
                      <p:cNvPicPr>
                        <a:picLocks noChangeAspect="1"/>
                      </p:cNvPicPr>
                      <p:nvPr/>
                    </p:nvPicPr>
                    <p:blipFill>
                      <a:blip r:embed="rId9"/>
                      <a:stretch>
                        <a:fillRect/>
                      </a:stretch>
                    </p:blipFill>
                    <p:spPr>
                      <a:xfrm>
                        <a:off x="1427163" y="3265488"/>
                        <a:ext cx="1209675" cy="433387"/>
                      </a:xfrm>
                      <a:prstGeom prst="rect">
                        <a:avLst/>
                      </a:prstGeom>
                      <a:noFill/>
                      <a:ln w="9525">
                        <a:noFill/>
                      </a:ln>
                    </p:spPr>
                  </p:pic>
                </p:oleObj>
              </mc:Fallback>
            </mc:AlternateContent>
          </a:graphicData>
        </a:graphic>
      </p:graphicFrame>
      <p:sp>
        <p:nvSpPr>
          <p:cNvPr id="216116" name="Text Box 52"/>
          <p:cNvSpPr txBox="1">
            <a:spLocks noChangeArrowheads="1"/>
          </p:cNvSpPr>
          <p:nvPr/>
        </p:nvSpPr>
        <p:spPr bwMode="auto">
          <a:xfrm>
            <a:off x="296863" y="3771900"/>
            <a:ext cx="4275137" cy="479425"/>
          </a:xfrm>
          <a:prstGeom prst="rect">
            <a:avLst/>
          </a:prstGeom>
          <a:noFill/>
          <a:ln w="9525">
            <a:noFill/>
            <a:miter lim="800000"/>
          </a:ln>
        </p:spPr>
        <p:txBody>
          <a:bodyPr>
            <a:spAutoFit/>
          </a:bodyPr>
          <a:lstStyle/>
          <a:p>
            <a:pPr algn="l">
              <a:lnSpc>
                <a:spcPct val="115000"/>
              </a:lnSpc>
            </a:pPr>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当</a:t>
            </a:r>
            <a:r>
              <a:rPr lang="en-US" altLang="zh-CN" b="1">
                <a:solidFill>
                  <a:srgbClr val="FF6600"/>
                </a:solidFill>
                <a:latin typeface="Times New Roman" panose="02020603050405020304" pitchFamily="18" charset="0"/>
              </a:rPr>
              <a:t>q</a:t>
            </a:r>
            <a:r>
              <a:rPr lang="en-US" altLang="zh-CN" b="1" i="0">
                <a:solidFill>
                  <a:srgbClr val="FF6600"/>
                </a:solidFill>
                <a:latin typeface="Times New Roman" panose="02020603050405020304" pitchFamily="18" charset="0"/>
              </a:rPr>
              <a:t> = 0</a:t>
            </a:r>
            <a:r>
              <a:rPr lang="en-US" altLang="zh-CN" b="1" i="0" baseline="30000">
                <a:solidFill>
                  <a:srgbClr val="FF6600"/>
                </a:solidFill>
                <a:latin typeface="Times New Roman" panose="02020603050405020304" pitchFamily="18" charset="0"/>
              </a:rPr>
              <a:t>0</a:t>
            </a:r>
            <a:r>
              <a:rPr lang="en-US" altLang="zh-CN" b="1" i="0" baseline="30000">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a:t>
            </a:r>
            <a:r>
              <a:rPr lang="en-US" altLang="zh-CN" b="1">
                <a:solidFill>
                  <a:srgbClr val="FF6600"/>
                </a:solidFill>
                <a:latin typeface="Times New Roman" panose="02020603050405020304" pitchFamily="18" charset="0"/>
              </a:rPr>
              <a:t>N</a:t>
            </a:r>
            <a:r>
              <a:rPr lang="en-US" altLang="zh-CN" b="1" i="0">
                <a:solidFill>
                  <a:srgbClr val="FF6600"/>
                </a:solidFill>
                <a:latin typeface="Times New Roman" panose="02020603050405020304" pitchFamily="18" charset="0"/>
              </a:rPr>
              <a:t>=mg </a:t>
            </a:r>
            <a:r>
              <a:rPr lang="zh-CN" altLang="en-US" b="1" i="0">
                <a:solidFill>
                  <a:schemeClr val="bg1"/>
                </a:solidFill>
                <a:latin typeface="Times New Roman" panose="02020603050405020304" pitchFamily="18" charset="0"/>
              </a:rPr>
              <a:t>时，</a:t>
            </a:r>
            <a:endParaRPr lang="zh-CN" altLang="en-US" b="1" i="0">
              <a:solidFill>
                <a:schemeClr val="bg1"/>
              </a:solidFill>
              <a:latin typeface="Times New Roman" panose="02020603050405020304" pitchFamily="18" charset="0"/>
            </a:endParaRPr>
          </a:p>
        </p:txBody>
      </p:sp>
      <p:graphicFrame>
        <p:nvGraphicFramePr>
          <p:cNvPr id="216117" name="Object 53"/>
          <p:cNvGraphicFramePr>
            <a:graphicFrameLocks noChangeAspect="1"/>
          </p:cNvGraphicFramePr>
          <p:nvPr/>
        </p:nvGraphicFramePr>
        <p:xfrm>
          <a:off x="1731963" y="4598988"/>
          <a:ext cx="1247775" cy="498475"/>
        </p:xfrm>
        <a:graphic>
          <a:graphicData uri="http://schemas.openxmlformats.org/presentationml/2006/ole">
            <mc:AlternateContent xmlns:mc="http://schemas.openxmlformats.org/markup-compatibility/2006">
              <mc:Choice xmlns:v="urn:schemas-microsoft-com:vml" Requires="v">
                <p:oleObj spid="_x0000_s48134" name="公式" r:id="rId10" imgW="10668000" imgH="4267200" progId="Equation.3">
                  <p:embed/>
                </p:oleObj>
              </mc:Choice>
              <mc:Fallback>
                <p:oleObj name="公式" r:id="rId10" imgW="10668000" imgH="4267200" progId="Equation.3">
                  <p:embed/>
                  <p:pic>
                    <p:nvPicPr>
                      <p:cNvPr id="0" name="Object 53"/>
                      <p:cNvPicPr>
                        <a:picLocks noChangeAspect="1"/>
                      </p:cNvPicPr>
                      <p:nvPr/>
                    </p:nvPicPr>
                    <p:blipFill>
                      <a:blip r:embed="rId11"/>
                      <a:stretch>
                        <a:fillRect/>
                      </a:stretch>
                    </p:blipFill>
                    <p:spPr>
                      <a:xfrm>
                        <a:off x="1731963" y="4598988"/>
                        <a:ext cx="1247775" cy="498475"/>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6111"/>
                                        </p:tgtEl>
                                        <p:attrNameLst>
                                          <p:attrName>style.visibility</p:attrName>
                                        </p:attrNameLst>
                                      </p:cBhvr>
                                      <p:to>
                                        <p:strVal val="visible"/>
                                      </p:to>
                                    </p:set>
                                    <p:animEffect transition="in" filter="wipe(left)">
                                      <p:cBhvr>
                                        <p:cTn id="7" dur="500"/>
                                        <p:tgtEl>
                                          <p:spTgt spid="2161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6112"/>
                                        </p:tgtEl>
                                        <p:attrNameLst>
                                          <p:attrName>style.visibility</p:attrName>
                                        </p:attrNameLst>
                                      </p:cBhvr>
                                      <p:to>
                                        <p:strVal val="visible"/>
                                      </p:to>
                                    </p:set>
                                    <p:animEffect transition="in" filter="wipe(left)">
                                      <p:cBhvr>
                                        <p:cTn id="12" dur="500"/>
                                        <p:tgtEl>
                                          <p:spTgt spid="2161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6113"/>
                                        </p:tgtEl>
                                        <p:attrNameLst>
                                          <p:attrName>style.visibility</p:attrName>
                                        </p:attrNameLst>
                                      </p:cBhvr>
                                      <p:to>
                                        <p:strVal val="visible"/>
                                      </p:to>
                                    </p:set>
                                    <p:animEffect transition="in" filter="wipe(left)">
                                      <p:cBhvr>
                                        <p:cTn id="17" dur="500"/>
                                        <p:tgtEl>
                                          <p:spTgt spid="2161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16114"/>
                                        </p:tgtEl>
                                        <p:attrNameLst>
                                          <p:attrName>style.visibility</p:attrName>
                                        </p:attrNameLst>
                                      </p:cBhvr>
                                      <p:to>
                                        <p:strVal val="visible"/>
                                      </p:to>
                                    </p:set>
                                    <p:animEffect transition="in" filter="wipe(left)">
                                      <p:cBhvr>
                                        <p:cTn id="22" dur="500"/>
                                        <p:tgtEl>
                                          <p:spTgt spid="2161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6115"/>
                                        </p:tgtEl>
                                        <p:attrNameLst>
                                          <p:attrName>style.visibility</p:attrName>
                                        </p:attrNameLst>
                                      </p:cBhvr>
                                      <p:to>
                                        <p:strVal val="visible"/>
                                      </p:to>
                                    </p:set>
                                    <p:animEffect transition="in" filter="wipe(left)">
                                      <p:cBhvr>
                                        <p:cTn id="27" dur="500"/>
                                        <p:tgtEl>
                                          <p:spTgt spid="21611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6116"/>
                                        </p:tgtEl>
                                        <p:attrNameLst>
                                          <p:attrName>style.visibility</p:attrName>
                                        </p:attrNameLst>
                                      </p:cBhvr>
                                      <p:to>
                                        <p:strVal val="visible"/>
                                      </p:to>
                                    </p:set>
                                    <p:animEffect transition="in" filter="wipe(left)">
                                      <p:cBhvr>
                                        <p:cTn id="32" dur="500"/>
                                        <p:tgtEl>
                                          <p:spTgt spid="2161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16117"/>
                                        </p:tgtEl>
                                        <p:attrNameLst>
                                          <p:attrName>style.visibility</p:attrName>
                                        </p:attrNameLst>
                                      </p:cBhvr>
                                      <p:to>
                                        <p:strVal val="visible"/>
                                      </p:to>
                                    </p:set>
                                    <p:animEffect transition="in" filter="wipe(left)">
                                      <p:cBhvr>
                                        <p:cTn id="37" dur="500"/>
                                        <p:tgtEl>
                                          <p:spTgt spid="216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111" grpId="0" autoUpdateAnimBg="0"/>
      <p:bldP spid="216113" grpId="0" autoUpdateAnimBg="0"/>
      <p:bldP spid="216116"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ChangeArrowheads="1"/>
          </p:cNvSpPr>
          <p:nvPr/>
        </p:nvSpPr>
        <p:spPr bwMode="auto">
          <a:xfrm>
            <a:off x="768350" y="471488"/>
            <a:ext cx="8001000" cy="457200"/>
          </a:xfrm>
          <a:prstGeom prst="rect">
            <a:avLst/>
          </a:prstGeom>
          <a:noFill/>
          <a:ln w="9525">
            <a:noFill/>
            <a:miter lim="800000"/>
          </a:ln>
        </p:spPr>
        <p:txBody>
          <a:bodyPr>
            <a:spAutoFit/>
          </a:bodyPr>
          <a:lstStyle/>
          <a:p>
            <a:pPr algn="l"/>
            <a:r>
              <a:rPr lang="zh-CN" altLang="en-US" b="1" i="0">
                <a:solidFill>
                  <a:schemeClr val="bg1"/>
                </a:solidFill>
                <a:latin typeface="宋体" panose="02010600030101010101" pitchFamily="2" charset="-122"/>
              </a:rPr>
              <a:t>把一个物体从地球表面上沿铅垂方向以第二宇宙速度 </a:t>
            </a:r>
            <a:r>
              <a:rPr lang="en-US" altLang="zh-CN" b="1">
                <a:solidFill>
                  <a:srgbClr val="FF6600"/>
                </a:solidFill>
                <a:latin typeface="Bookman Old Style" panose="02050604050505020204" pitchFamily="18" charset="0"/>
              </a:rPr>
              <a:t>v</a:t>
            </a:r>
            <a:r>
              <a:rPr lang="en-US" altLang="zh-CN" b="1" i="0" baseline="-25000">
                <a:solidFill>
                  <a:srgbClr val="FF6600"/>
                </a:solidFill>
                <a:latin typeface="宋体" panose="02010600030101010101" pitchFamily="2" charset="-122"/>
              </a:rPr>
              <a:t>0</a:t>
            </a:r>
            <a:r>
              <a:rPr lang="en-US" altLang="zh-CN" b="1" i="0">
                <a:solidFill>
                  <a:srgbClr val="FF6600"/>
                </a:solidFill>
                <a:latin typeface="宋体" panose="02010600030101010101" pitchFamily="2" charset="-122"/>
              </a:rPr>
              <a:t> </a:t>
            </a:r>
            <a:r>
              <a:rPr lang="en-US" altLang="zh-CN" b="1" i="0">
                <a:solidFill>
                  <a:schemeClr val="bg1"/>
                </a:solidFill>
                <a:latin typeface="宋体" panose="02010600030101010101" pitchFamily="2" charset="-122"/>
              </a:rPr>
              <a:t>                             </a:t>
            </a:r>
            <a:endParaRPr lang="en-US" altLang="zh-CN" b="1" i="0">
              <a:solidFill>
                <a:schemeClr val="bg1"/>
              </a:solidFill>
              <a:latin typeface="宋体" panose="02010600030101010101" pitchFamily="2" charset="-122"/>
            </a:endParaRPr>
          </a:p>
        </p:txBody>
      </p:sp>
      <p:sp>
        <p:nvSpPr>
          <p:cNvPr id="217091" name="Text Box 3"/>
          <p:cNvSpPr txBox="1">
            <a:spLocks noChangeArrowheads="1"/>
          </p:cNvSpPr>
          <p:nvPr/>
        </p:nvSpPr>
        <p:spPr bwMode="auto">
          <a:xfrm>
            <a:off x="300038" y="2168525"/>
            <a:ext cx="488950"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17092" name="Text Box 4"/>
          <p:cNvSpPr txBox="1">
            <a:spLocks noChangeArrowheads="1"/>
          </p:cNvSpPr>
          <p:nvPr/>
        </p:nvSpPr>
        <p:spPr bwMode="auto">
          <a:xfrm>
            <a:off x="785813" y="2168525"/>
            <a:ext cx="3248025" cy="457200"/>
          </a:xfrm>
          <a:prstGeom prst="rect">
            <a:avLst/>
          </a:prstGeom>
          <a:noFill/>
          <a:ln w="9525">
            <a:noFill/>
            <a:miter lim="800000"/>
          </a:ln>
        </p:spPr>
        <p:txBody>
          <a:bodyPr wrap="none">
            <a:spAutoFit/>
          </a:bodyPr>
          <a:lstStyle/>
          <a:p>
            <a:pPr algn="l"/>
            <a:r>
              <a:rPr lang="zh-CN" altLang="en-US" b="1" i="0">
                <a:solidFill>
                  <a:schemeClr val="bg1"/>
                </a:solidFill>
                <a:latin typeface="Times New Roman" panose="02020603050405020304" pitchFamily="18" charset="0"/>
              </a:rPr>
              <a:t>根据</a:t>
            </a:r>
            <a:r>
              <a:rPr lang="zh-CN" altLang="en-US" b="1" i="0">
                <a:solidFill>
                  <a:srgbClr val="FF6600"/>
                </a:solidFill>
                <a:latin typeface="Times New Roman" panose="02020603050405020304" pitchFamily="18" charset="0"/>
              </a:rPr>
              <a:t>机械能守恒定律</a:t>
            </a:r>
            <a:r>
              <a:rPr lang="zh-CN" altLang="en-US" b="1" i="0">
                <a:solidFill>
                  <a:schemeClr val="bg1"/>
                </a:solidFill>
                <a:latin typeface="Times New Roman" panose="02020603050405020304" pitchFamily="18" charset="0"/>
              </a:rPr>
              <a:t>有</a:t>
            </a:r>
            <a:endParaRPr lang="zh-CN" altLang="en-US" i="0">
              <a:solidFill>
                <a:schemeClr val="bg1"/>
              </a:solidFill>
              <a:latin typeface="Times New Roman" panose="02020603050405020304" pitchFamily="18" charset="0"/>
            </a:endParaRPr>
          </a:p>
        </p:txBody>
      </p:sp>
      <p:graphicFrame>
        <p:nvGraphicFramePr>
          <p:cNvPr id="217093" name="Object 5"/>
          <p:cNvGraphicFramePr>
            <a:graphicFrameLocks noChangeAspect="1"/>
          </p:cNvGraphicFramePr>
          <p:nvPr/>
        </p:nvGraphicFramePr>
        <p:xfrm>
          <a:off x="1016000" y="3024188"/>
          <a:ext cx="4084638" cy="798512"/>
        </p:xfrm>
        <a:graphic>
          <a:graphicData uri="http://schemas.openxmlformats.org/presentationml/2006/ole">
            <mc:AlternateContent xmlns:mc="http://schemas.openxmlformats.org/markup-compatibility/2006">
              <mc:Choice xmlns:v="urn:schemas-microsoft-com:vml" Requires="v">
                <p:oleObj spid="_x0000_s49153" name="公式" r:id="rId1" imgW="54559200" imgH="10668000" progId="Equation.3">
                  <p:embed/>
                </p:oleObj>
              </mc:Choice>
              <mc:Fallback>
                <p:oleObj name="公式" r:id="rId1" imgW="54559200" imgH="10668000" progId="Equation.3">
                  <p:embed/>
                  <p:pic>
                    <p:nvPicPr>
                      <p:cNvPr id="0" name="Object 5"/>
                      <p:cNvPicPr>
                        <a:picLocks noChangeAspect="1"/>
                      </p:cNvPicPr>
                      <p:nvPr/>
                    </p:nvPicPr>
                    <p:blipFill>
                      <a:blip r:embed="rId2"/>
                      <a:stretch>
                        <a:fillRect/>
                      </a:stretch>
                    </p:blipFill>
                    <p:spPr>
                      <a:xfrm>
                        <a:off x="1016000" y="3024188"/>
                        <a:ext cx="4084638" cy="798512"/>
                      </a:xfrm>
                      <a:prstGeom prst="rect">
                        <a:avLst/>
                      </a:prstGeom>
                      <a:noFill/>
                      <a:ln w="9525">
                        <a:noFill/>
                      </a:ln>
                    </p:spPr>
                  </p:pic>
                </p:oleObj>
              </mc:Fallback>
            </mc:AlternateContent>
          </a:graphicData>
        </a:graphic>
      </p:graphicFrame>
      <p:sp>
        <p:nvSpPr>
          <p:cNvPr id="217094" name="Rectangle 6"/>
          <p:cNvSpPr>
            <a:spLocks noChangeArrowheads="1"/>
          </p:cNvSpPr>
          <p:nvPr/>
        </p:nvSpPr>
        <p:spPr bwMode="auto">
          <a:xfrm>
            <a:off x="296863" y="457200"/>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17095" name="Rectangle 7"/>
          <p:cNvSpPr>
            <a:spLocks noChangeArrowheads="1"/>
          </p:cNvSpPr>
          <p:nvPr/>
        </p:nvSpPr>
        <p:spPr bwMode="auto">
          <a:xfrm>
            <a:off x="796925" y="1449388"/>
            <a:ext cx="8118475" cy="549275"/>
          </a:xfrm>
          <a:prstGeom prst="rect">
            <a:avLst/>
          </a:prstGeom>
          <a:noFill/>
          <a:ln w="9525">
            <a:noFill/>
            <a:miter lim="800000"/>
          </a:ln>
        </p:spPr>
        <p:txBody>
          <a:bodyPr>
            <a:spAutoFit/>
          </a:bodyPr>
          <a:lstStyle/>
          <a:p>
            <a:pPr algn="l">
              <a:lnSpc>
                <a:spcPct val="125000"/>
              </a:lnSpc>
            </a:pPr>
            <a:r>
              <a:rPr lang="zh-CN" altLang="en-US" b="1" i="0">
                <a:solidFill>
                  <a:schemeClr val="bg1"/>
                </a:solidFill>
                <a:latin typeface="宋体" panose="02010600030101010101" pitchFamily="2" charset="-122"/>
              </a:rPr>
              <a:t>物体从地面飞行到与地心相距</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nR</a:t>
            </a:r>
            <a:r>
              <a:rPr lang="en-US" altLang="zh-CN" b="1" baseline="-25000">
                <a:solidFill>
                  <a:srgbClr val="FF6600"/>
                </a:solidFill>
                <a:latin typeface="Times New Roman" panose="02020603050405020304" pitchFamily="18" charset="0"/>
              </a:rPr>
              <a:t>e</a:t>
            </a:r>
            <a:r>
              <a:rPr lang="en-US" altLang="zh-CN" b="1" baseline="-25000">
                <a:solidFill>
                  <a:srgbClr val="66FFFF"/>
                </a:solidFill>
                <a:latin typeface="Times New Roman" panose="02020603050405020304" pitchFamily="18" charset="0"/>
              </a:rPr>
              <a:t> </a:t>
            </a:r>
            <a:r>
              <a:rPr lang="zh-CN" altLang="en-US" b="1" i="0">
                <a:solidFill>
                  <a:schemeClr val="bg1"/>
                </a:solidFill>
                <a:latin typeface="宋体" panose="02010600030101010101" pitchFamily="2" charset="-122"/>
              </a:rPr>
              <a:t>处经历的时间。</a:t>
            </a:r>
            <a:endParaRPr lang="zh-CN" altLang="en-US" b="1" i="0">
              <a:solidFill>
                <a:schemeClr val="bg1"/>
              </a:solidFill>
              <a:latin typeface="宋体" panose="02010600030101010101" pitchFamily="2" charset="-122"/>
            </a:endParaRPr>
          </a:p>
        </p:txBody>
      </p:sp>
      <p:sp>
        <p:nvSpPr>
          <p:cNvPr id="217096" name="Rectangle 8"/>
          <p:cNvSpPr>
            <a:spLocks noChangeArrowheads="1"/>
          </p:cNvSpPr>
          <p:nvPr/>
        </p:nvSpPr>
        <p:spPr bwMode="auto">
          <a:xfrm>
            <a:off x="296863" y="1500188"/>
            <a:ext cx="492125" cy="457200"/>
          </a:xfrm>
          <a:prstGeom prst="rect">
            <a:avLst/>
          </a:prstGeom>
          <a:noFill/>
          <a:ln w="9525">
            <a:noFill/>
            <a:miter lim="800000"/>
          </a:ln>
        </p:spPr>
        <p:txBody>
          <a:bodyPr wrap="none">
            <a:spAutoFit/>
          </a:bodyPr>
          <a:lstStyle/>
          <a:p>
            <a:r>
              <a:rPr lang="zh-CN" altLang="en-US" b="1" i="0">
                <a:solidFill>
                  <a:srgbClr val="FF0000"/>
                </a:solidFill>
                <a:latin typeface="宋体" panose="02010600030101010101" pitchFamily="2" charset="-122"/>
              </a:rPr>
              <a:t>求</a:t>
            </a:r>
            <a:endParaRPr lang="zh-CN" altLang="en-US" b="1" i="0">
              <a:solidFill>
                <a:srgbClr val="FF0000"/>
              </a:solidFill>
              <a:latin typeface="宋体" panose="02010600030101010101" pitchFamily="2" charset="-122"/>
            </a:endParaRPr>
          </a:p>
        </p:txBody>
      </p:sp>
      <p:sp>
        <p:nvSpPr>
          <p:cNvPr id="217097" name="Rectangle 9"/>
          <p:cNvSpPr>
            <a:spLocks noChangeArrowheads="1"/>
          </p:cNvSpPr>
          <p:nvPr/>
        </p:nvSpPr>
        <p:spPr bwMode="auto">
          <a:xfrm>
            <a:off x="792163" y="954088"/>
            <a:ext cx="5219700" cy="457200"/>
          </a:xfrm>
          <a:prstGeom prst="rect">
            <a:avLst/>
          </a:prstGeom>
          <a:noFill/>
          <a:ln w="9525">
            <a:noFill/>
            <a:miter lim="800000"/>
          </a:ln>
        </p:spPr>
        <p:txBody>
          <a:bodyPr>
            <a:spAutoFit/>
          </a:bodyPr>
          <a:lstStyle/>
          <a:p>
            <a:pPr algn="l"/>
            <a:r>
              <a:rPr lang="zh-CN" altLang="en-US" b="1" i="0">
                <a:solidFill>
                  <a:schemeClr val="bg1"/>
                </a:solidFill>
                <a:latin typeface="宋体" panose="02010600030101010101" pitchFamily="2" charset="-122"/>
              </a:rPr>
              <a:t>发射出去，阻力忽略不计。</a:t>
            </a:r>
            <a:endParaRPr lang="zh-CN" altLang="en-US" b="1" i="0">
              <a:solidFill>
                <a:schemeClr val="bg1"/>
              </a:solidFill>
              <a:latin typeface="宋体" panose="02010600030101010101" pitchFamily="2" charset="-122"/>
            </a:endParaRPr>
          </a:p>
        </p:txBody>
      </p:sp>
      <p:graphicFrame>
        <p:nvGraphicFramePr>
          <p:cNvPr id="217098" name="Object 10"/>
          <p:cNvGraphicFramePr>
            <a:graphicFrameLocks noChangeAspect="1"/>
          </p:cNvGraphicFramePr>
          <p:nvPr/>
        </p:nvGraphicFramePr>
        <p:xfrm>
          <a:off x="5967413" y="3024188"/>
          <a:ext cx="1465262" cy="798512"/>
        </p:xfrm>
        <a:graphic>
          <a:graphicData uri="http://schemas.openxmlformats.org/presentationml/2006/ole">
            <mc:AlternateContent xmlns:mc="http://schemas.openxmlformats.org/markup-compatibility/2006">
              <mc:Choice xmlns:v="urn:schemas-microsoft-com:vml" Requires="v">
                <p:oleObj spid="_x0000_s49155" name="公式" r:id="rId3" imgW="19507200" imgH="10668000" progId="Equation.3">
                  <p:embed/>
                </p:oleObj>
              </mc:Choice>
              <mc:Fallback>
                <p:oleObj name="公式" r:id="rId3" imgW="19507200" imgH="10668000" progId="Equation.3">
                  <p:embed/>
                  <p:pic>
                    <p:nvPicPr>
                      <p:cNvPr id="0" name="Object 10"/>
                      <p:cNvPicPr>
                        <a:picLocks noChangeAspect="1"/>
                      </p:cNvPicPr>
                      <p:nvPr/>
                    </p:nvPicPr>
                    <p:blipFill>
                      <a:blip r:embed="rId4"/>
                      <a:stretch>
                        <a:fillRect/>
                      </a:stretch>
                    </p:blipFill>
                    <p:spPr>
                      <a:xfrm>
                        <a:off x="5967413" y="3024188"/>
                        <a:ext cx="1465262" cy="798512"/>
                      </a:xfrm>
                      <a:prstGeom prst="rect">
                        <a:avLst/>
                      </a:prstGeom>
                      <a:noFill/>
                      <a:ln w="9525">
                        <a:noFill/>
                      </a:ln>
                    </p:spPr>
                  </p:pic>
                </p:oleObj>
              </mc:Fallback>
            </mc:AlternateContent>
          </a:graphicData>
        </a:graphic>
      </p:graphicFrame>
      <p:graphicFrame>
        <p:nvGraphicFramePr>
          <p:cNvPr id="217099" name="Object 11"/>
          <p:cNvGraphicFramePr>
            <a:graphicFrameLocks noChangeAspect="1"/>
          </p:cNvGraphicFramePr>
          <p:nvPr/>
        </p:nvGraphicFramePr>
        <p:xfrm>
          <a:off x="1290638" y="4238625"/>
          <a:ext cx="914400" cy="731838"/>
        </p:xfrm>
        <a:graphic>
          <a:graphicData uri="http://schemas.openxmlformats.org/presentationml/2006/ole">
            <mc:AlternateContent xmlns:mc="http://schemas.openxmlformats.org/markup-compatibility/2006">
              <mc:Choice xmlns:v="urn:schemas-microsoft-com:vml" Requires="v">
                <p:oleObj spid="_x0000_s49156" name="公式" r:id="rId5" imgW="12192000" imgH="9753600" progId="Equation.3">
                  <p:embed/>
                </p:oleObj>
              </mc:Choice>
              <mc:Fallback>
                <p:oleObj name="公式" r:id="rId5" imgW="12192000" imgH="9753600" progId="Equation.3">
                  <p:embed/>
                  <p:pic>
                    <p:nvPicPr>
                      <p:cNvPr id="0" name="Object 11"/>
                      <p:cNvPicPr>
                        <a:picLocks noChangeAspect="1"/>
                      </p:cNvPicPr>
                      <p:nvPr/>
                    </p:nvPicPr>
                    <p:blipFill>
                      <a:blip r:embed="rId6"/>
                      <a:stretch>
                        <a:fillRect/>
                      </a:stretch>
                    </p:blipFill>
                    <p:spPr>
                      <a:xfrm>
                        <a:off x="1290638" y="4238625"/>
                        <a:ext cx="914400" cy="731838"/>
                      </a:xfrm>
                      <a:prstGeom prst="rect">
                        <a:avLst/>
                      </a:prstGeom>
                      <a:noFill/>
                      <a:ln w="9525">
                        <a:noFill/>
                      </a:ln>
                    </p:spPr>
                  </p:pic>
                </p:oleObj>
              </mc:Fallback>
            </mc:AlternateContent>
          </a:graphicData>
        </a:graphic>
      </p:graphicFrame>
      <p:graphicFrame>
        <p:nvGraphicFramePr>
          <p:cNvPr id="217100" name="Object 12"/>
          <p:cNvGraphicFramePr>
            <a:graphicFrameLocks noChangeAspect="1"/>
          </p:cNvGraphicFramePr>
          <p:nvPr/>
        </p:nvGraphicFramePr>
        <p:xfrm>
          <a:off x="3041650" y="4248150"/>
          <a:ext cx="2835275" cy="846138"/>
        </p:xfrm>
        <a:graphic>
          <a:graphicData uri="http://schemas.openxmlformats.org/presentationml/2006/ole">
            <mc:AlternateContent xmlns:mc="http://schemas.openxmlformats.org/markup-compatibility/2006">
              <mc:Choice xmlns:v="urn:schemas-microsoft-com:vml" Requires="v">
                <p:oleObj spid="_x0000_s49157" name="公式" r:id="rId7" imgW="37795200" imgH="11277600" progId="Equation.3">
                  <p:embed/>
                </p:oleObj>
              </mc:Choice>
              <mc:Fallback>
                <p:oleObj name="公式" r:id="rId7" imgW="37795200" imgH="11277600" progId="Equation.3">
                  <p:embed/>
                  <p:pic>
                    <p:nvPicPr>
                      <p:cNvPr id="0" name="Object 12"/>
                      <p:cNvPicPr>
                        <a:picLocks noChangeAspect="1"/>
                      </p:cNvPicPr>
                      <p:nvPr/>
                    </p:nvPicPr>
                    <p:blipFill>
                      <a:blip r:embed="rId8"/>
                      <a:stretch>
                        <a:fillRect/>
                      </a:stretch>
                    </p:blipFill>
                    <p:spPr>
                      <a:xfrm>
                        <a:off x="3041650" y="4248150"/>
                        <a:ext cx="2835275" cy="846138"/>
                      </a:xfrm>
                      <a:prstGeom prst="rect">
                        <a:avLst/>
                      </a:prstGeom>
                      <a:noFill/>
                      <a:ln w="9525">
                        <a:noFill/>
                      </a:ln>
                    </p:spPr>
                  </p:pic>
                </p:oleObj>
              </mc:Fallback>
            </mc:AlternateContent>
          </a:graphicData>
        </a:graphic>
      </p:graphicFrame>
      <p:sp>
        <p:nvSpPr>
          <p:cNvPr id="217101" name="AutoShape 13"/>
          <p:cNvSpPr>
            <a:spLocks noChangeArrowheads="1"/>
          </p:cNvSpPr>
          <p:nvPr/>
        </p:nvSpPr>
        <p:spPr bwMode="auto">
          <a:xfrm>
            <a:off x="2406650" y="4524375"/>
            <a:ext cx="457200" cy="228600"/>
          </a:xfrm>
          <a:prstGeom prst="rightArrow">
            <a:avLst>
              <a:gd name="adj1" fmla="val 50000"/>
              <a:gd name="adj2" fmla="val 50000"/>
            </a:avLst>
          </a:prstGeom>
          <a:solidFill>
            <a:srgbClr val="0000FF"/>
          </a:solidFill>
          <a:ln w="9525">
            <a:solidFill>
              <a:schemeClr val="tx1">
                <a:alpha val="70195"/>
              </a:schemeClr>
            </a:solidFill>
            <a:miter lim="800000"/>
          </a:ln>
        </p:spPr>
        <p:txBody>
          <a:bodyPr wrap="none" anchor="ctr"/>
          <a:lstStyle/>
          <a:p>
            <a:endParaRPr lang="zh-CN" altLang="en-US"/>
          </a:p>
        </p:txBody>
      </p:sp>
      <p:graphicFrame>
        <p:nvGraphicFramePr>
          <p:cNvPr id="217102" name="Object 14"/>
          <p:cNvGraphicFramePr>
            <a:graphicFrameLocks noChangeAspect="1"/>
          </p:cNvGraphicFramePr>
          <p:nvPr/>
        </p:nvGraphicFramePr>
        <p:xfrm>
          <a:off x="1171575" y="5414963"/>
          <a:ext cx="2951163" cy="849312"/>
        </p:xfrm>
        <a:graphic>
          <a:graphicData uri="http://schemas.openxmlformats.org/presentationml/2006/ole">
            <mc:AlternateContent xmlns:mc="http://schemas.openxmlformats.org/markup-compatibility/2006">
              <mc:Choice xmlns:v="urn:schemas-microsoft-com:vml" Requires="v">
                <p:oleObj spid="_x0000_s49158" name="公式" r:id="rId9" imgW="39319200" imgH="11277600" progId="Equation.3">
                  <p:embed/>
                </p:oleObj>
              </mc:Choice>
              <mc:Fallback>
                <p:oleObj name="公式" r:id="rId9" imgW="39319200" imgH="11277600" progId="Equation.3">
                  <p:embed/>
                  <p:pic>
                    <p:nvPicPr>
                      <p:cNvPr id="0" name="Object 14"/>
                      <p:cNvPicPr>
                        <a:picLocks noChangeAspect="1"/>
                      </p:cNvPicPr>
                      <p:nvPr/>
                    </p:nvPicPr>
                    <p:blipFill>
                      <a:blip r:embed="rId10"/>
                      <a:stretch>
                        <a:fillRect/>
                      </a:stretch>
                    </p:blipFill>
                    <p:spPr>
                      <a:xfrm>
                        <a:off x="1171575" y="5414963"/>
                        <a:ext cx="2951163" cy="849312"/>
                      </a:xfrm>
                      <a:prstGeom prst="rect">
                        <a:avLst/>
                      </a:prstGeom>
                      <a:noFill/>
                      <a:ln w="9525">
                        <a:noFill/>
                      </a:ln>
                    </p:spPr>
                  </p:pic>
                </p:oleObj>
              </mc:Fallback>
            </mc:AlternateContent>
          </a:graphicData>
        </a:graphic>
      </p:graphicFrame>
      <p:graphicFrame>
        <p:nvGraphicFramePr>
          <p:cNvPr id="217103" name="Object 15"/>
          <p:cNvGraphicFramePr>
            <a:graphicFrameLocks noChangeAspect="1"/>
          </p:cNvGraphicFramePr>
          <p:nvPr/>
        </p:nvGraphicFramePr>
        <p:xfrm>
          <a:off x="5078413" y="5454650"/>
          <a:ext cx="3184525" cy="849313"/>
        </p:xfrm>
        <a:graphic>
          <a:graphicData uri="http://schemas.openxmlformats.org/presentationml/2006/ole">
            <mc:AlternateContent xmlns:mc="http://schemas.openxmlformats.org/markup-compatibility/2006">
              <mc:Choice xmlns:v="urn:schemas-microsoft-com:vml" Requires="v">
                <p:oleObj spid="_x0000_s49159" name="公式" r:id="rId11" imgW="41757600" imgH="11277600" progId="Equation.3">
                  <p:embed/>
                </p:oleObj>
              </mc:Choice>
              <mc:Fallback>
                <p:oleObj name="公式" r:id="rId11" imgW="41757600" imgH="11277600" progId="Equation.3">
                  <p:embed/>
                  <p:pic>
                    <p:nvPicPr>
                      <p:cNvPr id="0" name="Object 15"/>
                      <p:cNvPicPr>
                        <a:picLocks noChangeAspect="1"/>
                      </p:cNvPicPr>
                      <p:nvPr/>
                    </p:nvPicPr>
                    <p:blipFill>
                      <a:blip r:embed="rId12"/>
                      <a:stretch>
                        <a:fillRect/>
                      </a:stretch>
                    </p:blipFill>
                    <p:spPr>
                      <a:xfrm>
                        <a:off x="5078413" y="5454650"/>
                        <a:ext cx="3184525" cy="849313"/>
                      </a:xfrm>
                      <a:prstGeom prst="rect">
                        <a:avLst/>
                      </a:prstGeom>
                      <a:noFill/>
                      <a:ln w="9525">
                        <a:noFill/>
                      </a:ln>
                    </p:spPr>
                  </p:pic>
                </p:oleObj>
              </mc:Fallback>
            </mc:AlternateContent>
          </a:graphicData>
        </a:graphic>
      </p:graphicFrame>
      <p:sp>
        <p:nvSpPr>
          <p:cNvPr id="217104" name="AutoShape 16"/>
          <p:cNvSpPr>
            <a:spLocks noChangeArrowheads="1"/>
          </p:cNvSpPr>
          <p:nvPr/>
        </p:nvSpPr>
        <p:spPr bwMode="auto">
          <a:xfrm>
            <a:off x="4500563" y="5734050"/>
            <a:ext cx="457200" cy="228600"/>
          </a:xfrm>
          <a:prstGeom prst="rightArrow">
            <a:avLst>
              <a:gd name="adj1" fmla="val 50000"/>
              <a:gd name="adj2" fmla="val 50000"/>
            </a:avLst>
          </a:prstGeom>
          <a:solidFill>
            <a:srgbClr val="0000FF"/>
          </a:solidFill>
          <a:ln w="9525">
            <a:solidFill>
              <a:schemeClr val="tx1">
                <a:alpha val="70195"/>
              </a:schemeClr>
            </a:solidFill>
            <a:miter lim="800000"/>
          </a:ln>
        </p:spPr>
        <p:txBody>
          <a:bodyPr wrap="none" anchor="ctr"/>
          <a:lstStyle/>
          <a:p>
            <a:endParaRPr lang="zh-CN" altLang="en-US"/>
          </a:p>
        </p:txBody>
      </p:sp>
      <p:sp>
        <p:nvSpPr>
          <p:cNvPr id="217105" name="AutoShape 17"/>
          <p:cNvSpPr>
            <a:spLocks noChangeArrowheads="1"/>
          </p:cNvSpPr>
          <p:nvPr/>
        </p:nvSpPr>
        <p:spPr bwMode="auto">
          <a:xfrm>
            <a:off x="5337175" y="3294063"/>
            <a:ext cx="457200" cy="228600"/>
          </a:xfrm>
          <a:prstGeom prst="rightArrow">
            <a:avLst>
              <a:gd name="adj1" fmla="val 50000"/>
              <a:gd name="adj2" fmla="val 50000"/>
            </a:avLst>
          </a:prstGeom>
          <a:solidFill>
            <a:srgbClr val="0000FF"/>
          </a:solidFill>
          <a:ln w="9525">
            <a:solidFill>
              <a:schemeClr val="tx1">
                <a:alpha val="70195"/>
              </a:schemeClr>
            </a:solid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1709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17090"/>
                                        </p:tgtEl>
                                        <p:attrNameLst>
                                          <p:attrName>style.visibility</p:attrName>
                                        </p:attrNameLst>
                                      </p:cBhvr>
                                      <p:to>
                                        <p:strVal val="visible"/>
                                      </p:to>
                                    </p:set>
                                    <p:animEffect transition="in" filter="wipe(left)">
                                      <p:cBhvr>
                                        <p:cTn id="11" dur="500"/>
                                        <p:tgtEl>
                                          <p:spTgt spid="217090"/>
                                        </p:tgtEl>
                                      </p:cBhvr>
                                    </p:animEffect>
                                  </p:childTnLst>
                                </p:cTn>
                              </p:par>
                            </p:childTnLst>
                          </p:cTn>
                        </p:par>
                        <p:par>
                          <p:cTn id="12" fill="hold">
                            <p:stCondLst>
                              <p:cond delay="500"/>
                            </p:stCondLst>
                            <p:childTnLst>
                              <p:par>
                                <p:cTn id="13" presetID="22" presetClass="entr" presetSubtype="8" fill="hold" grpId="0" nodeType="afterEffect">
                                  <p:stCondLst>
                                    <p:cond delay="0"/>
                                  </p:stCondLst>
                                  <p:childTnLst>
                                    <p:set>
                                      <p:cBhvr>
                                        <p:cTn id="14" dur="1" fill="hold">
                                          <p:stCondLst>
                                            <p:cond delay="0"/>
                                          </p:stCondLst>
                                        </p:cTn>
                                        <p:tgtEl>
                                          <p:spTgt spid="217097"/>
                                        </p:tgtEl>
                                        <p:attrNameLst>
                                          <p:attrName>style.visibility</p:attrName>
                                        </p:attrNameLst>
                                      </p:cBhvr>
                                      <p:to>
                                        <p:strVal val="visible"/>
                                      </p:to>
                                    </p:set>
                                    <p:animEffect transition="in" filter="wipe(left)">
                                      <p:cBhvr>
                                        <p:cTn id="15" dur="500"/>
                                        <p:tgtEl>
                                          <p:spTgt spid="21709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21709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17095"/>
                                        </p:tgtEl>
                                        <p:attrNameLst>
                                          <p:attrName>style.visibility</p:attrName>
                                        </p:attrNameLst>
                                      </p:cBhvr>
                                      <p:to>
                                        <p:strVal val="visible"/>
                                      </p:to>
                                    </p:set>
                                    <p:animEffect transition="in" filter="wipe(left)">
                                      <p:cBhvr>
                                        <p:cTn id="24" dur="500"/>
                                        <p:tgtEl>
                                          <p:spTgt spid="21709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21709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7092"/>
                                        </p:tgtEl>
                                        <p:attrNameLst>
                                          <p:attrName>style.visibility</p:attrName>
                                        </p:attrNameLst>
                                      </p:cBhvr>
                                      <p:to>
                                        <p:strVal val="visible"/>
                                      </p:to>
                                    </p:set>
                                    <p:animEffect transition="in" filter="wipe(left)">
                                      <p:cBhvr>
                                        <p:cTn id="33" dur="500"/>
                                        <p:tgtEl>
                                          <p:spTgt spid="21709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217093"/>
                                        </p:tgtEl>
                                        <p:attrNameLst>
                                          <p:attrName>style.visibility</p:attrName>
                                        </p:attrNameLst>
                                      </p:cBhvr>
                                      <p:to>
                                        <p:strVal val="visible"/>
                                      </p:to>
                                    </p:set>
                                    <p:animEffect transition="in" filter="wipe(left)">
                                      <p:cBhvr>
                                        <p:cTn id="38" dur="500"/>
                                        <p:tgtEl>
                                          <p:spTgt spid="217093"/>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17105"/>
                                        </p:tgtEl>
                                        <p:attrNameLst>
                                          <p:attrName>style.visibility</p:attrName>
                                        </p:attrNameLst>
                                      </p:cBhvr>
                                      <p:to>
                                        <p:strVal val="visible"/>
                                      </p:to>
                                    </p:set>
                                    <p:animEffect transition="in" filter="wipe(left)">
                                      <p:cBhvr>
                                        <p:cTn id="43" dur="500"/>
                                        <p:tgtEl>
                                          <p:spTgt spid="21710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217098"/>
                                        </p:tgtEl>
                                        <p:attrNameLst>
                                          <p:attrName>style.visibility</p:attrName>
                                        </p:attrNameLst>
                                      </p:cBhvr>
                                      <p:to>
                                        <p:strVal val="visible"/>
                                      </p:to>
                                    </p:set>
                                    <p:animEffect transition="in" filter="wipe(left)">
                                      <p:cBhvr>
                                        <p:cTn id="48" dur="500"/>
                                        <p:tgtEl>
                                          <p:spTgt spid="21709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17099"/>
                                        </p:tgtEl>
                                        <p:attrNameLst>
                                          <p:attrName>style.visibility</p:attrName>
                                        </p:attrNameLst>
                                      </p:cBhvr>
                                      <p:to>
                                        <p:strVal val="visible"/>
                                      </p:to>
                                    </p:set>
                                    <p:animEffect transition="in" filter="wipe(left)">
                                      <p:cBhvr>
                                        <p:cTn id="53" dur="500"/>
                                        <p:tgtEl>
                                          <p:spTgt spid="217099"/>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17101"/>
                                        </p:tgtEl>
                                        <p:attrNameLst>
                                          <p:attrName>style.visibility</p:attrName>
                                        </p:attrNameLst>
                                      </p:cBhvr>
                                      <p:to>
                                        <p:strVal val="visible"/>
                                      </p:to>
                                    </p:set>
                                    <p:animEffect transition="in" filter="wipe(left)">
                                      <p:cBhvr>
                                        <p:cTn id="58" dur="500"/>
                                        <p:tgtEl>
                                          <p:spTgt spid="217101"/>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17100"/>
                                        </p:tgtEl>
                                        <p:attrNameLst>
                                          <p:attrName>style.visibility</p:attrName>
                                        </p:attrNameLst>
                                      </p:cBhvr>
                                      <p:to>
                                        <p:strVal val="visible"/>
                                      </p:to>
                                    </p:set>
                                    <p:animEffect transition="in" filter="wipe(left)">
                                      <p:cBhvr>
                                        <p:cTn id="63" dur="500"/>
                                        <p:tgtEl>
                                          <p:spTgt spid="21710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17102"/>
                                        </p:tgtEl>
                                        <p:attrNameLst>
                                          <p:attrName>style.visibility</p:attrName>
                                        </p:attrNameLst>
                                      </p:cBhvr>
                                      <p:to>
                                        <p:strVal val="visible"/>
                                      </p:to>
                                    </p:set>
                                    <p:animEffect transition="in" filter="wipe(left)">
                                      <p:cBhvr>
                                        <p:cTn id="68" dur="500"/>
                                        <p:tgtEl>
                                          <p:spTgt spid="217102"/>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17104"/>
                                        </p:tgtEl>
                                        <p:attrNameLst>
                                          <p:attrName>style.visibility</p:attrName>
                                        </p:attrNameLst>
                                      </p:cBhvr>
                                      <p:to>
                                        <p:strVal val="visible"/>
                                      </p:to>
                                    </p:set>
                                    <p:animEffect transition="in" filter="wipe(left)">
                                      <p:cBhvr>
                                        <p:cTn id="73" dur="500"/>
                                        <p:tgtEl>
                                          <p:spTgt spid="21710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217103"/>
                                        </p:tgtEl>
                                        <p:attrNameLst>
                                          <p:attrName>style.visibility</p:attrName>
                                        </p:attrNameLst>
                                      </p:cBhvr>
                                      <p:to>
                                        <p:strVal val="visible"/>
                                      </p:to>
                                    </p:set>
                                    <p:animEffect transition="in" filter="wipe(left)">
                                      <p:cBhvr>
                                        <p:cTn id="78" dur="500"/>
                                        <p:tgtEl>
                                          <p:spTgt spid="217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7090" grpId="0" autoUpdateAnimBg="0"/>
      <p:bldP spid="217091" grpId="0" autoUpdateAnimBg="0"/>
      <p:bldP spid="217092" grpId="0" autoUpdateAnimBg="0"/>
      <p:bldP spid="217094" grpId="0" autoUpdateAnimBg="0"/>
      <p:bldP spid="217095" grpId="0" autoUpdateAnimBg="0"/>
      <p:bldP spid="217096" grpId="0" autoUpdateAnimBg="0"/>
      <p:bldP spid="217097" grpId="0" autoUpdateAnimBg="0"/>
      <p:bldP spid="217101" grpId="0" animBg="1"/>
      <p:bldP spid="217104" grpId="0" animBg="1"/>
      <p:bldP spid="21710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7570" name="Object 2"/>
          <p:cNvGraphicFramePr>
            <a:graphicFrameLocks noChangeAspect="1"/>
          </p:cNvGraphicFramePr>
          <p:nvPr/>
        </p:nvGraphicFramePr>
        <p:xfrm>
          <a:off x="1466850" y="5184775"/>
          <a:ext cx="5337175" cy="812800"/>
        </p:xfrm>
        <a:graphic>
          <a:graphicData uri="http://schemas.openxmlformats.org/presentationml/2006/ole">
            <mc:AlternateContent xmlns:mc="http://schemas.openxmlformats.org/markup-compatibility/2006">
              <mc:Choice xmlns:v="urn:schemas-microsoft-com:vml" Requires="v">
                <p:oleObj spid="_x0000_s50177" name="公式" r:id="rId1" imgW="64008000" imgH="9753600" progId="Equation.3">
                  <p:embed/>
                </p:oleObj>
              </mc:Choice>
              <mc:Fallback>
                <p:oleObj name="公式" r:id="rId1" imgW="64008000" imgH="9753600" progId="Equation.3">
                  <p:embed/>
                  <p:pic>
                    <p:nvPicPr>
                      <p:cNvPr id="0" name="Object 2"/>
                      <p:cNvPicPr>
                        <a:picLocks noChangeAspect="1"/>
                      </p:cNvPicPr>
                      <p:nvPr/>
                    </p:nvPicPr>
                    <p:blipFill>
                      <a:blip r:embed="rId2"/>
                      <a:stretch>
                        <a:fillRect/>
                      </a:stretch>
                    </p:blipFill>
                    <p:spPr>
                      <a:xfrm>
                        <a:off x="1466850" y="5184775"/>
                        <a:ext cx="5337175" cy="812800"/>
                      </a:xfrm>
                      <a:prstGeom prst="rect">
                        <a:avLst/>
                      </a:prstGeom>
                      <a:noFill/>
                      <a:ln w="9525">
                        <a:noFill/>
                      </a:ln>
                    </p:spPr>
                  </p:pic>
                </p:oleObj>
              </mc:Fallback>
            </mc:AlternateContent>
          </a:graphicData>
        </a:graphic>
      </p:graphicFrame>
      <p:graphicFrame>
        <p:nvGraphicFramePr>
          <p:cNvPr id="237571" name="Object 3"/>
          <p:cNvGraphicFramePr>
            <a:graphicFrameLocks noChangeAspect="1"/>
          </p:cNvGraphicFramePr>
          <p:nvPr/>
        </p:nvGraphicFramePr>
        <p:xfrm>
          <a:off x="2862263" y="6140450"/>
          <a:ext cx="2054225" cy="431800"/>
        </p:xfrm>
        <a:graphic>
          <a:graphicData uri="http://schemas.openxmlformats.org/presentationml/2006/ole">
            <mc:AlternateContent xmlns:mc="http://schemas.openxmlformats.org/markup-compatibility/2006">
              <mc:Choice xmlns:v="urn:schemas-microsoft-com:vml" Requires="v">
                <p:oleObj spid="_x0000_s50179" name="公式" r:id="rId3" imgW="24688800" imgH="5181600" progId="Equation.3">
                  <p:embed/>
                </p:oleObj>
              </mc:Choice>
              <mc:Fallback>
                <p:oleObj name="公式" r:id="rId3" imgW="24688800" imgH="5181600" progId="Equation.3">
                  <p:embed/>
                  <p:pic>
                    <p:nvPicPr>
                      <p:cNvPr id="0" name="Object 3"/>
                      <p:cNvPicPr>
                        <a:picLocks noChangeAspect="1"/>
                      </p:cNvPicPr>
                      <p:nvPr/>
                    </p:nvPicPr>
                    <p:blipFill>
                      <a:blip r:embed="rId4"/>
                      <a:stretch>
                        <a:fillRect/>
                      </a:stretch>
                    </p:blipFill>
                    <p:spPr>
                      <a:xfrm>
                        <a:off x="2862263" y="6140450"/>
                        <a:ext cx="2054225" cy="431800"/>
                      </a:xfrm>
                      <a:prstGeom prst="rect">
                        <a:avLst/>
                      </a:prstGeom>
                      <a:noFill/>
                      <a:ln w="9525">
                        <a:noFill/>
                      </a:ln>
                    </p:spPr>
                  </p:pic>
                </p:oleObj>
              </mc:Fallback>
            </mc:AlternateContent>
          </a:graphicData>
        </a:graphic>
      </p:graphicFrame>
      <p:graphicFrame>
        <p:nvGraphicFramePr>
          <p:cNvPr id="237572" name="Object 4"/>
          <p:cNvGraphicFramePr>
            <a:graphicFrameLocks noChangeAspect="1"/>
          </p:cNvGraphicFramePr>
          <p:nvPr/>
        </p:nvGraphicFramePr>
        <p:xfrm>
          <a:off x="1557338" y="3698875"/>
          <a:ext cx="1295400" cy="812800"/>
        </p:xfrm>
        <a:graphic>
          <a:graphicData uri="http://schemas.openxmlformats.org/presentationml/2006/ole">
            <mc:AlternateContent xmlns:mc="http://schemas.openxmlformats.org/markup-compatibility/2006">
              <mc:Choice xmlns:v="urn:schemas-microsoft-com:vml" Requires="v">
                <p:oleObj spid="_x0000_s50180" name="公式" r:id="rId5" imgW="15544800" imgH="9753600" progId="Equation.3">
                  <p:embed/>
                </p:oleObj>
              </mc:Choice>
              <mc:Fallback>
                <p:oleObj name="公式" r:id="rId5" imgW="15544800" imgH="9753600" progId="Equation.3">
                  <p:embed/>
                  <p:pic>
                    <p:nvPicPr>
                      <p:cNvPr id="0" name="Object 4"/>
                      <p:cNvPicPr>
                        <a:picLocks noChangeAspect="1"/>
                      </p:cNvPicPr>
                      <p:nvPr/>
                    </p:nvPicPr>
                    <p:blipFill>
                      <a:blip r:embed="rId6"/>
                      <a:stretch>
                        <a:fillRect/>
                      </a:stretch>
                    </p:blipFill>
                    <p:spPr>
                      <a:xfrm>
                        <a:off x="1557338" y="3698875"/>
                        <a:ext cx="1295400" cy="812800"/>
                      </a:xfrm>
                      <a:prstGeom prst="rect">
                        <a:avLst/>
                      </a:prstGeom>
                      <a:noFill/>
                      <a:ln w="9525">
                        <a:noFill/>
                      </a:ln>
                    </p:spPr>
                  </p:pic>
                </p:oleObj>
              </mc:Fallback>
            </mc:AlternateContent>
          </a:graphicData>
        </a:graphic>
      </p:graphicFrame>
      <p:graphicFrame>
        <p:nvGraphicFramePr>
          <p:cNvPr id="237573" name="Object 5"/>
          <p:cNvGraphicFramePr>
            <a:graphicFrameLocks noChangeAspect="1"/>
          </p:cNvGraphicFramePr>
          <p:nvPr/>
        </p:nvGraphicFramePr>
        <p:xfrm>
          <a:off x="3627438" y="3698875"/>
          <a:ext cx="993775" cy="815975"/>
        </p:xfrm>
        <a:graphic>
          <a:graphicData uri="http://schemas.openxmlformats.org/presentationml/2006/ole">
            <mc:AlternateContent xmlns:mc="http://schemas.openxmlformats.org/markup-compatibility/2006">
              <mc:Choice xmlns:v="urn:schemas-microsoft-com:vml" Requires="v">
                <p:oleObj spid="_x0000_s50181" name="公式" r:id="rId7" imgW="11887200" imgH="9753600" progId="Equation.3">
                  <p:embed/>
                </p:oleObj>
              </mc:Choice>
              <mc:Fallback>
                <p:oleObj name="公式" r:id="rId7" imgW="11887200" imgH="9753600" progId="Equation.3">
                  <p:embed/>
                  <p:pic>
                    <p:nvPicPr>
                      <p:cNvPr id="0" name="Object 5"/>
                      <p:cNvPicPr>
                        <a:picLocks noChangeAspect="1"/>
                      </p:cNvPicPr>
                      <p:nvPr/>
                    </p:nvPicPr>
                    <p:blipFill>
                      <a:blip r:embed="rId8"/>
                      <a:stretch>
                        <a:fillRect/>
                      </a:stretch>
                    </p:blipFill>
                    <p:spPr>
                      <a:xfrm>
                        <a:off x="3627438" y="3698875"/>
                        <a:ext cx="993775" cy="815975"/>
                      </a:xfrm>
                      <a:prstGeom prst="rect">
                        <a:avLst/>
                      </a:prstGeom>
                      <a:noFill/>
                      <a:ln w="9525">
                        <a:noFill/>
                      </a:ln>
                    </p:spPr>
                  </p:pic>
                </p:oleObj>
              </mc:Fallback>
            </mc:AlternateContent>
          </a:graphicData>
        </a:graphic>
      </p:graphicFrame>
      <p:graphicFrame>
        <p:nvGraphicFramePr>
          <p:cNvPr id="237574" name="Object 6"/>
          <p:cNvGraphicFramePr>
            <a:graphicFrameLocks noChangeAspect="1"/>
          </p:cNvGraphicFramePr>
          <p:nvPr/>
        </p:nvGraphicFramePr>
        <p:xfrm>
          <a:off x="5337175" y="3698875"/>
          <a:ext cx="1295400" cy="812800"/>
        </p:xfrm>
        <a:graphic>
          <a:graphicData uri="http://schemas.openxmlformats.org/presentationml/2006/ole">
            <mc:AlternateContent xmlns:mc="http://schemas.openxmlformats.org/markup-compatibility/2006">
              <mc:Choice xmlns:v="urn:schemas-microsoft-com:vml" Requires="v">
                <p:oleObj spid="_x0000_s50182" name="公式" r:id="rId9" imgW="15544800" imgH="9753600" progId="Equation.3">
                  <p:embed/>
                </p:oleObj>
              </mc:Choice>
              <mc:Fallback>
                <p:oleObj name="公式" r:id="rId9" imgW="15544800" imgH="9753600" progId="Equation.3">
                  <p:embed/>
                  <p:pic>
                    <p:nvPicPr>
                      <p:cNvPr id="0" name="Object 6"/>
                      <p:cNvPicPr>
                        <a:picLocks noChangeAspect="1"/>
                      </p:cNvPicPr>
                      <p:nvPr/>
                    </p:nvPicPr>
                    <p:blipFill>
                      <a:blip r:embed="rId10"/>
                      <a:stretch>
                        <a:fillRect/>
                      </a:stretch>
                    </p:blipFill>
                    <p:spPr>
                      <a:xfrm>
                        <a:off x="5337175" y="3698875"/>
                        <a:ext cx="1295400" cy="812800"/>
                      </a:xfrm>
                      <a:prstGeom prst="rect">
                        <a:avLst/>
                      </a:prstGeom>
                      <a:noFill/>
                      <a:ln w="9525">
                        <a:noFill/>
                      </a:ln>
                    </p:spPr>
                  </p:pic>
                </p:oleObj>
              </mc:Fallback>
            </mc:AlternateContent>
          </a:graphicData>
        </a:graphic>
      </p:graphicFrame>
      <p:sp>
        <p:nvSpPr>
          <p:cNvPr id="237575" name="Text Box 7"/>
          <p:cNvSpPr txBox="1">
            <a:spLocks noChangeArrowheads="1"/>
          </p:cNvSpPr>
          <p:nvPr/>
        </p:nvSpPr>
        <p:spPr bwMode="auto">
          <a:xfrm>
            <a:off x="781050" y="381000"/>
            <a:ext cx="8362950" cy="457200"/>
          </a:xfrm>
          <a:prstGeom prst="rect">
            <a:avLst/>
          </a:prstGeom>
          <a:noFill/>
          <a:ln w="9525">
            <a:noFill/>
            <a:miter lim="800000"/>
          </a:ln>
        </p:spPr>
        <p:txBody>
          <a:bodyPr>
            <a:spAutoFit/>
          </a:bodyPr>
          <a:lstStyle/>
          <a:p>
            <a:pPr algn="l"/>
            <a:r>
              <a:rPr lang="zh-CN" altLang="en-US" b="1" i="0">
                <a:solidFill>
                  <a:schemeClr val="bg1"/>
                </a:solidFill>
                <a:latin typeface="宋体" panose="02010600030101010101" pitchFamily="2" charset="-122"/>
              </a:rPr>
              <a:t>用弹簧连接两个木板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1</a:t>
            </a:r>
            <a:r>
              <a:rPr lang="en-US" altLang="zh-CN" b="1">
                <a:solidFill>
                  <a:schemeClr val="bg1"/>
                </a:solidFill>
                <a:latin typeface="Times New Roman" panose="02020603050405020304" pitchFamily="18" charset="0"/>
              </a:rPr>
              <a:t> </a:t>
            </a:r>
            <a:r>
              <a:rPr lang="zh-CN" altLang="en-US" b="1" i="0">
                <a:solidFill>
                  <a:schemeClr val="bg1"/>
                </a:solidFill>
                <a:latin typeface="宋体" panose="02010600030101010101" pitchFamily="2" charset="-122"/>
              </a:rPr>
              <a:t>、</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a:solidFill>
                  <a:srgbClr val="FF6600"/>
                </a:solidFill>
                <a:latin typeface="Times New Roman" panose="02020603050405020304" pitchFamily="18" charset="0"/>
              </a:rPr>
              <a:t> </a:t>
            </a:r>
            <a:r>
              <a:rPr lang="en-US" altLang="zh-CN" b="1">
                <a:solidFill>
                  <a:srgbClr val="FF6600"/>
                </a:solidFill>
                <a:latin typeface="宋体" panose="02010600030101010101" pitchFamily="2" charset="-122"/>
              </a:rPr>
              <a:t> </a:t>
            </a:r>
            <a:r>
              <a:rPr lang="zh-CN" altLang="en-US" b="1" i="0">
                <a:solidFill>
                  <a:schemeClr val="bg1"/>
                </a:solidFill>
                <a:latin typeface="宋体" panose="02010600030101010101" pitchFamily="2" charset="-122"/>
              </a:rPr>
              <a:t>，弹簧压缩 </a:t>
            </a:r>
            <a:r>
              <a:rPr lang="en-US" altLang="zh-CN" b="1">
                <a:solidFill>
                  <a:srgbClr val="FF6600"/>
                </a:solidFill>
                <a:latin typeface="Times New Roman" panose="02020603050405020304" pitchFamily="18" charset="0"/>
              </a:rPr>
              <a:t>x</a:t>
            </a:r>
            <a:r>
              <a:rPr lang="en-US" altLang="zh-CN" b="1" i="0" baseline="-25000">
                <a:solidFill>
                  <a:srgbClr val="FF6600"/>
                </a:solidFill>
                <a:latin typeface="Times New Roman" panose="02020603050405020304" pitchFamily="18" charset="0"/>
              </a:rPr>
              <a:t>0</a:t>
            </a:r>
            <a:r>
              <a:rPr lang="en-US" altLang="zh-CN" b="1">
                <a:solidFill>
                  <a:schemeClr val="bg1"/>
                </a:solidFill>
                <a:latin typeface="宋体" panose="02010600030101010101" pitchFamily="2" charset="-122"/>
              </a:rPr>
              <a:t> </a:t>
            </a:r>
            <a:r>
              <a:rPr lang="zh-CN" altLang="en-US" b="1" i="0">
                <a:solidFill>
                  <a:schemeClr val="bg1"/>
                </a:solidFill>
                <a:latin typeface="宋体" panose="02010600030101010101" pitchFamily="2" charset="-122"/>
              </a:rPr>
              <a:t>。</a:t>
            </a:r>
            <a:endParaRPr lang="zh-CN" altLang="en-US" b="1" i="0">
              <a:solidFill>
                <a:schemeClr val="bg1"/>
              </a:solidFill>
              <a:latin typeface="宋体" panose="02010600030101010101" pitchFamily="2" charset="-122"/>
            </a:endParaRPr>
          </a:p>
        </p:txBody>
      </p:sp>
      <p:sp>
        <p:nvSpPr>
          <p:cNvPr id="237576" name="Line 8"/>
          <p:cNvSpPr>
            <a:spLocks noChangeShapeType="1"/>
          </p:cNvSpPr>
          <p:nvPr/>
        </p:nvSpPr>
        <p:spPr bwMode="auto">
          <a:xfrm>
            <a:off x="1447800" y="2022475"/>
            <a:ext cx="6629400" cy="0"/>
          </a:xfrm>
          <a:prstGeom prst="line">
            <a:avLst/>
          </a:prstGeom>
          <a:noFill/>
          <a:ln w="28575">
            <a:solidFill>
              <a:srgbClr val="0066FF"/>
            </a:solidFill>
            <a:prstDash val="dash"/>
            <a:round/>
          </a:ln>
        </p:spPr>
        <p:txBody>
          <a:bodyPr/>
          <a:lstStyle/>
          <a:p>
            <a:endParaRPr lang="zh-CN" altLang="en-US"/>
          </a:p>
        </p:txBody>
      </p:sp>
      <p:grpSp>
        <p:nvGrpSpPr>
          <p:cNvPr id="2" name="Group 9"/>
          <p:cNvGrpSpPr/>
          <p:nvPr/>
        </p:nvGrpSpPr>
        <p:grpSpPr bwMode="auto">
          <a:xfrm>
            <a:off x="1781175" y="2259013"/>
            <a:ext cx="1585913" cy="1179512"/>
            <a:chOff x="1113" y="1417"/>
            <a:chExt cx="999" cy="743"/>
          </a:xfrm>
        </p:grpSpPr>
        <p:sp>
          <p:nvSpPr>
            <p:cNvPr id="50233" name="Rectangle 10"/>
            <p:cNvSpPr>
              <a:spLocks noChangeArrowheads="1"/>
            </p:cNvSpPr>
            <p:nvPr/>
          </p:nvSpPr>
          <p:spPr bwMode="auto">
            <a:xfrm>
              <a:off x="1113" y="1514"/>
              <a:ext cx="672" cy="96"/>
            </a:xfrm>
            <a:prstGeom prst="rect">
              <a:avLst/>
            </a:prstGeom>
            <a:solidFill>
              <a:srgbClr val="CC0099"/>
            </a:solidFill>
            <a:ln w="9525">
              <a:solidFill>
                <a:srgbClr val="FF99CC"/>
              </a:solidFill>
              <a:miter lim="800000"/>
            </a:ln>
          </p:spPr>
          <p:txBody>
            <a:bodyPr wrap="none" anchor="ctr"/>
            <a:lstStyle/>
            <a:p>
              <a:endParaRPr lang="zh-CN" altLang="en-US"/>
            </a:p>
          </p:txBody>
        </p:sp>
        <p:graphicFrame>
          <p:nvGraphicFramePr>
            <p:cNvPr id="50195" name="Object 11"/>
            <p:cNvGraphicFramePr/>
            <p:nvPr/>
          </p:nvGraphicFramePr>
          <p:xfrm>
            <a:off x="1829" y="1417"/>
            <a:ext cx="247" cy="263"/>
          </p:xfrm>
          <a:graphic>
            <a:graphicData uri="http://schemas.openxmlformats.org/presentationml/2006/ole">
              <mc:AlternateContent xmlns:mc="http://schemas.openxmlformats.org/markup-compatibility/2006">
                <mc:Choice xmlns:v="urn:schemas-microsoft-com:vml" Requires="v">
                  <p:oleObj spid="_x0000_s50195" name="Equation" r:id="rId11" imgW="9448800" imgH="10058400" progId="Equation.3">
                    <p:embed/>
                  </p:oleObj>
                </mc:Choice>
                <mc:Fallback>
                  <p:oleObj name="Equation" r:id="rId11" imgW="9448800" imgH="10058400" progId="Equation.3">
                    <p:embed/>
                    <p:pic>
                      <p:nvPicPr>
                        <p:cNvPr id="0" name="Object 11"/>
                        <p:cNvPicPr/>
                        <p:nvPr/>
                      </p:nvPicPr>
                      <p:blipFill>
                        <a:blip r:embed="rId12"/>
                        <a:stretch>
                          <a:fillRect/>
                        </a:stretch>
                      </p:blipFill>
                      <p:spPr>
                        <a:xfrm>
                          <a:off x="1829" y="1417"/>
                          <a:ext cx="247" cy="263"/>
                        </a:xfrm>
                        <a:prstGeom prst="rect">
                          <a:avLst/>
                        </a:prstGeom>
                        <a:noFill/>
                        <a:ln w="9525">
                          <a:noFill/>
                        </a:ln>
                      </p:spPr>
                    </p:pic>
                  </p:oleObj>
                </mc:Fallback>
              </mc:AlternateContent>
            </a:graphicData>
          </a:graphic>
        </p:graphicFrame>
        <p:sp>
          <p:nvSpPr>
            <p:cNvPr id="50234" name="Rectangle 12"/>
            <p:cNvSpPr>
              <a:spLocks noChangeArrowheads="1"/>
            </p:cNvSpPr>
            <p:nvPr/>
          </p:nvSpPr>
          <p:spPr bwMode="auto">
            <a:xfrm>
              <a:off x="1135" y="1994"/>
              <a:ext cx="672" cy="96"/>
            </a:xfrm>
            <a:prstGeom prst="rect">
              <a:avLst/>
            </a:prstGeom>
            <a:solidFill>
              <a:srgbClr val="FF9933"/>
            </a:solidFill>
            <a:ln w="9525">
              <a:solidFill>
                <a:srgbClr val="FF9933"/>
              </a:solidFill>
              <a:miter lim="800000"/>
            </a:ln>
          </p:spPr>
          <p:txBody>
            <a:bodyPr wrap="none" anchor="ctr"/>
            <a:lstStyle/>
            <a:p>
              <a:endParaRPr lang="zh-CN" altLang="en-US"/>
            </a:p>
          </p:txBody>
        </p:sp>
        <p:graphicFrame>
          <p:nvGraphicFramePr>
            <p:cNvPr id="50196" name="Object 13"/>
            <p:cNvGraphicFramePr/>
            <p:nvPr/>
          </p:nvGraphicFramePr>
          <p:xfrm>
            <a:off x="1888" y="1897"/>
            <a:ext cx="224" cy="263"/>
          </p:xfrm>
          <a:graphic>
            <a:graphicData uri="http://schemas.openxmlformats.org/presentationml/2006/ole">
              <mc:AlternateContent xmlns:mc="http://schemas.openxmlformats.org/markup-compatibility/2006">
                <mc:Choice xmlns:v="urn:schemas-microsoft-com:vml" Requires="v">
                  <p:oleObj spid="_x0000_s50196" name="Equation" r:id="rId13" imgW="8534400" imgH="10058400" progId="Equation.3">
                    <p:embed/>
                  </p:oleObj>
                </mc:Choice>
                <mc:Fallback>
                  <p:oleObj name="Equation" r:id="rId13" imgW="8534400" imgH="10058400" progId="Equation.3">
                    <p:embed/>
                    <p:pic>
                      <p:nvPicPr>
                        <p:cNvPr id="0" name="Object 13"/>
                        <p:cNvPicPr/>
                        <p:nvPr/>
                      </p:nvPicPr>
                      <p:blipFill>
                        <a:blip r:embed="rId14"/>
                        <a:stretch>
                          <a:fillRect/>
                        </a:stretch>
                      </p:blipFill>
                      <p:spPr>
                        <a:xfrm>
                          <a:off x="1888" y="1897"/>
                          <a:ext cx="224" cy="263"/>
                        </a:xfrm>
                        <a:prstGeom prst="rect">
                          <a:avLst/>
                        </a:prstGeom>
                        <a:noFill/>
                        <a:ln w="9525">
                          <a:noFill/>
                        </a:ln>
                      </p:spPr>
                    </p:pic>
                  </p:oleObj>
                </mc:Fallback>
              </mc:AlternateContent>
            </a:graphicData>
          </a:graphic>
        </p:graphicFrame>
        <p:pic>
          <p:nvPicPr>
            <p:cNvPr id="50235" name="Picture 14"/>
            <p:cNvPicPr>
              <a:picLocks noChangeAspect="1" noChangeArrowheads="1"/>
            </p:cNvPicPr>
            <p:nvPr/>
          </p:nvPicPr>
          <p:blipFill>
            <a:blip r:embed="rId15"/>
            <a:srcRect/>
            <a:stretch>
              <a:fillRect/>
            </a:stretch>
          </p:blipFill>
          <p:spPr bwMode="auto">
            <a:xfrm>
              <a:off x="1401" y="1610"/>
              <a:ext cx="94" cy="384"/>
            </a:xfrm>
            <a:prstGeom prst="rect">
              <a:avLst/>
            </a:prstGeom>
            <a:noFill/>
            <a:ln w="9525">
              <a:noFill/>
              <a:miter lim="800000"/>
              <a:headEnd/>
              <a:tailEnd/>
            </a:ln>
          </p:spPr>
        </p:pic>
      </p:grpSp>
      <p:sp>
        <p:nvSpPr>
          <p:cNvPr id="237583" name="Line 15"/>
          <p:cNvSpPr>
            <a:spLocks noChangeShapeType="1"/>
          </p:cNvSpPr>
          <p:nvPr/>
        </p:nvSpPr>
        <p:spPr bwMode="auto">
          <a:xfrm>
            <a:off x="1462088" y="2403475"/>
            <a:ext cx="304800" cy="0"/>
          </a:xfrm>
          <a:prstGeom prst="line">
            <a:avLst/>
          </a:prstGeom>
          <a:noFill/>
          <a:ln w="28575">
            <a:solidFill>
              <a:srgbClr val="0066FF"/>
            </a:solidFill>
            <a:prstDash val="dash"/>
            <a:round/>
          </a:ln>
        </p:spPr>
        <p:txBody>
          <a:bodyPr/>
          <a:lstStyle/>
          <a:p>
            <a:endParaRPr lang="zh-CN" altLang="en-US"/>
          </a:p>
        </p:txBody>
      </p:sp>
      <p:graphicFrame>
        <p:nvGraphicFramePr>
          <p:cNvPr id="237584" name="Object 16"/>
          <p:cNvGraphicFramePr/>
          <p:nvPr/>
        </p:nvGraphicFramePr>
        <p:xfrm>
          <a:off x="1131888" y="2006600"/>
          <a:ext cx="315912" cy="431800"/>
        </p:xfrm>
        <a:graphic>
          <a:graphicData uri="http://schemas.openxmlformats.org/presentationml/2006/ole">
            <mc:AlternateContent xmlns:mc="http://schemas.openxmlformats.org/markup-compatibility/2006">
              <mc:Choice xmlns:v="urn:schemas-microsoft-com:vml" Requires="v">
                <p:oleObj spid="_x0000_s50183" name="Equation" r:id="rId16" imgW="7620000" imgH="10363200" progId="Equation.3">
                  <p:embed/>
                </p:oleObj>
              </mc:Choice>
              <mc:Fallback>
                <p:oleObj name="Equation" r:id="rId16" imgW="7620000" imgH="10363200" progId="Equation.3">
                  <p:embed/>
                  <p:pic>
                    <p:nvPicPr>
                      <p:cNvPr id="0" name="Object 16"/>
                      <p:cNvPicPr/>
                      <p:nvPr/>
                    </p:nvPicPr>
                    <p:blipFill>
                      <a:blip r:embed="rId17"/>
                      <a:stretch>
                        <a:fillRect/>
                      </a:stretch>
                    </p:blipFill>
                    <p:spPr>
                      <a:xfrm>
                        <a:off x="1131888" y="2006600"/>
                        <a:ext cx="315912" cy="431800"/>
                      </a:xfrm>
                      <a:prstGeom prst="rect">
                        <a:avLst/>
                      </a:prstGeom>
                      <a:noFill/>
                      <a:ln w="9525">
                        <a:noFill/>
                      </a:ln>
                    </p:spPr>
                  </p:pic>
                </p:oleObj>
              </mc:Fallback>
            </mc:AlternateContent>
          </a:graphicData>
        </a:graphic>
      </p:graphicFrame>
      <p:sp>
        <p:nvSpPr>
          <p:cNvPr id="237585" name="Line 17"/>
          <p:cNvSpPr>
            <a:spLocks noChangeShapeType="1"/>
          </p:cNvSpPr>
          <p:nvPr/>
        </p:nvSpPr>
        <p:spPr bwMode="auto">
          <a:xfrm>
            <a:off x="1676400" y="2022475"/>
            <a:ext cx="0" cy="381000"/>
          </a:xfrm>
          <a:prstGeom prst="line">
            <a:avLst/>
          </a:prstGeom>
          <a:noFill/>
          <a:ln w="28575">
            <a:solidFill>
              <a:srgbClr val="008000"/>
            </a:solidFill>
            <a:round/>
            <a:headEnd type="triangle" w="med" len="med"/>
            <a:tailEnd type="triangle" w="med" len="med"/>
          </a:ln>
        </p:spPr>
        <p:txBody>
          <a:bodyPr/>
          <a:lstStyle/>
          <a:p>
            <a:endParaRPr lang="zh-CN" altLang="en-US"/>
          </a:p>
        </p:txBody>
      </p:sp>
      <p:grpSp>
        <p:nvGrpSpPr>
          <p:cNvPr id="3" name="Group 18"/>
          <p:cNvGrpSpPr/>
          <p:nvPr/>
        </p:nvGrpSpPr>
        <p:grpSpPr bwMode="auto">
          <a:xfrm>
            <a:off x="4357688" y="2522538"/>
            <a:ext cx="1585912" cy="950912"/>
            <a:chOff x="2745" y="1561"/>
            <a:chExt cx="999" cy="599"/>
          </a:xfrm>
        </p:grpSpPr>
        <p:sp>
          <p:nvSpPr>
            <p:cNvPr id="50230" name="Rectangle 19"/>
            <p:cNvSpPr>
              <a:spLocks noChangeArrowheads="1"/>
            </p:cNvSpPr>
            <p:nvPr/>
          </p:nvSpPr>
          <p:spPr bwMode="auto">
            <a:xfrm>
              <a:off x="2745" y="1663"/>
              <a:ext cx="672" cy="96"/>
            </a:xfrm>
            <a:prstGeom prst="rect">
              <a:avLst/>
            </a:prstGeom>
            <a:solidFill>
              <a:srgbClr val="CC0099"/>
            </a:solidFill>
            <a:ln w="9525">
              <a:solidFill>
                <a:srgbClr val="FF99CC"/>
              </a:solidFill>
              <a:miter lim="800000"/>
            </a:ln>
          </p:spPr>
          <p:txBody>
            <a:bodyPr wrap="none" anchor="ctr"/>
            <a:lstStyle/>
            <a:p>
              <a:endParaRPr lang="zh-CN" altLang="en-US"/>
            </a:p>
          </p:txBody>
        </p:sp>
        <p:graphicFrame>
          <p:nvGraphicFramePr>
            <p:cNvPr id="50193" name="Object 20"/>
            <p:cNvGraphicFramePr/>
            <p:nvPr/>
          </p:nvGraphicFramePr>
          <p:xfrm>
            <a:off x="3497" y="1561"/>
            <a:ext cx="247" cy="263"/>
          </p:xfrm>
          <a:graphic>
            <a:graphicData uri="http://schemas.openxmlformats.org/presentationml/2006/ole">
              <mc:AlternateContent xmlns:mc="http://schemas.openxmlformats.org/markup-compatibility/2006">
                <mc:Choice xmlns:v="urn:schemas-microsoft-com:vml" Requires="v">
                  <p:oleObj spid="_x0000_s50193" name="Equation" r:id="rId18" imgW="9448800" imgH="10058400" progId="Equation.3">
                    <p:embed/>
                  </p:oleObj>
                </mc:Choice>
                <mc:Fallback>
                  <p:oleObj name="Equation" r:id="rId18" imgW="9448800" imgH="10058400" progId="Equation.3">
                    <p:embed/>
                    <p:pic>
                      <p:nvPicPr>
                        <p:cNvPr id="0" name="Object 20"/>
                        <p:cNvPicPr/>
                        <p:nvPr/>
                      </p:nvPicPr>
                      <p:blipFill>
                        <a:blip r:embed="rId12"/>
                        <a:stretch>
                          <a:fillRect/>
                        </a:stretch>
                      </p:blipFill>
                      <p:spPr>
                        <a:xfrm>
                          <a:off x="3497" y="1561"/>
                          <a:ext cx="247" cy="263"/>
                        </a:xfrm>
                        <a:prstGeom prst="rect">
                          <a:avLst/>
                        </a:prstGeom>
                        <a:noFill/>
                        <a:ln w="9525">
                          <a:noFill/>
                        </a:ln>
                      </p:spPr>
                    </p:pic>
                  </p:oleObj>
                </mc:Fallback>
              </mc:AlternateContent>
            </a:graphicData>
          </a:graphic>
        </p:graphicFrame>
        <p:sp>
          <p:nvSpPr>
            <p:cNvPr id="50231" name="Rectangle 21"/>
            <p:cNvSpPr>
              <a:spLocks noChangeArrowheads="1"/>
            </p:cNvSpPr>
            <p:nvPr/>
          </p:nvSpPr>
          <p:spPr bwMode="auto">
            <a:xfrm>
              <a:off x="2767" y="1994"/>
              <a:ext cx="672" cy="96"/>
            </a:xfrm>
            <a:prstGeom prst="rect">
              <a:avLst/>
            </a:prstGeom>
            <a:solidFill>
              <a:srgbClr val="FF9933"/>
            </a:solidFill>
            <a:ln w="9525">
              <a:solidFill>
                <a:srgbClr val="FF9933"/>
              </a:solidFill>
              <a:miter lim="800000"/>
            </a:ln>
          </p:spPr>
          <p:txBody>
            <a:bodyPr wrap="none" anchor="ctr"/>
            <a:lstStyle/>
            <a:p>
              <a:endParaRPr lang="zh-CN" altLang="en-US"/>
            </a:p>
          </p:txBody>
        </p:sp>
        <p:graphicFrame>
          <p:nvGraphicFramePr>
            <p:cNvPr id="50194" name="Object 22"/>
            <p:cNvGraphicFramePr/>
            <p:nvPr/>
          </p:nvGraphicFramePr>
          <p:xfrm>
            <a:off x="3520" y="1897"/>
            <a:ext cx="224" cy="263"/>
          </p:xfrm>
          <a:graphic>
            <a:graphicData uri="http://schemas.openxmlformats.org/presentationml/2006/ole">
              <mc:AlternateContent xmlns:mc="http://schemas.openxmlformats.org/markup-compatibility/2006">
                <mc:Choice xmlns:v="urn:schemas-microsoft-com:vml" Requires="v">
                  <p:oleObj spid="_x0000_s50194" name="Equation" r:id="rId19" imgW="8534400" imgH="10058400" progId="Equation.3">
                    <p:embed/>
                  </p:oleObj>
                </mc:Choice>
                <mc:Fallback>
                  <p:oleObj name="Equation" r:id="rId19" imgW="8534400" imgH="10058400" progId="Equation.3">
                    <p:embed/>
                    <p:pic>
                      <p:nvPicPr>
                        <p:cNvPr id="0" name="Object 22"/>
                        <p:cNvPicPr/>
                        <p:nvPr/>
                      </p:nvPicPr>
                      <p:blipFill>
                        <a:blip r:embed="rId14"/>
                        <a:stretch>
                          <a:fillRect/>
                        </a:stretch>
                      </p:blipFill>
                      <p:spPr>
                        <a:xfrm>
                          <a:off x="3520" y="1897"/>
                          <a:ext cx="224" cy="263"/>
                        </a:xfrm>
                        <a:prstGeom prst="rect">
                          <a:avLst/>
                        </a:prstGeom>
                        <a:noFill/>
                        <a:ln w="9525">
                          <a:noFill/>
                        </a:ln>
                      </p:spPr>
                    </p:pic>
                  </p:oleObj>
                </mc:Fallback>
              </mc:AlternateContent>
            </a:graphicData>
          </a:graphic>
        </p:graphicFrame>
        <p:pic>
          <p:nvPicPr>
            <p:cNvPr id="50232" name="Picture 23"/>
            <p:cNvPicPr>
              <a:picLocks noChangeAspect="1" noChangeArrowheads="1"/>
            </p:cNvPicPr>
            <p:nvPr/>
          </p:nvPicPr>
          <p:blipFill>
            <a:blip r:embed="rId20"/>
            <a:srcRect/>
            <a:stretch>
              <a:fillRect/>
            </a:stretch>
          </p:blipFill>
          <p:spPr bwMode="auto">
            <a:xfrm>
              <a:off x="3061" y="1754"/>
              <a:ext cx="88" cy="240"/>
            </a:xfrm>
            <a:prstGeom prst="rect">
              <a:avLst/>
            </a:prstGeom>
            <a:noFill/>
            <a:ln w="9525">
              <a:noFill/>
              <a:miter lim="800000"/>
              <a:headEnd/>
              <a:tailEnd/>
            </a:ln>
          </p:spPr>
        </p:pic>
      </p:grpSp>
      <p:sp>
        <p:nvSpPr>
          <p:cNvPr id="237592" name="Line 24"/>
          <p:cNvSpPr>
            <a:spLocks noChangeShapeType="1"/>
          </p:cNvSpPr>
          <p:nvPr/>
        </p:nvSpPr>
        <p:spPr bwMode="auto">
          <a:xfrm>
            <a:off x="4899025" y="1798638"/>
            <a:ext cx="0" cy="838200"/>
          </a:xfrm>
          <a:prstGeom prst="line">
            <a:avLst/>
          </a:prstGeom>
          <a:noFill/>
          <a:ln w="38100">
            <a:solidFill>
              <a:srgbClr val="FF0000"/>
            </a:solidFill>
            <a:round/>
            <a:tailEnd type="triangle" w="med" len="lg"/>
          </a:ln>
        </p:spPr>
        <p:txBody>
          <a:bodyPr/>
          <a:lstStyle/>
          <a:p>
            <a:endParaRPr lang="zh-CN" altLang="en-US"/>
          </a:p>
        </p:txBody>
      </p:sp>
      <p:graphicFrame>
        <p:nvGraphicFramePr>
          <p:cNvPr id="237593" name="Object 25"/>
          <p:cNvGraphicFramePr>
            <a:graphicFrameLocks noChangeAspect="1"/>
          </p:cNvGraphicFramePr>
          <p:nvPr/>
        </p:nvGraphicFramePr>
        <p:xfrm>
          <a:off x="4849813" y="1449388"/>
          <a:ext cx="298450" cy="341312"/>
        </p:xfrm>
        <a:graphic>
          <a:graphicData uri="http://schemas.openxmlformats.org/presentationml/2006/ole">
            <mc:AlternateContent xmlns:mc="http://schemas.openxmlformats.org/markup-compatibility/2006">
              <mc:Choice xmlns:v="urn:schemas-microsoft-com:vml" Requires="v">
                <p:oleObj spid="_x0000_s50184" name="公式" r:id="rId21" imgW="3962400" imgH="4572000" progId="Equation.3">
                  <p:embed/>
                </p:oleObj>
              </mc:Choice>
              <mc:Fallback>
                <p:oleObj name="公式" r:id="rId21" imgW="3962400" imgH="4572000" progId="Equation.3">
                  <p:embed/>
                  <p:pic>
                    <p:nvPicPr>
                      <p:cNvPr id="0" name="Object 25"/>
                      <p:cNvPicPr>
                        <a:picLocks noChangeAspect="1"/>
                      </p:cNvPicPr>
                      <p:nvPr/>
                    </p:nvPicPr>
                    <p:blipFill>
                      <a:blip r:embed="rId22"/>
                      <a:stretch>
                        <a:fillRect/>
                      </a:stretch>
                    </p:blipFill>
                    <p:spPr>
                      <a:xfrm>
                        <a:off x="4849813" y="1449388"/>
                        <a:ext cx="298450" cy="341312"/>
                      </a:xfrm>
                      <a:prstGeom prst="rect">
                        <a:avLst/>
                      </a:prstGeom>
                      <a:noFill/>
                      <a:ln w="9525">
                        <a:noFill/>
                      </a:ln>
                    </p:spPr>
                  </p:pic>
                </p:oleObj>
              </mc:Fallback>
            </mc:AlternateContent>
          </a:graphicData>
        </a:graphic>
      </p:graphicFrame>
      <p:sp>
        <p:nvSpPr>
          <p:cNvPr id="237594" name="Line 26"/>
          <p:cNvSpPr>
            <a:spLocks noChangeShapeType="1"/>
          </p:cNvSpPr>
          <p:nvPr/>
        </p:nvSpPr>
        <p:spPr bwMode="auto">
          <a:xfrm>
            <a:off x="3557588" y="2403475"/>
            <a:ext cx="609600" cy="0"/>
          </a:xfrm>
          <a:prstGeom prst="line">
            <a:avLst/>
          </a:prstGeom>
          <a:noFill/>
          <a:ln w="28575">
            <a:solidFill>
              <a:srgbClr val="0066FF"/>
            </a:solidFill>
            <a:prstDash val="dash"/>
            <a:round/>
          </a:ln>
        </p:spPr>
        <p:txBody>
          <a:bodyPr/>
          <a:lstStyle/>
          <a:p>
            <a:endParaRPr lang="zh-CN" altLang="en-US"/>
          </a:p>
        </p:txBody>
      </p:sp>
      <p:sp>
        <p:nvSpPr>
          <p:cNvPr id="237595" name="Line 27"/>
          <p:cNvSpPr>
            <a:spLocks noChangeShapeType="1"/>
          </p:cNvSpPr>
          <p:nvPr/>
        </p:nvSpPr>
        <p:spPr bwMode="auto">
          <a:xfrm>
            <a:off x="3581400" y="2632075"/>
            <a:ext cx="533400" cy="0"/>
          </a:xfrm>
          <a:prstGeom prst="line">
            <a:avLst/>
          </a:prstGeom>
          <a:noFill/>
          <a:ln w="28575">
            <a:solidFill>
              <a:srgbClr val="0066FF"/>
            </a:solidFill>
            <a:prstDash val="dash"/>
            <a:round/>
          </a:ln>
        </p:spPr>
        <p:txBody>
          <a:bodyPr/>
          <a:lstStyle/>
          <a:p>
            <a:endParaRPr lang="zh-CN" altLang="en-US"/>
          </a:p>
        </p:txBody>
      </p:sp>
      <p:grpSp>
        <p:nvGrpSpPr>
          <p:cNvPr id="4" name="Group 28"/>
          <p:cNvGrpSpPr/>
          <p:nvPr/>
        </p:nvGrpSpPr>
        <p:grpSpPr bwMode="auto">
          <a:xfrm>
            <a:off x="3881438" y="2116138"/>
            <a:ext cx="0" cy="803275"/>
            <a:chOff x="2445" y="2411"/>
            <a:chExt cx="0" cy="506"/>
          </a:xfrm>
        </p:grpSpPr>
        <p:sp>
          <p:nvSpPr>
            <p:cNvPr id="50227" name="Line 29"/>
            <p:cNvSpPr>
              <a:spLocks noChangeShapeType="1"/>
            </p:cNvSpPr>
            <p:nvPr/>
          </p:nvSpPr>
          <p:spPr bwMode="auto">
            <a:xfrm>
              <a:off x="2445" y="2411"/>
              <a:ext cx="0" cy="192"/>
            </a:xfrm>
            <a:prstGeom prst="line">
              <a:avLst/>
            </a:prstGeom>
            <a:noFill/>
            <a:ln w="28575">
              <a:solidFill>
                <a:srgbClr val="008000"/>
              </a:solidFill>
              <a:round/>
              <a:tailEnd type="triangle" w="med" len="med"/>
            </a:ln>
          </p:spPr>
          <p:txBody>
            <a:bodyPr/>
            <a:lstStyle/>
            <a:p>
              <a:endParaRPr lang="zh-CN" altLang="en-US"/>
            </a:p>
          </p:txBody>
        </p:sp>
        <p:sp>
          <p:nvSpPr>
            <p:cNvPr id="50228" name="Line 30"/>
            <p:cNvSpPr>
              <a:spLocks noChangeShapeType="1"/>
            </p:cNvSpPr>
            <p:nvPr/>
          </p:nvSpPr>
          <p:spPr bwMode="auto">
            <a:xfrm>
              <a:off x="2445" y="2603"/>
              <a:ext cx="0" cy="144"/>
            </a:xfrm>
            <a:prstGeom prst="line">
              <a:avLst/>
            </a:prstGeom>
            <a:noFill/>
            <a:ln w="9525">
              <a:solidFill>
                <a:srgbClr val="008000"/>
              </a:solidFill>
              <a:round/>
            </a:ln>
          </p:spPr>
          <p:txBody>
            <a:bodyPr/>
            <a:lstStyle/>
            <a:p>
              <a:endParaRPr lang="zh-CN" altLang="en-US"/>
            </a:p>
          </p:txBody>
        </p:sp>
        <p:sp>
          <p:nvSpPr>
            <p:cNvPr id="50229" name="Line 31"/>
            <p:cNvSpPr>
              <a:spLocks noChangeShapeType="1"/>
            </p:cNvSpPr>
            <p:nvPr/>
          </p:nvSpPr>
          <p:spPr bwMode="auto">
            <a:xfrm>
              <a:off x="2445" y="2725"/>
              <a:ext cx="0" cy="192"/>
            </a:xfrm>
            <a:prstGeom prst="line">
              <a:avLst/>
            </a:prstGeom>
            <a:noFill/>
            <a:ln w="28575">
              <a:solidFill>
                <a:srgbClr val="008000"/>
              </a:solidFill>
              <a:round/>
              <a:headEnd type="triangle" w="med" len="med"/>
            </a:ln>
          </p:spPr>
          <p:txBody>
            <a:bodyPr/>
            <a:lstStyle/>
            <a:p>
              <a:endParaRPr lang="zh-CN" altLang="en-US"/>
            </a:p>
          </p:txBody>
        </p:sp>
      </p:grpSp>
      <p:graphicFrame>
        <p:nvGraphicFramePr>
          <p:cNvPr id="237600" name="Object 32"/>
          <p:cNvGraphicFramePr/>
          <p:nvPr/>
        </p:nvGraphicFramePr>
        <p:xfrm>
          <a:off x="4062413" y="2287588"/>
          <a:ext cx="280987" cy="417512"/>
        </p:xfrm>
        <a:graphic>
          <a:graphicData uri="http://schemas.openxmlformats.org/presentationml/2006/ole">
            <mc:AlternateContent xmlns:mc="http://schemas.openxmlformats.org/markup-compatibility/2006">
              <mc:Choice xmlns:v="urn:schemas-microsoft-com:vml" Requires="v">
                <p:oleObj spid="_x0000_s50185" name="Equation" r:id="rId23" imgW="6705600" imgH="10058400" progId="Equation.3">
                  <p:embed/>
                </p:oleObj>
              </mc:Choice>
              <mc:Fallback>
                <p:oleObj name="Equation" r:id="rId23" imgW="6705600" imgH="10058400" progId="Equation.3">
                  <p:embed/>
                  <p:pic>
                    <p:nvPicPr>
                      <p:cNvPr id="0" name="Object 32"/>
                      <p:cNvPicPr/>
                      <p:nvPr/>
                    </p:nvPicPr>
                    <p:blipFill>
                      <a:blip r:embed="rId24"/>
                      <a:stretch>
                        <a:fillRect/>
                      </a:stretch>
                    </p:blipFill>
                    <p:spPr>
                      <a:xfrm>
                        <a:off x="4062413" y="2287588"/>
                        <a:ext cx="280987" cy="417512"/>
                      </a:xfrm>
                      <a:prstGeom prst="rect">
                        <a:avLst/>
                      </a:prstGeom>
                      <a:noFill/>
                      <a:ln w="9525">
                        <a:noFill/>
                      </a:ln>
                    </p:spPr>
                  </p:pic>
                </p:oleObj>
              </mc:Fallback>
            </mc:AlternateContent>
          </a:graphicData>
        </a:graphic>
      </p:graphicFrame>
      <p:grpSp>
        <p:nvGrpSpPr>
          <p:cNvPr id="5" name="Group 33"/>
          <p:cNvGrpSpPr/>
          <p:nvPr/>
        </p:nvGrpSpPr>
        <p:grpSpPr bwMode="auto">
          <a:xfrm>
            <a:off x="6526213" y="1543050"/>
            <a:ext cx="1525587" cy="1930400"/>
            <a:chOff x="4111" y="943"/>
            <a:chExt cx="961" cy="1216"/>
          </a:xfrm>
        </p:grpSpPr>
        <p:sp>
          <p:nvSpPr>
            <p:cNvPr id="50225" name="Rectangle 34"/>
            <p:cNvSpPr>
              <a:spLocks noChangeArrowheads="1"/>
            </p:cNvSpPr>
            <p:nvPr/>
          </p:nvSpPr>
          <p:spPr bwMode="auto">
            <a:xfrm>
              <a:off x="4111" y="1994"/>
              <a:ext cx="672" cy="96"/>
            </a:xfrm>
            <a:prstGeom prst="rect">
              <a:avLst/>
            </a:prstGeom>
            <a:solidFill>
              <a:srgbClr val="FF9933"/>
            </a:solidFill>
            <a:ln w="9525">
              <a:solidFill>
                <a:srgbClr val="FF9933"/>
              </a:solidFill>
              <a:miter lim="800000"/>
            </a:ln>
          </p:spPr>
          <p:txBody>
            <a:bodyPr wrap="none" anchor="ctr"/>
            <a:lstStyle/>
            <a:p>
              <a:endParaRPr lang="zh-CN" altLang="en-US"/>
            </a:p>
          </p:txBody>
        </p:sp>
        <p:graphicFrame>
          <p:nvGraphicFramePr>
            <p:cNvPr id="50192" name="Object 35"/>
            <p:cNvGraphicFramePr/>
            <p:nvPr/>
          </p:nvGraphicFramePr>
          <p:xfrm>
            <a:off x="4848" y="1896"/>
            <a:ext cx="224" cy="263"/>
          </p:xfrm>
          <a:graphic>
            <a:graphicData uri="http://schemas.openxmlformats.org/presentationml/2006/ole">
              <mc:AlternateContent xmlns:mc="http://schemas.openxmlformats.org/markup-compatibility/2006">
                <mc:Choice xmlns:v="urn:schemas-microsoft-com:vml" Requires="v">
                  <p:oleObj spid="_x0000_s50192" name="Equation" r:id="rId25" imgW="8534400" imgH="10058400" progId="Equation.3">
                    <p:embed/>
                  </p:oleObj>
                </mc:Choice>
                <mc:Fallback>
                  <p:oleObj name="Equation" r:id="rId25" imgW="8534400" imgH="10058400" progId="Equation.3">
                    <p:embed/>
                    <p:pic>
                      <p:nvPicPr>
                        <p:cNvPr id="0" name="Object 35"/>
                        <p:cNvPicPr/>
                        <p:nvPr/>
                      </p:nvPicPr>
                      <p:blipFill>
                        <a:blip r:embed="rId14"/>
                        <a:stretch>
                          <a:fillRect/>
                        </a:stretch>
                      </p:blipFill>
                      <p:spPr>
                        <a:xfrm>
                          <a:off x="4848" y="1896"/>
                          <a:ext cx="224" cy="263"/>
                        </a:xfrm>
                        <a:prstGeom prst="rect">
                          <a:avLst/>
                        </a:prstGeom>
                        <a:noFill/>
                        <a:ln w="9525">
                          <a:noFill/>
                        </a:ln>
                      </p:spPr>
                    </p:pic>
                  </p:oleObj>
                </mc:Fallback>
              </mc:AlternateContent>
            </a:graphicData>
          </a:graphic>
        </p:graphicFrame>
        <p:pic>
          <p:nvPicPr>
            <p:cNvPr id="50226" name="Picture 36"/>
            <p:cNvPicPr>
              <a:picLocks noChangeAspect="1" noChangeArrowheads="1"/>
            </p:cNvPicPr>
            <p:nvPr/>
          </p:nvPicPr>
          <p:blipFill>
            <a:blip r:embed="rId26"/>
            <a:srcRect/>
            <a:stretch>
              <a:fillRect/>
            </a:stretch>
          </p:blipFill>
          <p:spPr bwMode="auto">
            <a:xfrm>
              <a:off x="4351" y="943"/>
              <a:ext cx="161" cy="1051"/>
            </a:xfrm>
            <a:prstGeom prst="rect">
              <a:avLst/>
            </a:prstGeom>
            <a:noFill/>
            <a:ln w="9525">
              <a:noFill/>
              <a:miter lim="800000"/>
              <a:headEnd/>
              <a:tailEnd/>
            </a:ln>
          </p:spPr>
        </p:pic>
      </p:grpSp>
      <p:sp>
        <p:nvSpPr>
          <p:cNvPr id="237605" name="Line 37"/>
          <p:cNvSpPr>
            <a:spLocks noChangeShapeType="1"/>
          </p:cNvSpPr>
          <p:nvPr/>
        </p:nvSpPr>
        <p:spPr bwMode="auto">
          <a:xfrm>
            <a:off x="7391400" y="1524000"/>
            <a:ext cx="609600" cy="0"/>
          </a:xfrm>
          <a:prstGeom prst="line">
            <a:avLst/>
          </a:prstGeom>
          <a:noFill/>
          <a:ln w="28575">
            <a:solidFill>
              <a:srgbClr val="0066FF"/>
            </a:solidFill>
            <a:prstDash val="dash"/>
            <a:round/>
          </a:ln>
        </p:spPr>
        <p:txBody>
          <a:bodyPr/>
          <a:lstStyle/>
          <a:p>
            <a:endParaRPr lang="zh-CN" altLang="en-US"/>
          </a:p>
        </p:txBody>
      </p:sp>
      <p:sp>
        <p:nvSpPr>
          <p:cNvPr id="237606" name="Line 38"/>
          <p:cNvSpPr>
            <a:spLocks noChangeShapeType="1"/>
          </p:cNvSpPr>
          <p:nvPr/>
        </p:nvSpPr>
        <p:spPr bwMode="auto">
          <a:xfrm flipH="1">
            <a:off x="7667625" y="1533525"/>
            <a:ext cx="4763" cy="474663"/>
          </a:xfrm>
          <a:prstGeom prst="line">
            <a:avLst/>
          </a:prstGeom>
          <a:noFill/>
          <a:ln w="28575">
            <a:solidFill>
              <a:srgbClr val="008000"/>
            </a:solidFill>
            <a:round/>
            <a:headEnd type="triangle" w="med" len="med"/>
            <a:tailEnd type="triangle" w="med" len="med"/>
          </a:ln>
        </p:spPr>
        <p:txBody>
          <a:bodyPr/>
          <a:lstStyle/>
          <a:p>
            <a:endParaRPr lang="zh-CN" altLang="en-US"/>
          </a:p>
        </p:txBody>
      </p:sp>
      <p:graphicFrame>
        <p:nvGraphicFramePr>
          <p:cNvPr id="237607" name="Object 39"/>
          <p:cNvGraphicFramePr/>
          <p:nvPr/>
        </p:nvGraphicFramePr>
        <p:xfrm>
          <a:off x="7848600" y="1524000"/>
          <a:ext cx="315913" cy="417513"/>
        </p:xfrm>
        <a:graphic>
          <a:graphicData uri="http://schemas.openxmlformats.org/presentationml/2006/ole">
            <mc:AlternateContent xmlns:mc="http://schemas.openxmlformats.org/markup-compatibility/2006">
              <mc:Choice xmlns:v="urn:schemas-microsoft-com:vml" Requires="v">
                <p:oleObj spid="_x0000_s50186" name="Equation" r:id="rId27" imgW="7620000" imgH="10058400" progId="Equation.3">
                  <p:embed/>
                </p:oleObj>
              </mc:Choice>
              <mc:Fallback>
                <p:oleObj name="Equation" r:id="rId27" imgW="7620000" imgH="10058400" progId="Equation.3">
                  <p:embed/>
                  <p:pic>
                    <p:nvPicPr>
                      <p:cNvPr id="0" name="Object 39"/>
                      <p:cNvPicPr/>
                      <p:nvPr/>
                    </p:nvPicPr>
                    <p:blipFill>
                      <a:blip r:embed="rId28"/>
                      <a:stretch>
                        <a:fillRect/>
                      </a:stretch>
                    </p:blipFill>
                    <p:spPr>
                      <a:xfrm>
                        <a:off x="7848600" y="1524000"/>
                        <a:ext cx="315913" cy="417513"/>
                      </a:xfrm>
                      <a:prstGeom prst="rect">
                        <a:avLst/>
                      </a:prstGeom>
                      <a:noFill/>
                      <a:ln w="9525">
                        <a:noFill/>
                      </a:ln>
                    </p:spPr>
                  </p:pic>
                </p:oleObj>
              </mc:Fallback>
            </mc:AlternateContent>
          </a:graphicData>
        </a:graphic>
      </p:graphicFrame>
      <p:sp>
        <p:nvSpPr>
          <p:cNvPr id="237608" name="Text Box 40"/>
          <p:cNvSpPr txBox="1">
            <a:spLocks noChangeArrowheads="1"/>
          </p:cNvSpPr>
          <p:nvPr/>
        </p:nvSpPr>
        <p:spPr bwMode="auto">
          <a:xfrm>
            <a:off x="304800" y="3803650"/>
            <a:ext cx="492125" cy="457200"/>
          </a:xfrm>
          <a:prstGeom prst="rect">
            <a:avLst/>
          </a:prstGeom>
          <a:noFill/>
          <a:ln w="9525">
            <a:noFill/>
            <a:miter lim="800000"/>
          </a:ln>
        </p:spPr>
        <p:txBody>
          <a:bodyPr wrap="none">
            <a:spAutoFit/>
          </a:bodyPr>
          <a:lstStyle/>
          <a:p>
            <a:pPr algn="l"/>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37609" name="Text Box 41"/>
          <p:cNvSpPr txBox="1">
            <a:spLocks noChangeArrowheads="1"/>
          </p:cNvSpPr>
          <p:nvPr/>
        </p:nvSpPr>
        <p:spPr bwMode="auto">
          <a:xfrm>
            <a:off x="657225" y="4598988"/>
            <a:ext cx="6400800"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整个过程只有保守力作功，</a:t>
            </a:r>
            <a:r>
              <a:rPr lang="zh-CN" altLang="en-US" b="1" i="0">
                <a:solidFill>
                  <a:srgbClr val="FF6600"/>
                </a:solidFill>
                <a:latin typeface="Times New Roman" panose="02020603050405020304" pitchFamily="18" charset="0"/>
              </a:rPr>
              <a:t>机械能守恒</a:t>
            </a:r>
            <a:r>
              <a:rPr lang="zh-CN" altLang="en-US" b="1" i="0">
                <a:latin typeface="Times New Roman" panose="02020603050405020304" pitchFamily="18" charset="0"/>
              </a:rPr>
              <a:t>，则</a:t>
            </a:r>
            <a:endParaRPr lang="zh-CN" altLang="en-US" b="1" i="0">
              <a:latin typeface="Times New Roman" panose="02020603050405020304" pitchFamily="18" charset="0"/>
            </a:endParaRPr>
          </a:p>
        </p:txBody>
      </p:sp>
      <p:sp>
        <p:nvSpPr>
          <p:cNvPr id="237611" name="Line 43"/>
          <p:cNvSpPr>
            <a:spLocks noChangeShapeType="1"/>
          </p:cNvSpPr>
          <p:nvPr/>
        </p:nvSpPr>
        <p:spPr bwMode="auto">
          <a:xfrm flipV="1">
            <a:off x="7045325" y="2708275"/>
            <a:ext cx="0" cy="533400"/>
          </a:xfrm>
          <a:prstGeom prst="line">
            <a:avLst/>
          </a:prstGeom>
          <a:noFill/>
          <a:ln w="38100">
            <a:solidFill>
              <a:srgbClr val="FF0000"/>
            </a:solidFill>
            <a:round/>
            <a:tailEnd type="triangle" w="med" len="lg"/>
          </a:ln>
        </p:spPr>
        <p:txBody>
          <a:bodyPr/>
          <a:lstStyle/>
          <a:p>
            <a:endParaRPr lang="zh-CN" altLang="en-US"/>
          </a:p>
        </p:txBody>
      </p:sp>
      <p:sp>
        <p:nvSpPr>
          <p:cNvPr id="237612" name="Line 44"/>
          <p:cNvSpPr>
            <a:spLocks noChangeShapeType="1"/>
          </p:cNvSpPr>
          <p:nvPr/>
        </p:nvSpPr>
        <p:spPr bwMode="auto">
          <a:xfrm>
            <a:off x="2287588" y="2438400"/>
            <a:ext cx="0" cy="457200"/>
          </a:xfrm>
          <a:prstGeom prst="line">
            <a:avLst/>
          </a:prstGeom>
          <a:noFill/>
          <a:ln w="38100">
            <a:solidFill>
              <a:srgbClr val="FF0000"/>
            </a:solidFill>
            <a:round/>
            <a:tailEnd type="triangle" w="med" len="lg"/>
          </a:ln>
        </p:spPr>
        <p:txBody>
          <a:bodyPr/>
          <a:lstStyle/>
          <a:p>
            <a:endParaRPr lang="zh-CN" altLang="en-US"/>
          </a:p>
        </p:txBody>
      </p:sp>
      <p:sp>
        <p:nvSpPr>
          <p:cNvPr id="237613" name="Line 45"/>
          <p:cNvSpPr>
            <a:spLocks noChangeShapeType="1"/>
          </p:cNvSpPr>
          <p:nvPr/>
        </p:nvSpPr>
        <p:spPr bwMode="auto">
          <a:xfrm flipV="1">
            <a:off x="2286000" y="1905000"/>
            <a:ext cx="0" cy="533400"/>
          </a:xfrm>
          <a:prstGeom prst="line">
            <a:avLst/>
          </a:prstGeom>
          <a:noFill/>
          <a:ln w="38100">
            <a:solidFill>
              <a:srgbClr val="008000"/>
            </a:solidFill>
            <a:round/>
            <a:tailEnd type="triangle" w="med" len="lg"/>
          </a:ln>
        </p:spPr>
        <p:txBody>
          <a:bodyPr/>
          <a:lstStyle/>
          <a:p>
            <a:endParaRPr lang="zh-CN" altLang="en-US"/>
          </a:p>
        </p:txBody>
      </p:sp>
      <p:graphicFrame>
        <p:nvGraphicFramePr>
          <p:cNvPr id="237614" name="Object 46"/>
          <p:cNvGraphicFramePr>
            <a:graphicFrameLocks noChangeAspect="1"/>
          </p:cNvGraphicFramePr>
          <p:nvPr/>
        </p:nvGraphicFramePr>
        <p:xfrm>
          <a:off x="2411413" y="2663825"/>
          <a:ext cx="363537" cy="409575"/>
        </p:xfrm>
        <a:graphic>
          <a:graphicData uri="http://schemas.openxmlformats.org/presentationml/2006/ole">
            <mc:AlternateContent xmlns:mc="http://schemas.openxmlformats.org/markup-compatibility/2006">
              <mc:Choice xmlns:v="urn:schemas-microsoft-com:vml" Requires="v">
                <p:oleObj spid="_x0000_s50187" name="公式" r:id="rId29" imgW="4876800" imgH="5486400" progId="Equation.3">
                  <p:embed/>
                </p:oleObj>
              </mc:Choice>
              <mc:Fallback>
                <p:oleObj name="公式" r:id="rId29" imgW="4876800" imgH="5486400" progId="Equation.3">
                  <p:embed/>
                  <p:pic>
                    <p:nvPicPr>
                      <p:cNvPr id="0" name="Object 46"/>
                      <p:cNvPicPr>
                        <a:picLocks noChangeAspect="1"/>
                      </p:cNvPicPr>
                      <p:nvPr/>
                    </p:nvPicPr>
                    <p:blipFill>
                      <a:blip r:embed="rId30"/>
                      <a:stretch>
                        <a:fillRect/>
                      </a:stretch>
                    </p:blipFill>
                    <p:spPr>
                      <a:xfrm>
                        <a:off x="2411413" y="2663825"/>
                        <a:ext cx="363537" cy="409575"/>
                      </a:xfrm>
                      <a:prstGeom prst="rect">
                        <a:avLst/>
                      </a:prstGeom>
                      <a:noFill/>
                      <a:ln w="9525">
                        <a:noFill/>
                      </a:ln>
                    </p:spPr>
                  </p:pic>
                </p:oleObj>
              </mc:Fallback>
            </mc:AlternateContent>
          </a:graphicData>
        </a:graphic>
      </p:graphicFrame>
      <p:graphicFrame>
        <p:nvGraphicFramePr>
          <p:cNvPr id="237615" name="Object 47"/>
          <p:cNvGraphicFramePr>
            <a:graphicFrameLocks noChangeAspect="1"/>
          </p:cNvGraphicFramePr>
          <p:nvPr/>
        </p:nvGraphicFramePr>
        <p:xfrm>
          <a:off x="2219325" y="1530350"/>
          <a:ext cx="341313" cy="409575"/>
        </p:xfrm>
        <a:graphic>
          <a:graphicData uri="http://schemas.openxmlformats.org/presentationml/2006/ole">
            <mc:AlternateContent xmlns:mc="http://schemas.openxmlformats.org/markup-compatibility/2006">
              <mc:Choice xmlns:v="urn:schemas-microsoft-com:vml" Requires="v">
                <p:oleObj spid="_x0000_s50188" name="公式" r:id="rId31" imgW="4572000" imgH="5486400" progId="Equation.3">
                  <p:embed/>
                </p:oleObj>
              </mc:Choice>
              <mc:Fallback>
                <p:oleObj name="公式" r:id="rId31" imgW="4572000" imgH="5486400" progId="Equation.3">
                  <p:embed/>
                  <p:pic>
                    <p:nvPicPr>
                      <p:cNvPr id="0" name="Object 47"/>
                      <p:cNvPicPr>
                        <a:picLocks noChangeAspect="1"/>
                      </p:cNvPicPr>
                      <p:nvPr/>
                    </p:nvPicPr>
                    <p:blipFill>
                      <a:blip r:embed="rId32"/>
                      <a:stretch>
                        <a:fillRect/>
                      </a:stretch>
                    </p:blipFill>
                    <p:spPr>
                      <a:xfrm>
                        <a:off x="2219325" y="1530350"/>
                        <a:ext cx="341313" cy="409575"/>
                      </a:xfrm>
                      <a:prstGeom prst="rect">
                        <a:avLst/>
                      </a:prstGeom>
                      <a:noFill/>
                      <a:ln w="9525">
                        <a:noFill/>
                      </a:ln>
                    </p:spPr>
                  </p:pic>
                </p:oleObj>
              </mc:Fallback>
            </mc:AlternateContent>
          </a:graphicData>
        </a:graphic>
      </p:graphicFrame>
      <p:graphicFrame>
        <p:nvGraphicFramePr>
          <p:cNvPr id="237616" name="Object 48"/>
          <p:cNvGraphicFramePr>
            <a:graphicFrameLocks noChangeAspect="1"/>
          </p:cNvGraphicFramePr>
          <p:nvPr/>
        </p:nvGraphicFramePr>
        <p:xfrm>
          <a:off x="7272338" y="2619375"/>
          <a:ext cx="320675" cy="411163"/>
        </p:xfrm>
        <a:graphic>
          <a:graphicData uri="http://schemas.openxmlformats.org/presentationml/2006/ole">
            <mc:AlternateContent xmlns:mc="http://schemas.openxmlformats.org/markup-compatibility/2006">
              <mc:Choice xmlns:v="urn:schemas-microsoft-com:vml" Requires="v">
                <p:oleObj spid="_x0000_s50189" name="公式" r:id="rId33" imgW="4267200" imgH="5486400" progId="Equation.3">
                  <p:embed/>
                </p:oleObj>
              </mc:Choice>
              <mc:Fallback>
                <p:oleObj name="公式" r:id="rId33" imgW="4267200" imgH="5486400" progId="Equation.3">
                  <p:embed/>
                  <p:pic>
                    <p:nvPicPr>
                      <p:cNvPr id="0" name="Object 48"/>
                      <p:cNvPicPr>
                        <a:picLocks noChangeAspect="1"/>
                      </p:cNvPicPr>
                      <p:nvPr/>
                    </p:nvPicPr>
                    <p:blipFill>
                      <a:blip r:embed="rId34"/>
                      <a:stretch>
                        <a:fillRect/>
                      </a:stretch>
                    </p:blipFill>
                    <p:spPr>
                      <a:xfrm>
                        <a:off x="7272338" y="2619375"/>
                        <a:ext cx="320675" cy="411163"/>
                      </a:xfrm>
                      <a:prstGeom prst="rect">
                        <a:avLst/>
                      </a:prstGeom>
                      <a:noFill/>
                      <a:ln w="9525">
                        <a:noFill/>
                      </a:ln>
                    </p:spPr>
                  </p:pic>
                </p:oleObj>
              </mc:Fallback>
            </mc:AlternateContent>
          </a:graphicData>
        </a:graphic>
      </p:graphicFrame>
      <p:graphicFrame>
        <p:nvGraphicFramePr>
          <p:cNvPr id="237617" name="Object 49"/>
          <p:cNvGraphicFramePr>
            <a:graphicFrameLocks noChangeAspect="1"/>
          </p:cNvGraphicFramePr>
          <p:nvPr/>
        </p:nvGraphicFramePr>
        <p:xfrm>
          <a:off x="7137400" y="3605213"/>
          <a:ext cx="341313" cy="409575"/>
        </p:xfrm>
        <a:graphic>
          <a:graphicData uri="http://schemas.openxmlformats.org/presentationml/2006/ole">
            <mc:AlternateContent xmlns:mc="http://schemas.openxmlformats.org/markup-compatibility/2006">
              <mc:Choice xmlns:v="urn:schemas-microsoft-com:vml" Requires="v">
                <p:oleObj spid="_x0000_s50190" name="公式" r:id="rId35" imgW="4572000" imgH="5486400" progId="Equation.3">
                  <p:embed/>
                </p:oleObj>
              </mc:Choice>
              <mc:Fallback>
                <p:oleObj name="公式" r:id="rId35" imgW="4572000" imgH="5486400" progId="Equation.3">
                  <p:embed/>
                  <p:pic>
                    <p:nvPicPr>
                      <p:cNvPr id="0" name="Object 49"/>
                      <p:cNvPicPr>
                        <a:picLocks noChangeAspect="1"/>
                      </p:cNvPicPr>
                      <p:nvPr/>
                    </p:nvPicPr>
                    <p:blipFill>
                      <a:blip r:embed="rId36"/>
                      <a:stretch>
                        <a:fillRect/>
                      </a:stretch>
                    </p:blipFill>
                    <p:spPr>
                      <a:xfrm>
                        <a:off x="7137400" y="3605213"/>
                        <a:ext cx="341313" cy="409575"/>
                      </a:xfrm>
                      <a:prstGeom prst="rect">
                        <a:avLst/>
                      </a:prstGeom>
                      <a:noFill/>
                      <a:ln w="9525">
                        <a:noFill/>
                      </a:ln>
                    </p:spPr>
                  </p:pic>
                </p:oleObj>
              </mc:Fallback>
            </mc:AlternateContent>
          </a:graphicData>
        </a:graphic>
      </p:graphicFrame>
      <p:sp>
        <p:nvSpPr>
          <p:cNvPr id="237618" name="Rectangle 50"/>
          <p:cNvSpPr>
            <a:spLocks noChangeArrowheads="1"/>
          </p:cNvSpPr>
          <p:nvPr/>
        </p:nvSpPr>
        <p:spPr bwMode="auto">
          <a:xfrm>
            <a:off x="293688" y="360363"/>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37619" name="Rectangle 51"/>
          <p:cNvSpPr>
            <a:spLocks noChangeArrowheads="1"/>
          </p:cNvSpPr>
          <p:nvPr/>
        </p:nvSpPr>
        <p:spPr bwMode="auto">
          <a:xfrm>
            <a:off x="781050" y="896938"/>
            <a:ext cx="7162800" cy="457200"/>
          </a:xfrm>
          <a:prstGeom prst="rect">
            <a:avLst/>
          </a:prstGeom>
          <a:noFill/>
          <a:ln w="9525">
            <a:noFill/>
            <a:miter lim="800000"/>
          </a:ln>
        </p:spPr>
        <p:txBody>
          <a:bodyPr>
            <a:spAutoFit/>
          </a:bodyPr>
          <a:lstStyle/>
          <a:p>
            <a:pPr algn="l">
              <a:spcBef>
                <a:spcPct val="50000"/>
              </a:spcBef>
            </a:pPr>
            <a:r>
              <a:rPr lang="zh-CN" altLang="en-US" b="1" i="0">
                <a:solidFill>
                  <a:schemeClr val="bg1"/>
                </a:solidFill>
                <a:latin typeface="宋体" panose="02010600030101010101" pitchFamily="2" charset="-122"/>
              </a:rPr>
              <a:t>给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a:solidFill>
                  <a:srgbClr val="FF6600"/>
                </a:solidFill>
                <a:latin typeface="Times New Roman" panose="02020603050405020304" pitchFamily="18" charset="0"/>
              </a:rPr>
              <a:t> </a:t>
            </a:r>
            <a:r>
              <a:rPr lang="zh-CN" altLang="en-US" b="1" i="0">
                <a:solidFill>
                  <a:schemeClr val="bg1"/>
                </a:solidFill>
                <a:latin typeface="宋体" panose="02010600030101010101" pitchFamily="2" charset="-122"/>
              </a:rPr>
              <a:t>上加多大的压力能使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1</a:t>
            </a:r>
            <a:r>
              <a:rPr lang="en-US" altLang="zh-CN" b="1">
                <a:solidFill>
                  <a:srgbClr val="FF6600"/>
                </a:solidFill>
                <a:latin typeface="宋体" panose="02010600030101010101" pitchFamily="2" charset="-122"/>
              </a:rPr>
              <a:t> </a:t>
            </a:r>
            <a:r>
              <a:rPr lang="zh-CN" altLang="en-US" b="1" i="0">
                <a:solidFill>
                  <a:schemeClr val="bg1"/>
                </a:solidFill>
                <a:latin typeface="宋体" panose="02010600030101010101" pitchFamily="2" charset="-122"/>
              </a:rPr>
              <a:t>离开桌面？</a:t>
            </a:r>
            <a:endParaRPr lang="zh-CN" altLang="en-US" b="1" i="0">
              <a:solidFill>
                <a:schemeClr val="bg1"/>
              </a:solidFill>
              <a:latin typeface="宋体" panose="02010600030101010101" pitchFamily="2" charset="-122"/>
            </a:endParaRPr>
          </a:p>
        </p:txBody>
      </p:sp>
      <p:sp>
        <p:nvSpPr>
          <p:cNvPr id="237620" name="Text Box 52"/>
          <p:cNvSpPr txBox="1">
            <a:spLocks noChangeArrowheads="1"/>
          </p:cNvSpPr>
          <p:nvPr/>
        </p:nvSpPr>
        <p:spPr bwMode="auto">
          <a:xfrm>
            <a:off x="252413" y="879475"/>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grpSp>
        <p:nvGrpSpPr>
          <p:cNvPr id="6" name="Group 53"/>
          <p:cNvGrpSpPr/>
          <p:nvPr/>
        </p:nvGrpSpPr>
        <p:grpSpPr bwMode="auto">
          <a:xfrm>
            <a:off x="6011863" y="1314450"/>
            <a:ext cx="1471612" cy="417513"/>
            <a:chOff x="3787" y="828"/>
            <a:chExt cx="927" cy="263"/>
          </a:xfrm>
        </p:grpSpPr>
        <p:sp>
          <p:nvSpPr>
            <p:cNvPr id="50224" name="Rectangle 54"/>
            <p:cNvSpPr>
              <a:spLocks noChangeArrowheads="1"/>
            </p:cNvSpPr>
            <p:nvPr/>
          </p:nvSpPr>
          <p:spPr bwMode="auto">
            <a:xfrm>
              <a:off x="4042" y="941"/>
              <a:ext cx="672" cy="96"/>
            </a:xfrm>
            <a:prstGeom prst="rect">
              <a:avLst/>
            </a:prstGeom>
            <a:solidFill>
              <a:srgbClr val="CC0099"/>
            </a:solidFill>
            <a:ln w="9525">
              <a:solidFill>
                <a:srgbClr val="FF99CC"/>
              </a:solidFill>
              <a:miter lim="800000"/>
            </a:ln>
          </p:spPr>
          <p:txBody>
            <a:bodyPr wrap="none" anchor="ctr"/>
            <a:lstStyle/>
            <a:p>
              <a:endParaRPr lang="zh-CN" altLang="en-US"/>
            </a:p>
          </p:txBody>
        </p:sp>
        <p:graphicFrame>
          <p:nvGraphicFramePr>
            <p:cNvPr id="50191" name="Object 55"/>
            <p:cNvGraphicFramePr/>
            <p:nvPr/>
          </p:nvGraphicFramePr>
          <p:xfrm>
            <a:off x="3787" y="828"/>
            <a:ext cx="247" cy="263"/>
          </p:xfrm>
          <a:graphic>
            <a:graphicData uri="http://schemas.openxmlformats.org/presentationml/2006/ole">
              <mc:AlternateContent xmlns:mc="http://schemas.openxmlformats.org/markup-compatibility/2006">
                <mc:Choice xmlns:v="urn:schemas-microsoft-com:vml" Requires="v">
                  <p:oleObj spid="_x0000_s50191" name="Equation" r:id="rId37" imgW="9448800" imgH="10058400" progId="Equation.3">
                    <p:embed/>
                  </p:oleObj>
                </mc:Choice>
                <mc:Fallback>
                  <p:oleObj name="Equation" r:id="rId37" imgW="9448800" imgH="10058400" progId="Equation.3">
                    <p:embed/>
                    <p:pic>
                      <p:nvPicPr>
                        <p:cNvPr id="0" name="Object 55"/>
                        <p:cNvPicPr/>
                        <p:nvPr/>
                      </p:nvPicPr>
                      <p:blipFill>
                        <a:blip r:embed="rId12"/>
                        <a:stretch>
                          <a:fillRect/>
                        </a:stretch>
                      </p:blipFill>
                      <p:spPr>
                        <a:xfrm>
                          <a:off x="3787" y="828"/>
                          <a:ext cx="247" cy="263"/>
                        </a:xfrm>
                        <a:prstGeom prst="rect">
                          <a:avLst/>
                        </a:prstGeom>
                        <a:noFill/>
                        <a:ln w="9525">
                          <a:noFill/>
                        </a:ln>
                      </p:spPr>
                    </p:pic>
                  </p:oleObj>
                </mc:Fallback>
              </mc:AlternateContent>
            </a:graphicData>
          </a:graphic>
        </p:graphicFrame>
      </p:grpSp>
      <p:sp>
        <p:nvSpPr>
          <p:cNvPr id="237624" name="Line 56"/>
          <p:cNvSpPr>
            <a:spLocks noChangeShapeType="1"/>
          </p:cNvSpPr>
          <p:nvPr/>
        </p:nvSpPr>
        <p:spPr bwMode="auto">
          <a:xfrm>
            <a:off x="5427663" y="2663825"/>
            <a:ext cx="2700337" cy="44450"/>
          </a:xfrm>
          <a:prstGeom prst="line">
            <a:avLst/>
          </a:prstGeom>
          <a:noFill/>
          <a:ln w="19050">
            <a:solidFill>
              <a:schemeClr val="accent2"/>
            </a:solidFill>
            <a:prstDash val="dash"/>
            <a:round/>
          </a:ln>
        </p:spPr>
        <p:txBody>
          <a:bodyPr wrap="none" anchor="ctr"/>
          <a:lstStyle/>
          <a:p>
            <a:endParaRPr lang="zh-CN" altLang="en-US"/>
          </a:p>
        </p:txBody>
      </p:sp>
      <p:sp>
        <p:nvSpPr>
          <p:cNvPr id="237625" name="Rectangle 57" descr="栎木"/>
          <p:cNvSpPr>
            <a:spLocks noChangeArrowheads="1"/>
          </p:cNvSpPr>
          <p:nvPr/>
        </p:nvSpPr>
        <p:spPr bwMode="auto">
          <a:xfrm>
            <a:off x="1241425" y="3338513"/>
            <a:ext cx="6975475" cy="179387"/>
          </a:xfrm>
          <a:prstGeom prst="rect">
            <a:avLst/>
          </a:prstGeom>
          <a:blipFill dpi="0" rotWithShape="1">
            <a:blip r:embed="rId38"/>
            <a:srcRect/>
            <a:tile tx="0" ty="0" sx="100000" sy="100000" flip="none" algn="tl"/>
          </a:blipFill>
          <a:ln w="9525">
            <a:solidFill>
              <a:schemeClr val="tx1"/>
            </a:solidFill>
            <a:miter lim="800000"/>
          </a:ln>
        </p:spPr>
        <p:txBody>
          <a:bodyPr wrap="none" anchor="ctr"/>
          <a:lstStyle/>
          <a:p>
            <a:endParaRPr lang="zh-CN" altLang="en-US"/>
          </a:p>
        </p:txBody>
      </p:sp>
      <p:sp>
        <p:nvSpPr>
          <p:cNvPr id="237626" name="Line 58"/>
          <p:cNvSpPr>
            <a:spLocks noChangeShapeType="1"/>
          </p:cNvSpPr>
          <p:nvPr/>
        </p:nvSpPr>
        <p:spPr bwMode="auto">
          <a:xfrm flipH="1" flipV="1">
            <a:off x="836613" y="3294063"/>
            <a:ext cx="404812" cy="134937"/>
          </a:xfrm>
          <a:prstGeom prst="line">
            <a:avLst/>
          </a:prstGeom>
          <a:noFill/>
          <a:ln w="9525">
            <a:solidFill>
              <a:schemeClr val="tx1"/>
            </a:solidFill>
            <a:round/>
            <a:tailEnd type="triangle" w="med" len="med"/>
          </a:ln>
        </p:spPr>
        <p:txBody>
          <a:bodyPr/>
          <a:lstStyle/>
          <a:p>
            <a:endParaRPr lang="zh-CN" altLang="en-US"/>
          </a:p>
        </p:txBody>
      </p:sp>
      <p:sp>
        <p:nvSpPr>
          <p:cNvPr id="237627" name="Text Box 59"/>
          <p:cNvSpPr txBox="1">
            <a:spLocks noChangeArrowheads="1"/>
          </p:cNvSpPr>
          <p:nvPr/>
        </p:nvSpPr>
        <p:spPr bwMode="auto">
          <a:xfrm>
            <a:off x="341313" y="2843213"/>
            <a:ext cx="765175" cy="396875"/>
          </a:xfrm>
          <a:prstGeom prst="rect">
            <a:avLst/>
          </a:prstGeom>
          <a:solidFill>
            <a:srgbClr val="FFCC00"/>
          </a:solidFill>
          <a:ln w="9525">
            <a:noFill/>
            <a:miter lim="800000"/>
          </a:ln>
          <a:effectLst/>
        </p:spPr>
        <p:txBody>
          <a:bodyPr>
            <a:spAutoFit/>
          </a:bodyPr>
          <a:lstStyle/>
          <a:p>
            <a:pPr>
              <a:spcBef>
                <a:spcPct val="50000"/>
              </a:spcBef>
              <a:defRPr/>
            </a:pPr>
            <a:r>
              <a:rPr lang="zh-CN" altLang="en-US" sz="2000" b="1" i="0">
                <a:effectLst>
                  <a:outerShdw blurRad="38100" dist="38100" dir="2700000" algn="tl">
                    <a:srgbClr val="FFFFFF"/>
                  </a:outerShdw>
                </a:effectLst>
              </a:rPr>
              <a:t>桌面</a:t>
            </a:r>
            <a:endParaRPr lang="zh-CN" altLang="en-US" sz="2000" b="1" i="0">
              <a:effectLst>
                <a:outerShdw blurRad="38100" dist="38100" dir="2700000" algn="tl">
                  <a:srgbClr val="FFFFFF"/>
                </a:outerShdw>
              </a:effectLst>
            </a:endParaRPr>
          </a:p>
        </p:txBody>
      </p:sp>
      <p:sp>
        <p:nvSpPr>
          <p:cNvPr id="237610" name="Line 42"/>
          <p:cNvSpPr>
            <a:spLocks noChangeShapeType="1"/>
          </p:cNvSpPr>
          <p:nvPr/>
        </p:nvSpPr>
        <p:spPr bwMode="auto">
          <a:xfrm>
            <a:off x="7046913" y="3241675"/>
            <a:ext cx="0" cy="682625"/>
          </a:xfrm>
          <a:prstGeom prst="line">
            <a:avLst/>
          </a:prstGeom>
          <a:noFill/>
          <a:ln w="57150">
            <a:solidFill>
              <a:srgbClr val="FF0000"/>
            </a:solidFill>
            <a:round/>
            <a:tailEnd type="triangle" w="med" len="lg"/>
          </a:ln>
        </p:spPr>
        <p:txBody>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376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237575"/>
                                        </p:tgtEl>
                                        <p:attrNameLst>
                                          <p:attrName>style.visibility</p:attrName>
                                        </p:attrNameLst>
                                      </p:cBhvr>
                                      <p:to>
                                        <p:strVal val="visible"/>
                                      </p:to>
                                    </p:set>
                                    <p:animEffect transition="in" filter="wipe(left)">
                                      <p:cBhvr>
                                        <p:cTn id="11" dur="500"/>
                                        <p:tgtEl>
                                          <p:spTgt spid="237575"/>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37625"/>
                                        </p:tgtEl>
                                        <p:attrNameLst>
                                          <p:attrName>style.visibility</p:attrName>
                                        </p:attrNameLst>
                                      </p:cBhvr>
                                      <p:to>
                                        <p:strVal val="visible"/>
                                      </p:to>
                                    </p:set>
                                    <p:animEffect transition="in" filter="checkerboard(across)">
                                      <p:cBhvr>
                                        <p:cTn id="16" dur="500"/>
                                        <p:tgtEl>
                                          <p:spTgt spid="23762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37627"/>
                                        </p:tgtEl>
                                        <p:attrNameLst>
                                          <p:attrName>style.visibility</p:attrName>
                                        </p:attrNameLst>
                                      </p:cBhvr>
                                      <p:to>
                                        <p:strVal val="visible"/>
                                      </p:to>
                                    </p:set>
                                    <p:animEffect transition="in" filter="checkerboard(across)">
                                      <p:cBhvr>
                                        <p:cTn id="19" dur="500"/>
                                        <p:tgtEl>
                                          <p:spTgt spid="23762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37626"/>
                                        </p:tgtEl>
                                        <p:attrNameLst>
                                          <p:attrName>style.visibility</p:attrName>
                                        </p:attrNameLst>
                                      </p:cBhvr>
                                      <p:to>
                                        <p:strVal val="visible"/>
                                      </p:to>
                                    </p:set>
                                    <p:animEffect transition="in" filter="checkerboard(across)">
                                      <p:cBhvr>
                                        <p:cTn id="22" dur="500"/>
                                        <p:tgtEl>
                                          <p:spTgt spid="23762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237576"/>
                                        </p:tgtEl>
                                        <p:attrNameLst>
                                          <p:attrName>style.visibility</p:attrName>
                                        </p:attrNameLst>
                                      </p:cBhvr>
                                      <p:to>
                                        <p:strVal val="visible"/>
                                      </p:to>
                                    </p:set>
                                    <p:animEffect transition="in" filter="dissolve">
                                      <p:cBhvr>
                                        <p:cTn id="31" dur="500"/>
                                        <p:tgtEl>
                                          <p:spTgt spid="237576"/>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237583"/>
                                        </p:tgtEl>
                                        <p:attrNameLst>
                                          <p:attrName>style.visibility</p:attrName>
                                        </p:attrNameLst>
                                      </p:cBhvr>
                                      <p:to>
                                        <p:strVal val="visible"/>
                                      </p:to>
                                    </p:set>
                                    <p:animEffect transition="in" filter="dissolve">
                                      <p:cBhvr>
                                        <p:cTn id="36" dur="500"/>
                                        <p:tgtEl>
                                          <p:spTgt spid="237583"/>
                                        </p:tgtEl>
                                      </p:cBhvr>
                                    </p:animEffect>
                                  </p:childTnLst>
                                </p:cTn>
                              </p:par>
                            </p:childTnLst>
                          </p:cTn>
                        </p:par>
                        <p:par>
                          <p:cTn id="37" fill="hold">
                            <p:stCondLst>
                              <p:cond delay="500"/>
                            </p:stCondLst>
                            <p:childTnLst>
                              <p:par>
                                <p:cTn id="38" presetID="16" presetClass="entr" presetSubtype="42" fill="hold" grpId="0" nodeType="afterEffect">
                                  <p:stCondLst>
                                    <p:cond delay="0"/>
                                  </p:stCondLst>
                                  <p:childTnLst>
                                    <p:set>
                                      <p:cBhvr>
                                        <p:cTn id="39" dur="1" fill="hold">
                                          <p:stCondLst>
                                            <p:cond delay="0"/>
                                          </p:stCondLst>
                                        </p:cTn>
                                        <p:tgtEl>
                                          <p:spTgt spid="237585"/>
                                        </p:tgtEl>
                                        <p:attrNameLst>
                                          <p:attrName>style.visibility</p:attrName>
                                        </p:attrNameLst>
                                      </p:cBhvr>
                                      <p:to>
                                        <p:strVal val="visible"/>
                                      </p:to>
                                    </p:set>
                                    <p:animEffect transition="in" filter="barn(outHorizontal)">
                                      <p:cBhvr>
                                        <p:cTn id="40" dur="500"/>
                                        <p:tgtEl>
                                          <p:spTgt spid="237585"/>
                                        </p:tgtEl>
                                      </p:cBhvr>
                                    </p:animEffect>
                                  </p:childTnLst>
                                </p:cTn>
                              </p:par>
                            </p:childTnLst>
                          </p:cTn>
                        </p:par>
                        <p:par>
                          <p:cTn id="41" fill="hold">
                            <p:stCondLst>
                              <p:cond delay="1000"/>
                            </p:stCondLst>
                            <p:childTnLst>
                              <p:par>
                                <p:cTn id="42" presetID="1" presetClass="entr" presetSubtype="0" fill="hold" nodeType="afterEffect">
                                  <p:stCondLst>
                                    <p:cond delay="0"/>
                                  </p:stCondLst>
                                  <p:childTnLst>
                                    <p:set>
                                      <p:cBhvr>
                                        <p:cTn id="43" dur="1" fill="hold">
                                          <p:stCondLst>
                                            <p:cond delay="499"/>
                                          </p:stCondLst>
                                        </p:cTn>
                                        <p:tgtEl>
                                          <p:spTgt spid="23758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499"/>
                                          </p:stCondLst>
                                        </p:cTn>
                                        <p:tgtEl>
                                          <p:spTgt spid="23762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7619"/>
                                        </p:tgtEl>
                                        <p:attrNameLst>
                                          <p:attrName>style.visibility</p:attrName>
                                        </p:attrNameLst>
                                      </p:cBhvr>
                                      <p:to>
                                        <p:strVal val="visible"/>
                                      </p:to>
                                    </p:set>
                                    <p:animEffect transition="in" filter="wipe(left)">
                                      <p:cBhvr>
                                        <p:cTn id="52" dur="500"/>
                                        <p:tgtEl>
                                          <p:spTgt spid="23761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3"/>
                                        </p:tgtEl>
                                        <p:attrNameLst>
                                          <p:attrName>style.visibility</p:attrName>
                                        </p:attrNameLst>
                                      </p:cBhvr>
                                      <p:to>
                                        <p:strVal val="visible"/>
                                      </p:to>
                                    </p:set>
                                  </p:childTnLst>
                                </p:cTn>
                              </p:par>
                            </p:childTnLst>
                          </p:cTn>
                        </p:par>
                        <p:par>
                          <p:cTn id="57" fill="hold">
                            <p:stCondLst>
                              <p:cond delay="500"/>
                            </p:stCondLst>
                            <p:childTnLst>
                              <p:par>
                                <p:cTn id="58" presetID="22" presetClass="entr" presetSubtype="1" fill="hold" grpId="0" nodeType="afterEffect">
                                  <p:stCondLst>
                                    <p:cond delay="0"/>
                                  </p:stCondLst>
                                  <p:childTnLst>
                                    <p:set>
                                      <p:cBhvr>
                                        <p:cTn id="59" dur="1" fill="hold">
                                          <p:stCondLst>
                                            <p:cond delay="0"/>
                                          </p:stCondLst>
                                        </p:cTn>
                                        <p:tgtEl>
                                          <p:spTgt spid="237592"/>
                                        </p:tgtEl>
                                        <p:attrNameLst>
                                          <p:attrName>style.visibility</p:attrName>
                                        </p:attrNameLst>
                                      </p:cBhvr>
                                      <p:to>
                                        <p:strVal val="visible"/>
                                      </p:to>
                                    </p:set>
                                    <p:animEffect transition="in" filter="wipe(up)">
                                      <p:cBhvr>
                                        <p:cTn id="60" dur="500"/>
                                        <p:tgtEl>
                                          <p:spTgt spid="237592"/>
                                        </p:tgtEl>
                                      </p:cBhvr>
                                    </p:animEffect>
                                  </p:childTnLst>
                                </p:cTn>
                              </p:par>
                            </p:childTnLst>
                          </p:cTn>
                        </p:par>
                        <p:par>
                          <p:cTn id="61" fill="hold">
                            <p:stCondLst>
                              <p:cond delay="1000"/>
                            </p:stCondLst>
                            <p:childTnLst>
                              <p:par>
                                <p:cTn id="62" presetID="1" presetClass="entr" presetSubtype="0" fill="hold" nodeType="afterEffect">
                                  <p:stCondLst>
                                    <p:cond delay="0"/>
                                  </p:stCondLst>
                                  <p:childTnLst>
                                    <p:set>
                                      <p:cBhvr>
                                        <p:cTn id="63" dur="1" fill="hold">
                                          <p:stCondLst>
                                            <p:cond delay="499"/>
                                          </p:stCondLst>
                                        </p:cTn>
                                        <p:tgtEl>
                                          <p:spTgt spid="23759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37594"/>
                                        </p:tgtEl>
                                        <p:attrNameLst>
                                          <p:attrName>style.visibility</p:attrName>
                                        </p:attrNameLst>
                                      </p:cBhvr>
                                      <p:to>
                                        <p:strVal val="visible"/>
                                      </p:to>
                                    </p:set>
                                    <p:animEffect transition="in" filter="dissolve">
                                      <p:cBhvr>
                                        <p:cTn id="68" dur="500"/>
                                        <p:tgtEl>
                                          <p:spTgt spid="237594"/>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237595"/>
                                        </p:tgtEl>
                                        <p:attrNameLst>
                                          <p:attrName>style.visibility</p:attrName>
                                        </p:attrNameLst>
                                      </p:cBhvr>
                                      <p:to>
                                        <p:strVal val="visible"/>
                                      </p:to>
                                    </p:set>
                                    <p:animEffect transition="in" filter="dissolve">
                                      <p:cBhvr>
                                        <p:cTn id="72" dur="500"/>
                                        <p:tgtEl>
                                          <p:spTgt spid="237595"/>
                                        </p:tgtEl>
                                      </p:cBhvr>
                                    </p:animEffect>
                                  </p:childTnLst>
                                </p:cTn>
                              </p:par>
                            </p:childTnLst>
                          </p:cTn>
                        </p:par>
                        <p:par>
                          <p:cTn id="73" fill="hold">
                            <p:stCondLst>
                              <p:cond delay="1000"/>
                            </p:stCondLst>
                            <p:childTnLst>
                              <p:par>
                                <p:cTn id="74" presetID="22" presetClass="entr" presetSubtype="1" fill="hold" nodeType="afterEffect">
                                  <p:stCondLst>
                                    <p:cond delay="0"/>
                                  </p:stCondLst>
                                  <p:childTnLst>
                                    <p:set>
                                      <p:cBhvr>
                                        <p:cTn id="75" dur="1" fill="hold">
                                          <p:stCondLst>
                                            <p:cond delay="0"/>
                                          </p:stCondLst>
                                        </p:cTn>
                                        <p:tgtEl>
                                          <p:spTgt spid="4"/>
                                        </p:tgtEl>
                                        <p:attrNameLst>
                                          <p:attrName>style.visibility</p:attrName>
                                        </p:attrNameLst>
                                      </p:cBhvr>
                                      <p:to>
                                        <p:strVal val="visible"/>
                                      </p:to>
                                    </p:set>
                                    <p:animEffect transition="in" filter="wipe(up)">
                                      <p:cBhvr>
                                        <p:cTn id="76" dur="500"/>
                                        <p:tgtEl>
                                          <p:spTgt spid="4"/>
                                        </p:tgtEl>
                                      </p:cBhvr>
                                    </p:animEffect>
                                  </p:childTnLst>
                                </p:cTn>
                              </p:par>
                            </p:childTnLst>
                          </p:cTn>
                        </p:par>
                        <p:par>
                          <p:cTn id="77" fill="hold">
                            <p:stCondLst>
                              <p:cond delay="1500"/>
                            </p:stCondLst>
                            <p:childTnLst>
                              <p:par>
                                <p:cTn id="78" presetID="1" presetClass="entr" presetSubtype="0" fill="hold" nodeType="afterEffect">
                                  <p:stCondLst>
                                    <p:cond delay="0"/>
                                  </p:stCondLst>
                                  <p:childTnLst>
                                    <p:set>
                                      <p:cBhvr>
                                        <p:cTn id="79" dur="1" fill="hold">
                                          <p:stCondLst>
                                            <p:cond delay="499"/>
                                          </p:stCondLst>
                                        </p:cTn>
                                        <p:tgtEl>
                                          <p:spTgt spid="23760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499"/>
                                          </p:stCondLst>
                                        </p:cTn>
                                        <p:tgtEl>
                                          <p:spTgt spid="5"/>
                                        </p:tgtEl>
                                        <p:attrNameLst>
                                          <p:attrName>style.visibility</p:attrName>
                                        </p:attrNameLst>
                                      </p:cBhvr>
                                      <p:to>
                                        <p:strVal val="visible"/>
                                      </p:to>
                                    </p:set>
                                  </p:childTnLst>
                                </p:cTn>
                              </p:par>
                            </p:childTnLst>
                          </p:cTn>
                        </p:par>
                        <p:par>
                          <p:cTn id="84" fill="hold">
                            <p:stCondLst>
                              <p:cond delay="500"/>
                            </p:stCondLst>
                            <p:childTnLst>
                              <p:par>
                                <p:cTn id="85" presetID="1" presetClass="entr" presetSubtype="0" fill="hold" nodeType="afterEffect">
                                  <p:stCondLst>
                                    <p:cond delay="0"/>
                                  </p:stCondLst>
                                  <p:childTnLst>
                                    <p:set>
                                      <p:cBhvr>
                                        <p:cTn id="86" dur="1" fill="hold">
                                          <p:stCondLst>
                                            <p:cond delay="0"/>
                                          </p:stCondLst>
                                        </p:cTn>
                                        <p:tgtEl>
                                          <p:spTgt spid="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237605"/>
                                        </p:tgtEl>
                                        <p:attrNameLst>
                                          <p:attrName>style.visibility</p:attrName>
                                        </p:attrNameLst>
                                      </p:cBhvr>
                                      <p:to>
                                        <p:strVal val="visible"/>
                                      </p:to>
                                    </p:set>
                                    <p:animEffect transition="in" filter="dissolve">
                                      <p:cBhvr>
                                        <p:cTn id="91" dur="500"/>
                                        <p:tgtEl>
                                          <p:spTgt spid="237605"/>
                                        </p:tgtEl>
                                      </p:cBhvr>
                                    </p:animEffect>
                                  </p:childTnLst>
                                </p:cTn>
                              </p:par>
                            </p:childTnLst>
                          </p:cTn>
                        </p:par>
                        <p:par>
                          <p:cTn id="92" fill="hold">
                            <p:stCondLst>
                              <p:cond delay="500"/>
                            </p:stCondLst>
                            <p:childTnLst>
                              <p:par>
                                <p:cTn id="93" presetID="16" presetClass="entr" presetSubtype="42" fill="hold" grpId="0" nodeType="afterEffect">
                                  <p:stCondLst>
                                    <p:cond delay="0"/>
                                  </p:stCondLst>
                                  <p:childTnLst>
                                    <p:set>
                                      <p:cBhvr>
                                        <p:cTn id="94" dur="1" fill="hold">
                                          <p:stCondLst>
                                            <p:cond delay="0"/>
                                          </p:stCondLst>
                                        </p:cTn>
                                        <p:tgtEl>
                                          <p:spTgt spid="237606"/>
                                        </p:tgtEl>
                                        <p:attrNameLst>
                                          <p:attrName>style.visibility</p:attrName>
                                        </p:attrNameLst>
                                      </p:cBhvr>
                                      <p:to>
                                        <p:strVal val="visible"/>
                                      </p:to>
                                    </p:set>
                                    <p:animEffect transition="in" filter="barn(outHorizontal)">
                                      <p:cBhvr>
                                        <p:cTn id="95" dur="500"/>
                                        <p:tgtEl>
                                          <p:spTgt spid="237606"/>
                                        </p:tgtEl>
                                      </p:cBhvr>
                                    </p:animEffect>
                                  </p:childTnLst>
                                </p:cTn>
                              </p:par>
                            </p:childTnLst>
                          </p:cTn>
                        </p:par>
                        <p:par>
                          <p:cTn id="96" fill="hold">
                            <p:stCondLst>
                              <p:cond delay="1000"/>
                            </p:stCondLst>
                            <p:childTnLst>
                              <p:par>
                                <p:cTn id="97" presetID="1" presetClass="entr" presetSubtype="0" fill="hold" nodeType="afterEffect">
                                  <p:stCondLst>
                                    <p:cond delay="0"/>
                                  </p:stCondLst>
                                  <p:childTnLst>
                                    <p:set>
                                      <p:cBhvr>
                                        <p:cTn id="98" dur="1" fill="hold">
                                          <p:stCondLst>
                                            <p:cond delay="499"/>
                                          </p:stCondLst>
                                        </p:cTn>
                                        <p:tgtEl>
                                          <p:spTgt spid="23760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499"/>
                                          </p:stCondLst>
                                        </p:cTn>
                                        <p:tgtEl>
                                          <p:spTgt spid="23760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237612"/>
                                        </p:tgtEl>
                                        <p:attrNameLst>
                                          <p:attrName>style.visibility</p:attrName>
                                        </p:attrNameLst>
                                      </p:cBhvr>
                                      <p:to>
                                        <p:strVal val="visible"/>
                                      </p:to>
                                    </p:set>
                                    <p:animEffect transition="in" filter="wipe(up)">
                                      <p:cBhvr>
                                        <p:cTn id="107" dur="500"/>
                                        <p:tgtEl>
                                          <p:spTgt spid="237612"/>
                                        </p:tgtEl>
                                      </p:cBhvr>
                                    </p:animEffect>
                                  </p:childTnLst>
                                </p:cTn>
                              </p:par>
                            </p:childTnLst>
                          </p:cTn>
                        </p:par>
                        <p:par>
                          <p:cTn id="108" fill="hold">
                            <p:stCondLst>
                              <p:cond delay="500"/>
                            </p:stCondLst>
                            <p:childTnLst>
                              <p:par>
                                <p:cTn id="109" presetID="1" presetClass="entr" presetSubtype="0" fill="hold" nodeType="afterEffect">
                                  <p:stCondLst>
                                    <p:cond delay="0"/>
                                  </p:stCondLst>
                                  <p:childTnLst>
                                    <p:set>
                                      <p:cBhvr>
                                        <p:cTn id="110" dur="1" fill="hold">
                                          <p:stCondLst>
                                            <p:cond delay="499"/>
                                          </p:stCondLst>
                                        </p:cTn>
                                        <p:tgtEl>
                                          <p:spTgt spid="23761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grpId="0" nodeType="clickEffect">
                                  <p:stCondLst>
                                    <p:cond delay="0"/>
                                  </p:stCondLst>
                                  <p:childTnLst>
                                    <p:set>
                                      <p:cBhvr>
                                        <p:cTn id="114" dur="1" fill="hold">
                                          <p:stCondLst>
                                            <p:cond delay="0"/>
                                          </p:stCondLst>
                                        </p:cTn>
                                        <p:tgtEl>
                                          <p:spTgt spid="237613"/>
                                        </p:tgtEl>
                                        <p:attrNameLst>
                                          <p:attrName>style.visibility</p:attrName>
                                        </p:attrNameLst>
                                      </p:cBhvr>
                                      <p:to>
                                        <p:strVal val="visible"/>
                                      </p:to>
                                    </p:set>
                                    <p:animEffect transition="in" filter="wipe(down)">
                                      <p:cBhvr>
                                        <p:cTn id="115" dur="500"/>
                                        <p:tgtEl>
                                          <p:spTgt spid="237613"/>
                                        </p:tgtEl>
                                      </p:cBhvr>
                                    </p:animEffect>
                                  </p:childTnLst>
                                </p:cTn>
                              </p:par>
                            </p:childTnLst>
                          </p:cTn>
                        </p:par>
                        <p:par>
                          <p:cTn id="116" fill="hold">
                            <p:stCondLst>
                              <p:cond delay="500"/>
                            </p:stCondLst>
                            <p:childTnLst>
                              <p:par>
                                <p:cTn id="117" presetID="1" presetClass="entr" presetSubtype="0" fill="hold" nodeType="afterEffect">
                                  <p:stCondLst>
                                    <p:cond delay="0"/>
                                  </p:stCondLst>
                                  <p:childTnLst>
                                    <p:set>
                                      <p:cBhvr>
                                        <p:cTn id="118" dur="1" fill="hold">
                                          <p:stCondLst>
                                            <p:cond delay="499"/>
                                          </p:stCondLst>
                                        </p:cTn>
                                        <p:tgtEl>
                                          <p:spTgt spid="23761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237572"/>
                                        </p:tgtEl>
                                        <p:attrNameLst>
                                          <p:attrName>style.visibility</p:attrName>
                                        </p:attrNameLst>
                                      </p:cBhvr>
                                      <p:to>
                                        <p:strVal val="visible"/>
                                      </p:to>
                                    </p:set>
                                    <p:animEffect transition="in" filter="wipe(left)">
                                      <p:cBhvr>
                                        <p:cTn id="123" dur="500"/>
                                        <p:tgtEl>
                                          <p:spTgt spid="237572"/>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237573"/>
                                        </p:tgtEl>
                                        <p:attrNameLst>
                                          <p:attrName>style.visibility</p:attrName>
                                        </p:attrNameLst>
                                      </p:cBhvr>
                                      <p:to>
                                        <p:strVal val="visible"/>
                                      </p:to>
                                    </p:set>
                                    <p:animEffect transition="in" filter="wipe(left)">
                                      <p:cBhvr>
                                        <p:cTn id="128" dur="500"/>
                                        <p:tgtEl>
                                          <p:spTgt spid="237573"/>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1" fill="hold" grpId="0" nodeType="clickEffect">
                                  <p:stCondLst>
                                    <p:cond delay="0"/>
                                  </p:stCondLst>
                                  <p:childTnLst>
                                    <p:set>
                                      <p:cBhvr>
                                        <p:cTn id="132" dur="1" fill="hold">
                                          <p:stCondLst>
                                            <p:cond delay="0"/>
                                          </p:stCondLst>
                                        </p:cTn>
                                        <p:tgtEl>
                                          <p:spTgt spid="237610"/>
                                        </p:tgtEl>
                                        <p:attrNameLst>
                                          <p:attrName>style.visibility</p:attrName>
                                        </p:attrNameLst>
                                      </p:cBhvr>
                                      <p:to>
                                        <p:strVal val="visible"/>
                                      </p:to>
                                    </p:set>
                                    <p:animEffect transition="in" filter="wipe(up)">
                                      <p:cBhvr>
                                        <p:cTn id="133" dur="500"/>
                                        <p:tgtEl>
                                          <p:spTgt spid="237610"/>
                                        </p:tgtEl>
                                      </p:cBhvr>
                                    </p:animEffect>
                                  </p:childTnLst>
                                </p:cTn>
                              </p:par>
                            </p:childTnLst>
                          </p:cTn>
                        </p:par>
                        <p:par>
                          <p:cTn id="134" fill="hold">
                            <p:stCondLst>
                              <p:cond delay="500"/>
                            </p:stCondLst>
                            <p:childTnLst>
                              <p:par>
                                <p:cTn id="135" presetID="1" presetClass="entr" presetSubtype="0" fill="hold" nodeType="afterEffect">
                                  <p:stCondLst>
                                    <p:cond delay="0"/>
                                  </p:stCondLst>
                                  <p:childTnLst>
                                    <p:set>
                                      <p:cBhvr>
                                        <p:cTn id="136" dur="1" fill="hold">
                                          <p:stCondLst>
                                            <p:cond delay="499"/>
                                          </p:stCondLst>
                                        </p:cTn>
                                        <p:tgtEl>
                                          <p:spTgt spid="237617"/>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237611"/>
                                        </p:tgtEl>
                                        <p:attrNameLst>
                                          <p:attrName>style.visibility</p:attrName>
                                        </p:attrNameLst>
                                      </p:cBhvr>
                                      <p:to>
                                        <p:strVal val="visible"/>
                                      </p:to>
                                    </p:set>
                                    <p:animEffect transition="in" filter="wipe(down)">
                                      <p:cBhvr>
                                        <p:cTn id="141" dur="500"/>
                                        <p:tgtEl>
                                          <p:spTgt spid="237611"/>
                                        </p:tgtEl>
                                      </p:cBhvr>
                                    </p:animEffect>
                                  </p:childTnLst>
                                </p:cTn>
                              </p:par>
                            </p:childTnLst>
                          </p:cTn>
                        </p:par>
                        <p:par>
                          <p:cTn id="142" fill="hold">
                            <p:stCondLst>
                              <p:cond delay="500"/>
                            </p:stCondLst>
                            <p:childTnLst>
                              <p:par>
                                <p:cTn id="143" presetID="1" presetClass="entr" presetSubtype="0" fill="hold" nodeType="afterEffect">
                                  <p:stCondLst>
                                    <p:cond delay="0"/>
                                  </p:stCondLst>
                                  <p:childTnLst>
                                    <p:set>
                                      <p:cBhvr>
                                        <p:cTn id="144" dur="1" fill="hold">
                                          <p:stCondLst>
                                            <p:cond delay="499"/>
                                          </p:stCondLst>
                                        </p:cTn>
                                        <p:tgtEl>
                                          <p:spTgt spid="237616"/>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nodeType="clickEffect">
                                  <p:stCondLst>
                                    <p:cond delay="0"/>
                                  </p:stCondLst>
                                  <p:childTnLst>
                                    <p:set>
                                      <p:cBhvr>
                                        <p:cTn id="148" dur="1" fill="hold">
                                          <p:stCondLst>
                                            <p:cond delay="0"/>
                                          </p:stCondLst>
                                        </p:cTn>
                                        <p:tgtEl>
                                          <p:spTgt spid="237574"/>
                                        </p:tgtEl>
                                        <p:attrNameLst>
                                          <p:attrName>style.visibility</p:attrName>
                                        </p:attrNameLst>
                                      </p:cBhvr>
                                      <p:to>
                                        <p:strVal val="visible"/>
                                      </p:to>
                                    </p:set>
                                    <p:animEffect transition="in" filter="wipe(left)">
                                      <p:cBhvr>
                                        <p:cTn id="149" dur="500"/>
                                        <p:tgtEl>
                                          <p:spTgt spid="237574"/>
                                        </p:tgtEl>
                                      </p:cBhvr>
                                    </p:animEffect>
                                  </p:childTnLst>
                                </p:cTn>
                              </p:par>
                            </p:childTnLst>
                          </p:cTn>
                        </p:par>
                      </p:childTnLst>
                    </p:cTn>
                  </p:par>
                  <p:par>
                    <p:cTn id="150" fill="hold">
                      <p:stCondLst>
                        <p:cond delay="indefinite"/>
                      </p:stCondLst>
                      <p:childTnLst>
                        <p:par>
                          <p:cTn id="151" fill="hold">
                            <p:stCondLst>
                              <p:cond delay="0"/>
                            </p:stCondLst>
                            <p:childTnLst>
                              <p:par>
                                <p:cTn id="152" presetID="1" presetClass="entr" presetSubtype="0" fill="hold" grpId="0" nodeType="clickEffect">
                                  <p:stCondLst>
                                    <p:cond delay="0"/>
                                  </p:stCondLst>
                                  <p:childTnLst>
                                    <p:set>
                                      <p:cBhvr>
                                        <p:cTn id="153" dur="1" fill="hold">
                                          <p:stCondLst>
                                            <p:cond delay="0"/>
                                          </p:stCondLst>
                                        </p:cTn>
                                        <p:tgtEl>
                                          <p:spTgt spid="237624"/>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26" presetClass="emph" presetSubtype="0" fill="hold" grpId="1" nodeType="clickEffect">
                                  <p:stCondLst>
                                    <p:cond delay="0"/>
                                  </p:stCondLst>
                                  <p:childTnLst>
                                    <p:animEffect transition="out" filter="fade">
                                      <p:cBhvr>
                                        <p:cTn id="157" dur="2000" tmFilter="0, 0; .2, .5; .8, .5; 1, 0"/>
                                        <p:tgtEl>
                                          <p:spTgt spid="237624"/>
                                        </p:tgtEl>
                                      </p:cBhvr>
                                    </p:animEffect>
                                    <p:animScale>
                                      <p:cBhvr>
                                        <p:cTn id="158" dur="1000" autoRev="1" fill="hold"/>
                                        <p:tgtEl>
                                          <p:spTgt spid="237624"/>
                                        </p:tgtEl>
                                      </p:cBhvr>
                                      <p:by x="105000" y="105000"/>
                                    </p:animScale>
                                  </p:childTnLst>
                                </p:cTn>
                              </p:par>
                            </p:childTnLst>
                          </p:cTn>
                        </p:par>
                      </p:childTnLst>
                    </p:cTn>
                  </p:par>
                  <p:par>
                    <p:cTn id="159" fill="hold">
                      <p:stCondLst>
                        <p:cond delay="indefinite"/>
                      </p:stCondLst>
                      <p:childTnLst>
                        <p:par>
                          <p:cTn id="160" fill="hold">
                            <p:stCondLst>
                              <p:cond delay="0"/>
                            </p:stCondLst>
                            <p:childTnLst>
                              <p:par>
                                <p:cTn id="161" presetID="1" presetClass="exit" presetSubtype="0" fill="hold" grpId="2" nodeType="clickEffect">
                                  <p:stCondLst>
                                    <p:cond delay="0"/>
                                  </p:stCondLst>
                                  <p:childTnLst>
                                    <p:set>
                                      <p:cBhvr>
                                        <p:cTn id="162" dur="1" fill="hold">
                                          <p:stCondLst>
                                            <p:cond delay="0"/>
                                          </p:stCondLst>
                                        </p:cTn>
                                        <p:tgtEl>
                                          <p:spTgt spid="237624"/>
                                        </p:tgtEl>
                                        <p:attrNameLst>
                                          <p:attrName>style.visibility</p:attrName>
                                        </p:attrNameLst>
                                      </p:cBhvr>
                                      <p:to>
                                        <p:strVal val="hidden"/>
                                      </p:to>
                                    </p:se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37609"/>
                                        </p:tgtEl>
                                        <p:attrNameLst>
                                          <p:attrName>style.visibility</p:attrName>
                                        </p:attrNameLst>
                                      </p:cBhvr>
                                      <p:to>
                                        <p:strVal val="visible"/>
                                      </p:to>
                                    </p:set>
                                    <p:animEffect transition="in" filter="wipe(left)">
                                      <p:cBhvr>
                                        <p:cTn id="167" dur="500"/>
                                        <p:tgtEl>
                                          <p:spTgt spid="237609"/>
                                        </p:tgtEl>
                                      </p:cBhvr>
                                    </p:animEffect>
                                  </p:childTnLst>
                                </p:cTn>
                              </p:par>
                            </p:childTnLst>
                          </p:cTn>
                        </p:par>
                      </p:childTnLst>
                    </p:cTn>
                  </p:par>
                  <p:par>
                    <p:cTn id="168" fill="hold">
                      <p:stCondLst>
                        <p:cond delay="indefinite"/>
                      </p:stCondLst>
                      <p:childTnLst>
                        <p:par>
                          <p:cTn id="169" fill="hold">
                            <p:stCondLst>
                              <p:cond delay="0"/>
                            </p:stCondLst>
                            <p:childTnLst>
                              <p:par>
                                <p:cTn id="170" presetID="22" presetClass="entr" presetSubtype="8" fill="hold" nodeType="clickEffect">
                                  <p:stCondLst>
                                    <p:cond delay="0"/>
                                  </p:stCondLst>
                                  <p:childTnLst>
                                    <p:set>
                                      <p:cBhvr>
                                        <p:cTn id="171" dur="1" fill="hold">
                                          <p:stCondLst>
                                            <p:cond delay="0"/>
                                          </p:stCondLst>
                                        </p:cTn>
                                        <p:tgtEl>
                                          <p:spTgt spid="237570"/>
                                        </p:tgtEl>
                                        <p:attrNameLst>
                                          <p:attrName>style.visibility</p:attrName>
                                        </p:attrNameLst>
                                      </p:cBhvr>
                                      <p:to>
                                        <p:strVal val="visible"/>
                                      </p:to>
                                    </p:set>
                                    <p:animEffect transition="in" filter="wipe(left)">
                                      <p:cBhvr>
                                        <p:cTn id="172" dur="500"/>
                                        <p:tgtEl>
                                          <p:spTgt spid="237570"/>
                                        </p:tgtEl>
                                      </p:cBhvr>
                                    </p:animEffect>
                                  </p:childTnLst>
                                </p:cTn>
                              </p:par>
                            </p:childTnLst>
                          </p:cTn>
                        </p:par>
                      </p:childTnLst>
                    </p:cTn>
                  </p:par>
                  <p:par>
                    <p:cTn id="173" fill="hold">
                      <p:stCondLst>
                        <p:cond delay="indefinite"/>
                      </p:stCondLst>
                      <p:childTnLst>
                        <p:par>
                          <p:cTn id="174" fill="hold">
                            <p:stCondLst>
                              <p:cond delay="0"/>
                            </p:stCondLst>
                            <p:childTnLst>
                              <p:par>
                                <p:cTn id="175" presetID="22" presetClass="entr" presetSubtype="8" fill="hold" nodeType="clickEffect">
                                  <p:stCondLst>
                                    <p:cond delay="0"/>
                                  </p:stCondLst>
                                  <p:childTnLst>
                                    <p:set>
                                      <p:cBhvr>
                                        <p:cTn id="176" dur="1" fill="hold">
                                          <p:stCondLst>
                                            <p:cond delay="0"/>
                                          </p:stCondLst>
                                        </p:cTn>
                                        <p:tgtEl>
                                          <p:spTgt spid="237571"/>
                                        </p:tgtEl>
                                        <p:attrNameLst>
                                          <p:attrName>style.visibility</p:attrName>
                                        </p:attrNameLst>
                                      </p:cBhvr>
                                      <p:to>
                                        <p:strVal val="visible"/>
                                      </p:to>
                                    </p:set>
                                    <p:animEffect transition="in" filter="wipe(left)">
                                      <p:cBhvr>
                                        <p:cTn id="177" dur="500"/>
                                        <p:tgtEl>
                                          <p:spTgt spid="237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5" grpId="0" autoUpdateAnimBg="0"/>
      <p:bldP spid="237576" grpId="0" animBg="1"/>
      <p:bldP spid="237583" grpId="0" animBg="1"/>
      <p:bldP spid="237585" grpId="0" animBg="1"/>
      <p:bldP spid="237592" grpId="0" animBg="1"/>
      <p:bldP spid="237594" grpId="0" animBg="1"/>
      <p:bldP spid="237595" grpId="0" animBg="1"/>
      <p:bldP spid="237605" grpId="0" animBg="1"/>
      <p:bldP spid="237606" grpId="0" animBg="1"/>
      <p:bldP spid="237608" grpId="0" autoUpdateAnimBg="0"/>
      <p:bldP spid="237609" grpId="0" autoUpdateAnimBg="0"/>
      <p:bldP spid="237611" grpId="0" animBg="1"/>
      <p:bldP spid="237612" grpId="0" animBg="1"/>
      <p:bldP spid="237613" grpId="0" animBg="1"/>
      <p:bldP spid="237618" grpId="0" autoUpdateAnimBg="0"/>
      <p:bldP spid="237619" grpId="0" autoUpdateAnimBg="0"/>
      <p:bldP spid="237620" grpId="0" autoUpdateAnimBg="0"/>
      <p:bldP spid="237624" grpId="0" animBg="1"/>
      <p:bldP spid="237624" grpId="1" animBg="1"/>
      <p:bldP spid="237624" grpId="2" animBg="1"/>
      <p:bldP spid="237625" grpId="0" animBg="1"/>
      <p:bldP spid="237626" grpId="0" animBg="1"/>
      <p:bldP spid="237627" grpId="0" animBg="1"/>
      <p:bldP spid="2376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Text Box 3"/>
          <p:cNvSpPr txBox="1">
            <a:spLocks noChangeArrowheads="1"/>
          </p:cNvSpPr>
          <p:nvPr/>
        </p:nvSpPr>
        <p:spPr bwMode="auto">
          <a:xfrm>
            <a:off x="138113" y="485775"/>
            <a:ext cx="2403475" cy="457200"/>
          </a:xfrm>
          <a:prstGeom prst="rect">
            <a:avLst/>
          </a:prstGeom>
          <a:noFill/>
          <a:ln w="9525">
            <a:noFill/>
            <a:miter lim="800000"/>
          </a:ln>
        </p:spPr>
        <p:txBody>
          <a:bodyPr wrap="none">
            <a:spAutoFit/>
          </a:bodyPr>
          <a:lstStyle/>
          <a:p>
            <a:pPr algn="l"/>
            <a:r>
              <a:rPr lang="en-US" altLang="zh-CN" b="1" i="0">
                <a:solidFill>
                  <a:schemeClr val="accent2"/>
                </a:solidFill>
                <a:latin typeface="Times New Roman" panose="02020603050405020304" pitchFamily="18" charset="0"/>
              </a:rPr>
              <a:t>3. </a:t>
            </a:r>
            <a:r>
              <a:rPr lang="zh-CN" altLang="en-US" b="1" i="0">
                <a:solidFill>
                  <a:schemeClr val="accent2"/>
                </a:solidFill>
                <a:latin typeface="Times New Roman" panose="02020603050405020304" pitchFamily="18" charset="0"/>
              </a:rPr>
              <a:t>能量守恒定律</a:t>
            </a:r>
            <a:r>
              <a:rPr lang="zh-CN" altLang="en-US" i="0">
                <a:solidFill>
                  <a:schemeClr val="accent2"/>
                </a:solidFill>
                <a:latin typeface="Times New Roman" panose="02020603050405020304" pitchFamily="18" charset="0"/>
              </a:rPr>
              <a:t> </a:t>
            </a:r>
            <a:endParaRPr lang="zh-CN" altLang="en-US" i="0">
              <a:solidFill>
                <a:schemeClr val="accent2"/>
              </a:solidFill>
              <a:latin typeface="Times New Roman" panose="02020603050405020304" pitchFamily="18" charset="0"/>
            </a:endParaRPr>
          </a:p>
        </p:txBody>
      </p:sp>
      <p:sp>
        <p:nvSpPr>
          <p:cNvPr id="119818" name="AutoShape 10">
            <a:hlinkClick r:id="rId1" action="ppaction://hlinksldjump" highlightClick="1"/>
          </p:cNvPr>
          <p:cNvSpPr>
            <a:spLocks noChangeAspect="1" noChangeArrowheads="1"/>
          </p:cNvSpPr>
          <p:nvPr/>
        </p:nvSpPr>
        <p:spPr bwMode="auto">
          <a:xfrm>
            <a:off x="8712200" y="6219825"/>
            <a:ext cx="244475" cy="244475"/>
          </a:xfrm>
          <a:prstGeom prst="actionButtonBeginning">
            <a:avLst/>
          </a:prstGeom>
          <a:solidFill>
            <a:srgbClr val="99CCFF"/>
          </a:solidFill>
          <a:ln w="19050">
            <a:noFill/>
            <a:miter lim="800000"/>
          </a:ln>
        </p:spPr>
        <p:txBody>
          <a:bodyPr wrap="none" anchor="ctr"/>
          <a:lstStyle/>
          <a:p>
            <a:endParaRPr lang="zh-CN" altLang="en-US"/>
          </a:p>
        </p:txBody>
      </p:sp>
      <p:sp>
        <p:nvSpPr>
          <p:cNvPr id="119819" name="Rectangle 11"/>
          <p:cNvSpPr>
            <a:spLocks noChangeArrowheads="1"/>
          </p:cNvSpPr>
          <p:nvPr/>
        </p:nvSpPr>
        <p:spPr bwMode="auto">
          <a:xfrm>
            <a:off x="639763" y="998538"/>
            <a:ext cx="8035925" cy="2051050"/>
          </a:xfrm>
          <a:prstGeom prst="rect">
            <a:avLst/>
          </a:prstGeom>
          <a:solidFill>
            <a:srgbClr val="126072">
              <a:alpha val="50000"/>
            </a:srgbClr>
          </a:solidFill>
          <a:ln w="9525" algn="ctr">
            <a:solidFill>
              <a:srgbClr val="00CCFF">
                <a:alpha val="80000"/>
              </a:srgbClr>
            </a:solidFill>
            <a:miter lim="800000"/>
          </a:ln>
          <a:effectLst/>
        </p:spPr>
        <p:txBody>
          <a:bodyPr anchor="ctr">
            <a:spAutoFit/>
          </a:bodyPr>
          <a:lstStyle/>
          <a:p>
            <a:pPr>
              <a:defRPr/>
            </a:pPr>
            <a:endParaRPr kumimoji="0" lang="zh-CN" altLang="en-GB" sz="3200" i="0">
              <a:solidFill>
                <a:srgbClr val="126072"/>
              </a:solidFill>
              <a:effectDag name="">
                <a:cont type="tree" name="">
                  <a:effect ref="fillLine"/>
                  <a:outerShdw dist="38100" dir="13500000" algn="br">
                    <a:srgbClr val="4B99AB"/>
                  </a:outerShdw>
                </a:cont>
                <a:cont type="tree" name="">
                  <a:effect ref="fillLine"/>
                  <a:outerShdw dist="38100" dir="2700000" algn="tl">
                    <a:srgbClr val="0A3944"/>
                  </a:outerShdw>
                </a:cont>
                <a:effect ref="fillLine"/>
              </a:effectDag>
              <a:latin typeface="Times New Roman" panose="02020603050405020304" pitchFamily="18" charset="0"/>
              <a:ea typeface="楷体_GB2312" pitchFamily="49" charset="-122"/>
            </a:endParaRPr>
          </a:p>
          <a:p>
            <a:pPr>
              <a:defRPr/>
            </a:pPr>
            <a:endParaRPr kumimoji="0" lang="zh-CN" altLang="en-GB" sz="3200" i="0">
              <a:solidFill>
                <a:srgbClr val="126072"/>
              </a:solidFill>
              <a:effectDag name="">
                <a:cont type="tree" name="">
                  <a:effect ref="fillLine"/>
                  <a:outerShdw dist="38100" dir="13500000" algn="br">
                    <a:srgbClr val="4B99AB"/>
                  </a:outerShdw>
                </a:cont>
                <a:cont type="tree" name="">
                  <a:effect ref="fillLine"/>
                  <a:outerShdw dist="38100" dir="2700000" algn="tl">
                    <a:srgbClr val="0A3944"/>
                  </a:outerShdw>
                </a:cont>
                <a:effect ref="fillLine"/>
              </a:effectDag>
              <a:latin typeface="Times New Roman" panose="02020603050405020304" pitchFamily="18" charset="0"/>
              <a:ea typeface="楷体_GB2312" pitchFamily="49" charset="-122"/>
            </a:endParaRPr>
          </a:p>
          <a:p>
            <a:pPr>
              <a:defRPr/>
            </a:pPr>
            <a:endParaRPr kumimoji="0" lang="zh-CN" altLang="en-GB" sz="3200" i="0">
              <a:solidFill>
                <a:srgbClr val="126072"/>
              </a:solidFill>
              <a:effectDag name="">
                <a:cont type="tree" name="">
                  <a:effect ref="fillLine"/>
                  <a:outerShdw dist="38100" dir="13500000" algn="br">
                    <a:srgbClr val="4B99AB"/>
                  </a:outerShdw>
                </a:cont>
                <a:cont type="tree" name="">
                  <a:effect ref="fillLine"/>
                  <a:outerShdw dist="38100" dir="2700000" algn="tl">
                    <a:srgbClr val="0A3944"/>
                  </a:outerShdw>
                </a:cont>
                <a:effect ref="fillLine"/>
              </a:effectDag>
              <a:latin typeface="Times New Roman" panose="02020603050405020304" pitchFamily="18" charset="0"/>
              <a:ea typeface="楷体_GB2312" pitchFamily="49" charset="-122"/>
            </a:endParaRPr>
          </a:p>
          <a:p>
            <a:pPr>
              <a:defRPr/>
            </a:pPr>
            <a:endParaRPr kumimoji="0" lang="en-US" altLang="zh-CN" sz="3200" i="0">
              <a:solidFill>
                <a:srgbClr val="126072"/>
              </a:solidFill>
              <a:effectDag name="">
                <a:cont type="tree" name="">
                  <a:effect ref="fillLine"/>
                  <a:outerShdw dist="38100" dir="13500000" algn="br">
                    <a:srgbClr val="4B99AB"/>
                  </a:outerShdw>
                </a:cont>
                <a:cont type="tree" name="">
                  <a:effect ref="fillLine"/>
                  <a:outerShdw dist="38100" dir="2700000" algn="tl">
                    <a:srgbClr val="0A3944"/>
                  </a:outerShdw>
                </a:cont>
                <a:effect ref="fillLine"/>
              </a:effectDag>
              <a:latin typeface="Times New Roman" panose="02020603050405020304" pitchFamily="18" charset="0"/>
              <a:ea typeface="楷体_GB2312" pitchFamily="49" charset="-122"/>
            </a:endParaRPr>
          </a:p>
        </p:txBody>
      </p:sp>
      <p:sp>
        <p:nvSpPr>
          <p:cNvPr id="119820" name="Text Box 12"/>
          <p:cNvSpPr txBox="1">
            <a:spLocks noChangeArrowheads="1"/>
          </p:cNvSpPr>
          <p:nvPr/>
        </p:nvSpPr>
        <p:spPr bwMode="auto">
          <a:xfrm>
            <a:off x="701675" y="1082675"/>
            <a:ext cx="7920038" cy="1844675"/>
          </a:xfrm>
          <a:prstGeom prst="rect">
            <a:avLst/>
          </a:prstGeom>
          <a:solidFill>
            <a:srgbClr val="CCFFCC"/>
          </a:solidFill>
          <a:ln w="9525">
            <a:noFill/>
            <a:miter lim="800000"/>
          </a:ln>
        </p:spPr>
        <p:txBody>
          <a:bodyPr>
            <a:spAutoFit/>
          </a:bodyPr>
          <a:lstStyle/>
          <a:p>
            <a:pPr algn="l">
              <a:lnSpc>
                <a:spcPct val="120000"/>
              </a:lnSpc>
            </a:pPr>
            <a:r>
              <a:rPr lang="zh-CN" altLang="en-US" b="1" i="0">
                <a:solidFill>
                  <a:schemeClr val="accent2"/>
                </a:solidFill>
                <a:latin typeface="Times New Roman" panose="02020603050405020304" pitchFamily="18" charset="0"/>
              </a:rPr>
              <a:t>能量不能消失，也不能创造，只能从一种形式转换为另一种形式。对一个孤立系统来说，不论发生何种变化，各种形式的能量可以互相转换，但它们总和是一个常量。这一结论称为</a:t>
            </a:r>
            <a:r>
              <a:rPr lang="zh-CN" altLang="en-US" b="1" i="0">
                <a:solidFill>
                  <a:srgbClr val="FF0000"/>
                </a:solidFill>
                <a:latin typeface="Times New Roman" panose="02020603050405020304" pitchFamily="18" charset="0"/>
              </a:rPr>
              <a:t>能量守恒定律</a:t>
            </a:r>
            <a:r>
              <a:rPr lang="zh-CN" altLang="en-US" b="1" i="0">
                <a:solidFill>
                  <a:schemeClr val="accent2"/>
                </a:solidFill>
                <a:latin typeface="Times New Roman" panose="02020603050405020304" pitchFamily="18" charset="0"/>
              </a:rPr>
              <a:t>。 </a:t>
            </a:r>
            <a:endParaRPr lang="zh-CN" altLang="en-US" b="1" i="0">
              <a:solidFill>
                <a:schemeClr val="accent2"/>
              </a:solidFill>
              <a:latin typeface="Times New Roman" panose="02020603050405020304" pitchFamily="18" charset="0"/>
            </a:endParaRPr>
          </a:p>
        </p:txBody>
      </p:sp>
      <p:sp>
        <p:nvSpPr>
          <p:cNvPr id="119821" name="Text Box 13"/>
          <p:cNvSpPr txBox="1">
            <a:spLocks noChangeArrowheads="1"/>
          </p:cNvSpPr>
          <p:nvPr/>
        </p:nvSpPr>
        <p:spPr bwMode="auto">
          <a:xfrm>
            <a:off x="762000" y="5295900"/>
            <a:ext cx="8124825" cy="911225"/>
          </a:xfrm>
          <a:prstGeom prst="rect">
            <a:avLst/>
          </a:prstGeom>
          <a:noFill/>
          <a:ln w="9525">
            <a:noFill/>
            <a:miter lim="800000"/>
          </a:ln>
        </p:spPr>
        <p:txBody>
          <a:bodyPr>
            <a:spAutoFit/>
          </a:bodyPr>
          <a:lstStyle/>
          <a:p>
            <a:pPr marL="294005" indent="-294005" algn="just">
              <a:lnSpc>
                <a:spcPct val="112000"/>
              </a:lnSpc>
            </a:pPr>
            <a:r>
              <a:rPr lang="en-US" altLang="zh-CN" b="1" i="0">
                <a:solidFill>
                  <a:schemeClr val="bg1"/>
                </a:solidFill>
                <a:latin typeface="Times New Roman" panose="02020603050405020304" pitchFamily="18" charset="0"/>
              </a:rPr>
              <a:t>3. </a:t>
            </a:r>
            <a:r>
              <a:rPr lang="zh-CN" altLang="en-US" b="1" i="0">
                <a:solidFill>
                  <a:schemeClr val="bg1"/>
                </a:solidFill>
                <a:latin typeface="Times New Roman" panose="02020603050405020304" pitchFamily="18" charset="0"/>
              </a:rPr>
              <a:t>机械能守恒定律是普遍的能量守恒定律在机械运动范围内的体现 </a:t>
            </a:r>
            <a:endParaRPr lang="zh-CN" altLang="en-US" b="1" i="0">
              <a:solidFill>
                <a:schemeClr val="bg1"/>
              </a:solidFill>
              <a:latin typeface="Times New Roman" panose="02020603050405020304" pitchFamily="18" charset="0"/>
            </a:endParaRPr>
          </a:p>
        </p:txBody>
      </p:sp>
      <p:sp>
        <p:nvSpPr>
          <p:cNvPr id="119822" name="Rectangle 14"/>
          <p:cNvSpPr>
            <a:spLocks noChangeArrowheads="1"/>
          </p:cNvSpPr>
          <p:nvPr/>
        </p:nvSpPr>
        <p:spPr bwMode="auto">
          <a:xfrm>
            <a:off x="742950" y="4362450"/>
            <a:ext cx="779145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1. </a:t>
            </a:r>
            <a:r>
              <a:rPr lang="zh-CN" altLang="en-US" b="1" i="0">
                <a:solidFill>
                  <a:schemeClr val="bg1"/>
                </a:solidFill>
                <a:latin typeface="Times New Roman" panose="02020603050405020304" pitchFamily="18" charset="0"/>
              </a:rPr>
              <a:t>能量守恒定律可以适用于任何变化过程 </a:t>
            </a:r>
            <a:endParaRPr lang="zh-CN" altLang="en-US" b="1" i="0">
              <a:solidFill>
                <a:schemeClr val="bg1"/>
              </a:solidFill>
              <a:latin typeface="Times New Roman" panose="02020603050405020304" pitchFamily="18" charset="0"/>
            </a:endParaRPr>
          </a:p>
        </p:txBody>
      </p:sp>
      <p:sp>
        <p:nvSpPr>
          <p:cNvPr id="119823" name="Text Box 15"/>
          <p:cNvSpPr txBox="1">
            <a:spLocks noChangeArrowheads="1"/>
          </p:cNvSpPr>
          <p:nvPr/>
        </p:nvSpPr>
        <p:spPr bwMode="auto">
          <a:xfrm>
            <a:off x="769938" y="4857750"/>
            <a:ext cx="5143500" cy="457200"/>
          </a:xfrm>
          <a:prstGeom prst="rect">
            <a:avLst/>
          </a:prstGeom>
          <a:noFill/>
          <a:ln w="9525">
            <a:noFill/>
            <a:miter lim="800000"/>
          </a:ln>
        </p:spPr>
        <p:txBody>
          <a:bodyPr>
            <a:spAutoFit/>
          </a:bodyPr>
          <a:lstStyle/>
          <a:p>
            <a:pPr algn="l"/>
            <a:r>
              <a:rPr lang="en-US" altLang="zh-CN" b="1" i="0">
                <a:solidFill>
                  <a:schemeClr val="bg1"/>
                </a:solidFill>
                <a:latin typeface="Times New Roman" panose="02020603050405020304" pitchFamily="18" charset="0"/>
              </a:rPr>
              <a:t>2. </a:t>
            </a:r>
            <a:r>
              <a:rPr lang="zh-CN" altLang="en-US" b="1" i="0">
                <a:solidFill>
                  <a:schemeClr val="bg1"/>
                </a:solidFill>
                <a:latin typeface="Times New Roman" panose="02020603050405020304" pitchFamily="18" charset="0"/>
              </a:rPr>
              <a:t>功是能量交换或转换的一种度量</a:t>
            </a:r>
            <a:endParaRPr lang="zh-CN" altLang="en-US" b="1" i="0">
              <a:solidFill>
                <a:schemeClr val="bg1"/>
              </a:solidFill>
              <a:latin typeface="Times New Roman" panose="02020603050405020304" pitchFamily="18" charset="0"/>
            </a:endParaRPr>
          </a:p>
        </p:txBody>
      </p:sp>
      <p:sp>
        <p:nvSpPr>
          <p:cNvPr id="119824" name="Rectangle 16"/>
          <p:cNvSpPr>
            <a:spLocks noChangeArrowheads="1"/>
          </p:cNvSpPr>
          <p:nvPr/>
        </p:nvSpPr>
        <p:spPr bwMode="auto">
          <a:xfrm>
            <a:off x="900113" y="3063875"/>
            <a:ext cx="7780337" cy="854075"/>
          </a:xfrm>
          <a:prstGeom prst="rect">
            <a:avLst/>
          </a:prstGeom>
          <a:noFill/>
          <a:ln w="9525">
            <a:noFill/>
            <a:miter lim="800000"/>
          </a:ln>
        </p:spPr>
        <p:txBody>
          <a:bodyPr>
            <a:spAutoFit/>
          </a:bodyPr>
          <a:lstStyle/>
          <a:p>
            <a:pPr marL="805180" indent="-786130" algn="l">
              <a:lnSpc>
                <a:spcPct val="125000"/>
              </a:lnSpc>
            </a:pPr>
            <a:r>
              <a:rPr lang="zh-CN" altLang="en-US" sz="2000" b="1" i="0">
                <a:solidFill>
                  <a:schemeClr val="bg1"/>
                </a:solidFill>
                <a:latin typeface="宋体" panose="02010600030101010101" pitchFamily="2" charset="-122"/>
              </a:rPr>
              <a:t>例如：利用水位差推动水轮机转动，能使发电机发电，将机械能转换为电能；</a:t>
            </a:r>
            <a:r>
              <a:rPr lang="zh-CN" altLang="en-US" sz="1800" b="1" i="0">
                <a:solidFill>
                  <a:schemeClr val="bg1"/>
                </a:solidFill>
                <a:latin typeface="Arial" panose="020B0604020202020204" pitchFamily="34" charset="0"/>
                <a:cs typeface="Arial" panose="020B0604020202020204" pitchFamily="34" charset="0"/>
              </a:rPr>
              <a:t>电流通过电热器能发热，把电能又转换为热能。</a:t>
            </a:r>
            <a:r>
              <a:rPr lang="zh-CN" altLang="en-US" sz="1800" i="0">
                <a:solidFill>
                  <a:srgbClr val="FFFF00"/>
                </a:solidFill>
                <a:latin typeface="Arial" panose="020B0604020202020204" pitchFamily="34" charset="0"/>
                <a:cs typeface="Arial" panose="020B0604020202020204" pitchFamily="34" charset="0"/>
              </a:rPr>
              <a:t> </a:t>
            </a:r>
            <a:endParaRPr lang="zh-CN" altLang="en-US" sz="2000" b="1" i="0">
              <a:solidFill>
                <a:schemeClr val="bg1"/>
              </a:solidFill>
              <a:latin typeface="宋体" panose="02010600030101010101" pitchFamily="2" charset="-122"/>
            </a:endParaRPr>
          </a:p>
        </p:txBody>
      </p:sp>
      <p:sp>
        <p:nvSpPr>
          <p:cNvPr id="119825" name="Text Box 17"/>
          <p:cNvSpPr txBox="1">
            <a:spLocks noChangeArrowheads="1"/>
          </p:cNvSpPr>
          <p:nvPr/>
        </p:nvSpPr>
        <p:spPr bwMode="auto">
          <a:xfrm>
            <a:off x="522288" y="3887788"/>
            <a:ext cx="2235200"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宋体" panose="02010600030101010101" pitchFamily="2" charset="-122"/>
              </a:rPr>
              <a:t>讨论</a:t>
            </a:r>
            <a:endParaRPr lang="zh-CN" altLang="en-US" b="1" i="0">
              <a:solidFill>
                <a:srgbClr val="FF6600"/>
              </a:solidFill>
              <a:latin typeface="宋体" panose="02010600030101010101" pitchFamily="2" charset="-122"/>
            </a:endParaRPr>
          </a:p>
        </p:txBody>
      </p:sp>
      <p:sp>
        <p:nvSpPr>
          <p:cNvPr id="119826" name="AutoShape 18"/>
          <p:cNvSpPr>
            <a:spLocks noChangeArrowheads="1"/>
          </p:cNvSpPr>
          <p:nvPr/>
        </p:nvSpPr>
        <p:spPr bwMode="auto">
          <a:xfrm>
            <a:off x="206375" y="382905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9811"/>
                                        </p:tgtEl>
                                        <p:attrNameLst>
                                          <p:attrName>style.visibility</p:attrName>
                                        </p:attrNameLst>
                                      </p:cBhvr>
                                      <p:to>
                                        <p:strVal val="visible"/>
                                      </p:to>
                                    </p:set>
                                    <p:animEffect transition="in" filter="wipe(left)">
                                      <p:cBhvr>
                                        <p:cTn id="7" dur="500"/>
                                        <p:tgtEl>
                                          <p:spTgt spid="1198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24"/>
                                        </p:tgtEl>
                                        <p:attrNameLst>
                                          <p:attrName>style.visibility</p:attrName>
                                        </p:attrNameLst>
                                      </p:cBhvr>
                                      <p:to>
                                        <p:strVal val="visible"/>
                                      </p:to>
                                    </p:set>
                                    <p:animEffect transition="in" filter="wipe(left)">
                                      <p:cBhvr>
                                        <p:cTn id="12" dur="500"/>
                                        <p:tgtEl>
                                          <p:spTgt spid="119824"/>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119820"/>
                                        </p:tgtEl>
                                        <p:attrNameLst>
                                          <p:attrName>style.visibility</p:attrName>
                                        </p:attrNameLst>
                                      </p:cBhvr>
                                      <p:to>
                                        <p:strVal val="visible"/>
                                      </p:to>
                                    </p:set>
                                    <p:anim calcmode="lin" valueType="num">
                                      <p:cBhvr>
                                        <p:cTn id="17" dur="500" fill="hold"/>
                                        <p:tgtEl>
                                          <p:spTgt spid="119820"/>
                                        </p:tgtEl>
                                        <p:attrNameLst>
                                          <p:attrName>ppt_w</p:attrName>
                                        </p:attrNameLst>
                                      </p:cBhvr>
                                      <p:tavLst>
                                        <p:tav tm="0">
                                          <p:val>
                                            <p:fltVal val="0"/>
                                          </p:val>
                                        </p:tav>
                                        <p:tav tm="100000">
                                          <p:val>
                                            <p:strVal val="#ppt_w"/>
                                          </p:val>
                                        </p:tav>
                                      </p:tavLst>
                                    </p:anim>
                                    <p:anim calcmode="lin" valueType="num">
                                      <p:cBhvr>
                                        <p:cTn id="18" dur="500" fill="hold"/>
                                        <p:tgtEl>
                                          <p:spTgt spid="119820"/>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119826"/>
                                        </p:tgtEl>
                                        <p:attrNameLst>
                                          <p:attrName>style.visibility</p:attrName>
                                        </p:attrNameLst>
                                      </p:cBhvr>
                                      <p:to>
                                        <p:strVal val="visible"/>
                                      </p:to>
                                    </p:set>
                                    <p:animEffect transition="in" filter="dissolve">
                                      <p:cBhvr>
                                        <p:cTn id="23" dur="1000"/>
                                        <p:tgtEl>
                                          <p:spTgt spid="119826"/>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119825"/>
                                        </p:tgtEl>
                                        <p:attrNameLst>
                                          <p:attrName>style.visibility</p:attrName>
                                        </p:attrNameLst>
                                      </p:cBhvr>
                                      <p:to>
                                        <p:strVal val="visible"/>
                                      </p:to>
                                    </p:set>
                                    <p:animEffect transition="in" filter="wipe(left)">
                                      <p:cBhvr>
                                        <p:cTn id="27" dur="500"/>
                                        <p:tgtEl>
                                          <p:spTgt spid="11982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9822"/>
                                        </p:tgtEl>
                                        <p:attrNameLst>
                                          <p:attrName>style.visibility</p:attrName>
                                        </p:attrNameLst>
                                      </p:cBhvr>
                                      <p:to>
                                        <p:strVal val="visible"/>
                                      </p:to>
                                    </p:set>
                                    <p:animEffect transition="in" filter="wipe(left)">
                                      <p:cBhvr>
                                        <p:cTn id="32" dur="500"/>
                                        <p:tgtEl>
                                          <p:spTgt spid="11982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9823"/>
                                        </p:tgtEl>
                                        <p:attrNameLst>
                                          <p:attrName>style.visibility</p:attrName>
                                        </p:attrNameLst>
                                      </p:cBhvr>
                                      <p:to>
                                        <p:strVal val="visible"/>
                                      </p:to>
                                    </p:set>
                                    <p:animEffect transition="in" filter="wipe(left)">
                                      <p:cBhvr>
                                        <p:cTn id="37" dur="500"/>
                                        <p:tgtEl>
                                          <p:spTgt spid="119823"/>
                                        </p:tgtEl>
                                      </p:cBhvr>
                                    </p:animEffect>
                                  </p:childTnLst>
                                </p:cTn>
                              </p:par>
                              <p:par>
                                <p:cTn id="38" presetID="4" presetClass="entr" presetSubtype="16" fill="hold" grpId="0" nodeType="withEffect">
                                  <p:stCondLst>
                                    <p:cond delay="0"/>
                                  </p:stCondLst>
                                  <p:childTnLst>
                                    <p:set>
                                      <p:cBhvr>
                                        <p:cTn id="39" dur="1" fill="hold">
                                          <p:stCondLst>
                                            <p:cond delay="0"/>
                                          </p:stCondLst>
                                        </p:cTn>
                                        <p:tgtEl>
                                          <p:spTgt spid="119819"/>
                                        </p:tgtEl>
                                        <p:attrNameLst>
                                          <p:attrName>style.visibility</p:attrName>
                                        </p:attrNameLst>
                                      </p:cBhvr>
                                      <p:to>
                                        <p:strVal val="visible"/>
                                      </p:to>
                                    </p:set>
                                    <p:animEffect transition="in" filter="box(in)">
                                      <p:cBhvr>
                                        <p:cTn id="40" dur="2000"/>
                                        <p:tgtEl>
                                          <p:spTgt spid="119819"/>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19821"/>
                                        </p:tgtEl>
                                        <p:attrNameLst>
                                          <p:attrName>style.visibility</p:attrName>
                                        </p:attrNameLst>
                                      </p:cBhvr>
                                      <p:to>
                                        <p:strVal val="visible"/>
                                      </p:to>
                                    </p:set>
                                    <p:animEffect transition="in" filter="wipe(left)">
                                      <p:cBhvr>
                                        <p:cTn id="45" dur="500"/>
                                        <p:tgtEl>
                                          <p:spTgt spid="119821"/>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19818"/>
                                        </p:tgtEl>
                                        <p:attrNameLst>
                                          <p:attrName>style.visibility</p:attrName>
                                        </p:attrNameLst>
                                      </p:cBhvr>
                                      <p:to>
                                        <p:strVal val="visible"/>
                                      </p:to>
                                    </p:set>
                                    <p:animEffect transition="in" filter="wipe(left)">
                                      <p:cBhvr>
                                        <p:cTn id="50" dur="500"/>
                                        <p:tgtEl>
                                          <p:spTgt spid="1198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1" grpId="0" autoUpdateAnimBg="0"/>
      <p:bldP spid="119818" grpId="0" animBg="1"/>
      <p:bldP spid="119819" grpId="0" animBg="1"/>
      <p:bldP spid="119820" grpId="0" animBg="1"/>
      <p:bldP spid="119821" grpId="0" autoUpdateAnimBg="0"/>
      <p:bldP spid="119822" grpId="0" autoUpdateAnimBg="0"/>
      <p:bldP spid="119823" grpId="0" autoUpdateAnimBg="0"/>
      <p:bldP spid="119824" grpId="0" autoUpdateAnimBg="0"/>
      <p:bldP spid="119825" grpId="0" autoUpdateAnimBg="0"/>
      <p:bldP spid="11982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5" name="Text Box 3"/>
          <p:cNvSpPr txBox="1">
            <a:spLocks noChangeArrowheads="1"/>
          </p:cNvSpPr>
          <p:nvPr/>
        </p:nvSpPr>
        <p:spPr bwMode="auto">
          <a:xfrm>
            <a:off x="225425" y="1397000"/>
            <a:ext cx="4437063"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rPr>
              <a:t>3.3.1  </a:t>
            </a:r>
            <a:r>
              <a:rPr lang="zh-CN" altLang="en-US" b="1" i="0">
                <a:solidFill>
                  <a:srgbClr val="0000FF"/>
                </a:solidFill>
                <a:latin typeface="Times New Roman" panose="02020603050405020304" pitchFamily="18" charset="0"/>
              </a:rPr>
              <a:t>质点的角动量 </a:t>
            </a:r>
            <a:r>
              <a:rPr lang="en-US" altLang="zh-CN" b="1" i="0">
                <a:solidFill>
                  <a:srgbClr val="0000FF"/>
                </a:solidFill>
                <a:latin typeface="Times New Roman" panose="02020603050405020304" pitchFamily="18" charset="0"/>
              </a:rPr>
              <a:t>(</a:t>
            </a:r>
            <a:r>
              <a:rPr lang="zh-CN" altLang="en-US" b="1" i="0">
                <a:solidFill>
                  <a:srgbClr val="0000FF"/>
                </a:solidFill>
                <a:latin typeface="Times New Roman" panose="02020603050405020304" pitchFamily="18" charset="0"/>
              </a:rPr>
              <a:t>对 </a:t>
            </a:r>
            <a:r>
              <a:rPr lang="en-US" altLang="zh-CN" b="1">
                <a:solidFill>
                  <a:srgbClr val="0000FF"/>
                </a:solidFill>
                <a:latin typeface="Times New Roman" panose="02020603050405020304" pitchFamily="18" charset="0"/>
              </a:rPr>
              <a:t>O </a:t>
            </a:r>
            <a:r>
              <a:rPr lang="zh-CN" altLang="en-US" b="1" i="0">
                <a:solidFill>
                  <a:srgbClr val="0000FF"/>
                </a:solidFill>
                <a:latin typeface="Times New Roman" panose="02020603050405020304" pitchFamily="18" charset="0"/>
              </a:rPr>
              <a:t>点</a:t>
            </a:r>
            <a:r>
              <a:rPr lang="en-US" altLang="zh-CN" b="1" i="0">
                <a:solidFill>
                  <a:srgbClr val="0000FF"/>
                </a:solidFill>
                <a:latin typeface="Times New Roman" panose="02020603050405020304" pitchFamily="18" charset="0"/>
              </a:rPr>
              <a:t>)</a:t>
            </a:r>
            <a:endParaRPr lang="en-US" altLang="zh-CN" b="1" i="0">
              <a:solidFill>
                <a:srgbClr val="0000FF"/>
              </a:solidFill>
              <a:latin typeface="Times New Roman" panose="02020603050405020304" pitchFamily="18" charset="0"/>
            </a:endParaRPr>
          </a:p>
        </p:txBody>
      </p:sp>
      <p:sp>
        <p:nvSpPr>
          <p:cNvPr id="51209" name="Text Box 20"/>
          <p:cNvSpPr txBox="1">
            <a:spLocks noChangeArrowheads="1"/>
          </p:cNvSpPr>
          <p:nvPr/>
        </p:nvSpPr>
        <p:spPr bwMode="auto">
          <a:xfrm>
            <a:off x="611188" y="569913"/>
            <a:ext cx="7699375" cy="519112"/>
          </a:xfrm>
          <a:prstGeom prst="rect">
            <a:avLst/>
          </a:prstGeom>
          <a:noFill/>
          <a:ln w="12700" cap="sq" algn="ctr">
            <a:noFill/>
            <a:miter lim="800000"/>
            <a:headEnd type="none" w="sm" len="sm"/>
            <a:tailEnd type="none" w="sm" len="sm"/>
          </a:ln>
        </p:spPr>
        <p:txBody>
          <a:bodyPr>
            <a:spAutoFit/>
          </a:bodyPr>
          <a:lstStyle/>
          <a:p>
            <a:r>
              <a:rPr lang="en-US" altLang="zh-CN" sz="2800" b="1" i="0">
                <a:solidFill>
                  <a:srgbClr val="002060"/>
                </a:solidFill>
                <a:latin typeface="Times New Roman" panose="02020603050405020304" pitchFamily="18" charset="0"/>
                <a:ea typeface="黑体" panose="02010609060101010101" pitchFamily="2" charset="-122"/>
              </a:rPr>
              <a:t>§3.3  </a:t>
            </a:r>
            <a:r>
              <a:rPr lang="zh-CN" altLang="en-US" sz="2800" b="1" i="0">
                <a:solidFill>
                  <a:srgbClr val="002060"/>
                </a:solidFill>
                <a:latin typeface="Times New Roman" panose="02020603050405020304" pitchFamily="18" charset="0"/>
                <a:ea typeface="黑体" panose="02010609060101010101" pitchFamily="2" charset="-122"/>
              </a:rPr>
              <a:t>角动量  角动量守恒定律 </a:t>
            </a:r>
            <a:endParaRPr lang="zh-CN" altLang="en-US" sz="2800" b="1" i="0">
              <a:solidFill>
                <a:srgbClr val="002060"/>
              </a:solidFill>
              <a:latin typeface="Times New Roman" panose="02020603050405020304" pitchFamily="18" charset="0"/>
              <a:ea typeface="黑体" panose="02010609060101010101" pitchFamily="2" charset="-122"/>
            </a:endParaRPr>
          </a:p>
        </p:txBody>
      </p:sp>
      <p:graphicFrame>
        <p:nvGraphicFramePr>
          <p:cNvPr id="120859" name="Object 27"/>
          <p:cNvGraphicFramePr>
            <a:graphicFrameLocks noChangeAspect="1"/>
          </p:cNvGraphicFramePr>
          <p:nvPr/>
        </p:nvGraphicFramePr>
        <p:xfrm>
          <a:off x="1062038" y="2162175"/>
          <a:ext cx="2309812" cy="457200"/>
        </p:xfrm>
        <a:graphic>
          <a:graphicData uri="http://schemas.openxmlformats.org/presentationml/2006/ole">
            <mc:AlternateContent xmlns:mc="http://schemas.openxmlformats.org/markup-compatibility/2006">
              <mc:Choice xmlns:v="urn:schemas-microsoft-com:vml" Requires="v">
                <p:oleObj spid="_x0000_s51201" name="公式" r:id="rId1" imgW="30784800" imgH="6096000" progId="Equation.3">
                  <p:embed/>
                </p:oleObj>
              </mc:Choice>
              <mc:Fallback>
                <p:oleObj name="公式" r:id="rId1" imgW="30784800" imgH="6096000" progId="Equation.3">
                  <p:embed/>
                  <p:pic>
                    <p:nvPicPr>
                      <p:cNvPr id="0" name="Object 27"/>
                      <p:cNvPicPr>
                        <a:picLocks noChangeAspect="1"/>
                      </p:cNvPicPr>
                      <p:nvPr/>
                    </p:nvPicPr>
                    <p:blipFill>
                      <a:blip r:embed="rId2"/>
                      <a:stretch>
                        <a:fillRect/>
                      </a:stretch>
                    </p:blipFill>
                    <p:spPr>
                      <a:xfrm>
                        <a:off x="1062038" y="2162175"/>
                        <a:ext cx="2309812" cy="457200"/>
                      </a:xfrm>
                      <a:prstGeom prst="rect">
                        <a:avLst/>
                      </a:prstGeom>
                      <a:noFill/>
                      <a:ln w="22225">
                        <a:noFill/>
                      </a:ln>
                    </p:spPr>
                  </p:pic>
                </p:oleObj>
              </mc:Fallback>
            </mc:AlternateContent>
          </a:graphicData>
        </a:graphic>
      </p:graphicFrame>
      <p:sp>
        <p:nvSpPr>
          <p:cNvPr id="120860" name="Text Box 28"/>
          <p:cNvSpPr txBox="1">
            <a:spLocks noChangeArrowheads="1"/>
          </p:cNvSpPr>
          <p:nvPr/>
        </p:nvSpPr>
        <p:spPr bwMode="auto">
          <a:xfrm>
            <a:off x="611188" y="2951163"/>
            <a:ext cx="1890712"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其大小</a:t>
            </a:r>
            <a:endParaRPr kumimoji="0" lang="zh-CN" altLang="en-US" i="0">
              <a:solidFill>
                <a:schemeClr val="bg1"/>
              </a:solidFill>
              <a:latin typeface="Times New Roman" panose="02020603050405020304" pitchFamily="18" charset="0"/>
            </a:endParaRPr>
          </a:p>
        </p:txBody>
      </p:sp>
      <p:graphicFrame>
        <p:nvGraphicFramePr>
          <p:cNvPr id="120861" name="Object 29"/>
          <p:cNvGraphicFramePr>
            <a:graphicFrameLocks noChangeAspect="1"/>
          </p:cNvGraphicFramePr>
          <p:nvPr/>
        </p:nvGraphicFramePr>
        <p:xfrm>
          <a:off x="1196975" y="3671888"/>
          <a:ext cx="2752725" cy="409575"/>
        </p:xfrm>
        <a:graphic>
          <a:graphicData uri="http://schemas.openxmlformats.org/presentationml/2006/ole">
            <mc:AlternateContent xmlns:mc="http://schemas.openxmlformats.org/markup-compatibility/2006">
              <mc:Choice xmlns:v="urn:schemas-microsoft-com:vml" Requires="v">
                <p:oleObj spid="_x0000_s51203" name="公式" r:id="rId3" imgW="36880800" imgH="5486400" progId="Equation.3">
                  <p:embed/>
                </p:oleObj>
              </mc:Choice>
              <mc:Fallback>
                <p:oleObj name="公式" r:id="rId3" imgW="36880800" imgH="5486400" progId="Equation.3">
                  <p:embed/>
                  <p:pic>
                    <p:nvPicPr>
                      <p:cNvPr id="0" name="Object 29"/>
                      <p:cNvPicPr>
                        <a:picLocks noChangeAspect="1"/>
                      </p:cNvPicPr>
                      <p:nvPr/>
                    </p:nvPicPr>
                    <p:blipFill>
                      <a:blip r:embed="rId4"/>
                      <a:stretch>
                        <a:fillRect/>
                      </a:stretch>
                    </p:blipFill>
                    <p:spPr>
                      <a:xfrm>
                        <a:off x="1196975" y="3671888"/>
                        <a:ext cx="2752725" cy="409575"/>
                      </a:xfrm>
                      <a:prstGeom prst="rect">
                        <a:avLst/>
                      </a:prstGeom>
                      <a:noFill/>
                      <a:ln w="38100">
                        <a:noFill/>
                      </a:ln>
                    </p:spPr>
                  </p:pic>
                </p:oleObj>
              </mc:Fallback>
            </mc:AlternateContent>
          </a:graphicData>
        </a:graphic>
      </p:graphicFrame>
      <p:sp>
        <p:nvSpPr>
          <p:cNvPr id="120862" name="Text Box 30"/>
          <p:cNvSpPr txBox="1">
            <a:spLocks noChangeArrowheads="1"/>
          </p:cNvSpPr>
          <p:nvPr/>
        </p:nvSpPr>
        <p:spPr bwMode="auto">
          <a:xfrm>
            <a:off x="304800" y="5535613"/>
            <a:ext cx="8588375" cy="554037"/>
          </a:xfrm>
          <a:prstGeom prst="rect">
            <a:avLst/>
          </a:prstGeom>
          <a:noFill/>
          <a:ln w="9525">
            <a:noFill/>
            <a:miter lim="800000"/>
          </a:ln>
        </p:spPr>
        <p:txBody>
          <a:bodyPr>
            <a:spAutoFit/>
          </a:bodyPr>
          <a:lstStyle/>
          <a:p>
            <a:pPr marL="444500" indent="-444500" algn="l" eaLnBrk="0" hangingPunct="0">
              <a:lnSpc>
                <a:spcPct val="125000"/>
              </a:lnSpc>
            </a:pPr>
            <a:r>
              <a:rPr kumimoji="0" lang="zh-CN" altLang="en-US" b="1" i="0">
                <a:solidFill>
                  <a:schemeClr val="bg1"/>
                </a:solidFill>
                <a:latin typeface="Times New Roman" panose="02020603050405020304" pitchFamily="18" charset="0"/>
              </a:rPr>
              <a:t>质点的角动量与质点的动量及位矢</a:t>
            </a:r>
            <a:r>
              <a:rPr kumimoji="0" lang="en-US" altLang="zh-CN" b="1" i="0">
                <a:solidFill>
                  <a:schemeClr val="bg1"/>
                </a:solidFill>
                <a:latin typeface="Times New Roman" panose="02020603050405020304" pitchFamily="18" charset="0"/>
              </a:rPr>
              <a:t>(</a:t>
            </a:r>
            <a:r>
              <a:rPr kumimoji="0" lang="zh-CN" altLang="en-US" b="1" i="0">
                <a:solidFill>
                  <a:srgbClr val="CC0000"/>
                </a:solidFill>
                <a:latin typeface="Times New Roman" panose="02020603050405020304" pitchFamily="18" charset="0"/>
              </a:rPr>
              <a:t>取决于固定点的选择</a:t>
            </a:r>
            <a:r>
              <a:rPr kumimoji="0" lang="en-US" altLang="zh-CN" b="1" i="0">
                <a:solidFill>
                  <a:schemeClr val="bg1"/>
                </a:solidFill>
                <a:latin typeface="Times New Roman" panose="02020603050405020304" pitchFamily="18" charset="0"/>
              </a:rPr>
              <a:t>)</a:t>
            </a:r>
            <a:r>
              <a:rPr kumimoji="0" lang="zh-CN" altLang="en-US" b="1" i="0">
                <a:solidFill>
                  <a:schemeClr val="bg1"/>
                </a:solidFill>
                <a:latin typeface="Times New Roman" panose="02020603050405020304" pitchFamily="18" charset="0"/>
              </a:rPr>
              <a:t>有关</a:t>
            </a:r>
            <a:endParaRPr kumimoji="0" lang="zh-CN" altLang="en-US" b="1" i="0">
              <a:solidFill>
                <a:schemeClr val="bg1"/>
              </a:solidFill>
              <a:latin typeface="Times New Roman" panose="02020603050405020304" pitchFamily="18" charset="0"/>
            </a:endParaRPr>
          </a:p>
        </p:txBody>
      </p:sp>
      <p:sp>
        <p:nvSpPr>
          <p:cNvPr id="120863" name="Text Box 31"/>
          <p:cNvSpPr txBox="1">
            <a:spLocks noChangeArrowheads="1"/>
          </p:cNvSpPr>
          <p:nvPr/>
        </p:nvSpPr>
        <p:spPr bwMode="auto">
          <a:xfrm>
            <a:off x="701675" y="4300538"/>
            <a:ext cx="3581400" cy="457200"/>
          </a:xfrm>
          <a:prstGeom prst="rect">
            <a:avLst/>
          </a:prstGeom>
          <a:noFill/>
          <a:ln w="9525">
            <a:noFill/>
            <a:miter lim="800000"/>
          </a:ln>
        </p:spPr>
        <p:txBody>
          <a:bodyPr>
            <a:spAutoFit/>
          </a:bodyPr>
          <a:lstStyle/>
          <a:p>
            <a:pPr algn="l" eaLnBrk="0" hangingPunct="0"/>
            <a:r>
              <a:rPr kumimoji="0" lang="zh-CN" altLang="en-US" b="1" i="0">
                <a:solidFill>
                  <a:srgbClr val="CC0000"/>
                </a:solidFill>
                <a:latin typeface="Times New Roman" panose="02020603050405020304" pitchFamily="18" charset="0"/>
              </a:rPr>
              <a:t>特例：</a:t>
            </a:r>
            <a:r>
              <a:rPr kumimoji="0" lang="zh-CN" altLang="en-US" b="1" i="0">
                <a:solidFill>
                  <a:schemeClr val="bg1"/>
                </a:solidFill>
                <a:latin typeface="Times New Roman" panose="02020603050405020304" pitchFamily="18" charset="0"/>
              </a:rPr>
              <a:t>质点作圆周运动</a:t>
            </a:r>
            <a:endParaRPr kumimoji="0" lang="zh-CN" altLang="en-US" i="0">
              <a:solidFill>
                <a:schemeClr val="bg1"/>
              </a:solidFill>
              <a:latin typeface="Times New Roman" panose="02020603050405020304" pitchFamily="18" charset="0"/>
            </a:endParaRPr>
          </a:p>
        </p:txBody>
      </p:sp>
      <p:graphicFrame>
        <p:nvGraphicFramePr>
          <p:cNvPr id="120864" name="Object 32"/>
          <p:cNvGraphicFramePr>
            <a:graphicFrameLocks noChangeAspect="1"/>
          </p:cNvGraphicFramePr>
          <p:nvPr/>
        </p:nvGraphicFramePr>
        <p:xfrm>
          <a:off x="3762375" y="4930775"/>
          <a:ext cx="1582738" cy="366713"/>
        </p:xfrm>
        <a:graphic>
          <a:graphicData uri="http://schemas.openxmlformats.org/presentationml/2006/ole">
            <mc:AlternateContent xmlns:mc="http://schemas.openxmlformats.org/markup-compatibility/2006">
              <mc:Choice xmlns:v="urn:schemas-microsoft-com:vml" Requires="v">
                <p:oleObj spid="_x0000_s51204" name="公式" r:id="rId5" imgW="21031200" imgH="4876800" progId="Equation.3">
                  <p:embed/>
                </p:oleObj>
              </mc:Choice>
              <mc:Fallback>
                <p:oleObj name="公式" r:id="rId5" imgW="21031200" imgH="4876800" progId="Equation.3">
                  <p:embed/>
                  <p:pic>
                    <p:nvPicPr>
                      <p:cNvPr id="0" name="Object 32"/>
                      <p:cNvPicPr>
                        <a:picLocks noChangeAspect="1"/>
                      </p:cNvPicPr>
                      <p:nvPr/>
                    </p:nvPicPr>
                    <p:blipFill>
                      <a:blip r:embed="rId6"/>
                      <a:stretch>
                        <a:fillRect/>
                      </a:stretch>
                    </p:blipFill>
                    <p:spPr>
                      <a:xfrm>
                        <a:off x="3762375" y="4930775"/>
                        <a:ext cx="1582738" cy="366713"/>
                      </a:xfrm>
                      <a:prstGeom prst="rect">
                        <a:avLst/>
                      </a:prstGeom>
                      <a:noFill/>
                      <a:ln w="38100">
                        <a:noFill/>
                      </a:ln>
                    </p:spPr>
                  </p:pic>
                </p:oleObj>
              </mc:Fallback>
            </mc:AlternateContent>
          </a:graphicData>
        </a:graphic>
      </p:graphicFrame>
      <p:graphicFrame>
        <p:nvGraphicFramePr>
          <p:cNvPr id="120865" name="Object 33"/>
          <p:cNvGraphicFramePr>
            <a:graphicFrameLocks noChangeAspect="1"/>
          </p:cNvGraphicFramePr>
          <p:nvPr/>
        </p:nvGraphicFramePr>
        <p:xfrm>
          <a:off x="7412038" y="1898650"/>
          <a:ext cx="366712" cy="431800"/>
        </p:xfrm>
        <a:graphic>
          <a:graphicData uri="http://schemas.openxmlformats.org/presentationml/2006/ole">
            <mc:AlternateContent xmlns:mc="http://schemas.openxmlformats.org/markup-compatibility/2006">
              <mc:Choice xmlns:v="urn:schemas-microsoft-com:vml" Requires="v">
                <p:oleObj spid="_x0000_s51205" name="公式" r:id="rId7" imgW="5181600" imgH="6096000" progId="Equation.3">
                  <p:embed/>
                </p:oleObj>
              </mc:Choice>
              <mc:Fallback>
                <p:oleObj name="公式" r:id="rId7" imgW="5181600" imgH="6096000" progId="Equation.3">
                  <p:embed/>
                  <p:pic>
                    <p:nvPicPr>
                      <p:cNvPr id="0" name="Object 33"/>
                      <p:cNvPicPr>
                        <a:picLocks noChangeAspect="1"/>
                      </p:cNvPicPr>
                      <p:nvPr/>
                    </p:nvPicPr>
                    <p:blipFill>
                      <a:blip r:embed="rId8"/>
                      <a:stretch>
                        <a:fillRect/>
                      </a:stretch>
                    </p:blipFill>
                    <p:spPr>
                      <a:xfrm>
                        <a:off x="7412038" y="1898650"/>
                        <a:ext cx="366712" cy="431800"/>
                      </a:xfrm>
                      <a:prstGeom prst="rect">
                        <a:avLst/>
                      </a:prstGeom>
                      <a:noFill/>
                      <a:ln w="19050">
                        <a:noFill/>
                      </a:ln>
                    </p:spPr>
                  </p:pic>
                </p:oleObj>
              </mc:Fallback>
            </mc:AlternateContent>
          </a:graphicData>
        </a:graphic>
      </p:graphicFrame>
      <p:sp>
        <p:nvSpPr>
          <p:cNvPr id="120866" name="AutoShape 34"/>
          <p:cNvSpPr>
            <a:spLocks noChangeArrowheads="1"/>
          </p:cNvSpPr>
          <p:nvPr/>
        </p:nvSpPr>
        <p:spPr bwMode="auto">
          <a:xfrm>
            <a:off x="4427538" y="2576513"/>
            <a:ext cx="4191000" cy="1066800"/>
          </a:xfrm>
          <a:prstGeom prst="parallelogram">
            <a:avLst>
              <a:gd name="adj" fmla="val 92267"/>
            </a:avLst>
          </a:prstGeom>
          <a:solidFill>
            <a:srgbClr val="99FFCC">
              <a:alpha val="25882"/>
            </a:srgbClr>
          </a:solidFill>
          <a:ln w="9525">
            <a:solidFill>
              <a:srgbClr val="000000">
                <a:alpha val="18039"/>
              </a:srgbClr>
            </a:solidFill>
            <a:miter lim="800000"/>
          </a:ln>
        </p:spPr>
        <p:txBody>
          <a:bodyPr wrap="none" anchor="ctr"/>
          <a:lstStyle/>
          <a:p>
            <a:endParaRPr lang="zh-CN" altLang="en-US"/>
          </a:p>
        </p:txBody>
      </p:sp>
      <p:sp>
        <p:nvSpPr>
          <p:cNvPr id="120867" name="Line 35"/>
          <p:cNvSpPr>
            <a:spLocks noChangeShapeType="1"/>
          </p:cNvSpPr>
          <p:nvPr/>
        </p:nvSpPr>
        <p:spPr bwMode="auto">
          <a:xfrm flipH="1">
            <a:off x="5113338" y="3109913"/>
            <a:ext cx="838200" cy="0"/>
          </a:xfrm>
          <a:prstGeom prst="line">
            <a:avLst/>
          </a:prstGeom>
          <a:noFill/>
          <a:ln w="22225">
            <a:solidFill>
              <a:schemeClr val="accent2"/>
            </a:solidFill>
            <a:prstDash val="dash"/>
            <a:round/>
          </a:ln>
        </p:spPr>
        <p:txBody>
          <a:bodyPr wrap="none" anchor="ctr"/>
          <a:lstStyle/>
          <a:p>
            <a:endParaRPr lang="zh-CN" altLang="en-US"/>
          </a:p>
        </p:txBody>
      </p:sp>
      <p:sp>
        <p:nvSpPr>
          <p:cNvPr id="120868" name="Text Box 36"/>
          <p:cNvSpPr txBox="1">
            <a:spLocks noChangeArrowheads="1"/>
          </p:cNvSpPr>
          <p:nvPr/>
        </p:nvSpPr>
        <p:spPr bwMode="auto">
          <a:xfrm>
            <a:off x="7340600" y="2932113"/>
            <a:ext cx="404813" cy="457200"/>
          </a:xfrm>
          <a:prstGeom prst="rect">
            <a:avLst/>
          </a:prstGeom>
          <a:noFill/>
          <a:ln w="9525">
            <a:noFill/>
            <a:miter lim="800000"/>
          </a:ln>
        </p:spPr>
        <p:txBody>
          <a:bodyPr wrap="none">
            <a:spAutoFit/>
          </a:bodyPr>
          <a:lstStyle/>
          <a:p>
            <a:pPr eaLnBrk="0" hangingPunct="0"/>
            <a:r>
              <a:rPr kumimoji="0" lang="en-US" altLang="zh-CN" b="1">
                <a:solidFill>
                  <a:srgbClr val="CC0000"/>
                </a:solidFill>
                <a:latin typeface="Times New Roman" panose="02020603050405020304" pitchFamily="18" charset="0"/>
              </a:rPr>
              <a:t>O</a:t>
            </a:r>
            <a:endParaRPr kumimoji="0" lang="en-US" altLang="zh-CN" b="1">
              <a:solidFill>
                <a:srgbClr val="CC0000"/>
              </a:solidFill>
              <a:latin typeface="Times New Roman" panose="02020603050405020304" pitchFamily="18" charset="0"/>
            </a:endParaRPr>
          </a:p>
        </p:txBody>
      </p:sp>
      <p:sp>
        <p:nvSpPr>
          <p:cNvPr id="120869" name="Text Box 37"/>
          <p:cNvSpPr txBox="1">
            <a:spLocks noChangeArrowheads="1"/>
          </p:cNvSpPr>
          <p:nvPr/>
        </p:nvSpPr>
        <p:spPr bwMode="auto">
          <a:xfrm>
            <a:off x="5345113" y="3003550"/>
            <a:ext cx="531812" cy="396875"/>
          </a:xfrm>
          <a:prstGeom prst="rect">
            <a:avLst/>
          </a:prstGeom>
          <a:noFill/>
          <a:ln w="9525">
            <a:noFill/>
            <a:miter lim="800000"/>
          </a:ln>
        </p:spPr>
        <p:txBody>
          <a:bodyPr>
            <a:spAutoFit/>
          </a:bodyPr>
          <a:lstStyle/>
          <a:p>
            <a:pPr eaLnBrk="0" hangingPunct="0"/>
            <a:r>
              <a:rPr kumimoji="0" lang="en-US" altLang="zh-CN" sz="2000" b="1">
                <a:solidFill>
                  <a:schemeClr val="accent2"/>
                </a:solidFill>
                <a:latin typeface="Times New Roman" panose="02020603050405020304" pitchFamily="18" charset="0"/>
                <a:sym typeface="Symbol" panose="05050102010706020507" pitchFamily="18" charset="2"/>
              </a:rPr>
              <a:t></a:t>
            </a:r>
            <a:endParaRPr kumimoji="0" lang="en-US" altLang="zh-CN" sz="2000" b="1">
              <a:solidFill>
                <a:schemeClr val="accent2"/>
              </a:solidFill>
              <a:latin typeface="Times New Roman" panose="02020603050405020304" pitchFamily="18" charset="0"/>
            </a:endParaRPr>
          </a:p>
        </p:txBody>
      </p:sp>
      <p:graphicFrame>
        <p:nvGraphicFramePr>
          <p:cNvPr id="120870" name="Object 38"/>
          <p:cNvGraphicFramePr>
            <a:graphicFrameLocks noChangeAspect="1"/>
          </p:cNvGraphicFramePr>
          <p:nvPr/>
        </p:nvGraphicFramePr>
        <p:xfrm>
          <a:off x="6732588" y="2771775"/>
          <a:ext cx="227012" cy="295275"/>
        </p:xfrm>
        <a:graphic>
          <a:graphicData uri="http://schemas.openxmlformats.org/presentationml/2006/ole">
            <mc:AlternateContent xmlns:mc="http://schemas.openxmlformats.org/markup-compatibility/2006">
              <mc:Choice xmlns:v="urn:schemas-microsoft-com:vml" Requires="v">
                <p:oleObj spid="_x0000_s51206" name="公式" r:id="rId9" imgW="3048000" imgH="3962400" progId="Equation.3">
                  <p:embed/>
                </p:oleObj>
              </mc:Choice>
              <mc:Fallback>
                <p:oleObj name="公式" r:id="rId9" imgW="3048000" imgH="3962400" progId="Equation.3">
                  <p:embed/>
                  <p:pic>
                    <p:nvPicPr>
                      <p:cNvPr id="0" name="Object 38"/>
                      <p:cNvPicPr>
                        <a:picLocks noChangeAspect="1"/>
                      </p:cNvPicPr>
                      <p:nvPr/>
                    </p:nvPicPr>
                    <p:blipFill>
                      <a:blip r:embed="rId10"/>
                      <a:stretch>
                        <a:fillRect/>
                      </a:stretch>
                    </p:blipFill>
                    <p:spPr>
                      <a:xfrm>
                        <a:off x="6732588" y="2771775"/>
                        <a:ext cx="227012" cy="295275"/>
                      </a:xfrm>
                      <a:prstGeom prst="rect">
                        <a:avLst/>
                      </a:prstGeom>
                      <a:noFill/>
                      <a:ln w="9525">
                        <a:noFill/>
                      </a:ln>
                    </p:spPr>
                  </p:pic>
                </p:oleObj>
              </mc:Fallback>
            </mc:AlternateContent>
          </a:graphicData>
        </a:graphic>
      </p:graphicFrame>
      <p:sp>
        <p:nvSpPr>
          <p:cNvPr id="120871" name="Line 39"/>
          <p:cNvSpPr>
            <a:spLocks noChangeShapeType="1"/>
          </p:cNvSpPr>
          <p:nvPr/>
        </p:nvSpPr>
        <p:spPr bwMode="auto">
          <a:xfrm flipH="1">
            <a:off x="5951538" y="3109913"/>
            <a:ext cx="1371600" cy="0"/>
          </a:xfrm>
          <a:prstGeom prst="line">
            <a:avLst/>
          </a:prstGeom>
          <a:noFill/>
          <a:ln w="38100">
            <a:solidFill>
              <a:srgbClr val="FF6600"/>
            </a:solidFill>
            <a:round/>
            <a:tailEnd type="triangle" w="med" len="lg"/>
          </a:ln>
        </p:spPr>
        <p:txBody>
          <a:bodyPr wrap="none" anchor="ctr"/>
          <a:lstStyle/>
          <a:p>
            <a:endParaRPr lang="zh-CN" altLang="en-US"/>
          </a:p>
        </p:txBody>
      </p:sp>
      <p:sp>
        <p:nvSpPr>
          <p:cNvPr id="120872" name="Line 40"/>
          <p:cNvSpPr>
            <a:spLocks noChangeShapeType="1"/>
          </p:cNvSpPr>
          <p:nvPr/>
        </p:nvSpPr>
        <p:spPr bwMode="auto">
          <a:xfrm flipH="1">
            <a:off x="5665788" y="3109913"/>
            <a:ext cx="285750" cy="466725"/>
          </a:xfrm>
          <a:prstGeom prst="line">
            <a:avLst/>
          </a:prstGeom>
          <a:noFill/>
          <a:ln w="38100">
            <a:solidFill>
              <a:schemeClr val="accent2"/>
            </a:solidFill>
            <a:round/>
            <a:tailEnd type="triangle" w="med" len="lg"/>
          </a:ln>
        </p:spPr>
        <p:txBody>
          <a:bodyPr wrap="none" anchor="ctr"/>
          <a:lstStyle/>
          <a:p>
            <a:endParaRPr lang="zh-CN" altLang="en-US"/>
          </a:p>
        </p:txBody>
      </p:sp>
      <p:sp>
        <p:nvSpPr>
          <p:cNvPr id="120873" name="Arc 41"/>
          <p:cNvSpPr/>
          <p:nvPr/>
        </p:nvSpPr>
        <p:spPr bwMode="auto">
          <a:xfrm rot="10800000">
            <a:off x="5729288" y="3109913"/>
            <a:ext cx="144462" cy="206375"/>
          </a:xfrm>
          <a:custGeom>
            <a:avLst/>
            <a:gdLst>
              <a:gd name="T0" fmla="*/ 12920914 w 21600"/>
              <a:gd name="T1" fmla="*/ 0 h 20612"/>
              <a:gd name="T2" fmla="*/ 43216848 w 21600"/>
              <a:gd name="T3" fmla="*/ 207141709 h 20612"/>
              <a:gd name="T4" fmla="*/ 0 w 21600"/>
              <a:gd name="T5" fmla="*/ 207141709 h 20612"/>
              <a:gd name="T6" fmla="*/ 0 60000 65536"/>
              <a:gd name="T7" fmla="*/ 0 60000 65536"/>
              <a:gd name="T8" fmla="*/ 0 60000 65536"/>
              <a:gd name="T9" fmla="*/ 0 w 21600"/>
              <a:gd name="T10" fmla="*/ 0 h 20612"/>
              <a:gd name="T11" fmla="*/ 21600 w 21600"/>
              <a:gd name="T12" fmla="*/ 20612 h 20612"/>
            </a:gdLst>
            <a:ahLst/>
            <a:cxnLst>
              <a:cxn ang="T6">
                <a:pos x="T0" y="T1"/>
              </a:cxn>
              <a:cxn ang="T7">
                <a:pos x="T2" y="T3"/>
              </a:cxn>
              <a:cxn ang="T8">
                <a:pos x="T4" y="T5"/>
              </a:cxn>
            </a:cxnLst>
            <a:rect l="T9" t="T10" r="T11" b="T12"/>
            <a:pathLst>
              <a:path w="21600" h="20612" fill="none" extrusionOk="0">
                <a:moveTo>
                  <a:pt x="6457" y="0"/>
                </a:moveTo>
                <a:cubicBezTo>
                  <a:pt x="15467" y="2822"/>
                  <a:pt x="21600" y="11170"/>
                  <a:pt x="21600" y="20612"/>
                </a:cubicBezTo>
              </a:path>
              <a:path w="21600" h="20612" stroke="0" extrusionOk="0">
                <a:moveTo>
                  <a:pt x="6457" y="0"/>
                </a:moveTo>
                <a:cubicBezTo>
                  <a:pt x="15467" y="2822"/>
                  <a:pt x="21600" y="11170"/>
                  <a:pt x="21600" y="20612"/>
                </a:cubicBezTo>
                <a:lnTo>
                  <a:pt x="0" y="20612"/>
                </a:lnTo>
                <a:close/>
              </a:path>
            </a:pathLst>
          </a:custGeom>
          <a:noFill/>
          <a:ln w="28575">
            <a:solidFill>
              <a:schemeClr val="accent2"/>
            </a:solidFill>
            <a:round/>
          </a:ln>
        </p:spPr>
        <p:txBody>
          <a:bodyPr wrap="none" anchor="ctr"/>
          <a:lstStyle/>
          <a:p>
            <a:endParaRPr lang="zh-CN" altLang="en-US"/>
          </a:p>
        </p:txBody>
      </p:sp>
      <p:graphicFrame>
        <p:nvGraphicFramePr>
          <p:cNvPr id="120874" name="Object 42"/>
          <p:cNvGraphicFramePr>
            <a:graphicFrameLocks noChangeAspect="1"/>
          </p:cNvGraphicFramePr>
          <p:nvPr/>
        </p:nvGraphicFramePr>
        <p:xfrm>
          <a:off x="5786438" y="3349625"/>
          <a:ext cx="261937" cy="346075"/>
        </p:xfrm>
        <a:graphic>
          <a:graphicData uri="http://schemas.openxmlformats.org/presentationml/2006/ole">
            <mc:AlternateContent xmlns:mc="http://schemas.openxmlformats.org/markup-compatibility/2006">
              <mc:Choice xmlns:v="urn:schemas-microsoft-com:vml" Requires="v">
                <p:oleObj spid="_x0000_s51207" name="公式" r:id="rId11" imgW="3657600" imgH="4876800" progId="Equation.3">
                  <p:embed/>
                </p:oleObj>
              </mc:Choice>
              <mc:Fallback>
                <p:oleObj name="公式" r:id="rId11" imgW="3657600" imgH="4876800" progId="Equation.3">
                  <p:embed/>
                  <p:pic>
                    <p:nvPicPr>
                      <p:cNvPr id="0" name="Object 42"/>
                      <p:cNvPicPr>
                        <a:picLocks noChangeAspect="1"/>
                      </p:cNvPicPr>
                      <p:nvPr/>
                    </p:nvPicPr>
                    <p:blipFill>
                      <a:blip r:embed="rId12"/>
                      <a:stretch>
                        <a:fillRect/>
                      </a:stretch>
                    </p:blipFill>
                    <p:spPr>
                      <a:xfrm>
                        <a:off x="5786438" y="3349625"/>
                        <a:ext cx="261937" cy="346075"/>
                      </a:xfrm>
                      <a:prstGeom prst="rect">
                        <a:avLst/>
                      </a:prstGeom>
                      <a:noFill/>
                      <a:ln w="9525">
                        <a:noFill/>
                      </a:ln>
                    </p:spPr>
                  </p:pic>
                </p:oleObj>
              </mc:Fallback>
            </mc:AlternateContent>
          </a:graphicData>
        </a:graphic>
      </p:graphicFrame>
      <p:sp>
        <p:nvSpPr>
          <p:cNvPr id="120875" name="Text Box 43"/>
          <p:cNvSpPr txBox="1">
            <a:spLocks noChangeArrowheads="1"/>
          </p:cNvSpPr>
          <p:nvPr/>
        </p:nvSpPr>
        <p:spPr bwMode="auto">
          <a:xfrm>
            <a:off x="4657725" y="3232150"/>
            <a:ext cx="354013" cy="457200"/>
          </a:xfrm>
          <a:prstGeom prst="rect">
            <a:avLst/>
          </a:prstGeom>
          <a:noFill/>
          <a:ln w="9525">
            <a:noFill/>
            <a:miter lim="800000"/>
          </a:ln>
        </p:spPr>
        <p:txBody>
          <a:bodyPr wrap="none">
            <a:spAutoFit/>
          </a:bodyPr>
          <a:lstStyle/>
          <a:p>
            <a:r>
              <a:rPr lang="en-US" altLang="zh-CN" b="1">
                <a:solidFill>
                  <a:srgbClr val="FF0000"/>
                </a:solidFill>
                <a:latin typeface="Times New Roman" panose="02020603050405020304" pitchFamily="18" charset="0"/>
                <a:sym typeface="Symbol" panose="05050102010706020507" pitchFamily="18" charset="2"/>
              </a:rPr>
              <a:t>S</a:t>
            </a:r>
            <a:endParaRPr lang="en-US" altLang="zh-CN" b="1">
              <a:solidFill>
                <a:srgbClr val="FF0000"/>
              </a:solidFill>
              <a:latin typeface="Times New Roman" panose="02020603050405020304" pitchFamily="18" charset="0"/>
              <a:sym typeface="Symbol" panose="05050102010706020507" pitchFamily="18" charset="2"/>
            </a:endParaRPr>
          </a:p>
        </p:txBody>
      </p:sp>
      <p:sp>
        <p:nvSpPr>
          <p:cNvPr id="120876" name="Line 44"/>
          <p:cNvSpPr>
            <a:spLocks noChangeShapeType="1"/>
          </p:cNvSpPr>
          <p:nvPr/>
        </p:nvSpPr>
        <p:spPr bwMode="auto">
          <a:xfrm flipV="1">
            <a:off x="7308850" y="2116138"/>
            <a:ext cx="0" cy="1000125"/>
          </a:xfrm>
          <a:prstGeom prst="line">
            <a:avLst/>
          </a:prstGeom>
          <a:noFill/>
          <a:ln w="50800">
            <a:solidFill>
              <a:srgbClr val="336600"/>
            </a:solidFill>
            <a:round/>
            <a:tailEnd type="triangle" w="med" len="lg"/>
          </a:ln>
        </p:spPr>
        <p:txBody>
          <a:bodyPr wrap="none" anchor="ctr"/>
          <a:lstStyle/>
          <a:p>
            <a:endParaRPr lang="zh-CN" altLang="en-US"/>
          </a:p>
        </p:txBody>
      </p:sp>
      <p:sp>
        <p:nvSpPr>
          <p:cNvPr id="120877" name="Oval 45"/>
          <p:cNvSpPr>
            <a:spLocks noChangeArrowheads="1"/>
          </p:cNvSpPr>
          <p:nvPr/>
        </p:nvSpPr>
        <p:spPr bwMode="auto">
          <a:xfrm>
            <a:off x="5870575" y="3040063"/>
            <a:ext cx="136525" cy="136525"/>
          </a:xfrm>
          <a:prstGeom prst="ellipse">
            <a:avLst/>
          </a:prstGeom>
          <a:solidFill>
            <a:srgbClr val="FF0000"/>
          </a:solidFill>
          <a:ln w="9525">
            <a:solidFill>
              <a:schemeClr val="tx1"/>
            </a:solidFill>
            <a:round/>
          </a:ln>
        </p:spPr>
        <p:txBody>
          <a:bodyPr wrap="none" anchor="ctr"/>
          <a:lstStyle/>
          <a:p>
            <a:endParaRPr lang="zh-CN" altLang="en-US"/>
          </a:p>
        </p:txBody>
      </p:sp>
      <p:sp>
        <p:nvSpPr>
          <p:cNvPr id="120878" name="Text Box 46"/>
          <p:cNvSpPr txBox="1">
            <a:spLocks noChangeArrowheads="1"/>
          </p:cNvSpPr>
          <p:nvPr/>
        </p:nvSpPr>
        <p:spPr bwMode="auto">
          <a:xfrm>
            <a:off x="5111750" y="3754438"/>
            <a:ext cx="2506663" cy="396875"/>
          </a:xfrm>
          <a:prstGeom prst="rect">
            <a:avLst/>
          </a:prstGeom>
          <a:noFill/>
          <a:ln w="9525">
            <a:noFill/>
            <a:miter lim="800000"/>
          </a:ln>
        </p:spPr>
        <p:txBody>
          <a:bodyPr>
            <a:spAutoFit/>
          </a:bodyPr>
          <a:lstStyle/>
          <a:p>
            <a:pPr eaLnBrk="0" hangingPunct="0"/>
            <a:r>
              <a:rPr kumimoji="0" lang="zh-CN" altLang="en-US" sz="2000" b="1" i="0">
                <a:solidFill>
                  <a:schemeClr val="bg1"/>
                </a:solidFill>
                <a:latin typeface="Times New Roman" panose="02020603050405020304" pitchFamily="18" charset="0"/>
                <a:ea typeface="楷体_GB2312" pitchFamily="49" charset="-122"/>
              </a:rPr>
              <a:t>惯性参照系</a:t>
            </a:r>
            <a:endParaRPr kumimoji="0" lang="zh-CN" altLang="en-US" sz="2000" i="0">
              <a:solidFill>
                <a:schemeClr val="bg1"/>
              </a:solidFill>
              <a:latin typeface="Times New Roman" panose="02020603050405020304" pitchFamily="18" charset="0"/>
              <a:ea typeface="楷体_GB2312" pitchFamily="49" charset="-122"/>
            </a:endParaRPr>
          </a:p>
        </p:txBody>
      </p:sp>
      <p:sp>
        <p:nvSpPr>
          <p:cNvPr id="120879" name="Oval 47"/>
          <p:cNvSpPr>
            <a:spLocks noChangeAspect="1" noChangeArrowheads="1"/>
          </p:cNvSpPr>
          <p:nvPr/>
        </p:nvSpPr>
        <p:spPr bwMode="auto">
          <a:xfrm>
            <a:off x="7227888" y="3041650"/>
            <a:ext cx="134937" cy="134938"/>
          </a:xfrm>
          <a:prstGeom prst="ellipse">
            <a:avLst/>
          </a:prstGeom>
          <a:solidFill>
            <a:srgbClr val="FF0000"/>
          </a:solidFill>
          <a:ln w="9525">
            <a:solidFill>
              <a:srgbClr val="FFFF00"/>
            </a:solidFill>
            <a:round/>
          </a:ln>
        </p:spPr>
        <p:txBody>
          <a:bodyPr wrap="none" anchor="ctr"/>
          <a:lstStyle/>
          <a:p>
            <a:pPr eaLnBrk="0" hangingPunct="0"/>
            <a:endParaRPr kumimoji="0" lang="zh-CN" altLang="zh-CN" i="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0835"/>
                                        </p:tgtEl>
                                        <p:attrNameLst>
                                          <p:attrName>style.visibility</p:attrName>
                                        </p:attrNameLst>
                                      </p:cBhvr>
                                      <p:to>
                                        <p:strVal val="visible"/>
                                      </p:to>
                                    </p:set>
                                    <p:animEffect transition="in" filter="wipe(left)">
                                      <p:cBhvr>
                                        <p:cTn id="7" dur="500"/>
                                        <p:tgtEl>
                                          <p:spTgt spid="12083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120866"/>
                                        </p:tgtEl>
                                        <p:attrNameLst>
                                          <p:attrName>style.visibility</p:attrName>
                                        </p:attrNameLst>
                                      </p:cBhvr>
                                      <p:to>
                                        <p:strVal val="visible"/>
                                      </p:to>
                                    </p:set>
                                    <p:anim calcmode="lin" valueType="num">
                                      <p:cBhvr>
                                        <p:cTn id="12" dur="500" fill="hold"/>
                                        <p:tgtEl>
                                          <p:spTgt spid="120866"/>
                                        </p:tgtEl>
                                        <p:attrNameLst>
                                          <p:attrName>ppt_w</p:attrName>
                                        </p:attrNameLst>
                                      </p:cBhvr>
                                      <p:tavLst>
                                        <p:tav tm="0">
                                          <p:val>
                                            <p:fltVal val="0"/>
                                          </p:val>
                                        </p:tav>
                                        <p:tav tm="100000">
                                          <p:val>
                                            <p:strVal val="#ppt_w"/>
                                          </p:val>
                                        </p:tav>
                                      </p:tavLst>
                                    </p:anim>
                                    <p:anim calcmode="lin" valueType="num">
                                      <p:cBhvr>
                                        <p:cTn id="13" dur="500" fill="hold"/>
                                        <p:tgtEl>
                                          <p:spTgt spid="120866"/>
                                        </p:tgtEl>
                                        <p:attrNameLst>
                                          <p:attrName>ppt_h</p:attrName>
                                        </p:attrNameLst>
                                      </p:cBhvr>
                                      <p:tavLst>
                                        <p:tav tm="0">
                                          <p:val>
                                            <p:fltVal val="0"/>
                                          </p:val>
                                        </p:tav>
                                        <p:tav tm="100000">
                                          <p:val>
                                            <p:strVal val="#ppt_h"/>
                                          </p:val>
                                        </p:tav>
                                      </p:tavLst>
                                    </p:anim>
                                  </p:childTnLst>
                                </p:cTn>
                              </p:par>
                            </p:childTnLst>
                          </p:cTn>
                        </p:par>
                        <p:par>
                          <p:cTn id="14" fill="hold">
                            <p:stCondLst>
                              <p:cond delay="500"/>
                            </p:stCondLst>
                            <p:childTnLst>
                              <p:par>
                                <p:cTn id="15" presetID="22" presetClass="entr" presetSubtype="8" fill="hold" grpId="0" nodeType="afterEffect">
                                  <p:stCondLst>
                                    <p:cond delay="0"/>
                                  </p:stCondLst>
                                  <p:childTnLst>
                                    <p:set>
                                      <p:cBhvr>
                                        <p:cTn id="16" dur="1" fill="hold">
                                          <p:stCondLst>
                                            <p:cond delay="0"/>
                                          </p:stCondLst>
                                        </p:cTn>
                                        <p:tgtEl>
                                          <p:spTgt spid="120875"/>
                                        </p:tgtEl>
                                        <p:attrNameLst>
                                          <p:attrName>style.visibility</p:attrName>
                                        </p:attrNameLst>
                                      </p:cBhvr>
                                      <p:to>
                                        <p:strVal val="visible"/>
                                      </p:to>
                                    </p:set>
                                    <p:animEffect transition="in" filter="wipe(left)">
                                      <p:cBhvr>
                                        <p:cTn id="17" dur="500"/>
                                        <p:tgtEl>
                                          <p:spTgt spid="120875"/>
                                        </p:tgtEl>
                                      </p:cBhvr>
                                    </p:animEffect>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20878"/>
                                        </p:tgtEl>
                                        <p:attrNameLst>
                                          <p:attrName>style.visibility</p:attrName>
                                        </p:attrNameLst>
                                      </p:cBhvr>
                                      <p:to>
                                        <p:strVal val="visible"/>
                                      </p:to>
                                    </p:set>
                                    <p:animEffect transition="in" filter="wipe(left)">
                                      <p:cBhvr>
                                        <p:cTn id="21" dur="500"/>
                                        <p:tgtEl>
                                          <p:spTgt spid="120878"/>
                                        </p:tgtEl>
                                      </p:cBhvr>
                                    </p:animEffect>
                                  </p:childTnLst>
                                </p:cTn>
                              </p:par>
                            </p:childTnLst>
                          </p:cTn>
                        </p:par>
                        <p:par>
                          <p:cTn id="22" fill="hold">
                            <p:stCondLst>
                              <p:cond delay="1500"/>
                            </p:stCondLst>
                            <p:childTnLst>
                              <p:par>
                                <p:cTn id="23" presetID="23" presetClass="entr" presetSubtype="16" fill="hold" grpId="0" nodeType="afterEffect">
                                  <p:stCondLst>
                                    <p:cond delay="0"/>
                                  </p:stCondLst>
                                  <p:childTnLst>
                                    <p:set>
                                      <p:cBhvr>
                                        <p:cTn id="24" dur="1" fill="hold">
                                          <p:stCondLst>
                                            <p:cond delay="0"/>
                                          </p:stCondLst>
                                        </p:cTn>
                                        <p:tgtEl>
                                          <p:spTgt spid="120877"/>
                                        </p:tgtEl>
                                        <p:attrNameLst>
                                          <p:attrName>style.visibility</p:attrName>
                                        </p:attrNameLst>
                                      </p:cBhvr>
                                      <p:to>
                                        <p:strVal val="visible"/>
                                      </p:to>
                                    </p:set>
                                    <p:anim calcmode="lin" valueType="num">
                                      <p:cBhvr>
                                        <p:cTn id="25" dur="500" fill="hold"/>
                                        <p:tgtEl>
                                          <p:spTgt spid="120877"/>
                                        </p:tgtEl>
                                        <p:attrNameLst>
                                          <p:attrName>ppt_w</p:attrName>
                                        </p:attrNameLst>
                                      </p:cBhvr>
                                      <p:tavLst>
                                        <p:tav tm="0">
                                          <p:val>
                                            <p:fltVal val="0"/>
                                          </p:val>
                                        </p:tav>
                                        <p:tav tm="100000">
                                          <p:val>
                                            <p:strVal val="#ppt_w"/>
                                          </p:val>
                                        </p:tav>
                                      </p:tavLst>
                                    </p:anim>
                                    <p:anim calcmode="lin" valueType="num">
                                      <p:cBhvr>
                                        <p:cTn id="26" dur="500" fill="hold"/>
                                        <p:tgtEl>
                                          <p:spTgt spid="120877"/>
                                        </p:tgtEl>
                                        <p:attrNameLst>
                                          <p:attrName>ppt_h</p:attrName>
                                        </p:attrNameLst>
                                      </p:cBhvr>
                                      <p:tavLst>
                                        <p:tav tm="0">
                                          <p:val>
                                            <p:fltVal val="0"/>
                                          </p:val>
                                        </p:tav>
                                        <p:tav tm="100000">
                                          <p:val>
                                            <p:strVal val="#ppt_h"/>
                                          </p:val>
                                        </p:tav>
                                      </p:tavLst>
                                    </p:anim>
                                  </p:childTnLst>
                                </p:cTn>
                              </p:par>
                            </p:childTnLst>
                          </p:cTn>
                        </p:par>
                        <p:par>
                          <p:cTn id="27" fill="hold">
                            <p:stCondLst>
                              <p:cond delay="2000"/>
                            </p:stCondLst>
                            <p:childTnLst>
                              <p:par>
                                <p:cTn id="28" presetID="22" presetClass="entr" presetSubtype="1" fill="hold" grpId="0" nodeType="afterEffect">
                                  <p:stCondLst>
                                    <p:cond delay="0"/>
                                  </p:stCondLst>
                                  <p:childTnLst>
                                    <p:set>
                                      <p:cBhvr>
                                        <p:cTn id="29" dur="1" fill="hold">
                                          <p:stCondLst>
                                            <p:cond delay="0"/>
                                          </p:stCondLst>
                                        </p:cTn>
                                        <p:tgtEl>
                                          <p:spTgt spid="120872"/>
                                        </p:tgtEl>
                                        <p:attrNameLst>
                                          <p:attrName>style.visibility</p:attrName>
                                        </p:attrNameLst>
                                      </p:cBhvr>
                                      <p:to>
                                        <p:strVal val="visible"/>
                                      </p:to>
                                    </p:set>
                                    <p:animEffect transition="in" filter="wipe(up)">
                                      <p:cBhvr>
                                        <p:cTn id="30" dur="500"/>
                                        <p:tgtEl>
                                          <p:spTgt spid="120872"/>
                                        </p:tgtEl>
                                      </p:cBhvr>
                                    </p:animEffect>
                                  </p:childTnLst>
                                </p:cTn>
                              </p:par>
                            </p:childTnLst>
                          </p:cTn>
                        </p:par>
                        <p:par>
                          <p:cTn id="31" fill="hold">
                            <p:stCondLst>
                              <p:cond delay="2500"/>
                            </p:stCondLst>
                            <p:childTnLst>
                              <p:par>
                                <p:cTn id="32" presetID="22" presetClass="entr" presetSubtype="4" fill="hold" grpId="0" nodeType="afterEffect">
                                  <p:stCondLst>
                                    <p:cond delay="0"/>
                                  </p:stCondLst>
                                  <p:childTnLst>
                                    <p:set>
                                      <p:cBhvr>
                                        <p:cTn id="33" dur="1" fill="hold">
                                          <p:stCondLst>
                                            <p:cond delay="0"/>
                                          </p:stCondLst>
                                        </p:cTn>
                                        <p:tgtEl>
                                          <p:spTgt spid="120879"/>
                                        </p:tgtEl>
                                        <p:attrNameLst>
                                          <p:attrName>style.visibility</p:attrName>
                                        </p:attrNameLst>
                                      </p:cBhvr>
                                      <p:to>
                                        <p:strVal val="visible"/>
                                      </p:to>
                                    </p:set>
                                    <p:animEffect transition="in" filter="wipe(down)">
                                      <p:cBhvr>
                                        <p:cTn id="34" dur="500"/>
                                        <p:tgtEl>
                                          <p:spTgt spid="120879"/>
                                        </p:tgtEl>
                                      </p:cBhvr>
                                    </p:animEffect>
                                  </p:childTnLst>
                                </p:cTn>
                              </p:par>
                            </p:childTnLst>
                          </p:cTn>
                        </p:par>
                        <p:par>
                          <p:cTn id="35" fill="hold">
                            <p:stCondLst>
                              <p:cond delay="3000"/>
                            </p:stCondLst>
                            <p:childTnLst>
                              <p:par>
                                <p:cTn id="36" presetID="22" presetClass="entr" presetSubtype="4" fill="hold" grpId="0" nodeType="afterEffect">
                                  <p:stCondLst>
                                    <p:cond delay="0"/>
                                  </p:stCondLst>
                                  <p:childTnLst>
                                    <p:set>
                                      <p:cBhvr>
                                        <p:cTn id="37" dur="1" fill="hold">
                                          <p:stCondLst>
                                            <p:cond delay="0"/>
                                          </p:stCondLst>
                                        </p:cTn>
                                        <p:tgtEl>
                                          <p:spTgt spid="120868"/>
                                        </p:tgtEl>
                                        <p:attrNameLst>
                                          <p:attrName>style.visibility</p:attrName>
                                        </p:attrNameLst>
                                      </p:cBhvr>
                                      <p:to>
                                        <p:strVal val="visible"/>
                                      </p:to>
                                    </p:set>
                                    <p:animEffect transition="in" filter="wipe(down)">
                                      <p:cBhvr>
                                        <p:cTn id="38" dur="500"/>
                                        <p:tgtEl>
                                          <p:spTgt spid="120868"/>
                                        </p:tgtEl>
                                      </p:cBhvr>
                                    </p:animEffect>
                                  </p:childTnLst>
                                </p:cTn>
                              </p:par>
                            </p:childTnLst>
                          </p:cTn>
                        </p:par>
                        <p:par>
                          <p:cTn id="39" fill="hold">
                            <p:stCondLst>
                              <p:cond delay="3500"/>
                            </p:stCondLst>
                            <p:childTnLst>
                              <p:par>
                                <p:cTn id="40" presetID="22" presetClass="entr" presetSubtype="8" fill="hold" nodeType="afterEffect">
                                  <p:stCondLst>
                                    <p:cond delay="0"/>
                                  </p:stCondLst>
                                  <p:childTnLst>
                                    <p:set>
                                      <p:cBhvr>
                                        <p:cTn id="41" dur="1" fill="hold">
                                          <p:stCondLst>
                                            <p:cond delay="0"/>
                                          </p:stCondLst>
                                        </p:cTn>
                                        <p:tgtEl>
                                          <p:spTgt spid="120874"/>
                                        </p:tgtEl>
                                        <p:attrNameLst>
                                          <p:attrName>style.visibility</p:attrName>
                                        </p:attrNameLst>
                                      </p:cBhvr>
                                      <p:to>
                                        <p:strVal val="visible"/>
                                      </p:to>
                                    </p:set>
                                    <p:animEffect transition="in" filter="wipe(left)">
                                      <p:cBhvr>
                                        <p:cTn id="42" dur="500"/>
                                        <p:tgtEl>
                                          <p:spTgt spid="12087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2" fill="hold" grpId="0" nodeType="clickEffect">
                                  <p:stCondLst>
                                    <p:cond delay="0"/>
                                  </p:stCondLst>
                                  <p:childTnLst>
                                    <p:set>
                                      <p:cBhvr>
                                        <p:cTn id="46" dur="1" fill="hold">
                                          <p:stCondLst>
                                            <p:cond delay="0"/>
                                          </p:stCondLst>
                                        </p:cTn>
                                        <p:tgtEl>
                                          <p:spTgt spid="120871"/>
                                        </p:tgtEl>
                                        <p:attrNameLst>
                                          <p:attrName>style.visibility</p:attrName>
                                        </p:attrNameLst>
                                      </p:cBhvr>
                                      <p:to>
                                        <p:strVal val="visible"/>
                                      </p:to>
                                    </p:set>
                                    <p:animEffect transition="in" filter="wipe(right)">
                                      <p:cBhvr>
                                        <p:cTn id="47" dur="500"/>
                                        <p:tgtEl>
                                          <p:spTgt spid="120871"/>
                                        </p:tgtEl>
                                      </p:cBhvr>
                                    </p:animEffect>
                                  </p:childTnLst>
                                </p:cTn>
                              </p:par>
                            </p:childTnLst>
                          </p:cTn>
                        </p:par>
                        <p:par>
                          <p:cTn id="48" fill="hold">
                            <p:stCondLst>
                              <p:cond delay="500"/>
                            </p:stCondLst>
                            <p:childTnLst>
                              <p:par>
                                <p:cTn id="49" presetID="22" presetClass="entr" presetSubtype="4" fill="hold" nodeType="afterEffect">
                                  <p:stCondLst>
                                    <p:cond delay="0"/>
                                  </p:stCondLst>
                                  <p:childTnLst>
                                    <p:set>
                                      <p:cBhvr>
                                        <p:cTn id="50" dur="1" fill="hold">
                                          <p:stCondLst>
                                            <p:cond delay="0"/>
                                          </p:stCondLst>
                                        </p:cTn>
                                        <p:tgtEl>
                                          <p:spTgt spid="120870"/>
                                        </p:tgtEl>
                                        <p:attrNameLst>
                                          <p:attrName>style.visibility</p:attrName>
                                        </p:attrNameLst>
                                      </p:cBhvr>
                                      <p:to>
                                        <p:strVal val="visible"/>
                                      </p:to>
                                    </p:set>
                                    <p:animEffect transition="in" filter="wipe(down)">
                                      <p:cBhvr>
                                        <p:cTn id="51" dur="500"/>
                                        <p:tgtEl>
                                          <p:spTgt spid="12087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2" fill="hold" grpId="0" nodeType="clickEffect">
                                  <p:stCondLst>
                                    <p:cond delay="0"/>
                                  </p:stCondLst>
                                  <p:childTnLst>
                                    <p:set>
                                      <p:cBhvr>
                                        <p:cTn id="55" dur="1" fill="hold">
                                          <p:stCondLst>
                                            <p:cond delay="0"/>
                                          </p:stCondLst>
                                        </p:cTn>
                                        <p:tgtEl>
                                          <p:spTgt spid="120867"/>
                                        </p:tgtEl>
                                        <p:attrNameLst>
                                          <p:attrName>style.visibility</p:attrName>
                                        </p:attrNameLst>
                                      </p:cBhvr>
                                      <p:to>
                                        <p:strVal val="visible"/>
                                      </p:to>
                                    </p:set>
                                    <p:animEffect transition="in" filter="wipe(right)">
                                      <p:cBhvr>
                                        <p:cTn id="56" dur="500"/>
                                        <p:tgtEl>
                                          <p:spTgt spid="120867"/>
                                        </p:tgtEl>
                                      </p:cBhvr>
                                    </p:animEffect>
                                  </p:childTnLst>
                                </p:cTn>
                              </p:par>
                            </p:childTnLst>
                          </p:cTn>
                        </p:par>
                        <p:par>
                          <p:cTn id="57" fill="hold">
                            <p:stCondLst>
                              <p:cond delay="500"/>
                            </p:stCondLst>
                            <p:childTnLst>
                              <p:par>
                                <p:cTn id="58" presetID="22" presetClass="entr" presetSubtype="4" fill="hold" grpId="0" nodeType="afterEffect">
                                  <p:stCondLst>
                                    <p:cond delay="0"/>
                                  </p:stCondLst>
                                  <p:childTnLst>
                                    <p:set>
                                      <p:cBhvr>
                                        <p:cTn id="59" dur="1" fill="hold">
                                          <p:stCondLst>
                                            <p:cond delay="0"/>
                                          </p:stCondLst>
                                        </p:cTn>
                                        <p:tgtEl>
                                          <p:spTgt spid="120873"/>
                                        </p:tgtEl>
                                        <p:attrNameLst>
                                          <p:attrName>style.visibility</p:attrName>
                                        </p:attrNameLst>
                                      </p:cBhvr>
                                      <p:to>
                                        <p:strVal val="visible"/>
                                      </p:to>
                                    </p:set>
                                    <p:animEffect transition="in" filter="wipe(down)">
                                      <p:cBhvr>
                                        <p:cTn id="60" dur="500"/>
                                        <p:tgtEl>
                                          <p:spTgt spid="120873"/>
                                        </p:tgtEl>
                                      </p:cBhvr>
                                    </p:animEffect>
                                  </p:childTnLst>
                                </p:cTn>
                              </p:par>
                            </p:childTnLst>
                          </p:cTn>
                        </p:par>
                        <p:par>
                          <p:cTn id="61" fill="hold">
                            <p:stCondLst>
                              <p:cond delay="1000"/>
                            </p:stCondLst>
                            <p:childTnLst>
                              <p:par>
                                <p:cTn id="62" presetID="22" presetClass="entr" presetSubtype="8" fill="hold" grpId="0" nodeType="afterEffect">
                                  <p:stCondLst>
                                    <p:cond delay="0"/>
                                  </p:stCondLst>
                                  <p:childTnLst>
                                    <p:set>
                                      <p:cBhvr>
                                        <p:cTn id="63" dur="1" fill="hold">
                                          <p:stCondLst>
                                            <p:cond delay="0"/>
                                          </p:stCondLst>
                                        </p:cTn>
                                        <p:tgtEl>
                                          <p:spTgt spid="120869"/>
                                        </p:tgtEl>
                                        <p:attrNameLst>
                                          <p:attrName>style.visibility</p:attrName>
                                        </p:attrNameLst>
                                      </p:cBhvr>
                                      <p:to>
                                        <p:strVal val="visible"/>
                                      </p:to>
                                    </p:set>
                                    <p:animEffect transition="in" filter="wipe(left)">
                                      <p:cBhvr>
                                        <p:cTn id="64" dur="500"/>
                                        <p:tgtEl>
                                          <p:spTgt spid="12086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120859"/>
                                        </p:tgtEl>
                                        <p:attrNameLst>
                                          <p:attrName>style.visibility</p:attrName>
                                        </p:attrNameLst>
                                      </p:cBhvr>
                                      <p:to>
                                        <p:strVal val="visible"/>
                                      </p:to>
                                    </p:set>
                                    <p:animEffect transition="in" filter="wipe(left)">
                                      <p:cBhvr>
                                        <p:cTn id="69" dur="500"/>
                                        <p:tgtEl>
                                          <p:spTgt spid="120859"/>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120876"/>
                                        </p:tgtEl>
                                        <p:attrNameLst>
                                          <p:attrName>style.visibility</p:attrName>
                                        </p:attrNameLst>
                                      </p:cBhvr>
                                      <p:to>
                                        <p:strVal val="visible"/>
                                      </p:to>
                                    </p:set>
                                    <p:animEffect transition="in" filter="wipe(down)">
                                      <p:cBhvr>
                                        <p:cTn id="74" dur="500"/>
                                        <p:tgtEl>
                                          <p:spTgt spid="120876"/>
                                        </p:tgtEl>
                                      </p:cBhvr>
                                    </p:animEffect>
                                  </p:childTnLst>
                                </p:cTn>
                              </p:par>
                            </p:childTnLst>
                          </p:cTn>
                        </p:par>
                        <p:par>
                          <p:cTn id="75" fill="hold">
                            <p:stCondLst>
                              <p:cond delay="500"/>
                            </p:stCondLst>
                            <p:childTnLst>
                              <p:par>
                                <p:cTn id="76" presetID="22" presetClass="entr" presetSubtype="4" fill="hold" nodeType="afterEffect">
                                  <p:stCondLst>
                                    <p:cond delay="0"/>
                                  </p:stCondLst>
                                  <p:childTnLst>
                                    <p:set>
                                      <p:cBhvr>
                                        <p:cTn id="77" dur="1" fill="hold">
                                          <p:stCondLst>
                                            <p:cond delay="0"/>
                                          </p:stCondLst>
                                        </p:cTn>
                                        <p:tgtEl>
                                          <p:spTgt spid="120865"/>
                                        </p:tgtEl>
                                        <p:attrNameLst>
                                          <p:attrName>style.visibility</p:attrName>
                                        </p:attrNameLst>
                                      </p:cBhvr>
                                      <p:to>
                                        <p:strVal val="visible"/>
                                      </p:to>
                                    </p:set>
                                    <p:animEffect transition="in" filter="wipe(down)">
                                      <p:cBhvr>
                                        <p:cTn id="78" dur="500"/>
                                        <p:tgtEl>
                                          <p:spTgt spid="120865"/>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0"/>
                                  </p:stCondLst>
                                  <p:childTnLst>
                                    <p:set>
                                      <p:cBhvr>
                                        <p:cTn id="82" dur="1" fill="hold">
                                          <p:stCondLst>
                                            <p:cond delay="0"/>
                                          </p:stCondLst>
                                        </p:cTn>
                                        <p:tgtEl>
                                          <p:spTgt spid="120860"/>
                                        </p:tgtEl>
                                        <p:attrNameLst>
                                          <p:attrName>style.visibility</p:attrName>
                                        </p:attrNameLst>
                                      </p:cBhvr>
                                      <p:to>
                                        <p:strVal val="visible"/>
                                      </p:to>
                                    </p:set>
                                    <p:animEffect transition="in" filter="wipe(left)">
                                      <p:cBhvr>
                                        <p:cTn id="83" dur="500"/>
                                        <p:tgtEl>
                                          <p:spTgt spid="12086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120861"/>
                                        </p:tgtEl>
                                        <p:attrNameLst>
                                          <p:attrName>style.visibility</p:attrName>
                                        </p:attrNameLst>
                                      </p:cBhvr>
                                      <p:to>
                                        <p:strVal val="visible"/>
                                      </p:to>
                                    </p:set>
                                    <p:animEffect transition="in" filter="wipe(left)">
                                      <p:cBhvr>
                                        <p:cTn id="88" dur="500"/>
                                        <p:tgtEl>
                                          <p:spTgt spid="120861"/>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20863"/>
                                        </p:tgtEl>
                                        <p:attrNameLst>
                                          <p:attrName>style.visibility</p:attrName>
                                        </p:attrNameLst>
                                      </p:cBhvr>
                                      <p:to>
                                        <p:strVal val="visible"/>
                                      </p:to>
                                    </p:set>
                                    <p:animEffect transition="in" filter="wipe(left)">
                                      <p:cBhvr>
                                        <p:cTn id="93" dur="500"/>
                                        <p:tgtEl>
                                          <p:spTgt spid="120863"/>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120864"/>
                                        </p:tgtEl>
                                        <p:attrNameLst>
                                          <p:attrName>style.visibility</p:attrName>
                                        </p:attrNameLst>
                                      </p:cBhvr>
                                      <p:to>
                                        <p:strVal val="visible"/>
                                      </p:to>
                                    </p:set>
                                    <p:animEffect transition="in" filter="wipe(left)">
                                      <p:cBhvr>
                                        <p:cTn id="98" dur="500"/>
                                        <p:tgtEl>
                                          <p:spTgt spid="12086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120862"/>
                                        </p:tgtEl>
                                        <p:attrNameLst>
                                          <p:attrName>style.visibility</p:attrName>
                                        </p:attrNameLst>
                                      </p:cBhvr>
                                      <p:to>
                                        <p:strVal val="visible"/>
                                      </p:to>
                                    </p:set>
                                    <p:animEffect transition="in" filter="wipe(left)">
                                      <p:cBhvr>
                                        <p:cTn id="103" dur="500"/>
                                        <p:tgtEl>
                                          <p:spTgt spid="120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5" grpId="0" autoUpdateAnimBg="0"/>
      <p:bldP spid="120860" grpId="0" autoUpdateAnimBg="0"/>
      <p:bldP spid="120862" grpId="0" autoUpdateAnimBg="0"/>
      <p:bldP spid="120863" grpId="0" autoUpdateAnimBg="0"/>
      <p:bldP spid="120866" grpId="0" animBg="1"/>
      <p:bldP spid="120867" grpId="0" animBg="1"/>
      <p:bldP spid="120868" grpId="0"/>
      <p:bldP spid="120869" grpId="0"/>
      <p:bldP spid="120871" grpId="0" animBg="1"/>
      <p:bldP spid="120872" grpId="0" animBg="1"/>
      <p:bldP spid="120873" grpId="0" animBg="1"/>
      <p:bldP spid="120875" grpId="0"/>
      <p:bldP spid="120876" grpId="0" animBg="1"/>
      <p:bldP spid="120877" grpId="0" animBg="1"/>
      <p:bldP spid="120878" grpId="0" autoUpdateAnimBg="0"/>
      <p:bldP spid="12087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Text Box 2"/>
          <p:cNvSpPr txBox="1">
            <a:spLocks noChangeArrowheads="1"/>
          </p:cNvSpPr>
          <p:nvPr/>
        </p:nvSpPr>
        <p:spPr bwMode="auto">
          <a:xfrm>
            <a:off x="161925" y="441325"/>
            <a:ext cx="490538" cy="512763"/>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rgbClr val="FF0000"/>
                </a:solidFill>
                <a:latin typeface="Times New Roman" panose="02020603050405020304" pitchFamily="18" charset="0"/>
              </a:rPr>
              <a:t>例</a:t>
            </a:r>
            <a:endParaRPr kumimoji="0" lang="zh-CN" altLang="en-US" b="1" i="0">
              <a:solidFill>
                <a:srgbClr val="FF0000"/>
              </a:solidFill>
              <a:latin typeface="Times New Roman" panose="02020603050405020304" pitchFamily="18" charset="0"/>
            </a:endParaRPr>
          </a:p>
        </p:txBody>
      </p:sp>
      <p:sp>
        <p:nvSpPr>
          <p:cNvPr id="221187" name="Text Box 3"/>
          <p:cNvSpPr txBox="1">
            <a:spLocks noChangeArrowheads="1"/>
          </p:cNvSpPr>
          <p:nvPr/>
        </p:nvSpPr>
        <p:spPr bwMode="auto">
          <a:xfrm>
            <a:off x="655638" y="503238"/>
            <a:ext cx="8093075" cy="933450"/>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rPr>
              <a:t>一质点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，速度为 </a:t>
            </a:r>
            <a:r>
              <a:rPr kumimoji="0" lang="en-US" altLang="zh-CN">
                <a:solidFill>
                  <a:srgbClr val="FF6600"/>
                </a:solidFill>
                <a:latin typeface="Bookman Old Style" panose="02050604050505020204" pitchFamily="18" charset="0"/>
              </a:rPr>
              <a:t>v </a:t>
            </a:r>
            <a:r>
              <a:rPr kumimoji="0" lang="zh-CN" altLang="en-US" b="1" i="0">
                <a:solidFill>
                  <a:schemeClr val="bg1"/>
                </a:solidFill>
                <a:latin typeface="Times New Roman" panose="02020603050405020304" pitchFamily="18" charset="0"/>
              </a:rPr>
              <a:t>，如图所示，</a:t>
            </a:r>
            <a:r>
              <a:rPr kumimoji="0" lang="en-US" altLang="zh-CN" b="1">
                <a:solidFill>
                  <a:srgbClr val="FF6600"/>
                </a:solidFill>
                <a:latin typeface="Times New Roman" panose="02020603050405020304" pitchFamily="18" charset="0"/>
              </a:rPr>
              <a:t>A</a:t>
            </a:r>
            <a:r>
              <a:rPr kumimoji="0" lang="zh-CN" altLang="en-US" b="1">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B</a:t>
            </a:r>
            <a:r>
              <a:rPr kumimoji="0" lang="zh-CN" altLang="en-US" b="1">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C </a:t>
            </a:r>
            <a:r>
              <a:rPr kumimoji="0" lang="zh-CN" altLang="en-US" b="1" i="0">
                <a:solidFill>
                  <a:schemeClr val="bg1"/>
                </a:solidFill>
                <a:latin typeface="Times New Roman" panose="02020603050405020304" pitchFamily="18" charset="0"/>
              </a:rPr>
              <a:t>分别为三个参考点，此时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相对三个点的距离分别为 </a:t>
            </a:r>
            <a:r>
              <a:rPr kumimoji="0" lang="en-US" altLang="zh-CN" b="1">
                <a:solidFill>
                  <a:srgbClr val="FF6600"/>
                </a:solidFill>
                <a:latin typeface="Times New Roman" panose="02020603050405020304" pitchFamily="18" charset="0"/>
              </a:rPr>
              <a:t>d</a:t>
            </a:r>
            <a:r>
              <a:rPr kumimoji="0" lang="en-US" altLang="zh-CN" b="1" i="0" baseline="-25000">
                <a:solidFill>
                  <a:srgbClr val="FF6600"/>
                </a:solidFill>
                <a:latin typeface="Times New Roman" panose="02020603050405020304" pitchFamily="18" charset="0"/>
              </a:rPr>
              <a:t>1</a:t>
            </a:r>
            <a:r>
              <a:rPr kumimoji="0" lang="en-US" altLang="zh-CN" b="1" i="0" baseline="-25000">
                <a:solidFill>
                  <a:srgbClr val="66FFFF"/>
                </a:solidFill>
                <a:latin typeface="Times New Roman" panose="02020603050405020304" pitchFamily="18" charset="0"/>
              </a:rPr>
              <a:t> </a:t>
            </a:r>
            <a:r>
              <a:rPr kumimoji="0" lang="zh-CN" altLang="en-US" b="1" i="0" baseline="-25000">
                <a:solidFill>
                  <a:schemeClr val="bg1"/>
                </a:solidFill>
                <a:latin typeface="Times New Roman" panose="02020603050405020304" pitchFamily="18" charset="0"/>
              </a:rPr>
              <a:t>、</a:t>
            </a:r>
            <a:r>
              <a:rPr kumimoji="0" lang="en-US" altLang="zh-CN" b="1">
                <a:solidFill>
                  <a:srgbClr val="FF6600"/>
                </a:solidFill>
                <a:latin typeface="Times New Roman" panose="02020603050405020304" pitchFamily="18" charset="0"/>
              </a:rPr>
              <a:t>d</a:t>
            </a:r>
            <a:r>
              <a:rPr kumimoji="0" lang="en-US" altLang="zh-CN" b="1" i="0" baseline="-25000">
                <a:solidFill>
                  <a:srgbClr val="FF6600"/>
                </a:solidFill>
                <a:latin typeface="Times New Roman" panose="02020603050405020304" pitchFamily="18" charset="0"/>
              </a:rPr>
              <a:t>2</a:t>
            </a:r>
            <a:r>
              <a:rPr kumimoji="0" lang="en-US" altLang="zh-CN" b="1" i="0" baseline="-25000">
                <a:solidFill>
                  <a:srgbClr val="66FFFF"/>
                </a:solidFill>
                <a:latin typeface="Times New Roman" panose="02020603050405020304" pitchFamily="18" charset="0"/>
              </a:rPr>
              <a:t> </a:t>
            </a:r>
            <a:r>
              <a:rPr kumimoji="0" lang="zh-CN" altLang="en-US" b="1" i="0" baseline="-25000">
                <a:solidFill>
                  <a:schemeClr val="bg1"/>
                </a:solidFill>
                <a:latin typeface="Times New Roman" panose="02020603050405020304" pitchFamily="18" charset="0"/>
              </a:rPr>
              <a:t>、</a:t>
            </a:r>
            <a:r>
              <a:rPr kumimoji="0" lang="zh-CN" altLang="en-US" b="1" i="0" baseline="-25000">
                <a:solidFill>
                  <a:srgbClr val="FFFF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d</a:t>
            </a:r>
            <a:r>
              <a:rPr kumimoji="0" lang="en-US" altLang="zh-CN" b="1" i="0" baseline="-25000">
                <a:solidFill>
                  <a:srgbClr val="FF6600"/>
                </a:solidFill>
                <a:latin typeface="Times New Roman" panose="02020603050405020304" pitchFamily="18" charset="0"/>
              </a:rPr>
              <a:t>3</a:t>
            </a:r>
            <a:endParaRPr kumimoji="0" lang="en-US" altLang="zh-CN" b="1" i="0">
              <a:solidFill>
                <a:srgbClr val="FF6600"/>
              </a:solidFill>
              <a:latin typeface="Times New Roman" panose="02020603050405020304" pitchFamily="18" charset="0"/>
            </a:endParaRPr>
          </a:p>
        </p:txBody>
      </p:sp>
      <p:sp>
        <p:nvSpPr>
          <p:cNvPr id="221188" name="Text Box 4"/>
          <p:cNvSpPr txBox="1">
            <a:spLocks noChangeArrowheads="1"/>
          </p:cNvSpPr>
          <p:nvPr/>
        </p:nvSpPr>
        <p:spPr bwMode="auto">
          <a:xfrm>
            <a:off x="161925" y="1512888"/>
            <a:ext cx="7154863" cy="512762"/>
          </a:xfrm>
          <a:prstGeom prst="rect">
            <a:avLst/>
          </a:prstGeom>
          <a:noFill/>
          <a:ln w="9525">
            <a:noFill/>
            <a:miter lim="800000"/>
          </a:ln>
        </p:spPr>
        <p:txBody>
          <a:bodyPr>
            <a:spAutoFit/>
          </a:bodyPr>
          <a:lstStyle/>
          <a:p>
            <a:pPr algn="l" eaLnBrk="0" hangingPunct="0">
              <a:lnSpc>
                <a:spcPct val="115000"/>
              </a:lnSpc>
            </a:pPr>
            <a:r>
              <a:rPr kumimoji="0" lang="zh-CN" altLang="en-US" b="1" i="0">
                <a:solidFill>
                  <a:srgbClr val="FF0000"/>
                </a:solidFill>
                <a:latin typeface="Times New Roman" panose="02020603050405020304" pitchFamily="18" charset="0"/>
              </a:rPr>
              <a:t>求</a:t>
            </a:r>
            <a:r>
              <a:rPr kumimoji="0" lang="zh-CN" altLang="en-US" b="1" i="0">
                <a:solidFill>
                  <a:srgbClr val="FFFF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此时刻质点对三个参考点的角动量的大小</a:t>
            </a:r>
            <a:endParaRPr kumimoji="0" lang="zh-CN" altLang="en-US" b="1" i="0">
              <a:solidFill>
                <a:schemeClr val="bg1"/>
              </a:solidFill>
              <a:latin typeface="Times New Roman" panose="02020603050405020304" pitchFamily="18" charset="0"/>
            </a:endParaRPr>
          </a:p>
        </p:txBody>
      </p:sp>
      <p:graphicFrame>
        <p:nvGraphicFramePr>
          <p:cNvPr id="221189" name="Object 5"/>
          <p:cNvGraphicFramePr>
            <a:graphicFrameLocks noChangeAspect="1"/>
          </p:cNvGraphicFramePr>
          <p:nvPr/>
        </p:nvGraphicFramePr>
        <p:xfrm>
          <a:off x="1871663" y="2476500"/>
          <a:ext cx="1328737" cy="388938"/>
        </p:xfrm>
        <a:graphic>
          <a:graphicData uri="http://schemas.openxmlformats.org/presentationml/2006/ole">
            <mc:AlternateContent xmlns:mc="http://schemas.openxmlformats.org/markup-compatibility/2006">
              <mc:Choice xmlns:v="urn:schemas-microsoft-com:vml" Requires="v">
                <p:oleObj spid="_x0000_s52225" name="公式" r:id="rId1" imgW="17678400" imgH="5181600" progId="Equation.3">
                  <p:embed/>
                </p:oleObj>
              </mc:Choice>
              <mc:Fallback>
                <p:oleObj name="公式" r:id="rId1" imgW="17678400" imgH="5181600" progId="Equation.3">
                  <p:embed/>
                  <p:pic>
                    <p:nvPicPr>
                      <p:cNvPr id="0" name="Object 5"/>
                      <p:cNvPicPr>
                        <a:picLocks noChangeAspect="1"/>
                      </p:cNvPicPr>
                      <p:nvPr/>
                    </p:nvPicPr>
                    <p:blipFill>
                      <a:blip r:embed="rId2"/>
                      <a:stretch>
                        <a:fillRect/>
                      </a:stretch>
                    </p:blipFill>
                    <p:spPr>
                      <a:xfrm>
                        <a:off x="1871663" y="2476500"/>
                        <a:ext cx="1328737" cy="388938"/>
                      </a:xfrm>
                      <a:prstGeom prst="rect">
                        <a:avLst/>
                      </a:prstGeom>
                      <a:noFill/>
                      <a:ln w="9525">
                        <a:noFill/>
                      </a:ln>
                    </p:spPr>
                  </p:pic>
                </p:oleObj>
              </mc:Fallback>
            </mc:AlternateContent>
          </a:graphicData>
        </a:graphic>
      </p:graphicFrame>
      <p:graphicFrame>
        <p:nvGraphicFramePr>
          <p:cNvPr id="221190" name="Object 6"/>
          <p:cNvGraphicFramePr>
            <a:graphicFrameLocks noChangeAspect="1"/>
          </p:cNvGraphicFramePr>
          <p:nvPr/>
        </p:nvGraphicFramePr>
        <p:xfrm>
          <a:off x="1916113" y="3267075"/>
          <a:ext cx="1335087" cy="388938"/>
        </p:xfrm>
        <a:graphic>
          <a:graphicData uri="http://schemas.openxmlformats.org/presentationml/2006/ole">
            <mc:AlternateContent xmlns:mc="http://schemas.openxmlformats.org/markup-compatibility/2006">
              <mc:Choice xmlns:v="urn:schemas-microsoft-com:vml" Requires="v">
                <p:oleObj spid="_x0000_s52227" name="公式" r:id="rId3" imgW="17678400" imgH="5181600" progId="Equation.3">
                  <p:embed/>
                </p:oleObj>
              </mc:Choice>
              <mc:Fallback>
                <p:oleObj name="公式" r:id="rId3" imgW="17678400" imgH="5181600" progId="Equation.3">
                  <p:embed/>
                  <p:pic>
                    <p:nvPicPr>
                      <p:cNvPr id="0" name="Object 6"/>
                      <p:cNvPicPr>
                        <a:picLocks noChangeAspect="1"/>
                      </p:cNvPicPr>
                      <p:nvPr/>
                    </p:nvPicPr>
                    <p:blipFill>
                      <a:blip r:embed="rId4"/>
                      <a:stretch>
                        <a:fillRect/>
                      </a:stretch>
                    </p:blipFill>
                    <p:spPr>
                      <a:xfrm>
                        <a:off x="1916113" y="3267075"/>
                        <a:ext cx="1335087" cy="388938"/>
                      </a:xfrm>
                      <a:prstGeom prst="rect">
                        <a:avLst/>
                      </a:prstGeom>
                      <a:noFill/>
                      <a:ln w="9525">
                        <a:noFill/>
                      </a:ln>
                    </p:spPr>
                  </p:pic>
                </p:oleObj>
              </mc:Fallback>
            </mc:AlternateContent>
          </a:graphicData>
        </a:graphic>
      </p:graphicFrame>
      <p:graphicFrame>
        <p:nvGraphicFramePr>
          <p:cNvPr id="221191" name="Object 7"/>
          <p:cNvGraphicFramePr>
            <a:graphicFrameLocks noChangeAspect="1"/>
          </p:cNvGraphicFramePr>
          <p:nvPr/>
        </p:nvGraphicFramePr>
        <p:xfrm>
          <a:off x="1998663" y="4008438"/>
          <a:ext cx="817562" cy="411162"/>
        </p:xfrm>
        <a:graphic>
          <a:graphicData uri="http://schemas.openxmlformats.org/presentationml/2006/ole">
            <mc:AlternateContent xmlns:mc="http://schemas.openxmlformats.org/markup-compatibility/2006">
              <mc:Choice xmlns:v="urn:schemas-microsoft-com:vml" Requires="v">
                <p:oleObj spid="_x0000_s52228" name="公式" r:id="rId5" imgW="10972800" imgH="5486400" progId="Equation.3">
                  <p:embed/>
                </p:oleObj>
              </mc:Choice>
              <mc:Fallback>
                <p:oleObj name="公式" r:id="rId5" imgW="10972800" imgH="5486400" progId="Equation.3">
                  <p:embed/>
                  <p:pic>
                    <p:nvPicPr>
                      <p:cNvPr id="0" name="Object 7"/>
                      <p:cNvPicPr>
                        <a:picLocks noChangeAspect="1"/>
                      </p:cNvPicPr>
                      <p:nvPr/>
                    </p:nvPicPr>
                    <p:blipFill>
                      <a:blip r:embed="rId6"/>
                      <a:stretch>
                        <a:fillRect/>
                      </a:stretch>
                    </p:blipFill>
                    <p:spPr>
                      <a:xfrm>
                        <a:off x="1998663" y="4008438"/>
                        <a:ext cx="817562" cy="411162"/>
                      </a:xfrm>
                      <a:prstGeom prst="rect">
                        <a:avLst/>
                      </a:prstGeom>
                      <a:noFill/>
                      <a:ln w="9525">
                        <a:noFill/>
                      </a:ln>
                    </p:spPr>
                  </p:pic>
                </p:oleObj>
              </mc:Fallback>
            </mc:AlternateContent>
          </a:graphicData>
        </a:graphic>
      </p:graphicFrame>
      <p:grpSp>
        <p:nvGrpSpPr>
          <p:cNvPr id="2" name="Group 8"/>
          <p:cNvGrpSpPr/>
          <p:nvPr/>
        </p:nvGrpSpPr>
        <p:grpSpPr bwMode="auto">
          <a:xfrm>
            <a:off x="5748338" y="2214563"/>
            <a:ext cx="2549525" cy="2700337"/>
            <a:chOff x="3621" y="1395"/>
            <a:chExt cx="1606" cy="1701"/>
          </a:xfrm>
        </p:grpSpPr>
        <p:sp>
          <p:nvSpPr>
            <p:cNvPr id="52235" name="Rectangle 9"/>
            <p:cNvSpPr>
              <a:spLocks noChangeArrowheads="1"/>
            </p:cNvSpPr>
            <p:nvPr/>
          </p:nvSpPr>
          <p:spPr bwMode="auto">
            <a:xfrm>
              <a:off x="3868" y="1660"/>
              <a:ext cx="1056" cy="1296"/>
            </a:xfrm>
            <a:prstGeom prst="rect">
              <a:avLst/>
            </a:prstGeom>
            <a:noFill/>
            <a:ln w="38100">
              <a:solidFill>
                <a:srgbClr val="0000FF"/>
              </a:solidFill>
              <a:prstDash val="dash"/>
              <a:miter lim="800000"/>
            </a:ln>
          </p:spPr>
          <p:txBody>
            <a:bodyPr wrap="none" anchor="ctr"/>
            <a:lstStyle/>
            <a:p>
              <a:endParaRPr lang="zh-CN" altLang="en-US"/>
            </a:p>
          </p:txBody>
        </p:sp>
        <p:sp>
          <p:nvSpPr>
            <p:cNvPr id="52236" name="Line 10"/>
            <p:cNvSpPr>
              <a:spLocks noChangeShapeType="1"/>
            </p:cNvSpPr>
            <p:nvPr/>
          </p:nvSpPr>
          <p:spPr bwMode="auto">
            <a:xfrm flipH="1">
              <a:off x="3868" y="1660"/>
              <a:ext cx="1056" cy="1296"/>
            </a:xfrm>
            <a:prstGeom prst="line">
              <a:avLst/>
            </a:prstGeom>
            <a:noFill/>
            <a:ln w="38100">
              <a:solidFill>
                <a:srgbClr val="0000FF"/>
              </a:solidFill>
              <a:prstDash val="dash"/>
              <a:round/>
            </a:ln>
          </p:spPr>
          <p:txBody>
            <a:bodyPr wrap="none" anchor="ctr"/>
            <a:lstStyle/>
            <a:p>
              <a:endParaRPr lang="zh-CN" altLang="en-US"/>
            </a:p>
          </p:txBody>
        </p:sp>
        <p:sp>
          <p:nvSpPr>
            <p:cNvPr id="52237" name="Oval 11"/>
            <p:cNvSpPr>
              <a:spLocks noChangeAspect="1" noChangeArrowheads="1"/>
            </p:cNvSpPr>
            <p:nvPr/>
          </p:nvSpPr>
          <p:spPr bwMode="auto">
            <a:xfrm>
              <a:off x="4876" y="1612"/>
              <a:ext cx="125" cy="125"/>
            </a:xfrm>
            <a:prstGeom prst="ellipse">
              <a:avLst/>
            </a:prstGeom>
            <a:solidFill>
              <a:srgbClr val="9900CC"/>
            </a:solidFill>
            <a:ln w="19050">
              <a:solidFill>
                <a:schemeClr val="tx1"/>
              </a:solidFill>
              <a:round/>
            </a:ln>
          </p:spPr>
          <p:txBody>
            <a:bodyPr wrap="none" anchor="ctr"/>
            <a:lstStyle/>
            <a:p>
              <a:pPr eaLnBrk="0" hangingPunct="0"/>
              <a:endParaRPr kumimoji="0" lang="zh-CN" altLang="zh-CN" i="0">
                <a:solidFill>
                  <a:srgbClr val="FFFF99"/>
                </a:solidFill>
                <a:latin typeface="Times New Roman" panose="02020603050405020304" pitchFamily="18" charset="0"/>
              </a:endParaRPr>
            </a:p>
          </p:txBody>
        </p:sp>
        <p:sp>
          <p:nvSpPr>
            <p:cNvPr id="52238" name="Text Box 12"/>
            <p:cNvSpPr txBox="1">
              <a:spLocks noChangeArrowheads="1"/>
            </p:cNvSpPr>
            <p:nvPr/>
          </p:nvSpPr>
          <p:spPr bwMode="auto">
            <a:xfrm>
              <a:off x="4962" y="1398"/>
              <a:ext cx="265" cy="288"/>
            </a:xfrm>
            <a:prstGeom prst="rect">
              <a:avLst/>
            </a:prstGeom>
            <a:noFill/>
            <a:ln w="9525">
              <a:noFill/>
              <a:miter lim="800000"/>
            </a:ln>
          </p:spPr>
          <p:txBody>
            <a:bodyPr wrap="none">
              <a:spAutoFit/>
            </a:bodyPr>
            <a:lstStyle/>
            <a:p>
              <a:pPr algn="l" eaLnBrk="0" hangingPunct="0"/>
              <a:r>
                <a:rPr kumimoji="0" lang="en-US" altLang="zh-CN" b="1">
                  <a:solidFill>
                    <a:srgbClr val="9900CC"/>
                  </a:solidFill>
                  <a:latin typeface="Times New Roman" panose="02020603050405020304" pitchFamily="18" charset="0"/>
                </a:rPr>
                <a:t>m</a:t>
              </a:r>
              <a:endParaRPr kumimoji="0" lang="en-US" altLang="zh-CN" b="1" i="0">
                <a:solidFill>
                  <a:srgbClr val="9900CC"/>
                </a:solidFill>
                <a:latin typeface="Times New Roman" panose="02020603050405020304" pitchFamily="18" charset="0"/>
              </a:endParaRPr>
            </a:p>
          </p:txBody>
        </p:sp>
        <p:sp>
          <p:nvSpPr>
            <p:cNvPr id="52239" name="Text Box 13"/>
            <p:cNvSpPr txBox="1">
              <a:spLocks noChangeArrowheads="1"/>
            </p:cNvSpPr>
            <p:nvPr/>
          </p:nvSpPr>
          <p:spPr bwMode="auto">
            <a:xfrm>
              <a:off x="4241" y="1395"/>
              <a:ext cx="248" cy="250"/>
            </a:xfrm>
            <a:prstGeom prst="rect">
              <a:avLst/>
            </a:prstGeom>
            <a:noFill/>
            <a:ln w="9525">
              <a:noFill/>
              <a:miter lim="800000"/>
            </a:ln>
          </p:spPr>
          <p:txBody>
            <a:bodyPr wrap="none">
              <a:spAutoFit/>
            </a:bodyPr>
            <a:lstStyle/>
            <a:p>
              <a:pPr algn="l" eaLnBrk="0" hangingPunct="0"/>
              <a:r>
                <a:rPr kumimoji="0" lang="en-US" altLang="zh-CN" sz="2000" b="1">
                  <a:solidFill>
                    <a:srgbClr val="FF6600"/>
                  </a:solidFill>
                  <a:latin typeface="Times New Roman" panose="02020603050405020304" pitchFamily="18" charset="0"/>
                </a:rPr>
                <a:t>d</a:t>
              </a:r>
              <a:r>
                <a:rPr kumimoji="0" lang="en-US" altLang="zh-CN" sz="2000" b="1" i="0" baseline="-25000">
                  <a:solidFill>
                    <a:srgbClr val="FF6600"/>
                  </a:solidFill>
                  <a:latin typeface="Times New Roman" panose="02020603050405020304" pitchFamily="18" charset="0"/>
                </a:rPr>
                <a:t>1</a:t>
              </a:r>
              <a:endParaRPr kumimoji="0" lang="en-US" altLang="zh-CN" sz="2000" b="1" i="0" baseline="-25000">
                <a:solidFill>
                  <a:srgbClr val="FF6600"/>
                </a:solidFill>
                <a:latin typeface="Times New Roman" panose="02020603050405020304" pitchFamily="18" charset="0"/>
              </a:endParaRPr>
            </a:p>
          </p:txBody>
        </p:sp>
        <p:sp>
          <p:nvSpPr>
            <p:cNvPr id="52240" name="Text Box 14"/>
            <p:cNvSpPr txBox="1">
              <a:spLocks noChangeArrowheads="1"/>
            </p:cNvSpPr>
            <p:nvPr/>
          </p:nvSpPr>
          <p:spPr bwMode="auto">
            <a:xfrm>
              <a:off x="4220" y="2023"/>
              <a:ext cx="248" cy="250"/>
            </a:xfrm>
            <a:prstGeom prst="rect">
              <a:avLst/>
            </a:prstGeom>
            <a:noFill/>
            <a:ln w="9525">
              <a:noFill/>
              <a:miter lim="800000"/>
            </a:ln>
          </p:spPr>
          <p:txBody>
            <a:bodyPr wrap="none">
              <a:spAutoFit/>
            </a:bodyPr>
            <a:lstStyle/>
            <a:p>
              <a:pPr algn="l" eaLnBrk="0" hangingPunct="0"/>
              <a:r>
                <a:rPr kumimoji="0" lang="en-US" altLang="zh-CN" sz="2000" b="1">
                  <a:solidFill>
                    <a:srgbClr val="FF6600"/>
                  </a:solidFill>
                  <a:latin typeface="Times New Roman" panose="02020603050405020304" pitchFamily="18" charset="0"/>
                </a:rPr>
                <a:t>d</a:t>
              </a:r>
              <a:r>
                <a:rPr kumimoji="0" lang="en-US" altLang="zh-CN" sz="2000" b="1" i="0" baseline="-25000">
                  <a:solidFill>
                    <a:srgbClr val="FF6600"/>
                  </a:solidFill>
                  <a:latin typeface="Times New Roman" panose="02020603050405020304" pitchFamily="18" charset="0"/>
                </a:rPr>
                <a:t>2</a:t>
              </a:r>
              <a:endParaRPr kumimoji="0" lang="en-US" altLang="zh-CN" sz="2000" b="1" i="0" baseline="-25000">
                <a:solidFill>
                  <a:srgbClr val="FF6600"/>
                </a:solidFill>
                <a:latin typeface="Times New Roman" panose="02020603050405020304" pitchFamily="18" charset="0"/>
              </a:endParaRPr>
            </a:p>
          </p:txBody>
        </p:sp>
        <p:sp>
          <p:nvSpPr>
            <p:cNvPr id="52241" name="Text Box 15"/>
            <p:cNvSpPr txBox="1">
              <a:spLocks noChangeArrowheads="1"/>
            </p:cNvSpPr>
            <p:nvPr/>
          </p:nvSpPr>
          <p:spPr bwMode="auto">
            <a:xfrm>
              <a:off x="4896" y="2160"/>
              <a:ext cx="280" cy="250"/>
            </a:xfrm>
            <a:prstGeom prst="rect">
              <a:avLst/>
            </a:prstGeom>
            <a:noFill/>
            <a:ln w="9525">
              <a:noFill/>
              <a:miter lim="800000"/>
            </a:ln>
          </p:spPr>
          <p:txBody>
            <a:bodyPr wrap="none">
              <a:spAutoFit/>
            </a:bodyPr>
            <a:lstStyle/>
            <a:p>
              <a:pPr algn="l" eaLnBrk="0" hangingPunct="0"/>
              <a:r>
                <a:rPr kumimoji="0" lang="en-US" altLang="zh-CN" b="1" i="0" baseline="-25000">
                  <a:solidFill>
                    <a:srgbClr val="FF6600"/>
                  </a:solidFill>
                  <a:latin typeface="Times New Roman" panose="02020603050405020304" pitchFamily="18" charset="0"/>
                </a:rPr>
                <a:t> </a:t>
              </a:r>
              <a:r>
                <a:rPr kumimoji="0" lang="en-US" altLang="zh-CN" sz="2000" b="1">
                  <a:solidFill>
                    <a:srgbClr val="FF6600"/>
                  </a:solidFill>
                  <a:latin typeface="Times New Roman" panose="02020603050405020304" pitchFamily="18" charset="0"/>
                </a:rPr>
                <a:t>d</a:t>
              </a:r>
              <a:r>
                <a:rPr kumimoji="0" lang="en-US" altLang="zh-CN" sz="2000" b="1" i="0" baseline="-25000">
                  <a:solidFill>
                    <a:srgbClr val="FF6600"/>
                  </a:solidFill>
                  <a:latin typeface="Times New Roman" panose="02020603050405020304" pitchFamily="18" charset="0"/>
                </a:rPr>
                <a:t>3</a:t>
              </a:r>
              <a:endParaRPr kumimoji="0" lang="en-US" altLang="zh-CN" sz="2000" b="1" i="0" baseline="-25000">
                <a:solidFill>
                  <a:srgbClr val="FF6600"/>
                </a:solidFill>
                <a:latin typeface="Times New Roman" panose="02020603050405020304" pitchFamily="18" charset="0"/>
              </a:endParaRPr>
            </a:p>
          </p:txBody>
        </p:sp>
        <p:sp>
          <p:nvSpPr>
            <p:cNvPr id="52242" name="Text Box 16"/>
            <p:cNvSpPr txBox="1">
              <a:spLocks noChangeArrowheads="1"/>
            </p:cNvSpPr>
            <p:nvPr/>
          </p:nvSpPr>
          <p:spPr bwMode="auto">
            <a:xfrm>
              <a:off x="3628" y="1482"/>
              <a:ext cx="244" cy="288"/>
            </a:xfrm>
            <a:prstGeom prst="rect">
              <a:avLst/>
            </a:prstGeom>
            <a:noFill/>
            <a:ln w="9525">
              <a:noFill/>
              <a:miter lim="800000"/>
            </a:ln>
          </p:spPr>
          <p:txBody>
            <a:bodyPr wrap="none">
              <a:spAutoFit/>
            </a:bodyPr>
            <a:lstStyle/>
            <a:p>
              <a:pPr algn="l" eaLnBrk="0" hangingPunct="0"/>
              <a:r>
                <a:rPr kumimoji="0" lang="en-US" altLang="zh-CN" b="1">
                  <a:latin typeface="Times New Roman" panose="02020603050405020304" pitchFamily="18" charset="0"/>
                </a:rPr>
                <a:t>A</a:t>
              </a:r>
              <a:endParaRPr kumimoji="0" lang="en-US" altLang="zh-CN" b="1">
                <a:latin typeface="Times New Roman" panose="02020603050405020304" pitchFamily="18" charset="0"/>
              </a:endParaRPr>
            </a:p>
          </p:txBody>
        </p:sp>
        <p:sp>
          <p:nvSpPr>
            <p:cNvPr id="52243" name="Rectangle 17"/>
            <p:cNvSpPr>
              <a:spLocks noChangeArrowheads="1"/>
            </p:cNvSpPr>
            <p:nvPr/>
          </p:nvSpPr>
          <p:spPr bwMode="auto">
            <a:xfrm>
              <a:off x="3621" y="2817"/>
              <a:ext cx="223" cy="250"/>
            </a:xfrm>
            <a:prstGeom prst="rect">
              <a:avLst/>
            </a:prstGeom>
            <a:noFill/>
            <a:ln w="9525">
              <a:noFill/>
              <a:miter lim="800000"/>
            </a:ln>
          </p:spPr>
          <p:txBody>
            <a:bodyPr wrap="none">
              <a:spAutoFit/>
            </a:bodyPr>
            <a:lstStyle/>
            <a:p>
              <a:pPr algn="l" eaLnBrk="0" hangingPunct="0"/>
              <a:r>
                <a:rPr kumimoji="0" lang="en-US" altLang="zh-CN" sz="2000" b="1">
                  <a:latin typeface="Times New Roman" panose="02020603050405020304" pitchFamily="18" charset="0"/>
                </a:rPr>
                <a:t>B</a:t>
              </a:r>
              <a:endParaRPr kumimoji="0" lang="en-US" altLang="zh-CN" sz="2000" b="1">
                <a:latin typeface="Times New Roman" panose="02020603050405020304" pitchFamily="18" charset="0"/>
              </a:endParaRPr>
            </a:p>
          </p:txBody>
        </p:sp>
        <p:sp>
          <p:nvSpPr>
            <p:cNvPr id="52244" name="Rectangle 18"/>
            <p:cNvSpPr>
              <a:spLocks noChangeArrowheads="1"/>
            </p:cNvSpPr>
            <p:nvPr/>
          </p:nvSpPr>
          <p:spPr bwMode="auto">
            <a:xfrm>
              <a:off x="4921" y="2846"/>
              <a:ext cx="223" cy="250"/>
            </a:xfrm>
            <a:prstGeom prst="rect">
              <a:avLst/>
            </a:prstGeom>
            <a:noFill/>
            <a:ln w="9525">
              <a:noFill/>
              <a:miter lim="800000"/>
            </a:ln>
          </p:spPr>
          <p:txBody>
            <a:bodyPr wrap="none">
              <a:spAutoFit/>
            </a:bodyPr>
            <a:lstStyle/>
            <a:p>
              <a:pPr algn="l" eaLnBrk="0" hangingPunct="0"/>
              <a:r>
                <a:rPr kumimoji="0" lang="en-US" altLang="zh-CN" sz="2000" b="1">
                  <a:latin typeface="Times New Roman" panose="02020603050405020304" pitchFamily="18" charset="0"/>
                </a:rPr>
                <a:t>C</a:t>
              </a:r>
              <a:endParaRPr kumimoji="0" lang="en-US" altLang="zh-CN" sz="2000" b="1">
                <a:latin typeface="Times New Roman" panose="02020603050405020304" pitchFamily="18" charset="0"/>
              </a:endParaRPr>
            </a:p>
          </p:txBody>
        </p:sp>
        <p:grpSp>
          <p:nvGrpSpPr>
            <p:cNvPr id="52245" name="Group 19"/>
            <p:cNvGrpSpPr/>
            <p:nvPr/>
          </p:nvGrpSpPr>
          <p:grpSpPr bwMode="auto">
            <a:xfrm>
              <a:off x="3868" y="2764"/>
              <a:ext cx="144" cy="192"/>
              <a:chOff x="4320" y="3648"/>
              <a:chExt cx="144" cy="192"/>
            </a:xfrm>
          </p:grpSpPr>
          <p:sp>
            <p:nvSpPr>
              <p:cNvPr id="52253" name="Line 20"/>
              <p:cNvSpPr>
                <a:spLocks noChangeShapeType="1"/>
              </p:cNvSpPr>
              <p:nvPr/>
            </p:nvSpPr>
            <p:spPr bwMode="auto">
              <a:xfrm>
                <a:off x="4320" y="3648"/>
                <a:ext cx="144" cy="0"/>
              </a:xfrm>
              <a:prstGeom prst="line">
                <a:avLst/>
              </a:prstGeom>
              <a:noFill/>
              <a:ln w="38100">
                <a:solidFill>
                  <a:srgbClr val="00FF00"/>
                </a:solidFill>
                <a:round/>
              </a:ln>
            </p:spPr>
            <p:txBody>
              <a:bodyPr wrap="none" anchor="ctr"/>
              <a:lstStyle/>
              <a:p>
                <a:endParaRPr lang="zh-CN" altLang="en-US"/>
              </a:p>
            </p:txBody>
          </p:sp>
          <p:sp>
            <p:nvSpPr>
              <p:cNvPr id="52254" name="Line 21"/>
              <p:cNvSpPr>
                <a:spLocks noChangeShapeType="1"/>
              </p:cNvSpPr>
              <p:nvPr/>
            </p:nvSpPr>
            <p:spPr bwMode="auto">
              <a:xfrm>
                <a:off x="4464" y="3648"/>
                <a:ext cx="0" cy="192"/>
              </a:xfrm>
              <a:prstGeom prst="line">
                <a:avLst/>
              </a:prstGeom>
              <a:noFill/>
              <a:ln w="38100">
                <a:solidFill>
                  <a:srgbClr val="00FF00"/>
                </a:solidFill>
                <a:round/>
              </a:ln>
            </p:spPr>
            <p:txBody>
              <a:bodyPr wrap="none" anchor="ctr"/>
              <a:lstStyle/>
              <a:p>
                <a:endParaRPr lang="zh-CN" altLang="en-US"/>
              </a:p>
            </p:txBody>
          </p:sp>
        </p:grpSp>
        <p:grpSp>
          <p:nvGrpSpPr>
            <p:cNvPr id="52246" name="Group 22"/>
            <p:cNvGrpSpPr/>
            <p:nvPr/>
          </p:nvGrpSpPr>
          <p:grpSpPr bwMode="auto">
            <a:xfrm>
              <a:off x="4780" y="2764"/>
              <a:ext cx="144" cy="192"/>
              <a:chOff x="5232" y="3648"/>
              <a:chExt cx="144" cy="192"/>
            </a:xfrm>
          </p:grpSpPr>
          <p:sp>
            <p:nvSpPr>
              <p:cNvPr id="52251" name="Line 23"/>
              <p:cNvSpPr>
                <a:spLocks noChangeShapeType="1"/>
              </p:cNvSpPr>
              <p:nvPr/>
            </p:nvSpPr>
            <p:spPr bwMode="auto">
              <a:xfrm>
                <a:off x="5232" y="3648"/>
                <a:ext cx="144" cy="0"/>
              </a:xfrm>
              <a:prstGeom prst="line">
                <a:avLst/>
              </a:prstGeom>
              <a:noFill/>
              <a:ln w="38100">
                <a:solidFill>
                  <a:srgbClr val="00FF00"/>
                </a:solidFill>
                <a:round/>
              </a:ln>
            </p:spPr>
            <p:txBody>
              <a:bodyPr wrap="none" anchor="ctr"/>
              <a:lstStyle/>
              <a:p>
                <a:endParaRPr lang="zh-CN" altLang="en-US"/>
              </a:p>
            </p:txBody>
          </p:sp>
          <p:sp>
            <p:nvSpPr>
              <p:cNvPr id="52252" name="Line 24"/>
              <p:cNvSpPr>
                <a:spLocks noChangeShapeType="1"/>
              </p:cNvSpPr>
              <p:nvPr/>
            </p:nvSpPr>
            <p:spPr bwMode="auto">
              <a:xfrm>
                <a:off x="5232" y="3648"/>
                <a:ext cx="0" cy="192"/>
              </a:xfrm>
              <a:prstGeom prst="line">
                <a:avLst/>
              </a:prstGeom>
              <a:noFill/>
              <a:ln w="38100">
                <a:solidFill>
                  <a:srgbClr val="00FF00"/>
                </a:solidFill>
                <a:round/>
              </a:ln>
            </p:spPr>
            <p:txBody>
              <a:bodyPr wrap="none" anchor="ctr"/>
              <a:lstStyle/>
              <a:p>
                <a:endParaRPr lang="zh-CN" altLang="en-US"/>
              </a:p>
            </p:txBody>
          </p:sp>
        </p:grpSp>
        <p:grpSp>
          <p:nvGrpSpPr>
            <p:cNvPr id="52247" name="Group 25"/>
            <p:cNvGrpSpPr/>
            <p:nvPr/>
          </p:nvGrpSpPr>
          <p:grpSpPr bwMode="auto">
            <a:xfrm>
              <a:off x="3868" y="1660"/>
              <a:ext cx="192" cy="144"/>
              <a:chOff x="4320" y="2544"/>
              <a:chExt cx="192" cy="144"/>
            </a:xfrm>
          </p:grpSpPr>
          <p:sp>
            <p:nvSpPr>
              <p:cNvPr id="52249" name="Line 26"/>
              <p:cNvSpPr>
                <a:spLocks noChangeShapeType="1"/>
              </p:cNvSpPr>
              <p:nvPr/>
            </p:nvSpPr>
            <p:spPr bwMode="auto">
              <a:xfrm>
                <a:off x="4512" y="2544"/>
                <a:ext cx="0" cy="144"/>
              </a:xfrm>
              <a:prstGeom prst="line">
                <a:avLst/>
              </a:prstGeom>
              <a:noFill/>
              <a:ln w="38100">
                <a:solidFill>
                  <a:srgbClr val="00FF00"/>
                </a:solidFill>
                <a:round/>
              </a:ln>
            </p:spPr>
            <p:txBody>
              <a:bodyPr wrap="none" anchor="ctr"/>
              <a:lstStyle/>
              <a:p>
                <a:endParaRPr lang="zh-CN" altLang="en-US"/>
              </a:p>
            </p:txBody>
          </p:sp>
          <p:sp>
            <p:nvSpPr>
              <p:cNvPr id="52250" name="Line 27"/>
              <p:cNvSpPr>
                <a:spLocks noChangeShapeType="1"/>
              </p:cNvSpPr>
              <p:nvPr/>
            </p:nvSpPr>
            <p:spPr bwMode="auto">
              <a:xfrm flipH="1">
                <a:off x="4320" y="2688"/>
                <a:ext cx="192" cy="0"/>
              </a:xfrm>
              <a:prstGeom prst="line">
                <a:avLst/>
              </a:prstGeom>
              <a:noFill/>
              <a:ln w="38100">
                <a:solidFill>
                  <a:srgbClr val="00FF00"/>
                </a:solidFill>
                <a:round/>
              </a:ln>
            </p:spPr>
            <p:txBody>
              <a:bodyPr wrap="none" anchor="ctr"/>
              <a:lstStyle/>
              <a:p>
                <a:endParaRPr lang="zh-CN" altLang="en-US"/>
              </a:p>
            </p:txBody>
          </p:sp>
        </p:grpSp>
        <p:sp>
          <p:nvSpPr>
            <p:cNvPr id="52248" name="Line 28"/>
            <p:cNvSpPr>
              <a:spLocks noChangeShapeType="1"/>
            </p:cNvSpPr>
            <p:nvPr/>
          </p:nvSpPr>
          <p:spPr bwMode="auto">
            <a:xfrm>
              <a:off x="4924" y="1708"/>
              <a:ext cx="0" cy="432"/>
            </a:xfrm>
            <a:prstGeom prst="line">
              <a:avLst/>
            </a:prstGeom>
            <a:noFill/>
            <a:ln w="38100">
              <a:solidFill>
                <a:srgbClr val="CC0000"/>
              </a:solidFill>
              <a:round/>
              <a:tailEnd type="triangle" w="med" len="med"/>
            </a:ln>
          </p:spPr>
          <p:txBody>
            <a:bodyPr wrap="none" anchor="ctr"/>
            <a:lstStyle/>
            <a:p>
              <a:endParaRPr lang="zh-CN" altLang="en-US"/>
            </a:p>
          </p:txBody>
        </p:sp>
        <p:graphicFrame>
          <p:nvGraphicFramePr>
            <p:cNvPr id="52229" name="Object 29"/>
            <p:cNvGraphicFramePr>
              <a:graphicFrameLocks noChangeAspect="1"/>
            </p:cNvGraphicFramePr>
            <p:nvPr/>
          </p:nvGraphicFramePr>
          <p:xfrm>
            <a:off x="4978" y="1810"/>
            <a:ext cx="145" cy="201"/>
          </p:xfrm>
          <a:graphic>
            <a:graphicData uri="http://schemas.openxmlformats.org/presentationml/2006/ole">
              <mc:AlternateContent xmlns:mc="http://schemas.openxmlformats.org/markup-compatibility/2006">
                <mc:Choice xmlns:v="urn:schemas-microsoft-com:vml" Requires="v">
                  <p:oleObj spid="_x0000_s52229" name="公式" r:id="rId7" imgW="3048000" imgH="4267200" progId="Equation.3">
                    <p:embed/>
                  </p:oleObj>
                </mc:Choice>
                <mc:Fallback>
                  <p:oleObj name="公式" r:id="rId7" imgW="3048000" imgH="4267200" progId="Equation.3">
                    <p:embed/>
                    <p:pic>
                      <p:nvPicPr>
                        <p:cNvPr id="0" name="Object 29"/>
                        <p:cNvPicPr>
                          <a:picLocks noChangeAspect="1"/>
                        </p:cNvPicPr>
                        <p:nvPr/>
                      </p:nvPicPr>
                      <p:blipFill>
                        <a:blip r:embed="rId8"/>
                        <a:stretch>
                          <a:fillRect/>
                        </a:stretch>
                      </p:blipFill>
                      <p:spPr>
                        <a:xfrm>
                          <a:off x="4978" y="1810"/>
                          <a:ext cx="145" cy="201"/>
                        </a:xfrm>
                        <a:prstGeom prst="rect">
                          <a:avLst/>
                        </a:prstGeom>
                        <a:noFill/>
                        <a:ln w="9525">
                          <a:noFill/>
                        </a:ln>
                      </p:spPr>
                    </p:pic>
                  </p:oleObj>
                </mc:Fallback>
              </mc:AlternateContent>
            </a:graphicData>
          </a:graphic>
        </p:graphicFrame>
      </p:grpSp>
      <p:sp>
        <p:nvSpPr>
          <p:cNvPr id="221214" name="Text Box 30"/>
          <p:cNvSpPr txBox="1">
            <a:spLocks noChangeArrowheads="1"/>
          </p:cNvSpPr>
          <p:nvPr/>
        </p:nvSpPr>
        <p:spPr bwMode="auto">
          <a:xfrm>
            <a:off x="206375" y="2259013"/>
            <a:ext cx="827088" cy="512762"/>
          </a:xfrm>
          <a:prstGeom prst="rect">
            <a:avLst/>
          </a:prstGeom>
          <a:noFill/>
          <a:ln w="9525">
            <a:noFill/>
            <a:miter lim="800000"/>
          </a:ln>
        </p:spPr>
        <p:txBody>
          <a:bodyPr>
            <a:spAutoFit/>
          </a:bodyPr>
          <a:lstStyle/>
          <a:p>
            <a:pPr algn="l">
              <a:lnSpc>
                <a:spcPct val="115000"/>
              </a:lnSpc>
            </a:pPr>
            <a:r>
              <a:rPr kumimoji="0" lang="zh-CN" altLang="en-US" b="1" i="0">
                <a:solidFill>
                  <a:srgbClr val="FF0000"/>
                </a:solidFill>
                <a:latin typeface="Times New Roman" panose="02020603050405020304" pitchFamily="18" charset="0"/>
              </a:rPr>
              <a:t>解</a:t>
            </a:r>
            <a:endParaRPr kumimoji="0" lang="zh-CN" altLang="en-US" b="1" i="0">
              <a:solidFill>
                <a:srgbClr val="FF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1186"/>
                                        </p:tgtEl>
                                        <p:attrNameLst>
                                          <p:attrName>style.visibility</p:attrName>
                                        </p:attrNameLst>
                                      </p:cBhvr>
                                      <p:to>
                                        <p:strVal val="visible"/>
                                      </p:to>
                                    </p:set>
                                    <p:animEffect transition="in" filter="wipe(left)">
                                      <p:cBhvr>
                                        <p:cTn id="7" dur="500"/>
                                        <p:tgtEl>
                                          <p:spTgt spid="2211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21187"/>
                                        </p:tgtEl>
                                        <p:attrNameLst>
                                          <p:attrName>style.visibility</p:attrName>
                                        </p:attrNameLst>
                                      </p:cBhvr>
                                      <p:to>
                                        <p:strVal val="visible"/>
                                      </p:to>
                                    </p:set>
                                    <p:animEffect transition="in" filter="wipe(left)">
                                      <p:cBhvr>
                                        <p:cTn id="12" dur="500"/>
                                        <p:tgtEl>
                                          <p:spTgt spid="22118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21188"/>
                                        </p:tgtEl>
                                        <p:attrNameLst>
                                          <p:attrName>style.visibility</p:attrName>
                                        </p:attrNameLst>
                                      </p:cBhvr>
                                      <p:to>
                                        <p:strVal val="visible"/>
                                      </p:to>
                                    </p:set>
                                    <p:animEffect transition="in" filter="wipe(left)">
                                      <p:cBhvr>
                                        <p:cTn id="22" dur="500"/>
                                        <p:tgtEl>
                                          <p:spTgt spid="22118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21214"/>
                                        </p:tgtEl>
                                        <p:attrNameLst>
                                          <p:attrName>style.visibility</p:attrName>
                                        </p:attrNameLst>
                                      </p:cBhvr>
                                      <p:to>
                                        <p:strVal val="visible"/>
                                      </p:to>
                                    </p:set>
                                    <p:animEffect transition="in" filter="wipe(left)">
                                      <p:cBhvr>
                                        <p:cTn id="27" dur="500"/>
                                        <p:tgtEl>
                                          <p:spTgt spid="2212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21189"/>
                                        </p:tgtEl>
                                        <p:attrNameLst>
                                          <p:attrName>style.visibility</p:attrName>
                                        </p:attrNameLst>
                                      </p:cBhvr>
                                      <p:to>
                                        <p:strVal val="visible"/>
                                      </p:to>
                                    </p:set>
                                    <p:animEffect transition="in" filter="wipe(left)">
                                      <p:cBhvr>
                                        <p:cTn id="32" dur="500"/>
                                        <p:tgtEl>
                                          <p:spTgt spid="2211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1190"/>
                                        </p:tgtEl>
                                        <p:attrNameLst>
                                          <p:attrName>style.visibility</p:attrName>
                                        </p:attrNameLst>
                                      </p:cBhvr>
                                      <p:to>
                                        <p:strVal val="visible"/>
                                      </p:to>
                                    </p:set>
                                    <p:animEffect transition="in" filter="wipe(left)">
                                      <p:cBhvr>
                                        <p:cTn id="37" dur="500"/>
                                        <p:tgtEl>
                                          <p:spTgt spid="2211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21191"/>
                                        </p:tgtEl>
                                        <p:attrNameLst>
                                          <p:attrName>style.visibility</p:attrName>
                                        </p:attrNameLst>
                                      </p:cBhvr>
                                      <p:to>
                                        <p:strVal val="visible"/>
                                      </p:to>
                                    </p:set>
                                    <p:animEffect transition="in" filter="wipe(left)">
                                      <p:cBhvr>
                                        <p:cTn id="42" dur="500"/>
                                        <p:tgtEl>
                                          <p:spTgt spid="221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1186" grpId="0" autoUpdateAnimBg="0"/>
      <p:bldP spid="221187" grpId="0" autoUpdateAnimBg="0"/>
      <p:bldP spid="221188" grpId="0" autoUpdateAnimBg="0"/>
      <p:bldP spid="22121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ChangeArrowheads="1"/>
          </p:cNvSpPr>
          <p:nvPr/>
        </p:nvSpPr>
        <p:spPr bwMode="auto">
          <a:xfrm>
            <a:off x="7164388" y="3141663"/>
            <a:ext cx="325437" cy="457200"/>
          </a:xfrm>
          <a:prstGeom prst="rect">
            <a:avLst/>
          </a:prstGeom>
          <a:noFill/>
          <a:ln w="9525">
            <a:noFill/>
            <a:miter lim="800000"/>
          </a:ln>
        </p:spPr>
        <p:txBody>
          <a:bodyPr wrap="none">
            <a:spAutoFit/>
          </a:bodyPr>
          <a:lstStyle/>
          <a:p>
            <a:r>
              <a:rPr kumimoji="0" lang="en-US" altLang="zh-CN" b="1" i="0">
                <a:solidFill>
                  <a:srgbClr val="FF0000"/>
                </a:solidFill>
                <a:latin typeface="Times New Roman" panose="02020603050405020304" pitchFamily="18" charset="0"/>
                <a:sym typeface="Symbol" panose="05050102010706020507" pitchFamily="18" charset="2"/>
              </a:rPr>
              <a:t></a:t>
            </a:r>
            <a:endParaRPr kumimoji="0" lang="en-US" altLang="zh-CN" sz="1800" i="0">
              <a:solidFill>
                <a:srgbClr val="FF0000"/>
              </a:solidFill>
              <a:latin typeface="Arial" panose="020B0604020202020204" pitchFamily="34" charset="0"/>
            </a:endParaRPr>
          </a:p>
        </p:txBody>
      </p:sp>
      <p:sp>
        <p:nvSpPr>
          <p:cNvPr id="122883" name="Line 3"/>
          <p:cNvSpPr>
            <a:spLocks noChangeShapeType="1"/>
          </p:cNvSpPr>
          <p:nvPr/>
        </p:nvSpPr>
        <p:spPr bwMode="auto">
          <a:xfrm flipH="1">
            <a:off x="7304088" y="998538"/>
            <a:ext cx="103187" cy="2382837"/>
          </a:xfrm>
          <a:prstGeom prst="line">
            <a:avLst/>
          </a:prstGeom>
          <a:noFill/>
          <a:ln w="28575">
            <a:solidFill>
              <a:schemeClr val="accent2"/>
            </a:solidFill>
            <a:round/>
            <a:headEnd type="stealth" w="med" len="lg"/>
          </a:ln>
        </p:spPr>
        <p:txBody>
          <a:bodyPr wrap="none" anchor="ctr"/>
          <a:lstStyle/>
          <a:p>
            <a:endParaRPr lang="zh-CN" altLang="en-US"/>
          </a:p>
        </p:txBody>
      </p:sp>
      <p:sp>
        <p:nvSpPr>
          <p:cNvPr id="122884" name="Text Box 4"/>
          <p:cNvSpPr txBox="1">
            <a:spLocks noChangeArrowheads="1"/>
          </p:cNvSpPr>
          <p:nvPr/>
        </p:nvSpPr>
        <p:spPr bwMode="auto">
          <a:xfrm>
            <a:off x="161925" y="496888"/>
            <a:ext cx="4489450"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sym typeface="Symbol" panose="05050102010706020507" pitchFamily="18" charset="2"/>
              </a:rPr>
              <a:t>3.3.2  </a:t>
            </a:r>
            <a:r>
              <a:rPr lang="zh-CN" altLang="en-US" b="1" i="0">
                <a:solidFill>
                  <a:srgbClr val="0000FF"/>
                </a:solidFill>
                <a:latin typeface="Times New Roman" panose="02020603050405020304" pitchFamily="18" charset="0"/>
              </a:rPr>
              <a:t>刚体对定轴的角动量</a:t>
            </a:r>
            <a:endParaRPr lang="zh-CN" altLang="en-US" b="1" i="0">
              <a:solidFill>
                <a:srgbClr val="0000FF"/>
              </a:solidFill>
              <a:latin typeface="Times New Roman" panose="02020603050405020304" pitchFamily="18" charset="0"/>
            </a:endParaRPr>
          </a:p>
        </p:txBody>
      </p:sp>
      <p:sp>
        <p:nvSpPr>
          <p:cNvPr id="122885" name="Oval 5"/>
          <p:cNvSpPr>
            <a:spLocks noChangeArrowheads="1"/>
          </p:cNvSpPr>
          <p:nvPr/>
        </p:nvSpPr>
        <p:spPr bwMode="auto">
          <a:xfrm>
            <a:off x="6507163" y="3116263"/>
            <a:ext cx="1592262" cy="533400"/>
          </a:xfrm>
          <a:prstGeom prst="ellipse">
            <a:avLst/>
          </a:prstGeom>
          <a:noFill/>
          <a:ln w="28575">
            <a:solidFill>
              <a:srgbClr val="FF6600"/>
            </a:solidFill>
            <a:prstDash val="sysDot"/>
            <a:round/>
          </a:ln>
        </p:spPr>
        <p:txBody>
          <a:bodyPr wrap="none" anchor="ctr"/>
          <a:lstStyle/>
          <a:p>
            <a:endParaRPr lang="zh-CN" altLang="en-US"/>
          </a:p>
        </p:txBody>
      </p:sp>
      <p:sp>
        <p:nvSpPr>
          <p:cNvPr id="122886" name="Line 6"/>
          <p:cNvSpPr>
            <a:spLocks noChangeShapeType="1"/>
          </p:cNvSpPr>
          <p:nvPr/>
        </p:nvSpPr>
        <p:spPr bwMode="auto">
          <a:xfrm flipV="1">
            <a:off x="7767638" y="3429000"/>
            <a:ext cx="404812" cy="179388"/>
          </a:xfrm>
          <a:prstGeom prst="line">
            <a:avLst/>
          </a:prstGeom>
          <a:noFill/>
          <a:ln w="38100">
            <a:solidFill>
              <a:srgbClr val="663300"/>
            </a:solidFill>
            <a:round/>
            <a:tailEnd type="triangle" w="med" len="med"/>
          </a:ln>
        </p:spPr>
        <p:txBody>
          <a:bodyPr wrap="none" anchor="ctr"/>
          <a:lstStyle/>
          <a:p>
            <a:endParaRPr lang="zh-CN" altLang="en-US"/>
          </a:p>
        </p:txBody>
      </p:sp>
      <p:sp>
        <p:nvSpPr>
          <p:cNvPr id="122887" name="Rectangle 7"/>
          <p:cNvSpPr>
            <a:spLocks noChangeArrowheads="1"/>
          </p:cNvSpPr>
          <p:nvPr/>
        </p:nvSpPr>
        <p:spPr bwMode="auto">
          <a:xfrm>
            <a:off x="7594600" y="3336925"/>
            <a:ext cx="325438" cy="457200"/>
          </a:xfrm>
          <a:prstGeom prst="rect">
            <a:avLst/>
          </a:prstGeom>
          <a:noFill/>
          <a:ln w="9525">
            <a:noFill/>
            <a:miter lim="800000"/>
          </a:ln>
        </p:spPr>
        <p:txBody>
          <a:bodyPr wrap="none">
            <a:spAutoFit/>
          </a:bodyPr>
          <a:lstStyle/>
          <a:p>
            <a:r>
              <a:rPr kumimoji="0" lang="en-US" altLang="zh-CN" b="1" i="0">
                <a:solidFill>
                  <a:srgbClr val="FF0000"/>
                </a:solidFill>
                <a:latin typeface="Times New Roman" panose="02020603050405020304" pitchFamily="18" charset="0"/>
                <a:sym typeface="Symbol" panose="05050102010706020507" pitchFamily="18" charset="2"/>
              </a:rPr>
              <a:t></a:t>
            </a:r>
            <a:endParaRPr kumimoji="0" lang="en-US" altLang="zh-CN" sz="1800" i="0">
              <a:solidFill>
                <a:srgbClr val="FF0000"/>
              </a:solidFill>
              <a:latin typeface="Arial" panose="020B0604020202020204" pitchFamily="34" charset="0"/>
            </a:endParaRPr>
          </a:p>
        </p:txBody>
      </p:sp>
      <p:graphicFrame>
        <p:nvGraphicFramePr>
          <p:cNvPr id="122888" name="Object 8"/>
          <p:cNvGraphicFramePr/>
          <p:nvPr/>
        </p:nvGraphicFramePr>
        <p:xfrm>
          <a:off x="7497763" y="3159125"/>
          <a:ext cx="215900" cy="431800"/>
        </p:xfrm>
        <a:graphic>
          <a:graphicData uri="http://schemas.openxmlformats.org/presentationml/2006/ole">
            <mc:AlternateContent xmlns:mc="http://schemas.openxmlformats.org/markup-compatibility/2006">
              <mc:Choice xmlns:v="urn:schemas-microsoft-com:vml" Requires="v">
                <p:oleObj spid="_x0000_s53249" name="公式" r:id="rId1" imgW="5181600" imgH="10363200" progId="Equation.3">
                  <p:embed/>
                </p:oleObj>
              </mc:Choice>
              <mc:Fallback>
                <p:oleObj name="公式" r:id="rId1" imgW="5181600" imgH="10363200" progId="Equation.3">
                  <p:embed/>
                  <p:pic>
                    <p:nvPicPr>
                      <p:cNvPr id="0" name="Object 8"/>
                      <p:cNvPicPr/>
                      <p:nvPr/>
                    </p:nvPicPr>
                    <p:blipFill>
                      <a:blip r:embed="rId2"/>
                      <a:stretch>
                        <a:fillRect/>
                      </a:stretch>
                    </p:blipFill>
                    <p:spPr>
                      <a:xfrm>
                        <a:off x="7497763" y="3159125"/>
                        <a:ext cx="215900" cy="431800"/>
                      </a:xfrm>
                      <a:prstGeom prst="rect">
                        <a:avLst/>
                      </a:prstGeom>
                      <a:noFill/>
                      <a:ln w="9525">
                        <a:noFill/>
                      </a:ln>
                    </p:spPr>
                  </p:pic>
                </p:oleObj>
              </mc:Fallback>
            </mc:AlternateContent>
          </a:graphicData>
        </a:graphic>
      </p:graphicFrame>
      <p:graphicFrame>
        <p:nvGraphicFramePr>
          <p:cNvPr id="122889" name="Object 9"/>
          <p:cNvGraphicFramePr/>
          <p:nvPr/>
        </p:nvGraphicFramePr>
        <p:xfrm>
          <a:off x="8037513" y="2933700"/>
          <a:ext cx="269875" cy="338138"/>
        </p:xfrm>
        <a:graphic>
          <a:graphicData uri="http://schemas.openxmlformats.org/presentationml/2006/ole">
            <mc:AlternateContent xmlns:mc="http://schemas.openxmlformats.org/markup-compatibility/2006">
              <mc:Choice xmlns:v="urn:schemas-microsoft-com:vml" Requires="v">
                <p:oleObj spid="_x0000_s53251" name="公式" r:id="rId3" imgW="5181600" imgH="7010400" progId="Equation.3">
                  <p:embed/>
                </p:oleObj>
              </mc:Choice>
              <mc:Fallback>
                <p:oleObj name="公式" r:id="rId3" imgW="5181600" imgH="7010400" progId="Equation.3">
                  <p:embed/>
                  <p:pic>
                    <p:nvPicPr>
                      <p:cNvPr id="0" name="Object 9"/>
                      <p:cNvPicPr/>
                      <p:nvPr/>
                    </p:nvPicPr>
                    <p:blipFill>
                      <a:blip r:embed="rId4"/>
                      <a:stretch>
                        <a:fillRect/>
                      </a:stretch>
                    </p:blipFill>
                    <p:spPr>
                      <a:xfrm>
                        <a:off x="8037513" y="2933700"/>
                        <a:ext cx="269875" cy="338138"/>
                      </a:xfrm>
                      <a:prstGeom prst="rect">
                        <a:avLst/>
                      </a:prstGeom>
                      <a:noFill/>
                      <a:ln w="9525">
                        <a:noFill/>
                      </a:ln>
                    </p:spPr>
                  </p:pic>
                </p:oleObj>
              </mc:Fallback>
            </mc:AlternateContent>
          </a:graphicData>
        </a:graphic>
      </p:graphicFrame>
      <p:sp>
        <p:nvSpPr>
          <p:cNvPr id="122890" name="Text Box 10"/>
          <p:cNvSpPr txBox="1">
            <a:spLocks noChangeArrowheads="1"/>
          </p:cNvSpPr>
          <p:nvPr/>
        </p:nvSpPr>
        <p:spPr bwMode="auto">
          <a:xfrm>
            <a:off x="6877050" y="3259138"/>
            <a:ext cx="457200" cy="457200"/>
          </a:xfrm>
          <a:prstGeom prst="rect">
            <a:avLst/>
          </a:prstGeom>
          <a:noFill/>
          <a:ln w="9525">
            <a:noFill/>
            <a:miter lim="800000"/>
          </a:ln>
        </p:spPr>
        <p:txBody>
          <a:bodyPr>
            <a:spAutoFit/>
          </a:bodyPr>
          <a:lstStyle/>
          <a:p>
            <a:r>
              <a:rPr kumimoji="0" lang="en-US" altLang="zh-CN" b="1">
                <a:solidFill>
                  <a:srgbClr val="FF0000"/>
                </a:solidFill>
                <a:latin typeface="Times New Roman" panose="02020603050405020304" pitchFamily="18" charset="0"/>
              </a:rPr>
              <a:t>O</a:t>
            </a:r>
            <a:endParaRPr kumimoji="0" lang="en-US" altLang="zh-CN" sz="1800" i="0">
              <a:solidFill>
                <a:srgbClr val="FF0000"/>
              </a:solidFill>
              <a:latin typeface="Arial" panose="020B0604020202020204" pitchFamily="34" charset="0"/>
            </a:endParaRPr>
          </a:p>
        </p:txBody>
      </p:sp>
      <p:sp>
        <p:nvSpPr>
          <p:cNvPr id="122891" name="Line 11"/>
          <p:cNvSpPr>
            <a:spLocks noChangeShapeType="1"/>
          </p:cNvSpPr>
          <p:nvPr/>
        </p:nvSpPr>
        <p:spPr bwMode="auto">
          <a:xfrm>
            <a:off x="7331075" y="3408363"/>
            <a:ext cx="400050" cy="163512"/>
          </a:xfrm>
          <a:prstGeom prst="line">
            <a:avLst/>
          </a:prstGeom>
          <a:noFill/>
          <a:ln w="38100">
            <a:solidFill>
              <a:srgbClr val="CC0000"/>
            </a:solidFill>
            <a:round/>
            <a:tailEnd type="triangle" w="med" len="med"/>
          </a:ln>
        </p:spPr>
        <p:txBody>
          <a:bodyPr wrap="none" anchor="ctr"/>
          <a:lstStyle/>
          <a:p>
            <a:endParaRPr lang="zh-CN" altLang="en-US"/>
          </a:p>
        </p:txBody>
      </p:sp>
      <p:sp>
        <p:nvSpPr>
          <p:cNvPr id="122892" name="Text Box 12"/>
          <p:cNvSpPr txBox="1">
            <a:spLocks noChangeArrowheads="1"/>
          </p:cNvSpPr>
          <p:nvPr/>
        </p:nvSpPr>
        <p:spPr bwMode="auto">
          <a:xfrm>
            <a:off x="611188" y="1076325"/>
            <a:ext cx="5114925" cy="506413"/>
          </a:xfrm>
          <a:prstGeom prst="rect">
            <a:avLst/>
          </a:prstGeom>
          <a:noFill/>
          <a:ln w="9525">
            <a:noFill/>
            <a:miter lim="800000"/>
          </a:ln>
        </p:spPr>
        <p:txBody>
          <a:bodyPr>
            <a:spAutoFit/>
          </a:bodyPr>
          <a:lstStyle/>
          <a:p>
            <a:pPr algn="l">
              <a:lnSpc>
                <a:spcPct val="125000"/>
              </a:lnSpc>
            </a:pPr>
            <a:r>
              <a:rPr kumimoji="0" lang="zh-CN" altLang="en-US" b="1" i="0">
                <a:solidFill>
                  <a:srgbClr val="FF6600"/>
                </a:solidFill>
                <a:latin typeface="Times New Roman" panose="02020603050405020304" pitchFamily="18" charset="0"/>
              </a:rPr>
              <a:t>质点对 </a:t>
            </a:r>
            <a:r>
              <a:rPr kumimoji="0" lang="en-US" altLang="zh-CN" b="1">
                <a:solidFill>
                  <a:srgbClr val="FF6600"/>
                </a:solidFill>
                <a:latin typeface="Times New Roman" panose="02020603050405020304" pitchFamily="18" charset="0"/>
              </a:rPr>
              <a:t>Z </a:t>
            </a:r>
            <a:r>
              <a:rPr kumimoji="0" lang="zh-CN" altLang="en-US" b="1" i="0">
                <a:solidFill>
                  <a:srgbClr val="FF6600"/>
                </a:solidFill>
                <a:latin typeface="Times New Roman" panose="02020603050405020304" pitchFamily="18" charset="0"/>
              </a:rPr>
              <a:t>轴的角动量</a:t>
            </a:r>
            <a:r>
              <a:rPr kumimoji="0" lang="en-US" altLang="zh-CN" b="1" i="0">
                <a:solidFill>
                  <a:srgbClr val="FF6600"/>
                </a:solidFill>
                <a:latin typeface="Times New Roman" panose="02020603050405020304" pitchFamily="18" charset="0"/>
              </a:rPr>
              <a:t>…</a:t>
            </a:r>
            <a:endParaRPr kumimoji="0" lang="en-US" altLang="zh-CN" b="1" i="0">
              <a:solidFill>
                <a:srgbClr val="FF6600"/>
              </a:solidFill>
              <a:latin typeface="Times New Roman" panose="02020603050405020304" pitchFamily="18" charset="0"/>
            </a:endParaRPr>
          </a:p>
        </p:txBody>
      </p:sp>
      <p:graphicFrame>
        <p:nvGraphicFramePr>
          <p:cNvPr id="122893" name="Object 13"/>
          <p:cNvGraphicFramePr/>
          <p:nvPr/>
        </p:nvGraphicFramePr>
        <p:xfrm>
          <a:off x="7092950" y="1133475"/>
          <a:ext cx="201613" cy="215900"/>
        </p:xfrm>
        <a:graphic>
          <a:graphicData uri="http://schemas.openxmlformats.org/presentationml/2006/ole">
            <mc:AlternateContent xmlns:mc="http://schemas.openxmlformats.org/markup-compatibility/2006">
              <mc:Choice xmlns:v="urn:schemas-microsoft-com:vml" Requires="v">
                <p:oleObj spid="_x0000_s53252" name="公式" r:id="rId5" imgW="4876800" imgH="5181600" progId="Equation.3">
                  <p:embed/>
                </p:oleObj>
              </mc:Choice>
              <mc:Fallback>
                <p:oleObj name="公式" r:id="rId5" imgW="4876800" imgH="5181600" progId="Equation.3">
                  <p:embed/>
                  <p:pic>
                    <p:nvPicPr>
                      <p:cNvPr id="0" name="Object 13"/>
                      <p:cNvPicPr/>
                      <p:nvPr/>
                    </p:nvPicPr>
                    <p:blipFill>
                      <a:blip r:embed="rId6"/>
                      <a:stretch>
                        <a:fillRect/>
                      </a:stretch>
                    </p:blipFill>
                    <p:spPr>
                      <a:xfrm>
                        <a:off x="7092950" y="1133475"/>
                        <a:ext cx="201613" cy="215900"/>
                      </a:xfrm>
                      <a:prstGeom prst="rect">
                        <a:avLst/>
                      </a:prstGeom>
                      <a:noFill/>
                      <a:ln w="19050">
                        <a:noFill/>
                      </a:ln>
                    </p:spPr>
                  </p:pic>
                </p:oleObj>
              </mc:Fallback>
            </mc:AlternateContent>
          </a:graphicData>
        </a:graphic>
      </p:graphicFrame>
      <p:graphicFrame>
        <p:nvGraphicFramePr>
          <p:cNvPr id="122894" name="Object 14"/>
          <p:cNvGraphicFramePr>
            <a:graphicFrameLocks noChangeAspect="1"/>
          </p:cNvGraphicFramePr>
          <p:nvPr/>
        </p:nvGraphicFramePr>
        <p:xfrm>
          <a:off x="4122738" y="1165225"/>
          <a:ext cx="2357437" cy="508000"/>
        </p:xfrm>
        <a:graphic>
          <a:graphicData uri="http://schemas.openxmlformats.org/presentationml/2006/ole">
            <mc:AlternateContent xmlns:mc="http://schemas.openxmlformats.org/markup-compatibility/2006">
              <mc:Choice xmlns:v="urn:schemas-microsoft-com:vml" Requires="v">
                <p:oleObj spid="_x0000_s53253" name="公式" r:id="rId7" imgW="28346400" imgH="6096000" progId="Equation.3">
                  <p:embed/>
                </p:oleObj>
              </mc:Choice>
              <mc:Fallback>
                <p:oleObj name="公式" r:id="rId7" imgW="28346400" imgH="6096000" progId="Equation.3">
                  <p:embed/>
                  <p:pic>
                    <p:nvPicPr>
                      <p:cNvPr id="0" name="Object 14"/>
                      <p:cNvPicPr>
                        <a:picLocks noChangeAspect="1"/>
                      </p:cNvPicPr>
                      <p:nvPr/>
                    </p:nvPicPr>
                    <p:blipFill>
                      <a:blip r:embed="rId8"/>
                      <a:stretch>
                        <a:fillRect/>
                      </a:stretch>
                    </p:blipFill>
                    <p:spPr>
                      <a:xfrm>
                        <a:off x="4122738" y="1165225"/>
                        <a:ext cx="2357437" cy="508000"/>
                      </a:xfrm>
                      <a:prstGeom prst="rect">
                        <a:avLst/>
                      </a:prstGeom>
                      <a:noFill/>
                      <a:ln w="9525">
                        <a:noFill/>
                      </a:ln>
                    </p:spPr>
                  </p:pic>
                </p:oleObj>
              </mc:Fallback>
            </mc:AlternateContent>
          </a:graphicData>
        </a:graphic>
      </p:graphicFrame>
      <p:graphicFrame>
        <p:nvGraphicFramePr>
          <p:cNvPr id="122895" name="Object 15"/>
          <p:cNvGraphicFramePr/>
          <p:nvPr/>
        </p:nvGraphicFramePr>
        <p:xfrm>
          <a:off x="7667625" y="3716338"/>
          <a:ext cx="279400" cy="215900"/>
        </p:xfrm>
        <a:graphic>
          <a:graphicData uri="http://schemas.openxmlformats.org/presentationml/2006/ole">
            <mc:AlternateContent xmlns:mc="http://schemas.openxmlformats.org/markup-compatibility/2006">
              <mc:Choice xmlns:v="urn:schemas-microsoft-com:vml" Requires="v">
                <p:oleObj spid="_x0000_s53254" name="公式" r:id="rId9" imgW="6705600" imgH="5181600" progId="Equation.3">
                  <p:embed/>
                </p:oleObj>
              </mc:Choice>
              <mc:Fallback>
                <p:oleObj name="公式" r:id="rId9" imgW="6705600" imgH="5181600" progId="Equation.3">
                  <p:embed/>
                  <p:pic>
                    <p:nvPicPr>
                      <p:cNvPr id="0" name="Object 15"/>
                      <p:cNvPicPr/>
                      <p:nvPr/>
                    </p:nvPicPr>
                    <p:blipFill>
                      <a:blip r:embed="rId10"/>
                      <a:stretch>
                        <a:fillRect/>
                      </a:stretch>
                    </p:blipFill>
                    <p:spPr>
                      <a:xfrm>
                        <a:off x="7667625" y="3716338"/>
                        <a:ext cx="279400" cy="215900"/>
                      </a:xfrm>
                      <a:prstGeom prst="rect">
                        <a:avLst/>
                      </a:prstGeom>
                      <a:noFill/>
                      <a:ln w="9525">
                        <a:noFill/>
                      </a:ln>
                    </p:spPr>
                  </p:pic>
                </p:oleObj>
              </mc:Fallback>
            </mc:AlternateContent>
          </a:graphicData>
        </a:graphic>
      </p:graphicFrame>
      <p:grpSp>
        <p:nvGrpSpPr>
          <p:cNvPr id="2" name="Group 16"/>
          <p:cNvGrpSpPr/>
          <p:nvPr/>
        </p:nvGrpSpPr>
        <p:grpSpPr bwMode="auto">
          <a:xfrm>
            <a:off x="6416675" y="1673225"/>
            <a:ext cx="1890713" cy="3167063"/>
            <a:chOff x="4071" y="2325"/>
            <a:chExt cx="1191" cy="1995"/>
          </a:xfrm>
        </p:grpSpPr>
        <p:sp>
          <p:nvSpPr>
            <p:cNvPr id="53276" name="AutoShape 17"/>
            <p:cNvSpPr>
              <a:spLocks noChangeArrowheads="1"/>
            </p:cNvSpPr>
            <p:nvPr/>
          </p:nvSpPr>
          <p:spPr bwMode="auto">
            <a:xfrm rot="-5400000">
              <a:off x="3958" y="2812"/>
              <a:ext cx="1418" cy="1191"/>
            </a:xfrm>
            <a:prstGeom prst="octagon">
              <a:avLst>
                <a:gd name="adj" fmla="val 30176"/>
              </a:avLst>
            </a:prstGeom>
            <a:gradFill rotWithShape="1">
              <a:gsLst>
                <a:gs pos="0">
                  <a:srgbClr val="00FFFF"/>
                </a:gs>
                <a:gs pos="100000">
                  <a:srgbClr val="3399FF">
                    <a:alpha val="60001"/>
                  </a:srgbClr>
                </a:gs>
              </a:gsLst>
              <a:path path="shape">
                <a:fillToRect l="50000" t="50000" r="50000" b="50000"/>
              </a:path>
            </a:gradFill>
            <a:ln w="9525">
              <a:miter lim="800000"/>
            </a:ln>
            <a:scene3d>
              <a:camera prst="legacyPerspectiveBottom"/>
              <a:lightRig rig="legacyNormal3" dir="l"/>
            </a:scene3d>
            <a:sp3d extrusionH="887400" prstMaterial="legacyPlastic">
              <a:bevelT w="13500" h="13500" prst="angle"/>
              <a:bevelB w="13500" h="13500" prst="angle"/>
              <a:extrusionClr>
                <a:srgbClr val="3399FF"/>
              </a:extrusionClr>
            </a:sp3d>
          </p:spPr>
          <p:txBody>
            <a:bodyPr wrap="none" anchor="ctr">
              <a:flatTx/>
            </a:bodyPr>
            <a:lstStyle/>
            <a:p>
              <a:endParaRPr lang="zh-CN" altLang="en-US"/>
            </a:p>
          </p:txBody>
        </p:sp>
        <p:sp>
          <p:nvSpPr>
            <p:cNvPr id="53277" name="Freeform 18"/>
            <p:cNvSpPr/>
            <p:nvPr/>
          </p:nvSpPr>
          <p:spPr bwMode="auto">
            <a:xfrm>
              <a:off x="5006" y="3041"/>
              <a:ext cx="6" cy="7"/>
            </a:xfrm>
            <a:custGeom>
              <a:avLst/>
              <a:gdLst>
                <a:gd name="T0" fmla="*/ 4 w 7"/>
                <a:gd name="T1" fmla="*/ 0 h 7"/>
                <a:gd name="T2" fmla="*/ 4 w 7"/>
                <a:gd name="T3" fmla="*/ 0 h 7"/>
                <a:gd name="T4" fmla="*/ 4 w 7"/>
                <a:gd name="T5" fmla="*/ 0 h 7"/>
                <a:gd name="T6" fmla="*/ 0 w 7"/>
                <a:gd name="T7" fmla="*/ 7 h 7"/>
                <a:gd name="T8" fmla="*/ 4 w 7"/>
                <a:gd name="T9" fmla="*/ 0 h 7"/>
                <a:gd name="T10" fmla="*/ 0 60000 65536"/>
                <a:gd name="T11" fmla="*/ 0 60000 65536"/>
                <a:gd name="T12" fmla="*/ 0 60000 65536"/>
                <a:gd name="T13" fmla="*/ 0 60000 65536"/>
                <a:gd name="T14" fmla="*/ 0 60000 65536"/>
                <a:gd name="T15" fmla="*/ 0 w 7"/>
                <a:gd name="T16" fmla="*/ 0 h 7"/>
                <a:gd name="T17" fmla="*/ 7 w 7"/>
                <a:gd name="T18" fmla="*/ 7 h 7"/>
              </a:gdLst>
              <a:ahLst/>
              <a:cxnLst>
                <a:cxn ang="T10">
                  <a:pos x="T0" y="T1"/>
                </a:cxn>
                <a:cxn ang="T11">
                  <a:pos x="T2" y="T3"/>
                </a:cxn>
                <a:cxn ang="T12">
                  <a:pos x="T4" y="T5"/>
                </a:cxn>
                <a:cxn ang="T13">
                  <a:pos x="T6" y="T7"/>
                </a:cxn>
                <a:cxn ang="T14">
                  <a:pos x="T8" y="T9"/>
                </a:cxn>
              </a:cxnLst>
              <a:rect l="T15" t="T16" r="T17" b="T18"/>
              <a:pathLst>
                <a:path w="7" h="7">
                  <a:moveTo>
                    <a:pt x="7" y="0"/>
                  </a:moveTo>
                  <a:lnTo>
                    <a:pt x="7" y="0"/>
                  </a:lnTo>
                  <a:lnTo>
                    <a:pt x="0" y="7"/>
                  </a:lnTo>
                  <a:lnTo>
                    <a:pt x="7" y="0"/>
                  </a:lnTo>
                  <a:close/>
                </a:path>
              </a:pathLst>
            </a:custGeom>
            <a:solidFill>
              <a:srgbClr val="000000"/>
            </a:solidFill>
            <a:ln w="9525">
              <a:noFill/>
              <a:round/>
            </a:ln>
          </p:spPr>
          <p:txBody>
            <a:bodyPr/>
            <a:lstStyle/>
            <a:p>
              <a:endParaRPr lang="zh-CN" altLang="en-US"/>
            </a:p>
          </p:txBody>
        </p:sp>
        <p:sp>
          <p:nvSpPr>
            <p:cNvPr id="53278" name="Freeform 19"/>
            <p:cNvSpPr/>
            <p:nvPr/>
          </p:nvSpPr>
          <p:spPr bwMode="auto">
            <a:xfrm>
              <a:off x="4681" y="2744"/>
              <a:ext cx="6" cy="1142"/>
            </a:xfrm>
            <a:custGeom>
              <a:avLst/>
              <a:gdLst>
                <a:gd name="T0" fmla="*/ 0 w 6"/>
                <a:gd name="T1" fmla="*/ 1142 h 1142"/>
                <a:gd name="T2" fmla="*/ 6 w 6"/>
                <a:gd name="T3" fmla="*/ 0 h 1142"/>
                <a:gd name="T4" fmla="*/ 0 60000 65536"/>
                <a:gd name="T5" fmla="*/ 0 60000 65536"/>
                <a:gd name="T6" fmla="*/ 0 w 6"/>
                <a:gd name="T7" fmla="*/ 0 h 1142"/>
                <a:gd name="T8" fmla="*/ 6 w 6"/>
                <a:gd name="T9" fmla="*/ 1142 h 1142"/>
              </a:gdLst>
              <a:ahLst/>
              <a:cxnLst>
                <a:cxn ang="T4">
                  <a:pos x="T0" y="T1"/>
                </a:cxn>
                <a:cxn ang="T5">
                  <a:pos x="T2" y="T3"/>
                </a:cxn>
              </a:cxnLst>
              <a:rect l="T6" t="T7" r="T8" b="T9"/>
              <a:pathLst>
                <a:path w="6" h="1142">
                  <a:moveTo>
                    <a:pt x="0" y="1142"/>
                  </a:moveTo>
                  <a:lnTo>
                    <a:pt x="6" y="0"/>
                  </a:lnTo>
                </a:path>
              </a:pathLst>
            </a:custGeom>
            <a:solidFill>
              <a:srgbClr val="FFFFFF"/>
            </a:solidFill>
            <a:ln w="57150">
              <a:solidFill>
                <a:srgbClr val="FFFF66"/>
              </a:solidFill>
              <a:prstDash val="lgDashDot"/>
              <a:round/>
            </a:ln>
          </p:spPr>
          <p:txBody>
            <a:bodyPr/>
            <a:lstStyle/>
            <a:p>
              <a:endParaRPr lang="zh-CN" altLang="en-US"/>
            </a:p>
          </p:txBody>
        </p:sp>
        <p:grpSp>
          <p:nvGrpSpPr>
            <p:cNvPr id="53279" name="Group 20"/>
            <p:cNvGrpSpPr/>
            <p:nvPr/>
          </p:nvGrpSpPr>
          <p:grpSpPr bwMode="auto">
            <a:xfrm>
              <a:off x="4466" y="4181"/>
              <a:ext cx="439" cy="139"/>
              <a:chOff x="4176" y="2496"/>
              <a:chExt cx="480" cy="144"/>
            </a:xfrm>
          </p:grpSpPr>
          <p:sp>
            <p:nvSpPr>
              <p:cNvPr id="53290" name="Line 21"/>
              <p:cNvSpPr>
                <a:spLocks noChangeShapeType="1"/>
              </p:cNvSpPr>
              <p:nvPr/>
            </p:nvSpPr>
            <p:spPr bwMode="auto">
              <a:xfrm>
                <a:off x="4320" y="2496"/>
                <a:ext cx="0" cy="144"/>
              </a:xfrm>
              <a:prstGeom prst="line">
                <a:avLst/>
              </a:prstGeom>
              <a:noFill/>
              <a:ln w="76200">
                <a:solidFill>
                  <a:srgbClr val="99CC00"/>
                </a:solidFill>
                <a:round/>
              </a:ln>
            </p:spPr>
            <p:txBody>
              <a:bodyPr wrap="none" anchor="ctr"/>
              <a:lstStyle/>
              <a:p>
                <a:endParaRPr lang="zh-CN" altLang="en-US"/>
              </a:p>
            </p:txBody>
          </p:sp>
          <p:sp>
            <p:nvSpPr>
              <p:cNvPr id="53291" name="Line 22"/>
              <p:cNvSpPr>
                <a:spLocks noChangeShapeType="1"/>
              </p:cNvSpPr>
              <p:nvPr/>
            </p:nvSpPr>
            <p:spPr bwMode="auto">
              <a:xfrm>
                <a:off x="4176" y="2640"/>
                <a:ext cx="480" cy="0"/>
              </a:xfrm>
              <a:prstGeom prst="line">
                <a:avLst/>
              </a:prstGeom>
              <a:noFill/>
              <a:ln w="76200">
                <a:solidFill>
                  <a:srgbClr val="99CC00"/>
                </a:solidFill>
                <a:round/>
              </a:ln>
            </p:spPr>
            <p:txBody>
              <a:bodyPr wrap="none" anchor="ctr"/>
              <a:lstStyle/>
              <a:p>
                <a:endParaRPr lang="zh-CN" altLang="en-US"/>
              </a:p>
            </p:txBody>
          </p:sp>
          <p:sp>
            <p:nvSpPr>
              <p:cNvPr id="53292" name="Line 23"/>
              <p:cNvSpPr>
                <a:spLocks noChangeShapeType="1"/>
              </p:cNvSpPr>
              <p:nvPr/>
            </p:nvSpPr>
            <p:spPr bwMode="auto">
              <a:xfrm>
                <a:off x="4512" y="2496"/>
                <a:ext cx="0" cy="144"/>
              </a:xfrm>
              <a:prstGeom prst="line">
                <a:avLst/>
              </a:prstGeom>
              <a:noFill/>
              <a:ln w="76200">
                <a:solidFill>
                  <a:srgbClr val="99CC00"/>
                </a:solidFill>
                <a:round/>
              </a:ln>
            </p:spPr>
            <p:txBody>
              <a:bodyPr wrap="none" anchor="ctr"/>
              <a:lstStyle/>
              <a:p>
                <a:endParaRPr lang="zh-CN" altLang="en-US"/>
              </a:p>
            </p:txBody>
          </p:sp>
        </p:grpSp>
        <p:sp>
          <p:nvSpPr>
            <p:cNvPr id="53280" name="Line 24"/>
            <p:cNvSpPr>
              <a:spLocks noChangeShapeType="1"/>
            </p:cNvSpPr>
            <p:nvPr/>
          </p:nvSpPr>
          <p:spPr bwMode="auto">
            <a:xfrm flipV="1">
              <a:off x="4686" y="2325"/>
              <a:ext cx="0" cy="464"/>
            </a:xfrm>
            <a:prstGeom prst="line">
              <a:avLst/>
            </a:prstGeom>
            <a:noFill/>
            <a:ln w="57150">
              <a:solidFill>
                <a:srgbClr val="99CC00"/>
              </a:solidFill>
              <a:round/>
            </a:ln>
          </p:spPr>
          <p:txBody>
            <a:bodyPr wrap="none" anchor="ctr"/>
            <a:lstStyle/>
            <a:p>
              <a:endParaRPr lang="zh-CN" altLang="en-US"/>
            </a:p>
          </p:txBody>
        </p:sp>
        <p:sp>
          <p:nvSpPr>
            <p:cNvPr id="53281" name="Line 25"/>
            <p:cNvSpPr>
              <a:spLocks noChangeShapeType="1"/>
            </p:cNvSpPr>
            <p:nvPr/>
          </p:nvSpPr>
          <p:spPr bwMode="auto">
            <a:xfrm flipV="1">
              <a:off x="4686" y="3995"/>
              <a:ext cx="0" cy="325"/>
            </a:xfrm>
            <a:prstGeom prst="line">
              <a:avLst/>
            </a:prstGeom>
            <a:noFill/>
            <a:ln w="57150">
              <a:solidFill>
                <a:srgbClr val="99CC00"/>
              </a:solidFill>
              <a:round/>
            </a:ln>
          </p:spPr>
          <p:txBody>
            <a:bodyPr wrap="none" anchor="ctr"/>
            <a:lstStyle/>
            <a:p>
              <a:endParaRPr lang="zh-CN" altLang="en-US"/>
            </a:p>
          </p:txBody>
        </p:sp>
        <p:grpSp>
          <p:nvGrpSpPr>
            <p:cNvPr id="53282" name="Group 26"/>
            <p:cNvGrpSpPr/>
            <p:nvPr/>
          </p:nvGrpSpPr>
          <p:grpSpPr bwMode="auto">
            <a:xfrm>
              <a:off x="4598" y="2464"/>
              <a:ext cx="175" cy="279"/>
              <a:chOff x="4320" y="720"/>
              <a:chExt cx="192" cy="288"/>
            </a:xfrm>
          </p:grpSpPr>
          <p:sp>
            <p:nvSpPr>
              <p:cNvPr id="53288" name="Line 27"/>
              <p:cNvSpPr>
                <a:spLocks noChangeShapeType="1"/>
              </p:cNvSpPr>
              <p:nvPr/>
            </p:nvSpPr>
            <p:spPr bwMode="auto">
              <a:xfrm>
                <a:off x="4320" y="720"/>
                <a:ext cx="0" cy="288"/>
              </a:xfrm>
              <a:prstGeom prst="line">
                <a:avLst/>
              </a:prstGeom>
              <a:noFill/>
              <a:ln w="76200">
                <a:solidFill>
                  <a:srgbClr val="99CC00"/>
                </a:solidFill>
                <a:round/>
              </a:ln>
            </p:spPr>
            <p:txBody>
              <a:bodyPr wrap="none" anchor="ctr"/>
              <a:lstStyle/>
              <a:p>
                <a:endParaRPr lang="zh-CN" altLang="en-US"/>
              </a:p>
            </p:txBody>
          </p:sp>
          <p:sp>
            <p:nvSpPr>
              <p:cNvPr id="53289" name="Line 28"/>
              <p:cNvSpPr>
                <a:spLocks noChangeShapeType="1"/>
              </p:cNvSpPr>
              <p:nvPr/>
            </p:nvSpPr>
            <p:spPr bwMode="auto">
              <a:xfrm>
                <a:off x="4512" y="720"/>
                <a:ext cx="0" cy="288"/>
              </a:xfrm>
              <a:prstGeom prst="line">
                <a:avLst/>
              </a:prstGeom>
              <a:noFill/>
              <a:ln w="76200">
                <a:solidFill>
                  <a:srgbClr val="99CC00"/>
                </a:solidFill>
                <a:round/>
              </a:ln>
            </p:spPr>
            <p:txBody>
              <a:bodyPr wrap="none" anchor="ctr"/>
              <a:lstStyle/>
              <a:p>
                <a:endParaRPr lang="zh-CN" altLang="en-US"/>
              </a:p>
            </p:txBody>
          </p:sp>
        </p:grpSp>
        <p:sp>
          <p:nvSpPr>
            <p:cNvPr id="53283" name="Oval 29"/>
            <p:cNvSpPr>
              <a:spLocks noChangeArrowheads="1"/>
            </p:cNvSpPr>
            <p:nvPr/>
          </p:nvSpPr>
          <p:spPr bwMode="auto">
            <a:xfrm>
              <a:off x="4153" y="3216"/>
              <a:ext cx="960" cy="336"/>
            </a:xfrm>
            <a:prstGeom prst="ellipse">
              <a:avLst/>
            </a:prstGeom>
            <a:noFill/>
            <a:ln w="28575">
              <a:solidFill>
                <a:srgbClr val="FF0000"/>
              </a:solidFill>
              <a:prstDash val="sysDot"/>
              <a:round/>
            </a:ln>
          </p:spPr>
          <p:txBody>
            <a:bodyPr wrap="none" anchor="ctr"/>
            <a:lstStyle/>
            <a:p>
              <a:endParaRPr lang="zh-CN" altLang="en-US"/>
            </a:p>
          </p:txBody>
        </p:sp>
        <p:sp>
          <p:nvSpPr>
            <p:cNvPr id="53284" name="Line 30"/>
            <p:cNvSpPr>
              <a:spLocks noChangeShapeType="1"/>
            </p:cNvSpPr>
            <p:nvPr/>
          </p:nvSpPr>
          <p:spPr bwMode="auto">
            <a:xfrm flipV="1">
              <a:off x="4903" y="3423"/>
              <a:ext cx="288" cy="96"/>
            </a:xfrm>
            <a:prstGeom prst="line">
              <a:avLst/>
            </a:prstGeom>
            <a:noFill/>
            <a:ln w="38100">
              <a:solidFill>
                <a:srgbClr val="663300"/>
              </a:solidFill>
              <a:round/>
              <a:tailEnd type="triangle" w="med" len="med"/>
            </a:ln>
          </p:spPr>
          <p:txBody>
            <a:bodyPr wrap="none" anchor="ctr"/>
            <a:lstStyle/>
            <a:p>
              <a:endParaRPr lang="zh-CN" altLang="en-US"/>
            </a:p>
          </p:txBody>
        </p:sp>
        <p:sp>
          <p:nvSpPr>
            <p:cNvPr id="53285" name="Rectangle 31"/>
            <p:cNvSpPr>
              <a:spLocks noChangeArrowheads="1"/>
            </p:cNvSpPr>
            <p:nvPr/>
          </p:nvSpPr>
          <p:spPr bwMode="auto">
            <a:xfrm>
              <a:off x="4777" y="3360"/>
              <a:ext cx="205" cy="288"/>
            </a:xfrm>
            <a:prstGeom prst="rect">
              <a:avLst/>
            </a:prstGeom>
            <a:noFill/>
            <a:ln w="9525">
              <a:noFill/>
              <a:miter lim="800000"/>
            </a:ln>
          </p:spPr>
          <p:txBody>
            <a:bodyPr wrap="none">
              <a:spAutoFit/>
            </a:bodyPr>
            <a:lstStyle/>
            <a:p>
              <a:r>
                <a:rPr kumimoji="0" lang="en-US" altLang="zh-CN" b="1" i="0">
                  <a:solidFill>
                    <a:srgbClr val="FF0000"/>
                  </a:solidFill>
                  <a:latin typeface="Times New Roman" panose="02020603050405020304" pitchFamily="18" charset="0"/>
                  <a:sym typeface="Symbol" panose="05050102010706020507" pitchFamily="18" charset="2"/>
                </a:rPr>
                <a:t></a:t>
              </a:r>
              <a:endParaRPr kumimoji="0" lang="en-US" altLang="zh-CN" sz="1800" i="0">
                <a:solidFill>
                  <a:srgbClr val="FF0000"/>
                </a:solidFill>
                <a:latin typeface="Arial" panose="020B0604020202020204" pitchFamily="34" charset="0"/>
              </a:endParaRPr>
            </a:p>
          </p:txBody>
        </p:sp>
        <p:graphicFrame>
          <p:nvGraphicFramePr>
            <p:cNvPr id="53260" name="Object 32"/>
            <p:cNvGraphicFramePr/>
            <p:nvPr/>
          </p:nvGraphicFramePr>
          <p:xfrm>
            <a:off x="4754" y="3550"/>
            <a:ext cx="360" cy="272"/>
          </p:xfrm>
          <a:graphic>
            <a:graphicData uri="http://schemas.openxmlformats.org/presentationml/2006/ole">
              <mc:AlternateContent xmlns:mc="http://schemas.openxmlformats.org/markup-compatibility/2006">
                <mc:Choice xmlns:v="urn:schemas-microsoft-com:vml" Requires="v">
                  <p:oleObj spid="_x0000_s53260" name="公式" r:id="rId11" imgW="13716000" imgH="10363200" progId="Equation.3">
                    <p:embed/>
                  </p:oleObj>
                </mc:Choice>
                <mc:Fallback>
                  <p:oleObj name="公式" r:id="rId11" imgW="13716000" imgH="10363200" progId="Equation.3">
                    <p:embed/>
                    <p:pic>
                      <p:nvPicPr>
                        <p:cNvPr id="0" name="Object 32"/>
                        <p:cNvPicPr/>
                        <p:nvPr/>
                      </p:nvPicPr>
                      <p:blipFill>
                        <a:blip r:embed="rId12"/>
                        <a:stretch>
                          <a:fillRect/>
                        </a:stretch>
                      </p:blipFill>
                      <p:spPr>
                        <a:xfrm>
                          <a:off x="4754" y="3550"/>
                          <a:ext cx="360" cy="272"/>
                        </a:xfrm>
                        <a:prstGeom prst="rect">
                          <a:avLst/>
                        </a:prstGeom>
                        <a:noFill/>
                        <a:ln w="9525">
                          <a:noFill/>
                        </a:ln>
                      </p:spPr>
                    </p:pic>
                  </p:oleObj>
                </mc:Fallback>
              </mc:AlternateContent>
            </a:graphicData>
          </a:graphic>
        </p:graphicFrame>
        <p:graphicFrame>
          <p:nvGraphicFramePr>
            <p:cNvPr id="53261" name="Object 33"/>
            <p:cNvGraphicFramePr/>
            <p:nvPr/>
          </p:nvGraphicFramePr>
          <p:xfrm>
            <a:off x="4778" y="3221"/>
            <a:ext cx="136" cy="272"/>
          </p:xfrm>
          <a:graphic>
            <a:graphicData uri="http://schemas.openxmlformats.org/presentationml/2006/ole">
              <mc:AlternateContent xmlns:mc="http://schemas.openxmlformats.org/markup-compatibility/2006">
                <mc:Choice xmlns:v="urn:schemas-microsoft-com:vml" Requires="v">
                  <p:oleObj spid="_x0000_s53261" name="公式" r:id="rId13" imgW="5181600" imgH="10363200" progId="Equation.3">
                    <p:embed/>
                  </p:oleObj>
                </mc:Choice>
                <mc:Fallback>
                  <p:oleObj name="公式" r:id="rId13" imgW="5181600" imgH="10363200" progId="Equation.3">
                    <p:embed/>
                    <p:pic>
                      <p:nvPicPr>
                        <p:cNvPr id="0" name="Object 33"/>
                        <p:cNvPicPr/>
                        <p:nvPr/>
                      </p:nvPicPr>
                      <p:blipFill>
                        <a:blip r:embed="rId14"/>
                        <a:stretch>
                          <a:fillRect/>
                        </a:stretch>
                      </p:blipFill>
                      <p:spPr>
                        <a:xfrm>
                          <a:off x="4778" y="3221"/>
                          <a:ext cx="136" cy="272"/>
                        </a:xfrm>
                        <a:prstGeom prst="rect">
                          <a:avLst/>
                        </a:prstGeom>
                        <a:noFill/>
                        <a:ln w="9525">
                          <a:noFill/>
                        </a:ln>
                      </p:spPr>
                    </p:pic>
                  </p:oleObj>
                </mc:Fallback>
              </mc:AlternateContent>
            </a:graphicData>
          </a:graphic>
        </p:graphicFrame>
        <p:graphicFrame>
          <p:nvGraphicFramePr>
            <p:cNvPr id="53262" name="Object 34"/>
            <p:cNvGraphicFramePr/>
            <p:nvPr/>
          </p:nvGraphicFramePr>
          <p:xfrm>
            <a:off x="5069" y="3115"/>
            <a:ext cx="177" cy="272"/>
          </p:xfrm>
          <a:graphic>
            <a:graphicData uri="http://schemas.openxmlformats.org/presentationml/2006/ole">
              <mc:AlternateContent xmlns:mc="http://schemas.openxmlformats.org/markup-compatibility/2006">
                <mc:Choice xmlns:v="urn:schemas-microsoft-com:vml" Requires="v">
                  <p:oleObj spid="_x0000_s53262" name="公式" r:id="rId15" imgW="6705600" imgH="10363200" progId="Equation.3">
                    <p:embed/>
                  </p:oleObj>
                </mc:Choice>
                <mc:Fallback>
                  <p:oleObj name="公式" r:id="rId15" imgW="6705600" imgH="10363200" progId="Equation.3">
                    <p:embed/>
                    <p:pic>
                      <p:nvPicPr>
                        <p:cNvPr id="0" name="Object 34"/>
                        <p:cNvPicPr/>
                        <p:nvPr/>
                      </p:nvPicPr>
                      <p:blipFill>
                        <a:blip r:embed="rId16"/>
                        <a:stretch>
                          <a:fillRect/>
                        </a:stretch>
                      </p:blipFill>
                      <p:spPr>
                        <a:xfrm>
                          <a:off x="5069" y="3115"/>
                          <a:ext cx="177" cy="272"/>
                        </a:xfrm>
                        <a:prstGeom prst="rect">
                          <a:avLst/>
                        </a:prstGeom>
                        <a:noFill/>
                        <a:ln w="9525">
                          <a:noFill/>
                        </a:ln>
                      </p:spPr>
                    </p:pic>
                  </p:oleObj>
                </mc:Fallback>
              </mc:AlternateContent>
            </a:graphicData>
          </a:graphic>
        </p:graphicFrame>
        <p:sp>
          <p:nvSpPr>
            <p:cNvPr id="53286" name="Text Box 35"/>
            <p:cNvSpPr txBox="1">
              <a:spLocks noChangeArrowheads="1"/>
            </p:cNvSpPr>
            <p:nvPr/>
          </p:nvSpPr>
          <p:spPr bwMode="auto">
            <a:xfrm>
              <a:off x="4373" y="3264"/>
              <a:ext cx="288" cy="288"/>
            </a:xfrm>
            <a:prstGeom prst="rect">
              <a:avLst/>
            </a:prstGeom>
            <a:noFill/>
            <a:ln w="9525">
              <a:noFill/>
              <a:miter lim="800000"/>
            </a:ln>
          </p:spPr>
          <p:txBody>
            <a:bodyPr>
              <a:spAutoFit/>
            </a:bodyPr>
            <a:lstStyle/>
            <a:p>
              <a:r>
                <a:rPr kumimoji="0" lang="en-US" altLang="zh-CN" b="1">
                  <a:solidFill>
                    <a:srgbClr val="FF0000"/>
                  </a:solidFill>
                  <a:latin typeface="Times New Roman" panose="02020603050405020304" pitchFamily="18" charset="0"/>
                </a:rPr>
                <a:t>O</a:t>
              </a:r>
              <a:endParaRPr kumimoji="0" lang="en-US" altLang="zh-CN" sz="1800" i="0">
                <a:solidFill>
                  <a:srgbClr val="FF0000"/>
                </a:solidFill>
                <a:latin typeface="Arial" panose="020B0604020202020204" pitchFamily="34" charset="0"/>
              </a:endParaRPr>
            </a:p>
          </p:txBody>
        </p:sp>
        <p:sp>
          <p:nvSpPr>
            <p:cNvPr id="53287" name="Line 36"/>
            <p:cNvSpPr>
              <a:spLocks noChangeShapeType="1"/>
            </p:cNvSpPr>
            <p:nvPr/>
          </p:nvSpPr>
          <p:spPr bwMode="auto">
            <a:xfrm>
              <a:off x="4679" y="3451"/>
              <a:ext cx="202" cy="70"/>
            </a:xfrm>
            <a:prstGeom prst="line">
              <a:avLst/>
            </a:prstGeom>
            <a:noFill/>
            <a:ln w="38100">
              <a:solidFill>
                <a:srgbClr val="CC0000"/>
              </a:solidFill>
              <a:round/>
              <a:tailEnd type="triangle" w="med" len="med"/>
            </a:ln>
          </p:spPr>
          <p:txBody>
            <a:bodyPr wrap="none" anchor="ctr"/>
            <a:lstStyle/>
            <a:p>
              <a:endParaRPr lang="zh-CN" altLang="en-US"/>
            </a:p>
          </p:txBody>
        </p:sp>
      </p:grpSp>
      <p:sp>
        <p:nvSpPr>
          <p:cNvPr id="122917" name="Text Box 37"/>
          <p:cNvSpPr txBox="1">
            <a:spLocks noChangeArrowheads="1"/>
          </p:cNvSpPr>
          <p:nvPr/>
        </p:nvSpPr>
        <p:spPr bwMode="auto">
          <a:xfrm>
            <a:off x="836613" y="1808163"/>
            <a:ext cx="5114925" cy="506412"/>
          </a:xfrm>
          <a:prstGeom prst="rect">
            <a:avLst/>
          </a:prstGeom>
          <a:noFill/>
          <a:ln w="9525">
            <a:noFill/>
            <a:miter lim="800000"/>
          </a:ln>
        </p:spPr>
        <p:txBody>
          <a:bodyPr>
            <a:spAutoFit/>
          </a:bodyPr>
          <a:lstStyle/>
          <a:p>
            <a:pPr algn="l">
              <a:lnSpc>
                <a:spcPct val="125000"/>
              </a:lnSpc>
            </a:pPr>
            <a:r>
              <a:rPr kumimoji="0" lang="zh-CN" altLang="en-US" b="1" i="0">
                <a:solidFill>
                  <a:schemeClr val="bg1"/>
                </a:solidFill>
                <a:latin typeface="Times New Roman" panose="02020603050405020304" pitchFamily="18" charset="0"/>
              </a:rPr>
              <a:t>刚体上任一质点对 </a:t>
            </a:r>
            <a:r>
              <a:rPr kumimoji="0" lang="en-US" altLang="zh-CN" b="1">
                <a:solidFill>
                  <a:srgbClr val="FF6600"/>
                </a:solidFill>
                <a:latin typeface="Times New Roman" panose="02020603050405020304" pitchFamily="18" charset="0"/>
              </a:rPr>
              <a:t>Z </a:t>
            </a:r>
            <a:r>
              <a:rPr kumimoji="0" lang="zh-CN" altLang="en-US" b="1" i="0">
                <a:solidFill>
                  <a:schemeClr val="bg1"/>
                </a:solidFill>
                <a:latin typeface="Times New Roman" panose="02020603050405020304" pitchFamily="18" charset="0"/>
              </a:rPr>
              <a:t>轴的角动量为</a:t>
            </a:r>
            <a:endParaRPr kumimoji="0" lang="zh-CN" altLang="en-US" b="1" i="0">
              <a:solidFill>
                <a:schemeClr val="bg1"/>
              </a:solidFill>
              <a:latin typeface="Times New Roman" panose="02020603050405020304" pitchFamily="18" charset="0"/>
            </a:endParaRPr>
          </a:p>
        </p:txBody>
      </p:sp>
      <p:graphicFrame>
        <p:nvGraphicFramePr>
          <p:cNvPr id="122918" name="Object 38"/>
          <p:cNvGraphicFramePr>
            <a:graphicFrameLocks noChangeAspect="1"/>
          </p:cNvGraphicFramePr>
          <p:nvPr/>
        </p:nvGraphicFramePr>
        <p:xfrm>
          <a:off x="1979613" y="2708275"/>
          <a:ext cx="2784475" cy="482600"/>
        </p:xfrm>
        <a:graphic>
          <a:graphicData uri="http://schemas.openxmlformats.org/presentationml/2006/ole">
            <mc:AlternateContent xmlns:mc="http://schemas.openxmlformats.org/markup-compatibility/2006">
              <mc:Choice xmlns:v="urn:schemas-microsoft-com:vml" Requires="v">
                <p:oleObj spid="_x0000_s53255" name="公式" r:id="rId17" imgW="33528000" imgH="5791200" progId="Equation.3">
                  <p:embed/>
                </p:oleObj>
              </mc:Choice>
              <mc:Fallback>
                <p:oleObj name="公式" r:id="rId17" imgW="33528000" imgH="5791200" progId="Equation.3">
                  <p:embed/>
                  <p:pic>
                    <p:nvPicPr>
                      <p:cNvPr id="0" name="Object 38"/>
                      <p:cNvPicPr>
                        <a:picLocks noChangeAspect="1"/>
                      </p:cNvPicPr>
                      <p:nvPr/>
                    </p:nvPicPr>
                    <p:blipFill>
                      <a:blip r:embed="rId18"/>
                      <a:stretch>
                        <a:fillRect/>
                      </a:stretch>
                    </p:blipFill>
                    <p:spPr>
                      <a:xfrm>
                        <a:off x="1979613" y="2708275"/>
                        <a:ext cx="2784475" cy="482600"/>
                      </a:xfrm>
                      <a:prstGeom prst="rect">
                        <a:avLst/>
                      </a:prstGeom>
                      <a:noFill/>
                      <a:ln w="9525">
                        <a:noFill/>
                      </a:ln>
                    </p:spPr>
                  </p:pic>
                </p:oleObj>
              </mc:Fallback>
            </mc:AlternateContent>
          </a:graphicData>
        </a:graphic>
      </p:graphicFrame>
      <p:sp>
        <p:nvSpPr>
          <p:cNvPr id="122919" name="Text Box 39"/>
          <p:cNvSpPr txBox="1">
            <a:spLocks noChangeArrowheads="1"/>
          </p:cNvSpPr>
          <p:nvPr/>
        </p:nvSpPr>
        <p:spPr bwMode="auto">
          <a:xfrm>
            <a:off x="827088" y="3502025"/>
            <a:ext cx="5114925" cy="1006475"/>
          </a:xfrm>
          <a:prstGeom prst="rect">
            <a:avLst/>
          </a:prstGeom>
          <a:noFill/>
          <a:ln w="9525">
            <a:noFill/>
            <a:miter lim="800000"/>
          </a:ln>
        </p:spPr>
        <p:txBody>
          <a:bodyPr>
            <a:spAutoFit/>
          </a:bodyPr>
          <a:lstStyle/>
          <a:p>
            <a:pPr algn="l">
              <a:lnSpc>
                <a:spcPct val="125000"/>
              </a:lnSpc>
            </a:pPr>
            <a:r>
              <a:rPr kumimoji="0" lang="zh-CN" altLang="en-US" b="1" i="0">
                <a:solidFill>
                  <a:schemeClr val="bg1"/>
                </a:solidFill>
                <a:latin typeface="Times New Roman" panose="02020603050405020304" pitchFamily="18" charset="0"/>
              </a:rPr>
              <a:t>且刚体上任一质点对 </a:t>
            </a:r>
            <a:r>
              <a:rPr kumimoji="0" lang="en-US" altLang="zh-CN" b="1">
                <a:solidFill>
                  <a:srgbClr val="FF6600"/>
                </a:solidFill>
                <a:latin typeface="Times New Roman" panose="02020603050405020304" pitchFamily="18" charset="0"/>
              </a:rPr>
              <a:t>Z </a:t>
            </a:r>
            <a:r>
              <a:rPr kumimoji="0" lang="zh-CN" altLang="en-US" b="1" i="0">
                <a:solidFill>
                  <a:schemeClr val="bg1"/>
                </a:solidFill>
                <a:latin typeface="Times New Roman" panose="02020603050405020304" pitchFamily="18" charset="0"/>
              </a:rPr>
              <a:t>轴的角动量具有相同的方向</a:t>
            </a:r>
            <a:endParaRPr kumimoji="0" lang="zh-CN" altLang="en-US" b="1" i="0">
              <a:solidFill>
                <a:schemeClr val="bg1"/>
              </a:solidFill>
              <a:latin typeface="Times New Roman" panose="02020603050405020304" pitchFamily="18" charset="0"/>
            </a:endParaRPr>
          </a:p>
        </p:txBody>
      </p:sp>
      <p:graphicFrame>
        <p:nvGraphicFramePr>
          <p:cNvPr id="122920" name="Object 40"/>
          <p:cNvGraphicFramePr>
            <a:graphicFrameLocks noChangeAspect="1"/>
          </p:cNvGraphicFramePr>
          <p:nvPr/>
        </p:nvGraphicFramePr>
        <p:xfrm>
          <a:off x="3581400" y="4778375"/>
          <a:ext cx="1698625" cy="684213"/>
        </p:xfrm>
        <a:graphic>
          <a:graphicData uri="http://schemas.openxmlformats.org/presentationml/2006/ole">
            <mc:AlternateContent xmlns:mc="http://schemas.openxmlformats.org/markup-compatibility/2006">
              <mc:Choice xmlns:v="urn:schemas-microsoft-com:vml" Requires="v">
                <p:oleObj spid="_x0000_s53256" name="公式" r:id="rId19" imgW="20421600" imgH="8229600" progId="Equation.3">
                  <p:embed/>
                </p:oleObj>
              </mc:Choice>
              <mc:Fallback>
                <p:oleObj name="公式" r:id="rId19" imgW="20421600" imgH="8229600" progId="Equation.3">
                  <p:embed/>
                  <p:pic>
                    <p:nvPicPr>
                      <p:cNvPr id="0" name="Object 40"/>
                      <p:cNvPicPr>
                        <a:picLocks noChangeAspect="1"/>
                      </p:cNvPicPr>
                      <p:nvPr/>
                    </p:nvPicPr>
                    <p:blipFill>
                      <a:blip r:embed="rId20"/>
                      <a:stretch>
                        <a:fillRect/>
                      </a:stretch>
                    </p:blipFill>
                    <p:spPr>
                      <a:xfrm>
                        <a:off x="3581400" y="4778375"/>
                        <a:ext cx="1698625" cy="684213"/>
                      </a:xfrm>
                      <a:prstGeom prst="rect">
                        <a:avLst/>
                      </a:prstGeom>
                      <a:noFill/>
                      <a:ln w="9525">
                        <a:noFill/>
                      </a:ln>
                    </p:spPr>
                  </p:pic>
                </p:oleObj>
              </mc:Fallback>
            </mc:AlternateContent>
          </a:graphicData>
        </a:graphic>
      </p:graphicFrame>
      <p:graphicFrame>
        <p:nvGraphicFramePr>
          <p:cNvPr id="122921" name="Object 41"/>
          <p:cNvGraphicFramePr>
            <a:graphicFrameLocks noChangeAspect="1"/>
          </p:cNvGraphicFramePr>
          <p:nvPr/>
        </p:nvGraphicFramePr>
        <p:xfrm>
          <a:off x="5480050" y="4797425"/>
          <a:ext cx="892175" cy="431800"/>
        </p:xfrm>
        <a:graphic>
          <a:graphicData uri="http://schemas.openxmlformats.org/presentationml/2006/ole">
            <mc:AlternateContent xmlns:mc="http://schemas.openxmlformats.org/markup-compatibility/2006">
              <mc:Choice xmlns:v="urn:schemas-microsoft-com:vml" Requires="v">
                <p:oleObj spid="_x0000_s53257" name="公式" r:id="rId21" imgW="10668000" imgH="5181600" progId="Equation.3">
                  <p:embed/>
                </p:oleObj>
              </mc:Choice>
              <mc:Fallback>
                <p:oleObj name="公式" r:id="rId21" imgW="10668000" imgH="5181600" progId="Equation.3">
                  <p:embed/>
                  <p:pic>
                    <p:nvPicPr>
                      <p:cNvPr id="0" name="Object 41"/>
                      <p:cNvPicPr>
                        <a:picLocks noChangeAspect="1"/>
                      </p:cNvPicPr>
                      <p:nvPr/>
                    </p:nvPicPr>
                    <p:blipFill>
                      <a:blip r:embed="rId22"/>
                      <a:stretch>
                        <a:fillRect/>
                      </a:stretch>
                    </p:blipFill>
                    <p:spPr>
                      <a:xfrm>
                        <a:off x="5480050" y="4797425"/>
                        <a:ext cx="892175" cy="431800"/>
                      </a:xfrm>
                      <a:prstGeom prst="rect">
                        <a:avLst/>
                      </a:prstGeom>
                      <a:noFill/>
                      <a:ln w="19050">
                        <a:noFill/>
                      </a:ln>
                    </p:spPr>
                  </p:pic>
                </p:oleObj>
              </mc:Fallback>
            </mc:AlternateContent>
          </a:graphicData>
        </a:graphic>
      </p:graphicFrame>
      <p:sp>
        <p:nvSpPr>
          <p:cNvPr id="122922" name="Text Box 42"/>
          <p:cNvSpPr txBox="1">
            <a:spLocks noChangeArrowheads="1"/>
          </p:cNvSpPr>
          <p:nvPr/>
        </p:nvSpPr>
        <p:spPr bwMode="auto">
          <a:xfrm>
            <a:off x="2700338" y="5695950"/>
            <a:ext cx="4894262" cy="461963"/>
          </a:xfrm>
          <a:prstGeom prst="rect">
            <a:avLst/>
          </a:prstGeom>
          <a:noFill/>
          <a:ln w="9525">
            <a:noFill/>
            <a:miter lim="800000"/>
          </a:ln>
        </p:spPr>
        <p:txBody>
          <a:bodyPr>
            <a:spAutoFit/>
          </a:bodyPr>
          <a:lstStyle/>
          <a:p>
            <a:r>
              <a:rPr kumimoji="0" lang="en-US" altLang="zh-CN" b="1" i="0">
                <a:solidFill>
                  <a:srgbClr val="FF6600"/>
                </a:solidFill>
                <a:latin typeface="Times New Roman" panose="02020603050405020304" pitchFamily="18" charset="0"/>
              </a:rPr>
              <a:t>(</a:t>
            </a:r>
            <a:r>
              <a:rPr kumimoji="0" lang="zh-CN" altLang="en-US" b="1" i="0">
                <a:solidFill>
                  <a:srgbClr val="FF6600"/>
                </a:solidFill>
                <a:latin typeface="Times New Roman" panose="02020603050405020304" pitchFamily="18" charset="0"/>
              </a:rPr>
              <a:t>所有质元对 </a:t>
            </a:r>
            <a:r>
              <a:rPr kumimoji="0" lang="en-US" altLang="zh-CN" b="1">
                <a:solidFill>
                  <a:srgbClr val="FF6600"/>
                </a:solidFill>
                <a:latin typeface="Times New Roman" panose="02020603050405020304" pitchFamily="18" charset="0"/>
              </a:rPr>
              <a:t>Z</a:t>
            </a:r>
            <a:r>
              <a:rPr kumimoji="0" lang="en-US" altLang="zh-CN" b="1" i="0">
                <a:solidFill>
                  <a:srgbClr val="FF6600"/>
                </a:solidFill>
                <a:latin typeface="Times New Roman" panose="02020603050405020304" pitchFamily="18" charset="0"/>
              </a:rPr>
              <a:t> </a:t>
            </a:r>
            <a:r>
              <a:rPr kumimoji="0" lang="zh-CN" altLang="en-US" b="1" i="0">
                <a:solidFill>
                  <a:srgbClr val="FF6600"/>
                </a:solidFill>
                <a:latin typeface="Times New Roman" panose="02020603050405020304" pitchFamily="18" charset="0"/>
              </a:rPr>
              <a:t>轴的角动量之和</a:t>
            </a:r>
            <a:r>
              <a:rPr kumimoji="0" lang="en-US" altLang="zh-CN" b="1" i="0">
                <a:solidFill>
                  <a:srgbClr val="FF6600"/>
                </a:solidFill>
                <a:latin typeface="Times New Roman" panose="02020603050405020304" pitchFamily="18" charset="0"/>
              </a:rPr>
              <a:t>)</a:t>
            </a:r>
            <a:endParaRPr kumimoji="0" lang="en-US" altLang="zh-CN" i="0">
              <a:solidFill>
                <a:srgbClr val="FF6600"/>
              </a:solidFill>
              <a:latin typeface="Arial" panose="020B0604020202020204" pitchFamily="34" charset="0"/>
            </a:endParaRPr>
          </a:p>
        </p:txBody>
      </p:sp>
      <p:graphicFrame>
        <p:nvGraphicFramePr>
          <p:cNvPr id="122923" name="Object 43"/>
          <p:cNvGraphicFramePr>
            <a:graphicFrameLocks noChangeAspect="1"/>
          </p:cNvGraphicFramePr>
          <p:nvPr/>
        </p:nvGraphicFramePr>
        <p:xfrm>
          <a:off x="1331913" y="5697538"/>
          <a:ext cx="1320800" cy="431800"/>
        </p:xfrm>
        <a:graphic>
          <a:graphicData uri="http://schemas.openxmlformats.org/presentationml/2006/ole">
            <mc:AlternateContent xmlns:mc="http://schemas.openxmlformats.org/markup-compatibility/2006">
              <mc:Choice xmlns:v="urn:schemas-microsoft-com:vml" Requires="v">
                <p:oleObj spid="_x0000_s53258" name="公式" r:id="rId23" imgW="15849600" imgH="5181600" progId="Equation.3">
                  <p:embed/>
                </p:oleObj>
              </mc:Choice>
              <mc:Fallback>
                <p:oleObj name="公式" r:id="rId23" imgW="15849600" imgH="5181600" progId="Equation.3">
                  <p:embed/>
                  <p:pic>
                    <p:nvPicPr>
                      <p:cNvPr id="0" name="Object 43"/>
                      <p:cNvPicPr>
                        <a:picLocks noChangeAspect="1"/>
                      </p:cNvPicPr>
                      <p:nvPr/>
                    </p:nvPicPr>
                    <p:blipFill>
                      <a:blip r:embed="rId24"/>
                      <a:stretch>
                        <a:fillRect/>
                      </a:stretch>
                    </p:blipFill>
                    <p:spPr>
                      <a:xfrm>
                        <a:off x="1331913" y="5697538"/>
                        <a:ext cx="1320800" cy="431800"/>
                      </a:xfrm>
                      <a:prstGeom prst="rect">
                        <a:avLst/>
                      </a:prstGeom>
                      <a:solidFill>
                        <a:srgbClr val="CCFFCC"/>
                      </a:solidFill>
                      <a:ln w="9525" cap="flat" cmpd="sng">
                        <a:solidFill>
                          <a:srgbClr val="00FF00"/>
                        </a:solidFill>
                        <a:prstDash val="solid"/>
                        <a:miter/>
                        <a:headEnd type="none" w="med" len="med"/>
                        <a:tailEnd type="none" w="med" len="med"/>
                      </a:ln>
                    </p:spPr>
                  </p:pic>
                </p:oleObj>
              </mc:Fallback>
            </mc:AlternateContent>
          </a:graphicData>
        </a:graphic>
      </p:graphicFrame>
      <p:graphicFrame>
        <p:nvGraphicFramePr>
          <p:cNvPr id="122924" name="Object 44"/>
          <p:cNvGraphicFramePr>
            <a:graphicFrameLocks noChangeAspect="1"/>
          </p:cNvGraphicFramePr>
          <p:nvPr/>
        </p:nvGraphicFramePr>
        <p:xfrm>
          <a:off x="1497013" y="4770438"/>
          <a:ext cx="2084387" cy="684212"/>
        </p:xfrm>
        <a:graphic>
          <a:graphicData uri="http://schemas.openxmlformats.org/presentationml/2006/ole">
            <mc:AlternateContent xmlns:mc="http://schemas.openxmlformats.org/markup-compatibility/2006">
              <mc:Choice xmlns:v="urn:schemas-microsoft-com:vml" Requires="v">
                <p:oleObj spid="_x0000_s53259" name="公式" r:id="rId25" imgW="24993600" imgH="8229600" progId="Equation.3">
                  <p:embed/>
                </p:oleObj>
              </mc:Choice>
              <mc:Fallback>
                <p:oleObj name="公式" r:id="rId25" imgW="24993600" imgH="8229600" progId="Equation.3">
                  <p:embed/>
                  <p:pic>
                    <p:nvPicPr>
                      <p:cNvPr id="0" name="Object 44"/>
                      <p:cNvPicPr>
                        <a:picLocks noChangeAspect="1"/>
                      </p:cNvPicPr>
                      <p:nvPr/>
                    </p:nvPicPr>
                    <p:blipFill>
                      <a:blip r:embed="rId26"/>
                      <a:stretch>
                        <a:fillRect/>
                      </a:stretch>
                    </p:blipFill>
                    <p:spPr>
                      <a:xfrm>
                        <a:off x="1497013" y="4770438"/>
                        <a:ext cx="2084387" cy="684212"/>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2884"/>
                                        </p:tgtEl>
                                        <p:attrNameLst>
                                          <p:attrName>style.visibility</p:attrName>
                                        </p:attrNameLst>
                                      </p:cBhvr>
                                      <p:to>
                                        <p:strVal val="visible"/>
                                      </p:to>
                                    </p:set>
                                    <p:animEffect transition="in" filter="wipe(left)">
                                      <p:cBhvr>
                                        <p:cTn id="7" dur="500"/>
                                        <p:tgtEl>
                                          <p:spTgt spid="1228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92"/>
                                        </p:tgtEl>
                                        <p:attrNameLst>
                                          <p:attrName>style.visibility</p:attrName>
                                        </p:attrNameLst>
                                      </p:cBhvr>
                                      <p:to>
                                        <p:strVal val="visible"/>
                                      </p:to>
                                    </p:set>
                                    <p:animEffect transition="in" filter="wipe(left)">
                                      <p:cBhvr>
                                        <p:cTn id="12" dur="500"/>
                                        <p:tgtEl>
                                          <p:spTgt spid="1228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2887"/>
                                        </p:tgtEl>
                                        <p:attrNameLst>
                                          <p:attrName>style.visibility</p:attrName>
                                        </p:attrNameLst>
                                      </p:cBhvr>
                                      <p:to>
                                        <p:strVal val="visible"/>
                                      </p:to>
                                    </p:set>
                                    <p:animEffect transition="in" filter="wipe(left)">
                                      <p:cBhvr>
                                        <p:cTn id="17" dur="500"/>
                                        <p:tgtEl>
                                          <p:spTgt spid="12288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22895"/>
                                        </p:tgtEl>
                                        <p:attrNameLst>
                                          <p:attrName>style.visibility</p:attrName>
                                        </p:attrNameLst>
                                      </p:cBhvr>
                                      <p:to>
                                        <p:strVal val="visible"/>
                                      </p:to>
                                    </p:set>
                                    <p:animEffect transition="in" filter="wipe(left)">
                                      <p:cBhvr>
                                        <p:cTn id="22" dur="500"/>
                                        <p:tgtEl>
                                          <p:spTgt spid="12289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886"/>
                                        </p:tgtEl>
                                        <p:attrNameLst>
                                          <p:attrName>style.visibility</p:attrName>
                                        </p:attrNameLst>
                                      </p:cBhvr>
                                      <p:to>
                                        <p:strVal val="visible"/>
                                      </p:to>
                                    </p:set>
                                    <p:animEffect transition="in" filter="wipe(left)">
                                      <p:cBhvr>
                                        <p:cTn id="27" dur="500"/>
                                        <p:tgtEl>
                                          <p:spTgt spid="12288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2889"/>
                                        </p:tgtEl>
                                        <p:attrNameLst>
                                          <p:attrName>style.visibility</p:attrName>
                                        </p:attrNameLst>
                                      </p:cBhvr>
                                      <p:to>
                                        <p:strVal val="visible"/>
                                      </p:to>
                                    </p:set>
                                    <p:animEffect transition="in" filter="wipe(left)">
                                      <p:cBhvr>
                                        <p:cTn id="32" dur="500"/>
                                        <p:tgtEl>
                                          <p:spTgt spid="122889"/>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22885"/>
                                        </p:tgtEl>
                                        <p:attrNameLst>
                                          <p:attrName>style.visibility</p:attrName>
                                        </p:attrNameLst>
                                      </p:cBhvr>
                                      <p:to>
                                        <p:strVal val="visible"/>
                                      </p:to>
                                    </p:set>
                                    <p:animEffect transition="in" filter="box(out)">
                                      <p:cBhvr>
                                        <p:cTn id="37" dur="500"/>
                                        <p:tgtEl>
                                          <p:spTgt spid="12288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22882"/>
                                        </p:tgtEl>
                                        <p:attrNameLst>
                                          <p:attrName>style.visibility</p:attrName>
                                        </p:attrNameLst>
                                      </p:cBhvr>
                                      <p:to>
                                        <p:strVal val="visible"/>
                                      </p:to>
                                    </p:set>
                                    <p:animEffect transition="in" filter="wipe(left)">
                                      <p:cBhvr>
                                        <p:cTn id="42" dur="500"/>
                                        <p:tgtEl>
                                          <p:spTgt spid="12288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22890"/>
                                        </p:tgtEl>
                                        <p:attrNameLst>
                                          <p:attrName>style.visibility</p:attrName>
                                        </p:attrNameLst>
                                      </p:cBhvr>
                                      <p:to>
                                        <p:strVal val="visible"/>
                                      </p:to>
                                    </p:set>
                                    <p:animEffect transition="in" filter="wipe(left)">
                                      <p:cBhvr>
                                        <p:cTn id="47" dur="500"/>
                                        <p:tgtEl>
                                          <p:spTgt spid="12289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22891"/>
                                        </p:tgtEl>
                                        <p:attrNameLst>
                                          <p:attrName>style.visibility</p:attrName>
                                        </p:attrNameLst>
                                      </p:cBhvr>
                                      <p:to>
                                        <p:strVal val="visible"/>
                                      </p:to>
                                    </p:set>
                                    <p:animEffect transition="in" filter="wipe(left)">
                                      <p:cBhvr>
                                        <p:cTn id="52" dur="500"/>
                                        <p:tgtEl>
                                          <p:spTgt spid="12289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22888"/>
                                        </p:tgtEl>
                                        <p:attrNameLst>
                                          <p:attrName>style.visibility</p:attrName>
                                        </p:attrNameLst>
                                      </p:cBhvr>
                                      <p:to>
                                        <p:strVal val="visible"/>
                                      </p:to>
                                    </p:set>
                                    <p:animEffect transition="in" filter="wipe(left)">
                                      <p:cBhvr>
                                        <p:cTn id="57" dur="500"/>
                                        <p:tgtEl>
                                          <p:spTgt spid="122888"/>
                                        </p:tgtEl>
                                      </p:cBhvr>
                                    </p:animEffect>
                                  </p:childTnLst>
                                </p:cTn>
                              </p:par>
                            </p:childTnLst>
                          </p:cTn>
                        </p:par>
                        <p:par>
                          <p:cTn id="58" fill="hold">
                            <p:stCondLst>
                              <p:cond delay="500"/>
                            </p:stCondLst>
                            <p:childTnLst>
                              <p:par>
                                <p:cTn id="59" presetID="22" presetClass="entr" presetSubtype="4" fill="hold" grpId="0" nodeType="afterEffect">
                                  <p:stCondLst>
                                    <p:cond delay="0"/>
                                  </p:stCondLst>
                                  <p:childTnLst>
                                    <p:set>
                                      <p:cBhvr>
                                        <p:cTn id="60" dur="1" fill="hold">
                                          <p:stCondLst>
                                            <p:cond delay="0"/>
                                          </p:stCondLst>
                                        </p:cTn>
                                        <p:tgtEl>
                                          <p:spTgt spid="122883"/>
                                        </p:tgtEl>
                                        <p:attrNameLst>
                                          <p:attrName>style.visibility</p:attrName>
                                        </p:attrNameLst>
                                      </p:cBhvr>
                                      <p:to>
                                        <p:strVal val="visible"/>
                                      </p:to>
                                    </p:set>
                                    <p:animEffect transition="in" filter="wipe(down)">
                                      <p:cBhvr>
                                        <p:cTn id="61" dur="500"/>
                                        <p:tgtEl>
                                          <p:spTgt spid="122883"/>
                                        </p:tgtEl>
                                      </p:cBhvr>
                                    </p:animEffect>
                                  </p:childTnLst>
                                </p:cTn>
                              </p:par>
                            </p:childTnLst>
                          </p:cTn>
                        </p:par>
                        <p:par>
                          <p:cTn id="62" fill="hold">
                            <p:stCondLst>
                              <p:cond delay="1000"/>
                            </p:stCondLst>
                            <p:childTnLst>
                              <p:par>
                                <p:cTn id="63" presetID="22" presetClass="entr" presetSubtype="4" fill="hold" nodeType="afterEffect">
                                  <p:stCondLst>
                                    <p:cond delay="0"/>
                                  </p:stCondLst>
                                  <p:childTnLst>
                                    <p:set>
                                      <p:cBhvr>
                                        <p:cTn id="64" dur="1" fill="hold">
                                          <p:stCondLst>
                                            <p:cond delay="0"/>
                                          </p:stCondLst>
                                        </p:cTn>
                                        <p:tgtEl>
                                          <p:spTgt spid="122893"/>
                                        </p:tgtEl>
                                        <p:attrNameLst>
                                          <p:attrName>style.visibility</p:attrName>
                                        </p:attrNameLst>
                                      </p:cBhvr>
                                      <p:to>
                                        <p:strVal val="visible"/>
                                      </p:to>
                                    </p:set>
                                    <p:animEffect transition="in" filter="wipe(down)">
                                      <p:cBhvr>
                                        <p:cTn id="65" dur="500"/>
                                        <p:tgtEl>
                                          <p:spTgt spid="122893"/>
                                        </p:tgtEl>
                                      </p:cBhvr>
                                    </p:animEffect>
                                  </p:childTnLst>
                                </p:cTn>
                              </p:par>
                            </p:childTnLst>
                          </p:cTn>
                        </p:par>
                        <p:par>
                          <p:cTn id="66" fill="hold">
                            <p:stCondLst>
                              <p:cond delay="1500"/>
                            </p:stCondLst>
                            <p:childTnLst>
                              <p:par>
                                <p:cTn id="67" presetID="22" presetClass="entr" presetSubtype="8" fill="hold" nodeType="afterEffect">
                                  <p:stCondLst>
                                    <p:cond delay="0"/>
                                  </p:stCondLst>
                                  <p:childTnLst>
                                    <p:set>
                                      <p:cBhvr>
                                        <p:cTn id="68" dur="1" fill="hold">
                                          <p:stCondLst>
                                            <p:cond delay="0"/>
                                          </p:stCondLst>
                                        </p:cTn>
                                        <p:tgtEl>
                                          <p:spTgt spid="122893"/>
                                        </p:tgtEl>
                                        <p:attrNameLst>
                                          <p:attrName>style.visibility</p:attrName>
                                        </p:attrNameLst>
                                      </p:cBhvr>
                                      <p:to>
                                        <p:strVal val="visible"/>
                                      </p:to>
                                    </p:set>
                                    <p:animEffect transition="in" filter="wipe(left)">
                                      <p:cBhvr>
                                        <p:cTn id="69" dur="500"/>
                                        <p:tgtEl>
                                          <p:spTgt spid="12289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22894"/>
                                        </p:tgtEl>
                                        <p:attrNameLst>
                                          <p:attrName>style.visibility</p:attrName>
                                        </p:attrNameLst>
                                      </p:cBhvr>
                                      <p:to>
                                        <p:strVal val="visible"/>
                                      </p:to>
                                    </p:set>
                                    <p:animEffect transition="in" filter="wipe(left)">
                                      <p:cBhvr>
                                        <p:cTn id="74" dur="500"/>
                                        <p:tgtEl>
                                          <p:spTgt spid="12289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22917"/>
                                        </p:tgtEl>
                                        <p:attrNameLst>
                                          <p:attrName>style.visibility</p:attrName>
                                        </p:attrNameLst>
                                      </p:cBhvr>
                                      <p:to>
                                        <p:strVal val="visible"/>
                                      </p:to>
                                    </p:set>
                                    <p:animEffect transition="in" filter="wipe(left)">
                                      <p:cBhvr>
                                        <p:cTn id="79" dur="500"/>
                                        <p:tgtEl>
                                          <p:spTgt spid="122917"/>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32" fill="hold" nodeType="clickEffect">
                                  <p:stCondLst>
                                    <p:cond delay="0"/>
                                  </p:stCondLst>
                                  <p:childTnLst>
                                    <p:set>
                                      <p:cBhvr>
                                        <p:cTn id="83" dur="1" fill="hold">
                                          <p:stCondLst>
                                            <p:cond delay="0"/>
                                          </p:stCondLst>
                                        </p:cTn>
                                        <p:tgtEl>
                                          <p:spTgt spid="2"/>
                                        </p:tgtEl>
                                        <p:attrNameLst>
                                          <p:attrName>style.visibility</p:attrName>
                                        </p:attrNameLst>
                                      </p:cBhvr>
                                      <p:to>
                                        <p:strVal val="visible"/>
                                      </p:to>
                                    </p:set>
                                    <p:animEffect transition="in" filter="box(out)">
                                      <p:cBhvr>
                                        <p:cTn id="84" dur="1000"/>
                                        <p:tgtEl>
                                          <p:spTgt spid="2"/>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nodeType="clickEffect">
                                  <p:stCondLst>
                                    <p:cond delay="0"/>
                                  </p:stCondLst>
                                  <p:childTnLst>
                                    <p:set>
                                      <p:cBhvr>
                                        <p:cTn id="88" dur="1" fill="hold">
                                          <p:stCondLst>
                                            <p:cond delay="0"/>
                                          </p:stCondLst>
                                        </p:cTn>
                                        <p:tgtEl>
                                          <p:spTgt spid="122918"/>
                                        </p:tgtEl>
                                        <p:attrNameLst>
                                          <p:attrName>style.visibility</p:attrName>
                                        </p:attrNameLst>
                                      </p:cBhvr>
                                      <p:to>
                                        <p:strVal val="visible"/>
                                      </p:to>
                                    </p:set>
                                    <p:animEffect transition="in" filter="wipe(left)">
                                      <p:cBhvr>
                                        <p:cTn id="89" dur="500"/>
                                        <p:tgtEl>
                                          <p:spTgt spid="12291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122919"/>
                                        </p:tgtEl>
                                        <p:attrNameLst>
                                          <p:attrName>style.visibility</p:attrName>
                                        </p:attrNameLst>
                                      </p:cBhvr>
                                      <p:to>
                                        <p:strVal val="visible"/>
                                      </p:to>
                                    </p:set>
                                    <p:animEffect transition="in" filter="wipe(left)">
                                      <p:cBhvr>
                                        <p:cTn id="94" dur="500"/>
                                        <p:tgtEl>
                                          <p:spTgt spid="12291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22924"/>
                                        </p:tgtEl>
                                        <p:attrNameLst>
                                          <p:attrName>style.visibility</p:attrName>
                                        </p:attrNameLst>
                                      </p:cBhvr>
                                      <p:to>
                                        <p:strVal val="visible"/>
                                      </p:to>
                                    </p:set>
                                    <p:animEffect transition="in" filter="wipe(left)">
                                      <p:cBhvr>
                                        <p:cTn id="99" dur="500"/>
                                        <p:tgtEl>
                                          <p:spTgt spid="122924"/>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122920"/>
                                        </p:tgtEl>
                                        <p:attrNameLst>
                                          <p:attrName>style.visibility</p:attrName>
                                        </p:attrNameLst>
                                      </p:cBhvr>
                                      <p:to>
                                        <p:strVal val="visible"/>
                                      </p:to>
                                    </p:set>
                                    <p:animEffect transition="in" filter="wipe(left)">
                                      <p:cBhvr>
                                        <p:cTn id="104" dur="500"/>
                                        <p:tgtEl>
                                          <p:spTgt spid="122920"/>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nodeType="clickEffect">
                                  <p:stCondLst>
                                    <p:cond delay="0"/>
                                  </p:stCondLst>
                                  <p:childTnLst>
                                    <p:set>
                                      <p:cBhvr>
                                        <p:cTn id="108" dur="1" fill="hold">
                                          <p:stCondLst>
                                            <p:cond delay="0"/>
                                          </p:stCondLst>
                                        </p:cTn>
                                        <p:tgtEl>
                                          <p:spTgt spid="122921"/>
                                        </p:tgtEl>
                                        <p:attrNameLst>
                                          <p:attrName>style.visibility</p:attrName>
                                        </p:attrNameLst>
                                      </p:cBhvr>
                                      <p:to>
                                        <p:strVal val="visible"/>
                                      </p:to>
                                    </p:set>
                                    <p:animEffect transition="in" filter="wipe(left)">
                                      <p:cBhvr>
                                        <p:cTn id="109" dur="500"/>
                                        <p:tgtEl>
                                          <p:spTgt spid="122921"/>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122923"/>
                                        </p:tgtEl>
                                        <p:attrNameLst>
                                          <p:attrName>style.visibility</p:attrName>
                                        </p:attrNameLst>
                                      </p:cBhvr>
                                      <p:to>
                                        <p:strVal val="visible"/>
                                      </p:to>
                                    </p:set>
                                    <p:animEffect transition="in" filter="wipe(left)">
                                      <p:cBhvr>
                                        <p:cTn id="114" dur="500"/>
                                        <p:tgtEl>
                                          <p:spTgt spid="122923"/>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grpId="0" nodeType="clickEffect">
                                  <p:stCondLst>
                                    <p:cond delay="0"/>
                                  </p:stCondLst>
                                  <p:childTnLst>
                                    <p:set>
                                      <p:cBhvr>
                                        <p:cTn id="118" dur="1" fill="hold">
                                          <p:stCondLst>
                                            <p:cond delay="0"/>
                                          </p:stCondLst>
                                        </p:cTn>
                                        <p:tgtEl>
                                          <p:spTgt spid="122922"/>
                                        </p:tgtEl>
                                        <p:attrNameLst>
                                          <p:attrName>style.visibility</p:attrName>
                                        </p:attrNameLst>
                                      </p:cBhvr>
                                      <p:to>
                                        <p:strVal val="visible"/>
                                      </p:to>
                                    </p:set>
                                    <p:animEffect transition="in" filter="wipe(left)">
                                      <p:cBhvr>
                                        <p:cTn id="119" dur="500"/>
                                        <p:tgtEl>
                                          <p:spTgt spid="1229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autoUpdateAnimBg="0"/>
      <p:bldP spid="122883" grpId="0" animBg="1"/>
      <p:bldP spid="122884" grpId="0" autoUpdateAnimBg="0"/>
      <p:bldP spid="122885" grpId="0" animBg="1"/>
      <p:bldP spid="122886" grpId="0" animBg="1"/>
      <p:bldP spid="122887" grpId="0" autoUpdateAnimBg="0"/>
      <p:bldP spid="122890" grpId="0" autoUpdateAnimBg="0"/>
      <p:bldP spid="122891" grpId="0" animBg="1"/>
      <p:bldP spid="122892" grpId="0" autoUpdateAnimBg="0"/>
      <p:bldP spid="122917" grpId="0" autoUpdateAnimBg="0"/>
      <p:bldP spid="122919" grpId="0" autoUpdateAnimBg="0"/>
      <p:bldP spid="122922"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Text Box 2"/>
          <p:cNvSpPr txBox="1">
            <a:spLocks noChangeArrowheads="1"/>
          </p:cNvSpPr>
          <p:nvPr/>
        </p:nvSpPr>
        <p:spPr bwMode="auto">
          <a:xfrm>
            <a:off x="161925" y="458788"/>
            <a:ext cx="5626100" cy="457200"/>
          </a:xfrm>
          <a:prstGeom prst="rect">
            <a:avLst/>
          </a:prstGeom>
          <a:noFill/>
          <a:ln w="9525" algn="ctr">
            <a:noFill/>
            <a:miter lim="800000"/>
          </a:ln>
        </p:spPr>
        <p:txBody>
          <a:bodyPr>
            <a:spAutoFit/>
          </a:bodyPr>
          <a:lstStyle/>
          <a:p>
            <a:pPr algn="l">
              <a:spcBef>
                <a:spcPct val="50000"/>
              </a:spcBef>
            </a:pPr>
            <a:r>
              <a:rPr lang="en-US" altLang="zh-CN" b="1" i="0">
                <a:solidFill>
                  <a:srgbClr val="0000FF"/>
                </a:solidFill>
                <a:latin typeface="Times New Roman" panose="02020603050405020304" pitchFamily="18" charset="0"/>
                <a:sym typeface="Symbol" panose="05050102010706020507" pitchFamily="18" charset="2"/>
              </a:rPr>
              <a:t>3.3.3  </a:t>
            </a:r>
            <a:r>
              <a:rPr lang="zh-CN" altLang="en-US" b="1" i="0">
                <a:solidFill>
                  <a:srgbClr val="0000FF"/>
                </a:solidFill>
                <a:latin typeface="Times New Roman" panose="02020603050405020304" pitchFamily="18" charset="0"/>
              </a:rPr>
              <a:t>角动量定理  角动量守恒定律</a:t>
            </a:r>
            <a:endParaRPr lang="zh-CN" altLang="en-US" b="1" i="0">
              <a:solidFill>
                <a:srgbClr val="0000FF"/>
              </a:solidFill>
              <a:latin typeface="Times New Roman" panose="02020603050405020304" pitchFamily="18" charset="0"/>
            </a:endParaRPr>
          </a:p>
        </p:txBody>
      </p:sp>
      <p:sp>
        <p:nvSpPr>
          <p:cNvPr id="54282" name="Rectangle 4"/>
          <p:cNvSpPr>
            <a:spLocks noChangeArrowheads="1"/>
          </p:cNvSpPr>
          <p:nvPr/>
        </p:nvSpPr>
        <p:spPr bwMode="auto">
          <a:xfrm>
            <a:off x="0" y="0"/>
            <a:ext cx="9144000" cy="0"/>
          </a:xfrm>
          <a:prstGeom prst="rect">
            <a:avLst/>
          </a:prstGeom>
          <a:noFill/>
          <a:ln w="9525" algn="ctr">
            <a:noFill/>
            <a:miter lim="800000"/>
          </a:ln>
        </p:spPr>
        <p:txBody>
          <a:bodyPr wrap="none" anchor="ctr">
            <a:spAutoFit/>
          </a:bodyPr>
          <a:lstStyle/>
          <a:p>
            <a:endParaRPr lang="zh-CN" altLang="en-US"/>
          </a:p>
        </p:txBody>
      </p:sp>
      <p:sp>
        <p:nvSpPr>
          <p:cNvPr id="230419" name="Text Box 19"/>
          <p:cNvSpPr txBox="1">
            <a:spLocks noChangeArrowheads="1"/>
          </p:cNvSpPr>
          <p:nvPr/>
        </p:nvSpPr>
        <p:spPr bwMode="auto">
          <a:xfrm>
            <a:off x="206375" y="1127125"/>
            <a:ext cx="2520950" cy="457200"/>
          </a:xfrm>
          <a:prstGeom prst="rect">
            <a:avLst/>
          </a:prstGeom>
          <a:noFill/>
          <a:ln w="9525" algn="ctr">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角动量定理 </a:t>
            </a:r>
            <a:endParaRPr lang="zh-CN" altLang="en-US" b="1" i="0">
              <a:solidFill>
                <a:srgbClr val="FF0000"/>
              </a:solidFill>
              <a:latin typeface="Times New Roman" panose="02020603050405020304" pitchFamily="18" charset="0"/>
            </a:endParaRPr>
          </a:p>
        </p:txBody>
      </p:sp>
      <p:sp>
        <p:nvSpPr>
          <p:cNvPr id="230420" name="Text Box 20"/>
          <p:cNvSpPr txBox="1">
            <a:spLocks noChangeArrowheads="1"/>
          </p:cNvSpPr>
          <p:nvPr/>
        </p:nvSpPr>
        <p:spPr bwMode="auto">
          <a:xfrm>
            <a:off x="369888" y="1757363"/>
            <a:ext cx="2132012" cy="457200"/>
          </a:xfrm>
          <a:prstGeom prst="rect">
            <a:avLst/>
          </a:prstGeom>
          <a:noFill/>
          <a:ln w="9525" algn="ctr">
            <a:noFill/>
            <a:miter lim="800000"/>
          </a:ln>
        </p:spPr>
        <p:txBody>
          <a:bodyPr>
            <a:spAutoFit/>
          </a:bodyPr>
          <a:lstStyle/>
          <a:p>
            <a:pPr algn="l" eaLnBrk="0" hangingPunct="0"/>
            <a:r>
              <a:rPr kumimoji="0" lang="zh-CN" altLang="en-US" b="1" i="0">
                <a:solidFill>
                  <a:srgbClr val="336600"/>
                </a:solidFill>
                <a:latin typeface="Times New Roman" panose="02020603050405020304" pitchFamily="18" charset="0"/>
              </a:rPr>
              <a:t>对于质点：</a:t>
            </a:r>
            <a:endParaRPr kumimoji="0" lang="zh-CN" altLang="en-US" b="1" i="0">
              <a:solidFill>
                <a:srgbClr val="336600"/>
              </a:solidFill>
              <a:latin typeface="Times New Roman" panose="02020603050405020304" pitchFamily="18" charset="0"/>
            </a:endParaRPr>
          </a:p>
        </p:txBody>
      </p:sp>
      <p:graphicFrame>
        <p:nvGraphicFramePr>
          <p:cNvPr id="230421" name="Object 21"/>
          <p:cNvGraphicFramePr>
            <a:graphicFrameLocks noChangeAspect="1"/>
          </p:cNvGraphicFramePr>
          <p:nvPr/>
        </p:nvGraphicFramePr>
        <p:xfrm>
          <a:off x="1106488" y="2497138"/>
          <a:ext cx="1982787" cy="755650"/>
        </p:xfrm>
        <a:graphic>
          <a:graphicData uri="http://schemas.openxmlformats.org/presentationml/2006/ole">
            <mc:AlternateContent xmlns:mc="http://schemas.openxmlformats.org/markup-compatibility/2006">
              <mc:Choice xmlns:v="urn:schemas-microsoft-com:vml" Requires="v">
                <p:oleObj spid="_x0000_s54273" name="公式" r:id="rId1" imgW="26517600" imgH="10058400" progId="Equation.3">
                  <p:embed/>
                </p:oleObj>
              </mc:Choice>
              <mc:Fallback>
                <p:oleObj name="公式" r:id="rId1" imgW="26517600" imgH="10058400" progId="Equation.3">
                  <p:embed/>
                  <p:pic>
                    <p:nvPicPr>
                      <p:cNvPr id="0" name="Object 21"/>
                      <p:cNvPicPr>
                        <a:picLocks noChangeAspect="1"/>
                      </p:cNvPicPr>
                      <p:nvPr/>
                    </p:nvPicPr>
                    <p:blipFill>
                      <a:blip r:embed="rId2"/>
                      <a:stretch>
                        <a:fillRect/>
                      </a:stretch>
                    </p:blipFill>
                    <p:spPr>
                      <a:xfrm>
                        <a:off x="1106488" y="2497138"/>
                        <a:ext cx="1982787" cy="755650"/>
                      </a:xfrm>
                      <a:prstGeom prst="rect">
                        <a:avLst/>
                      </a:prstGeom>
                      <a:noFill/>
                      <a:ln w="22225">
                        <a:noFill/>
                      </a:ln>
                    </p:spPr>
                  </p:pic>
                </p:oleObj>
              </mc:Fallback>
            </mc:AlternateContent>
          </a:graphicData>
        </a:graphic>
      </p:graphicFrame>
      <p:graphicFrame>
        <p:nvGraphicFramePr>
          <p:cNvPr id="230422" name="Object 22"/>
          <p:cNvGraphicFramePr>
            <a:graphicFrameLocks noChangeAspect="1"/>
          </p:cNvGraphicFramePr>
          <p:nvPr/>
        </p:nvGraphicFramePr>
        <p:xfrm>
          <a:off x="3132138" y="2540000"/>
          <a:ext cx="2692400" cy="730250"/>
        </p:xfrm>
        <a:graphic>
          <a:graphicData uri="http://schemas.openxmlformats.org/presentationml/2006/ole">
            <mc:AlternateContent xmlns:mc="http://schemas.openxmlformats.org/markup-compatibility/2006">
              <mc:Choice xmlns:v="urn:schemas-microsoft-com:vml" Requires="v">
                <p:oleObj spid="_x0000_s54275" name="公式" r:id="rId3" imgW="35661600" imgH="9753600" progId="Equation.3">
                  <p:embed/>
                </p:oleObj>
              </mc:Choice>
              <mc:Fallback>
                <p:oleObj name="公式" r:id="rId3" imgW="35661600" imgH="9753600" progId="Equation.3">
                  <p:embed/>
                  <p:pic>
                    <p:nvPicPr>
                      <p:cNvPr id="0" name="Object 22"/>
                      <p:cNvPicPr>
                        <a:picLocks noChangeAspect="1"/>
                      </p:cNvPicPr>
                      <p:nvPr/>
                    </p:nvPicPr>
                    <p:blipFill>
                      <a:blip r:embed="rId4"/>
                      <a:stretch>
                        <a:fillRect/>
                      </a:stretch>
                    </p:blipFill>
                    <p:spPr>
                      <a:xfrm>
                        <a:off x="3132138" y="2540000"/>
                        <a:ext cx="2692400" cy="730250"/>
                      </a:xfrm>
                      <a:prstGeom prst="rect">
                        <a:avLst/>
                      </a:prstGeom>
                      <a:noFill/>
                      <a:ln w="22225">
                        <a:noFill/>
                      </a:ln>
                    </p:spPr>
                  </p:pic>
                </p:oleObj>
              </mc:Fallback>
            </mc:AlternateContent>
          </a:graphicData>
        </a:graphic>
      </p:graphicFrame>
      <p:graphicFrame>
        <p:nvGraphicFramePr>
          <p:cNvPr id="230423" name="Object 23"/>
          <p:cNvGraphicFramePr/>
          <p:nvPr/>
        </p:nvGraphicFramePr>
        <p:xfrm>
          <a:off x="3340100" y="1730375"/>
          <a:ext cx="1212850" cy="301625"/>
        </p:xfrm>
        <a:graphic>
          <a:graphicData uri="http://schemas.openxmlformats.org/presentationml/2006/ole">
            <mc:AlternateContent xmlns:mc="http://schemas.openxmlformats.org/markup-compatibility/2006">
              <mc:Choice xmlns:v="urn:schemas-microsoft-com:vml" Requires="v">
                <p:oleObj spid="_x0000_s54276" name="公式" r:id="rId5" imgW="17068800" imgH="4267200" progId="Equation.3">
                  <p:embed/>
                </p:oleObj>
              </mc:Choice>
              <mc:Fallback>
                <p:oleObj name="公式" r:id="rId5" imgW="17068800" imgH="4267200" progId="Equation.3">
                  <p:embed/>
                  <p:pic>
                    <p:nvPicPr>
                      <p:cNvPr id="0" name="Object 23"/>
                      <p:cNvPicPr/>
                      <p:nvPr/>
                    </p:nvPicPr>
                    <p:blipFill>
                      <a:blip r:embed="rId6"/>
                      <a:stretch>
                        <a:fillRect/>
                      </a:stretch>
                    </p:blipFill>
                    <p:spPr>
                      <a:xfrm>
                        <a:off x="3340100" y="1730375"/>
                        <a:ext cx="1212850" cy="301625"/>
                      </a:xfrm>
                      <a:prstGeom prst="rect">
                        <a:avLst/>
                      </a:prstGeom>
                      <a:noFill/>
                      <a:ln w="9525">
                        <a:noFill/>
                      </a:ln>
                    </p:spPr>
                  </p:pic>
                </p:oleObj>
              </mc:Fallback>
            </mc:AlternateContent>
          </a:graphicData>
        </a:graphic>
      </p:graphicFrame>
      <p:graphicFrame>
        <p:nvGraphicFramePr>
          <p:cNvPr id="230424" name="Object 24"/>
          <p:cNvGraphicFramePr/>
          <p:nvPr/>
        </p:nvGraphicFramePr>
        <p:xfrm>
          <a:off x="4868863" y="1647825"/>
          <a:ext cx="1162050" cy="346075"/>
        </p:xfrm>
        <a:graphic>
          <a:graphicData uri="http://schemas.openxmlformats.org/presentationml/2006/ole">
            <mc:AlternateContent xmlns:mc="http://schemas.openxmlformats.org/markup-compatibility/2006">
              <mc:Choice xmlns:v="urn:schemas-microsoft-com:vml" Requires="v">
                <p:oleObj spid="_x0000_s54277" name="公式" r:id="rId7" imgW="16459200" imgH="4876800" progId="Equation.3">
                  <p:embed/>
                </p:oleObj>
              </mc:Choice>
              <mc:Fallback>
                <p:oleObj name="公式" r:id="rId7" imgW="16459200" imgH="4876800" progId="Equation.3">
                  <p:embed/>
                  <p:pic>
                    <p:nvPicPr>
                      <p:cNvPr id="0" name="Object 24"/>
                      <p:cNvPicPr/>
                      <p:nvPr/>
                    </p:nvPicPr>
                    <p:blipFill>
                      <a:blip r:embed="rId8"/>
                      <a:stretch>
                        <a:fillRect/>
                      </a:stretch>
                    </p:blipFill>
                    <p:spPr>
                      <a:xfrm>
                        <a:off x="4868863" y="1647825"/>
                        <a:ext cx="1162050" cy="346075"/>
                      </a:xfrm>
                      <a:prstGeom prst="rect">
                        <a:avLst/>
                      </a:prstGeom>
                      <a:noFill/>
                      <a:ln w="9525">
                        <a:noFill/>
                      </a:ln>
                    </p:spPr>
                  </p:pic>
                </p:oleObj>
              </mc:Fallback>
            </mc:AlternateContent>
          </a:graphicData>
        </a:graphic>
      </p:graphicFrame>
      <p:graphicFrame>
        <p:nvGraphicFramePr>
          <p:cNvPr id="230425" name="Object 25"/>
          <p:cNvGraphicFramePr>
            <a:graphicFrameLocks noChangeAspect="1"/>
          </p:cNvGraphicFramePr>
          <p:nvPr/>
        </p:nvGraphicFramePr>
        <p:xfrm>
          <a:off x="1062038" y="3575050"/>
          <a:ext cx="1025525" cy="754063"/>
        </p:xfrm>
        <a:graphic>
          <a:graphicData uri="http://schemas.openxmlformats.org/presentationml/2006/ole">
            <mc:AlternateContent xmlns:mc="http://schemas.openxmlformats.org/markup-compatibility/2006">
              <mc:Choice xmlns:v="urn:schemas-microsoft-com:vml" Requires="v">
                <p:oleObj spid="_x0000_s54278" name="公式" r:id="rId9" imgW="13716000" imgH="10058400" progId="Equation.3">
                  <p:embed/>
                </p:oleObj>
              </mc:Choice>
              <mc:Fallback>
                <p:oleObj name="公式" r:id="rId9" imgW="13716000" imgH="10058400" progId="Equation.3">
                  <p:embed/>
                  <p:pic>
                    <p:nvPicPr>
                      <p:cNvPr id="0" name="Object 25"/>
                      <p:cNvPicPr>
                        <a:picLocks noChangeAspect="1"/>
                      </p:cNvPicPr>
                      <p:nvPr/>
                    </p:nvPicPr>
                    <p:blipFill>
                      <a:blip r:embed="rId10"/>
                      <a:stretch>
                        <a:fillRect/>
                      </a:stretch>
                    </p:blipFill>
                    <p:spPr>
                      <a:xfrm>
                        <a:off x="1062038" y="3575050"/>
                        <a:ext cx="1025525" cy="754063"/>
                      </a:xfrm>
                      <a:prstGeom prst="rect">
                        <a:avLst/>
                      </a:prstGeom>
                      <a:noFill/>
                      <a:ln w="19050">
                        <a:noFill/>
                      </a:ln>
                    </p:spPr>
                  </p:pic>
                </p:oleObj>
              </mc:Fallback>
            </mc:AlternateContent>
          </a:graphicData>
        </a:graphic>
      </p:graphicFrame>
      <p:graphicFrame>
        <p:nvGraphicFramePr>
          <p:cNvPr id="230426" name="Object 26"/>
          <p:cNvGraphicFramePr>
            <a:graphicFrameLocks noChangeAspect="1"/>
          </p:cNvGraphicFramePr>
          <p:nvPr/>
        </p:nvGraphicFramePr>
        <p:xfrm>
          <a:off x="3176588" y="3760788"/>
          <a:ext cx="1187450" cy="388937"/>
        </p:xfrm>
        <a:graphic>
          <a:graphicData uri="http://schemas.openxmlformats.org/presentationml/2006/ole">
            <mc:AlternateContent xmlns:mc="http://schemas.openxmlformats.org/markup-compatibility/2006">
              <mc:Choice xmlns:v="urn:schemas-microsoft-com:vml" Requires="v">
                <p:oleObj spid="_x0000_s54279" name="公式" r:id="rId11" imgW="15849600" imgH="5181600" progId="Equation.3">
                  <p:embed/>
                </p:oleObj>
              </mc:Choice>
              <mc:Fallback>
                <p:oleObj name="公式" r:id="rId11" imgW="15849600" imgH="5181600" progId="Equation.3">
                  <p:embed/>
                  <p:pic>
                    <p:nvPicPr>
                      <p:cNvPr id="0" name="Object 26"/>
                      <p:cNvPicPr>
                        <a:picLocks noChangeAspect="1"/>
                      </p:cNvPicPr>
                      <p:nvPr/>
                    </p:nvPicPr>
                    <p:blipFill>
                      <a:blip r:embed="rId12"/>
                      <a:stretch>
                        <a:fillRect/>
                      </a:stretch>
                    </p:blipFill>
                    <p:spPr>
                      <a:xfrm>
                        <a:off x="3176588" y="3760788"/>
                        <a:ext cx="1187450" cy="388937"/>
                      </a:xfrm>
                      <a:prstGeom prst="rect">
                        <a:avLst/>
                      </a:prstGeom>
                      <a:noFill/>
                      <a:ln w="19050">
                        <a:noFill/>
                      </a:ln>
                    </p:spPr>
                  </p:pic>
                </p:oleObj>
              </mc:Fallback>
            </mc:AlternateContent>
          </a:graphicData>
        </a:graphic>
      </p:graphicFrame>
      <p:graphicFrame>
        <p:nvGraphicFramePr>
          <p:cNvPr id="230427" name="Object 27"/>
          <p:cNvGraphicFramePr>
            <a:graphicFrameLocks noChangeAspect="1"/>
          </p:cNvGraphicFramePr>
          <p:nvPr/>
        </p:nvGraphicFramePr>
        <p:xfrm>
          <a:off x="1692275" y="4789488"/>
          <a:ext cx="2141538" cy="638175"/>
        </p:xfrm>
        <a:graphic>
          <a:graphicData uri="http://schemas.openxmlformats.org/presentationml/2006/ole">
            <mc:AlternateContent xmlns:mc="http://schemas.openxmlformats.org/markup-compatibility/2006">
              <mc:Choice xmlns:v="urn:schemas-microsoft-com:vml" Requires="v">
                <p:oleObj spid="_x0000_s54280" name="公式" r:id="rId13" imgW="28956000" imgH="8534400" progId="Equation.3">
                  <p:embed/>
                </p:oleObj>
              </mc:Choice>
              <mc:Fallback>
                <p:oleObj name="公式" r:id="rId13" imgW="28956000" imgH="8534400" progId="Equation.3">
                  <p:embed/>
                  <p:pic>
                    <p:nvPicPr>
                      <p:cNvPr id="0" name="Object 27"/>
                      <p:cNvPicPr>
                        <a:picLocks noChangeAspect="1"/>
                      </p:cNvPicPr>
                      <p:nvPr/>
                    </p:nvPicPr>
                    <p:blipFill>
                      <a:blip r:embed="rId14"/>
                      <a:stretch>
                        <a:fillRect/>
                      </a:stretch>
                    </p:blipFill>
                    <p:spPr>
                      <a:xfrm>
                        <a:off x="1692275" y="4789488"/>
                        <a:ext cx="2141538" cy="638175"/>
                      </a:xfrm>
                      <a:prstGeom prst="rect">
                        <a:avLst/>
                      </a:prstGeom>
                      <a:noFill/>
                      <a:ln w="19050">
                        <a:noFill/>
                      </a:ln>
                    </p:spPr>
                  </p:pic>
                </p:oleObj>
              </mc:Fallback>
            </mc:AlternateContent>
          </a:graphicData>
        </a:graphic>
      </p:graphicFrame>
      <p:sp>
        <p:nvSpPr>
          <p:cNvPr id="230428" name="Text Box 28"/>
          <p:cNvSpPr txBox="1">
            <a:spLocks noChangeArrowheads="1"/>
          </p:cNvSpPr>
          <p:nvPr/>
        </p:nvSpPr>
        <p:spPr bwMode="auto">
          <a:xfrm>
            <a:off x="4481513" y="4887913"/>
            <a:ext cx="4268787" cy="461962"/>
          </a:xfrm>
          <a:prstGeom prst="rect">
            <a:avLst/>
          </a:prstGeom>
          <a:noFill/>
          <a:ln w="9525">
            <a:noFill/>
            <a:miter lim="800000"/>
          </a:ln>
        </p:spPr>
        <p:txBody>
          <a:bodyPr>
            <a:spAutoFit/>
          </a:bodyPr>
          <a:lstStyle/>
          <a:p>
            <a:pPr algn="l"/>
            <a:r>
              <a:rPr kumimoji="0" lang="en-US" altLang="zh-CN" b="1" i="0">
                <a:solidFill>
                  <a:srgbClr val="CC0000"/>
                </a:solidFill>
                <a:latin typeface="Times New Roman" panose="02020603050405020304" pitchFamily="18" charset="0"/>
              </a:rPr>
              <a:t>(</a:t>
            </a:r>
            <a:r>
              <a:rPr kumimoji="0" lang="zh-CN" altLang="en-US" b="1" i="0">
                <a:solidFill>
                  <a:srgbClr val="CC0000"/>
                </a:solidFill>
                <a:latin typeface="Times New Roman" panose="02020603050405020304" pitchFamily="18" charset="0"/>
              </a:rPr>
              <a:t>质点角动量定理的积分形式</a:t>
            </a:r>
            <a:r>
              <a:rPr kumimoji="0" lang="en-US" altLang="zh-CN" b="1" i="0">
                <a:solidFill>
                  <a:srgbClr val="CC0000"/>
                </a:solidFill>
                <a:latin typeface="Times New Roman" panose="02020603050405020304" pitchFamily="18" charset="0"/>
              </a:rPr>
              <a:t>)</a:t>
            </a:r>
            <a:endParaRPr kumimoji="0" lang="en-US" altLang="zh-CN" b="1" i="0">
              <a:solidFill>
                <a:srgbClr val="CC0000"/>
              </a:solidFill>
              <a:latin typeface="Times New Roman" panose="02020603050405020304" pitchFamily="18" charset="0"/>
            </a:endParaRPr>
          </a:p>
        </p:txBody>
      </p:sp>
      <p:sp>
        <p:nvSpPr>
          <p:cNvPr id="230429" name="Text Box 29"/>
          <p:cNvSpPr txBox="1">
            <a:spLocks noChangeArrowheads="1"/>
          </p:cNvSpPr>
          <p:nvPr/>
        </p:nvSpPr>
        <p:spPr bwMode="auto">
          <a:xfrm>
            <a:off x="4437063" y="3797300"/>
            <a:ext cx="4105275" cy="461963"/>
          </a:xfrm>
          <a:prstGeom prst="rect">
            <a:avLst/>
          </a:prstGeom>
          <a:noFill/>
          <a:ln w="9525">
            <a:noFill/>
            <a:miter lim="800000"/>
          </a:ln>
        </p:spPr>
        <p:txBody>
          <a:bodyPr>
            <a:spAutoFit/>
          </a:bodyPr>
          <a:lstStyle/>
          <a:p>
            <a:pPr algn="l"/>
            <a:r>
              <a:rPr kumimoji="0" lang="en-US" altLang="zh-CN" b="1" i="0">
                <a:solidFill>
                  <a:srgbClr val="CC0000"/>
                </a:solidFill>
                <a:latin typeface="Times New Roman" panose="02020603050405020304" pitchFamily="18" charset="0"/>
              </a:rPr>
              <a:t>(</a:t>
            </a:r>
            <a:r>
              <a:rPr kumimoji="0" lang="zh-CN" altLang="en-US" b="1" i="0">
                <a:solidFill>
                  <a:srgbClr val="CC0000"/>
                </a:solidFill>
                <a:latin typeface="Times New Roman" panose="02020603050405020304" pitchFamily="18" charset="0"/>
              </a:rPr>
              <a:t>质点角动量定理的微分形式</a:t>
            </a:r>
            <a:r>
              <a:rPr kumimoji="0" lang="en-US" altLang="zh-CN" b="1" i="0">
                <a:solidFill>
                  <a:srgbClr val="CC0000"/>
                </a:solidFill>
                <a:latin typeface="Times New Roman" panose="02020603050405020304" pitchFamily="18" charset="0"/>
              </a:rPr>
              <a:t>)</a:t>
            </a:r>
            <a:endParaRPr kumimoji="0" lang="en-US" altLang="zh-CN" i="0">
              <a:solidFill>
                <a:srgbClr val="CC0000"/>
              </a:solidFill>
              <a:latin typeface="Times New Roman" panose="02020603050405020304" pitchFamily="18" charset="0"/>
            </a:endParaRPr>
          </a:p>
        </p:txBody>
      </p:sp>
      <p:sp>
        <p:nvSpPr>
          <p:cNvPr id="230430" name="AutoShape 30"/>
          <p:cNvSpPr>
            <a:spLocks noChangeArrowheads="1"/>
          </p:cNvSpPr>
          <p:nvPr/>
        </p:nvSpPr>
        <p:spPr bwMode="auto">
          <a:xfrm>
            <a:off x="2268538" y="3903663"/>
            <a:ext cx="792162" cy="155575"/>
          </a:xfrm>
          <a:prstGeom prst="rightArrow">
            <a:avLst>
              <a:gd name="adj1" fmla="val 50000"/>
              <a:gd name="adj2" fmla="val 127296"/>
            </a:avLst>
          </a:prstGeom>
          <a:solidFill>
            <a:srgbClr val="0000FF"/>
          </a:solidFill>
          <a:ln w="9525" algn="ctr">
            <a:solidFill>
              <a:schemeClr val="tx1"/>
            </a:solidFill>
            <a:miter lim="800000"/>
          </a:ln>
        </p:spPr>
        <p:txBody>
          <a:bodyPr wrap="none" anchor="ctr"/>
          <a:lstStyle/>
          <a:p>
            <a:endParaRPr lang="zh-CN" altLang="en-US"/>
          </a:p>
        </p:txBody>
      </p:sp>
      <p:sp>
        <p:nvSpPr>
          <p:cNvPr id="230431" name="AutoShape 31"/>
          <p:cNvSpPr>
            <a:spLocks noChangeArrowheads="1"/>
          </p:cNvSpPr>
          <p:nvPr/>
        </p:nvSpPr>
        <p:spPr bwMode="auto">
          <a:xfrm>
            <a:off x="4832350" y="1601788"/>
            <a:ext cx="1225550" cy="431800"/>
          </a:xfrm>
          <a:prstGeom prst="wedgeRectCallout">
            <a:avLst>
              <a:gd name="adj1" fmla="val -26556"/>
              <a:gd name="adj2" fmla="val 156986"/>
            </a:avLst>
          </a:prstGeom>
          <a:noFill/>
          <a:ln w="9525" algn="ctr">
            <a:solidFill>
              <a:schemeClr val="tx1"/>
            </a:solidFill>
            <a:miter lim="800000"/>
          </a:ln>
        </p:spPr>
        <p:txBody>
          <a:bodyPr anchor="ctr"/>
          <a:lstStyle/>
          <a:p>
            <a:endParaRPr kumimoji="0" lang="zh-CN" altLang="zh-CN" sz="1800" i="0">
              <a:latin typeface="Arial" panose="020B0604020202020204" pitchFamily="34" charset="0"/>
            </a:endParaRPr>
          </a:p>
        </p:txBody>
      </p:sp>
      <p:sp>
        <p:nvSpPr>
          <p:cNvPr id="230432" name="AutoShape 32"/>
          <p:cNvSpPr>
            <a:spLocks noChangeArrowheads="1"/>
          </p:cNvSpPr>
          <p:nvPr/>
        </p:nvSpPr>
        <p:spPr bwMode="auto">
          <a:xfrm>
            <a:off x="3267075" y="1622425"/>
            <a:ext cx="1304925" cy="428625"/>
          </a:xfrm>
          <a:prstGeom prst="wedgeRectCallout">
            <a:avLst>
              <a:gd name="adj1" fmla="val -23356"/>
              <a:gd name="adj2" fmla="val 164074"/>
            </a:avLst>
          </a:prstGeom>
          <a:noFill/>
          <a:ln w="9525" algn="ctr">
            <a:solidFill>
              <a:schemeClr val="tx1"/>
            </a:solidFill>
            <a:miter lim="800000"/>
          </a:ln>
        </p:spPr>
        <p:txBody>
          <a:bodyPr anchor="ctr"/>
          <a:lstStyle/>
          <a:p>
            <a:endParaRPr kumimoji="0" lang="zh-CN" altLang="zh-CN" sz="1800" i="0">
              <a:latin typeface="Arial" panose="020B0604020202020204" pitchFamily="34" charset="0"/>
            </a:endParaRPr>
          </a:p>
        </p:txBody>
      </p:sp>
      <p:sp>
        <p:nvSpPr>
          <p:cNvPr id="230433" name="Rectangle 33"/>
          <p:cNvSpPr>
            <a:spLocks noChangeArrowheads="1"/>
          </p:cNvSpPr>
          <p:nvPr/>
        </p:nvSpPr>
        <p:spPr bwMode="auto">
          <a:xfrm>
            <a:off x="1042988" y="5762625"/>
            <a:ext cx="6985000" cy="466725"/>
          </a:xfrm>
          <a:prstGeom prst="rect">
            <a:avLst/>
          </a:prstGeom>
          <a:solidFill>
            <a:srgbClr val="CCFFFF"/>
          </a:solidFill>
          <a:ln w="9525">
            <a:solidFill>
              <a:srgbClr val="66FFFF"/>
            </a:solidFill>
            <a:miter lim="800000"/>
          </a:ln>
        </p:spPr>
        <p:txBody>
          <a:bodyPr>
            <a:spAutoFit/>
          </a:bodyPr>
          <a:lstStyle/>
          <a:p>
            <a:r>
              <a:rPr kumimoji="0" lang="zh-CN" altLang="en-US" b="1" i="0">
                <a:solidFill>
                  <a:schemeClr val="bg1"/>
                </a:solidFill>
                <a:latin typeface="Times New Roman" panose="02020603050405020304" pitchFamily="18" charset="0"/>
              </a:rPr>
              <a:t>质点所受合力矩的冲量矩等于质点的角动量的增量</a:t>
            </a:r>
            <a:endParaRPr kumimoji="0" lang="zh-CN" altLang="en-US" i="0">
              <a:latin typeface="Times New Roman" panose="02020603050405020304" pitchFamily="18" charset="0"/>
            </a:endParaRPr>
          </a:p>
        </p:txBody>
      </p:sp>
      <p:sp>
        <p:nvSpPr>
          <p:cNvPr id="230434" name="Rectangle 34"/>
          <p:cNvSpPr>
            <a:spLocks noChangeArrowheads="1"/>
          </p:cNvSpPr>
          <p:nvPr/>
        </p:nvSpPr>
        <p:spPr bwMode="auto">
          <a:xfrm>
            <a:off x="3041650" y="4237038"/>
            <a:ext cx="1620838" cy="461962"/>
          </a:xfrm>
          <a:prstGeom prst="rect">
            <a:avLst/>
          </a:prstGeom>
          <a:noFill/>
          <a:ln w="9525">
            <a:noFill/>
            <a:miter lim="800000"/>
          </a:ln>
        </p:spPr>
        <p:txBody>
          <a:bodyPr>
            <a:spAutoFit/>
          </a:bodyPr>
          <a:lstStyle/>
          <a:p>
            <a:pPr algn="l"/>
            <a:r>
              <a:rPr kumimoji="0" lang="zh-CN" altLang="en-US" b="1" i="0">
                <a:latin typeface="Times New Roman" panose="02020603050405020304" pitchFamily="18" charset="0"/>
              </a:rPr>
              <a:t>元冲量矩</a:t>
            </a:r>
            <a:endParaRPr kumimoji="0" lang="zh-CN" altLang="en-US" i="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0402"/>
                                        </p:tgtEl>
                                        <p:attrNameLst>
                                          <p:attrName>style.visibility</p:attrName>
                                        </p:attrNameLst>
                                      </p:cBhvr>
                                      <p:to>
                                        <p:strVal val="visible"/>
                                      </p:to>
                                    </p:set>
                                    <p:animEffect transition="in" filter="wipe(left)">
                                      <p:cBhvr>
                                        <p:cTn id="7" dur="500"/>
                                        <p:tgtEl>
                                          <p:spTgt spid="2304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0419"/>
                                        </p:tgtEl>
                                        <p:attrNameLst>
                                          <p:attrName>style.visibility</p:attrName>
                                        </p:attrNameLst>
                                      </p:cBhvr>
                                      <p:to>
                                        <p:strVal val="visible"/>
                                      </p:to>
                                    </p:set>
                                    <p:animEffect transition="in" filter="wipe(left)">
                                      <p:cBhvr>
                                        <p:cTn id="12" dur="500"/>
                                        <p:tgtEl>
                                          <p:spTgt spid="2304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0420"/>
                                        </p:tgtEl>
                                        <p:attrNameLst>
                                          <p:attrName>style.visibility</p:attrName>
                                        </p:attrNameLst>
                                      </p:cBhvr>
                                      <p:to>
                                        <p:strVal val="visible"/>
                                      </p:to>
                                    </p:set>
                                    <p:animEffect transition="in" filter="wipe(left)">
                                      <p:cBhvr>
                                        <p:cTn id="17" dur="500"/>
                                        <p:tgtEl>
                                          <p:spTgt spid="2304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0421"/>
                                        </p:tgtEl>
                                        <p:attrNameLst>
                                          <p:attrName>style.visibility</p:attrName>
                                        </p:attrNameLst>
                                      </p:cBhvr>
                                      <p:to>
                                        <p:strVal val="visible"/>
                                      </p:to>
                                    </p:set>
                                    <p:animEffect transition="in" filter="wipe(left)">
                                      <p:cBhvr>
                                        <p:cTn id="22" dur="500"/>
                                        <p:tgtEl>
                                          <p:spTgt spid="23042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30422"/>
                                        </p:tgtEl>
                                        <p:attrNameLst>
                                          <p:attrName>style.visibility</p:attrName>
                                        </p:attrNameLst>
                                      </p:cBhvr>
                                      <p:to>
                                        <p:strVal val="visible"/>
                                      </p:to>
                                    </p:set>
                                    <p:animEffect transition="in" filter="wipe(left)">
                                      <p:cBhvr>
                                        <p:cTn id="27" dur="500"/>
                                        <p:tgtEl>
                                          <p:spTgt spid="23042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30432"/>
                                        </p:tgtEl>
                                        <p:attrNameLst>
                                          <p:attrName>style.visibility</p:attrName>
                                        </p:attrNameLst>
                                      </p:cBhvr>
                                      <p:to>
                                        <p:strVal val="visible"/>
                                      </p:to>
                                    </p:set>
                                    <p:animEffect transition="in" filter="wipe(down)">
                                      <p:cBhvr>
                                        <p:cTn id="32" dur="500"/>
                                        <p:tgtEl>
                                          <p:spTgt spid="230432"/>
                                        </p:tgtEl>
                                      </p:cBhvr>
                                    </p:animEffect>
                                  </p:childTnLst>
                                </p:cTn>
                              </p:par>
                            </p:childTnLst>
                          </p:cTn>
                        </p:par>
                        <p:par>
                          <p:cTn id="33" fill="hold">
                            <p:stCondLst>
                              <p:cond delay="500"/>
                            </p:stCondLst>
                            <p:childTnLst>
                              <p:par>
                                <p:cTn id="34" presetID="22" presetClass="entr" presetSubtype="4" fill="hold" nodeType="afterEffect">
                                  <p:stCondLst>
                                    <p:cond delay="0"/>
                                  </p:stCondLst>
                                  <p:childTnLst>
                                    <p:set>
                                      <p:cBhvr>
                                        <p:cTn id="35" dur="1" fill="hold">
                                          <p:stCondLst>
                                            <p:cond delay="0"/>
                                          </p:stCondLst>
                                        </p:cTn>
                                        <p:tgtEl>
                                          <p:spTgt spid="230423"/>
                                        </p:tgtEl>
                                        <p:attrNameLst>
                                          <p:attrName>style.visibility</p:attrName>
                                        </p:attrNameLst>
                                      </p:cBhvr>
                                      <p:to>
                                        <p:strVal val="visible"/>
                                      </p:to>
                                    </p:set>
                                    <p:animEffect transition="in" filter="wipe(down)">
                                      <p:cBhvr>
                                        <p:cTn id="36" dur="500"/>
                                        <p:tgtEl>
                                          <p:spTgt spid="23042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30431"/>
                                        </p:tgtEl>
                                        <p:attrNameLst>
                                          <p:attrName>style.visibility</p:attrName>
                                        </p:attrNameLst>
                                      </p:cBhvr>
                                      <p:to>
                                        <p:strVal val="visible"/>
                                      </p:to>
                                    </p:set>
                                    <p:animEffect transition="in" filter="wipe(down)">
                                      <p:cBhvr>
                                        <p:cTn id="41" dur="500"/>
                                        <p:tgtEl>
                                          <p:spTgt spid="230431"/>
                                        </p:tgtEl>
                                      </p:cBhvr>
                                    </p:animEffect>
                                  </p:childTnLst>
                                </p:cTn>
                              </p:par>
                            </p:childTnLst>
                          </p:cTn>
                        </p:par>
                        <p:par>
                          <p:cTn id="42" fill="hold">
                            <p:stCondLst>
                              <p:cond delay="500"/>
                            </p:stCondLst>
                            <p:childTnLst>
                              <p:par>
                                <p:cTn id="43" presetID="22" presetClass="entr" presetSubtype="4" fill="hold" nodeType="afterEffect">
                                  <p:stCondLst>
                                    <p:cond delay="0"/>
                                  </p:stCondLst>
                                  <p:childTnLst>
                                    <p:set>
                                      <p:cBhvr>
                                        <p:cTn id="44" dur="1" fill="hold">
                                          <p:stCondLst>
                                            <p:cond delay="0"/>
                                          </p:stCondLst>
                                        </p:cTn>
                                        <p:tgtEl>
                                          <p:spTgt spid="230424"/>
                                        </p:tgtEl>
                                        <p:attrNameLst>
                                          <p:attrName>style.visibility</p:attrName>
                                        </p:attrNameLst>
                                      </p:cBhvr>
                                      <p:to>
                                        <p:strVal val="visible"/>
                                      </p:to>
                                    </p:set>
                                    <p:animEffect transition="in" filter="wipe(down)">
                                      <p:cBhvr>
                                        <p:cTn id="45" dur="500"/>
                                        <p:tgtEl>
                                          <p:spTgt spid="2304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230425"/>
                                        </p:tgtEl>
                                        <p:attrNameLst>
                                          <p:attrName>style.visibility</p:attrName>
                                        </p:attrNameLst>
                                      </p:cBhvr>
                                      <p:to>
                                        <p:strVal val="visible"/>
                                      </p:to>
                                    </p:set>
                                    <p:animEffect transition="in" filter="wipe(left)">
                                      <p:cBhvr>
                                        <p:cTn id="50" dur="500"/>
                                        <p:tgtEl>
                                          <p:spTgt spid="2304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30430"/>
                                        </p:tgtEl>
                                        <p:attrNameLst>
                                          <p:attrName>style.visibility</p:attrName>
                                        </p:attrNameLst>
                                      </p:cBhvr>
                                      <p:to>
                                        <p:strVal val="visible"/>
                                      </p:to>
                                    </p:set>
                                    <p:animEffect transition="in" filter="wipe(left)">
                                      <p:cBhvr>
                                        <p:cTn id="55" dur="500"/>
                                        <p:tgtEl>
                                          <p:spTgt spid="230430"/>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230426"/>
                                        </p:tgtEl>
                                        <p:attrNameLst>
                                          <p:attrName>style.visibility</p:attrName>
                                        </p:attrNameLst>
                                      </p:cBhvr>
                                      <p:to>
                                        <p:strVal val="visible"/>
                                      </p:to>
                                    </p:set>
                                    <p:animEffect transition="in" filter="wipe(left)">
                                      <p:cBhvr>
                                        <p:cTn id="60" dur="500"/>
                                        <p:tgtEl>
                                          <p:spTgt spid="230426"/>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30429"/>
                                        </p:tgtEl>
                                        <p:attrNameLst>
                                          <p:attrName>style.visibility</p:attrName>
                                        </p:attrNameLst>
                                      </p:cBhvr>
                                      <p:to>
                                        <p:strVal val="visible"/>
                                      </p:to>
                                    </p:set>
                                    <p:animEffect transition="in" filter="wipe(left)">
                                      <p:cBhvr>
                                        <p:cTn id="65" dur="500"/>
                                        <p:tgtEl>
                                          <p:spTgt spid="23042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30434"/>
                                        </p:tgtEl>
                                        <p:attrNameLst>
                                          <p:attrName>style.visibility</p:attrName>
                                        </p:attrNameLst>
                                      </p:cBhvr>
                                      <p:to>
                                        <p:strVal val="visible"/>
                                      </p:to>
                                    </p:set>
                                    <p:animEffect transition="in" filter="wipe(left)">
                                      <p:cBhvr>
                                        <p:cTn id="70" dur="500"/>
                                        <p:tgtEl>
                                          <p:spTgt spid="2304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230427"/>
                                        </p:tgtEl>
                                        <p:attrNameLst>
                                          <p:attrName>style.visibility</p:attrName>
                                        </p:attrNameLst>
                                      </p:cBhvr>
                                      <p:to>
                                        <p:strVal val="visible"/>
                                      </p:to>
                                    </p:set>
                                    <p:animEffect transition="in" filter="wipe(left)">
                                      <p:cBhvr>
                                        <p:cTn id="75" dur="500"/>
                                        <p:tgtEl>
                                          <p:spTgt spid="23042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grpId="0" nodeType="clickEffect">
                                  <p:stCondLst>
                                    <p:cond delay="0"/>
                                  </p:stCondLst>
                                  <p:childTnLst>
                                    <p:set>
                                      <p:cBhvr>
                                        <p:cTn id="79" dur="1" fill="hold">
                                          <p:stCondLst>
                                            <p:cond delay="0"/>
                                          </p:stCondLst>
                                        </p:cTn>
                                        <p:tgtEl>
                                          <p:spTgt spid="230428"/>
                                        </p:tgtEl>
                                        <p:attrNameLst>
                                          <p:attrName>style.visibility</p:attrName>
                                        </p:attrNameLst>
                                      </p:cBhvr>
                                      <p:to>
                                        <p:strVal val="visible"/>
                                      </p:to>
                                    </p:set>
                                    <p:animEffect transition="in" filter="wipe(left)">
                                      <p:cBhvr>
                                        <p:cTn id="80" dur="500"/>
                                        <p:tgtEl>
                                          <p:spTgt spid="230428"/>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8" fill="hold" grpId="0" nodeType="clickEffect">
                                  <p:stCondLst>
                                    <p:cond delay="0"/>
                                  </p:stCondLst>
                                  <p:childTnLst>
                                    <p:set>
                                      <p:cBhvr>
                                        <p:cTn id="84" dur="1" fill="hold">
                                          <p:stCondLst>
                                            <p:cond delay="0"/>
                                          </p:stCondLst>
                                        </p:cTn>
                                        <p:tgtEl>
                                          <p:spTgt spid="230433"/>
                                        </p:tgtEl>
                                        <p:attrNameLst>
                                          <p:attrName>style.visibility</p:attrName>
                                        </p:attrNameLst>
                                      </p:cBhvr>
                                      <p:to>
                                        <p:strVal val="visible"/>
                                      </p:to>
                                    </p:set>
                                    <p:animEffect transition="in" filter="wipe(left)">
                                      <p:cBhvr>
                                        <p:cTn id="85" dur="500"/>
                                        <p:tgtEl>
                                          <p:spTgt spid="2304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02" grpId="0" autoUpdateAnimBg="0"/>
      <p:bldP spid="230419" grpId="0" autoUpdateAnimBg="0"/>
      <p:bldP spid="230420" grpId="0" autoUpdateAnimBg="0"/>
      <p:bldP spid="230428" grpId="0" autoUpdateAnimBg="0"/>
      <p:bldP spid="230429" grpId="0" autoUpdateAnimBg="0"/>
      <p:bldP spid="230430" grpId="0" animBg="1"/>
      <p:bldP spid="230431" grpId="0" animBg="1"/>
      <p:bldP spid="230432" grpId="0" animBg="1"/>
      <p:bldP spid="230433" grpId="0" animBg="1" autoUpdateAnimBg="0"/>
      <p:bldP spid="230434"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3" name="Rectangle 3"/>
          <p:cNvSpPr>
            <a:spLocks noChangeArrowheads="1"/>
          </p:cNvSpPr>
          <p:nvPr/>
        </p:nvSpPr>
        <p:spPr bwMode="auto">
          <a:xfrm>
            <a:off x="476250" y="458788"/>
            <a:ext cx="5329238" cy="457200"/>
          </a:xfrm>
          <a:prstGeom prst="rect">
            <a:avLst/>
          </a:prstGeom>
          <a:noFill/>
          <a:ln w="9525">
            <a:noFill/>
            <a:miter lim="800000"/>
          </a:ln>
        </p:spPr>
        <p:txBody>
          <a:bodyPr>
            <a:spAutoFit/>
          </a:bodyPr>
          <a:lstStyle/>
          <a:p>
            <a:pPr algn="l" eaLnBrk="0" hangingPunct="0"/>
            <a:r>
              <a:rPr kumimoji="0" lang="zh-CN" altLang="en-US" b="1" i="0">
                <a:solidFill>
                  <a:srgbClr val="336600"/>
                </a:solidFill>
                <a:latin typeface="Times New Roman" panose="02020603050405020304" pitchFamily="18" charset="0"/>
              </a:rPr>
              <a:t>对定轴转动刚体，</a:t>
            </a:r>
            <a:r>
              <a:rPr kumimoji="0" lang="en-US" altLang="zh-CN" b="1">
                <a:solidFill>
                  <a:srgbClr val="FF6600"/>
                </a:solidFill>
                <a:latin typeface="Times New Roman" panose="02020603050405020304" pitchFamily="18" charset="0"/>
              </a:rPr>
              <a:t>J</a:t>
            </a:r>
            <a:r>
              <a:rPr kumimoji="0" lang="en-US" altLang="zh-CN" b="1" baseline="-25000">
                <a:solidFill>
                  <a:srgbClr val="FF6600"/>
                </a:solidFill>
                <a:latin typeface="Times New Roman" panose="02020603050405020304" pitchFamily="18" charset="0"/>
              </a:rPr>
              <a:t>z  </a:t>
            </a:r>
            <a:r>
              <a:rPr kumimoji="0" lang="zh-CN" altLang="en-US" b="1" i="0">
                <a:latin typeface="Times New Roman" panose="02020603050405020304" pitchFamily="18" charset="0"/>
              </a:rPr>
              <a:t>为常量。</a:t>
            </a:r>
            <a:endParaRPr kumimoji="0" lang="zh-CN" altLang="en-US" b="1" i="0">
              <a:latin typeface="Times New Roman" panose="02020603050405020304" pitchFamily="18" charset="0"/>
            </a:endParaRPr>
          </a:p>
        </p:txBody>
      </p:sp>
      <p:graphicFrame>
        <p:nvGraphicFramePr>
          <p:cNvPr id="225284" name="Object 4"/>
          <p:cNvGraphicFramePr>
            <a:graphicFrameLocks noChangeAspect="1"/>
          </p:cNvGraphicFramePr>
          <p:nvPr/>
        </p:nvGraphicFramePr>
        <p:xfrm>
          <a:off x="1285875" y="1035050"/>
          <a:ext cx="1619250" cy="733425"/>
        </p:xfrm>
        <a:graphic>
          <a:graphicData uri="http://schemas.openxmlformats.org/presentationml/2006/ole">
            <mc:AlternateContent xmlns:mc="http://schemas.openxmlformats.org/markup-compatibility/2006">
              <mc:Choice xmlns:v="urn:schemas-microsoft-com:vml" Requires="v">
                <p:oleObj spid="_x0000_s55297" name="公式" r:id="rId1" imgW="21640800" imgH="9753600" progId="Equation.3">
                  <p:embed/>
                </p:oleObj>
              </mc:Choice>
              <mc:Fallback>
                <p:oleObj name="公式" r:id="rId1" imgW="21640800" imgH="9753600" progId="Equation.3">
                  <p:embed/>
                  <p:pic>
                    <p:nvPicPr>
                      <p:cNvPr id="0" name="Object 4"/>
                      <p:cNvPicPr>
                        <a:picLocks noChangeAspect="1"/>
                      </p:cNvPicPr>
                      <p:nvPr/>
                    </p:nvPicPr>
                    <p:blipFill>
                      <a:blip r:embed="rId2"/>
                      <a:stretch>
                        <a:fillRect/>
                      </a:stretch>
                    </p:blipFill>
                    <p:spPr>
                      <a:xfrm>
                        <a:off x="1285875" y="1035050"/>
                        <a:ext cx="1619250" cy="733425"/>
                      </a:xfrm>
                      <a:prstGeom prst="rect">
                        <a:avLst/>
                      </a:prstGeom>
                      <a:noFill/>
                      <a:ln w="9525">
                        <a:noFill/>
                      </a:ln>
                    </p:spPr>
                  </p:pic>
                </p:oleObj>
              </mc:Fallback>
            </mc:AlternateContent>
          </a:graphicData>
        </a:graphic>
      </p:graphicFrame>
      <p:sp>
        <p:nvSpPr>
          <p:cNvPr id="225285" name="AutoShape 5"/>
          <p:cNvSpPr>
            <a:spLocks noChangeArrowheads="1"/>
          </p:cNvSpPr>
          <p:nvPr/>
        </p:nvSpPr>
        <p:spPr bwMode="auto">
          <a:xfrm>
            <a:off x="3086100" y="1309688"/>
            <a:ext cx="719138" cy="188912"/>
          </a:xfrm>
          <a:prstGeom prst="rightArrow">
            <a:avLst>
              <a:gd name="adj1" fmla="val 50000"/>
              <a:gd name="adj2" fmla="val 95168"/>
            </a:avLst>
          </a:prstGeom>
          <a:solidFill>
            <a:srgbClr val="0000FF"/>
          </a:solidFill>
          <a:ln w="9525">
            <a:solidFill>
              <a:schemeClr val="tx1"/>
            </a:solidFill>
            <a:miter lim="800000"/>
          </a:ln>
        </p:spPr>
        <p:txBody>
          <a:bodyPr wrap="none" anchor="ctr"/>
          <a:lstStyle/>
          <a:p>
            <a:endParaRPr lang="zh-CN" altLang="en-US"/>
          </a:p>
        </p:txBody>
      </p:sp>
      <p:graphicFrame>
        <p:nvGraphicFramePr>
          <p:cNvPr id="225286" name="Object 6"/>
          <p:cNvGraphicFramePr>
            <a:graphicFrameLocks noChangeAspect="1"/>
          </p:cNvGraphicFramePr>
          <p:nvPr/>
        </p:nvGraphicFramePr>
        <p:xfrm>
          <a:off x="3986213" y="1047750"/>
          <a:ext cx="1235075" cy="735013"/>
        </p:xfrm>
        <a:graphic>
          <a:graphicData uri="http://schemas.openxmlformats.org/presentationml/2006/ole">
            <mc:AlternateContent xmlns:mc="http://schemas.openxmlformats.org/markup-compatibility/2006">
              <mc:Choice xmlns:v="urn:schemas-microsoft-com:vml" Requires="v">
                <p:oleObj spid="_x0000_s55299" name="公式" r:id="rId3" imgW="16459200" imgH="9753600" progId="Equation.3">
                  <p:embed/>
                </p:oleObj>
              </mc:Choice>
              <mc:Fallback>
                <p:oleObj name="公式" r:id="rId3" imgW="16459200" imgH="9753600" progId="Equation.3">
                  <p:embed/>
                  <p:pic>
                    <p:nvPicPr>
                      <p:cNvPr id="0" name="Object 6"/>
                      <p:cNvPicPr>
                        <a:picLocks noChangeAspect="1"/>
                      </p:cNvPicPr>
                      <p:nvPr/>
                    </p:nvPicPr>
                    <p:blipFill>
                      <a:blip r:embed="rId4"/>
                      <a:stretch>
                        <a:fillRect/>
                      </a:stretch>
                    </p:blipFill>
                    <p:spPr>
                      <a:xfrm>
                        <a:off x="3986213" y="1047750"/>
                        <a:ext cx="1235075" cy="735013"/>
                      </a:xfrm>
                      <a:prstGeom prst="rect">
                        <a:avLst/>
                      </a:prstGeom>
                      <a:noFill/>
                      <a:ln w="9525">
                        <a:noFill/>
                      </a:ln>
                    </p:spPr>
                  </p:pic>
                </p:oleObj>
              </mc:Fallback>
            </mc:AlternateContent>
          </a:graphicData>
        </a:graphic>
      </p:graphicFrame>
      <p:graphicFrame>
        <p:nvGraphicFramePr>
          <p:cNvPr id="225287" name="Object 7"/>
          <p:cNvGraphicFramePr/>
          <p:nvPr/>
        </p:nvGraphicFramePr>
        <p:xfrm>
          <a:off x="1457325" y="2168525"/>
          <a:ext cx="2349500" cy="409575"/>
        </p:xfrm>
        <a:graphic>
          <a:graphicData uri="http://schemas.openxmlformats.org/presentationml/2006/ole">
            <mc:AlternateContent xmlns:mc="http://schemas.openxmlformats.org/markup-compatibility/2006">
              <mc:Choice xmlns:v="urn:schemas-microsoft-com:vml" Requires="v">
                <p:oleObj spid="_x0000_s55300" name="公式" r:id="rId5" imgW="31394400" imgH="5486400" progId="Equation.3">
                  <p:embed/>
                </p:oleObj>
              </mc:Choice>
              <mc:Fallback>
                <p:oleObj name="公式" r:id="rId5" imgW="31394400" imgH="5486400" progId="Equation.3">
                  <p:embed/>
                  <p:pic>
                    <p:nvPicPr>
                      <p:cNvPr id="0" name="Object 7"/>
                      <p:cNvPicPr/>
                      <p:nvPr/>
                    </p:nvPicPr>
                    <p:blipFill>
                      <a:blip r:embed="rId6"/>
                      <a:stretch>
                        <a:fillRect/>
                      </a:stretch>
                    </p:blipFill>
                    <p:spPr>
                      <a:xfrm>
                        <a:off x="1457325" y="2168525"/>
                        <a:ext cx="2349500" cy="409575"/>
                      </a:xfrm>
                      <a:prstGeom prst="rect">
                        <a:avLst/>
                      </a:prstGeom>
                      <a:noFill/>
                      <a:ln w="19050">
                        <a:noFill/>
                      </a:ln>
                    </p:spPr>
                  </p:pic>
                </p:oleObj>
              </mc:Fallback>
            </mc:AlternateContent>
          </a:graphicData>
        </a:graphic>
      </p:graphicFrame>
      <p:graphicFrame>
        <p:nvGraphicFramePr>
          <p:cNvPr id="225288" name="Object 8"/>
          <p:cNvGraphicFramePr>
            <a:graphicFrameLocks noChangeAspect="1"/>
          </p:cNvGraphicFramePr>
          <p:nvPr/>
        </p:nvGraphicFramePr>
        <p:xfrm>
          <a:off x="881063" y="2933700"/>
          <a:ext cx="3706812" cy="641350"/>
        </p:xfrm>
        <a:graphic>
          <a:graphicData uri="http://schemas.openxmlformats.org/presentationml/2006/ole">
            <mc:AlternateContent xmlns:mc="http://schemas.openxmlformats.org/markup-compatibility/2006">
              <mc:Choice xmlns:v="urn:schemas-microsoft-com:vml" Requires="v">
                <p:oleObj spid="_x0000_s55301" name="公式" r:id="rId7" imgW="49682400" imgH="8534400" progId="Equation.3">
                  <p:embed/>
                </p:oleObj>
              </mc:Choice>
              <mc:Fallback>
                <p:oleObj name="公式" r:id="rId7" imgW="49682400" imgH="8534400" progId="Equation.3">
                  <p:embed/>
                  <p:pic>
                    <p:nvPicPr>
                      <p:cNvPr id="0" name="Object 8"/>
                      <p:cNvPicPr>
                        <a:picLocks noChangeAspect="1"/>
                      </p:cNvPicPr>
                      <p:nvPr/>
                    </p:nvPicPr>
                    <p:blipFill>
                      <a:blip r:embed="rId8"/>
                      <a:stretch>
                        <a:fillRect/>
                      </a:stretch>
                    </p:blipFill>
                    <p:spPr>
                      <a:xfrm>
                        <a:off x="881063" y="2933700"/>
                        <a:ext cx="3706812" cy="641350"/>
                      </a:xfrm>
                      <a:prstGeom prst="rect">
                        <a:avLst/>
                      </a:prstGeom>
                      <a:noFill/>
                      <a:ln w="19050">
                        <a:noFill/>
                      </a:ln>
                    </p:spPr>
                  </p:pic>
                </p:oleObj>
              </mc:Fallback>
            </mc:AlternateContent>
          </a:graphicData>
        </a:graphic>
      </p:graphicFrame>
      <p:sp>
        <p:nvSpPr>
          <p:cNvPr id="225289" name="Text Box 9"/>
          <p:cNvSpPr txBox="1">
            <a:spLocks noChangeArrowheads="1"/>
          </p:cNvSpPr>
          <p:nvPr/>
        </p:nvSpPr>
        <p:spPr bwMode="auto">
          <a:xfrm>
            <a:off x="4645025" y="2994025"/>
            <a:ext cx="3660775" cy="554038"/>
          </a:xfrm>
          <a:prstGeom prst="rect">
            <a:avLst/>
          </a:prstGeom>
          <a:noFill/>
          <a:ln w="9525">
            <a:noFill/>
            <a:miter lim="800000"/>
          </a:ln>
        </p:spPr>
        <p:txBody>
          <a:bodyPr>
            <a:spAutoFit/>
          </a:bodyPr>
          <a:lstStyle/>
          <a:p>
            <a:pPr algn="l">
              <a:lnSpc>
                <a:spcPct val="125000"/>
              </a:lnSpc>
            </a:pPr>
            <a:r>
              <a:rPr kumimoji="0" lang="zh-CN" altLang="en-US" b="1" i="0">
                <a:solidFill>
                  <a:srgbClr val="800000"/>
                </a:solidFill>
                <a:latin typeface="Times New Roman" panose="02020603050405020304" pitchFamily="18" charset="0"/>
              </a:rPr>
              <a:t>（角动量定理积分形式）</a:t>
            </a:r>
            <a:endParaRPr kumimoji="0" lang="zh-CN" altLang="en-US" b="1" i="0">
              <a:solidFill>
                <a:srgbClr val="800000"/>
              </a:solidFill>
              <a:latin typeface="Times New Roman" panose="02020603050405020304" pitchFamily="18" charset="0"/>
            </a:endParaRPr>
          </a:p>
        </p:txBody>
      </p:sp>
      <p:sp>
        <p:nvSpPr>
          <p:cNvPr id="225290" name="Rectangle 10"/>
          <p:cNvSpPr>
            <a:spLocks noChangeArrowheads="1"/>
          </p:cNvSpPr>
          <p:nvPr/>
        </p:nvSpPr>
        <p:spPr bwMode="auto">
          <a:xfrm>
            <a:off x="522288" y="3771900"/>
            <a:ext cx="7991475" cy="466725"/>
          </a:xfrm>
          <a:prstGeom prst="rect">
            <a:avLst/>
          </a:prstGeom>
          <a:solidFill>
            <a:srgbClr val="CCFFFF"/>
          </a:solidFill>
          <a:ln w="9525">
            <a:solidFill>
              <a:srgbClr val="00FFFF"/>
            </a:solidFill>
            <a:miter lim="800000"/>
          </a:ln>
        </p:spPr>
        <p:txBody>
          <a:bodyPr>
            <a:spAutoFit/>
          </a:bodyPr>
          <a:lstStyle/>
          <a:p>
            <a:pPr eaLnBrk="0" hangingPunct="0"/>
            <a:r>
              <a:rPr kumimoji="0" lang="zh-CN" altLang="en-US" b="1" i="0">
                <a:solidFill>
                  <a:schemeClr val="bg1"/>
                </a:solidFill>
                <a:latin typeface="Times New Roman" panose="02020603050405020304" pitchFamily="18" charset="0"/>
              </a:rPr>
              <a:t>定轴转动刚体所受合外力矩的冲量矩等于其角动量的增量</a:t>
            </a:r>
            <a:endParaRPr kumimoji="0" lang="zh-CN" altLang="en-US" b="1" i="0">
              <a:solidFill>
                <a:schemeClr val="bg1"/>
              </a:solidFill>
              <a:latin typeface="Times New Roman" panose="02020603050405020304" pitchFamily="18" charset="0"/>
            </a:endParaRPr>
          </a:p>
        </p:txBody>
      </p:sp>
      <p:sp>
        <p:nvSpPr>
          <p:cNvPr id="225301" name="Text Box 21"/>
          <p:cNvSpPr txBox="1">
            <a:spLocks noChangeArrowheads="1"/>
          </p:cNvSpPr>
          <p:nvPr/>
        </p:nvSpPr>
        <p:spPr bwMode="auto">
          <a:xfrm>
            <a:off x="566738" y="4510088"/>
            <a:ext cx="1825625" cy="457200"/>
          </a:xfrm>
          <a:prstGeom prst="rect">
            <a:avLst/>
          </a:prstGeom>
          <a:noFill/>
          <a:ln w="9525">
            <a:noFill/>
            <a:miter lim="800000"/>
          </a:ln>
        </p:spPr>
        <p:txBody>
          <a:bodyPr>
            <a:spAutoFit/>
          </a:bodyPr>
          <a:lstStyle/>
          <a:p>
            <a:pPr algn="l">
              <a:buClr>
                <a:srgbClr val="CC0000"/>
              </a:buClr>
              <a:buFont typeface="Wingdings" panose="05000000000000000000" pitchFamily="2" charset="2"/>
              <a:buNone/>
            </a:pPr>
            <a:r>
              <a:rPr lang="zh-CN" altLang="en-US" b="1" i="0">
                <a:solidFill>
                  <a:srgbClr val="FF6600"/>
                </a:solidFill>
                <a:latin typeface="宋体" panose="02010600030101010101" pitchFamily="2" charset="-122"/>
              </a:rPr>
              <a:t>说明</a:t>
            </a:r>
            <a:endParaRPr lang="zh-CN" altLang="en-US" b="1" i="0">
              <a:solidFill>
                <a:srgbClr val="FF6600"/>
              </a:solidFill>
              <a:latin typeface="宋体" panose="02010600030101010101" pitchFamily="2" charset="-122"/>
            </a:endParaRPr>
          </a:p>
        </p:txBody>
      </p:sp>
      <p:sp>
        <p:nvSpPr>
          <p:cNvPr id="225302" name="Rectangle 22"/>
          <p:cNvSpPr>
            <a:spLocks noChangeArrowheads="1"/>
          </p:cNvSpPr>
          <p:nvPr/>
        </p:nvSpPr>
        <p:spPr bwMode="auto">
          <a:xfrm>
            <a:off x="684213" y="5045075"/>
            <a:ext cx="6543675" cy="457200"/>
          </a:xfrm>
          <a:prstGeom prst="rect">
            <a:avLst/>
          </a:prstGeom>
          <a:noFill/>
          <a:ln w="9525">
            <a:noFill/>
            <a:miter lim="800000"/>
          </a:ln>
        </p:spPr>
        <p:txBody>
          <a:bodyPr>
            <a:spAutoFit/>
          </a:bodyPr>
          <a:lstStyle/>
          <a:p>
            <a:pPr algn="l" eaLnBrk="0" hangingPunct="0">
              <a:buClr>
                <a:srgbClr val="FFFF00"/>
              </a:buClr>
              <a:buFont typeface="Wingdings" panose="05000000000000000000" pitchFamily="2" charset="2"/>
              <a:buNone/>
            </a:pPr>
            <a:r>
              <a:rPr kumimoji="0" lang="zh-CN" altLang="en-US" b="1" i="0">
                <a:solidFill>
                  <a:schemeClr val="bg1"/>
                </a:solidFill>
                <a:latin typeface="Times New Roman" panose="02020603050405020304" pitchFamily="18" charset="0"/>
              </a:rPr>
              <a:t>冲量矩是质点或刚体角动量变化的原因</a:t>
            </a:r>
            <a:endParaRPr kumimoji="0" lang="zh-CN" altLang="en-US" b="1" i="0">
              <a:solidFill>
                <a:schemeClr val="bg1"/>
              </a:solidFill>
              <a:latin typeface="Times New Roman" panose="02020603050405020304" pitchFamily="18" charset="0"/>
            </a:endParaRPr>
          </a:p>
        </p:txBody>
      </p:sp>
      <p:sp>
        <p:nvSpPr>
          <p:cNvPr id="225303" name="Rectangle 23"/>
          <p:cNvSpPr>
            <a:spLocks noChangeArrowheads="1"/>
          </p:cNvSpPr>
          <p:nvPr/>
        </p:nvSpPr>
        <p:spPr bwMode="auto">
          <a:xfrm>
            <a:off x="684213" y="5607050"/>
            <a:ext cx="7937500" cy="457200"/>
          </a:xfrm>
          <a:prstGeom prst="rect">
            <a:avLst/>
          </a:prstGeom>
          <a:noFill/>
          <a:ln w="9525">
            <a:noFill/>
            <a:miter lim="800000"/>
          </a:ln>
        </p:spPr>
        <p:txBody>
          <a:bodyPr>
            <a:spAutoFit/>
          </a:bodyPr>
          <a:lstStyle/>
          <a:p>
            <a:pPr algn="l" eaLnBrk="0" hangingPunct="0">
              <a:buClr>
                <a:srgbClr val="FFFF00"/>
              </a:buClr>
              <a:buFont typeface="Wingdings" panose="05000000000000000000" pitchFamily="2" charset="2"/>
              <a:buNone/>
            </a:pPr>
            <a:r>
              <a:rPr kumimoji="0" lang="zh-CN" altLang="en-US" b="1" i="0">
                <a:solidFill>
                  <a:schemeClr val="bg1"/>
                </a:solidFill>
                <a:latin typeface="Times New Roman" panose="02020603050405020304" pitchFamily="18" charset="0"/>
              </a:rPr>
              <a:t>角动量的变化是力矩对时间的积累结果</a:t>
            </a:r>
            <a:endParaRPr kumimoji="0" lang="zh-CN" altLang="en-US" b="1" i="0">
              <a:solidFill>
                <a:schemeClr val="bg1"/>
              </a:solidFill>
              <a:latin typeface="Times New Roman" panose="02020603050405020304" pitchFamily="18" charset="0"/>
            </a:endParaRPr>
          </a:p>
        </p:txBody>
      </p:sp>
      <p:sp>
        <p:nvSpPr>
          <p:cNvPr id="225304" name="AutoShape 24"/>
          <p:cNvSpPr>
            <a:spLocks noChangeArrowheads="1"/>
          </p:cNvSpPr>
          <p:nvPr/>
        </p:nvSpPr>
        <p:spPr bwMode="auto">
          <a:xfrm>
            <a:off x="206375" y="4419600"/>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
        <p:nvSpPr>
          <p:cNvPr id="18" name="Text Box 9"/>
          <p:cNvSpPr txBox="1">
            <a:spLocks noChangeArrowheads="1"/>
          </p:cNvSpPr>
          <p:nvPr/>
        </p:nvSpPr>
        <p:spPr bwMode="auto">
          <a:xfrm>
            <a:off x="4216400" y="2051050"/>
            <a:ext cx="3660775" cy="554038"/>
          </a:xfrm>
          <a:prstGeom prst="rect">
            <a:avLst/>
          </a:prstGeom>
          <a:noFill/>
          <a:ln w="9525">
            <a:noFill/>
            <a:miter lim="800000"/>
          </a:ln>
        </p:spPr>
        <p:txBody>
          <a:bodyPr>
            <a:spAutoFit/>
          </a:bodyPr>
          <a:lstStyle/>
          <a:p>
            <a:pPr algn="l">
              <a:lnSpc>
                <a:spcPct val="125000"/>
              </a:lnSpc>
            </a:pPr>
            <a:r>
              <a:rPr kumimoji="0" lang="zh-CN" altLang="en-US" b="1" i="0">
                <a:solidFill>
                  <a:srgbClr val="800000"/>
                </a:solidFill>
                <a:latin typeface="Times New Roman" panose="02020603050405020304" pitchFamily="18" charset="0"/>
              </a:rPr>
              <a:t>（角动量定理微分形式）</a:t>
            </a:r>
            <a:endParaRPr kumimoji="0" lang="zh-CN" altLang="en-US" b="1" i="0">
              <a:solidFill>
                <a:srgbClr val="800000"/>
              </a:solidFill>
              <a:latin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3"/>
                                        </p:tgtEl>
                                        <p:attrNameLst>
                                          <p:attrName>style.visibility</p:attrName>
                                        </p:attrNameLst>
                                      </p:cBhvr>
                                      <p:to>
                                        <p:strVal val="visible"/>
                                      </p:to>
                                    </p:set>
                                    <p:animEffect transition="in" filter="wipe(left)">
                                      <p:cBhvr>
                                        <p:cTn id="7" dur="500"/>
                                        <p:tgtEl>
                                          <p:spTgt spid="2252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25284"/>
                                        </p:tgtEl>
                                        <p:attrNameLst>
                                          <p:attrName>style.visibility</p:attrName>
                                        </p:attrNameLst>
                                      </p:cBhvr>
                                      <p:to>
                                        <p:strVal val="visible"/>
                                      </p:to>
                                    </p:set>
                                    <p:animEffect transition="in" filter="wipe(left)">
                                      <p:cBhvr>
                                        <p:cTn id="12" dur="500"/>
                                        <p:tgtEl>
                                          <p:spTgt spid="22528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285"/>
                                        </p:tgtEl>
                                        <p:attrNameLst>
                                          <p:attrName>style.visibility</p:attrName>
                                        </p:attrNameLst>
                                      </p:cBhvr>
                                      <p:to>
                                        <p:strVal val="visible"/>
                                      </p:to>
                                    </p:set>
                                    <p:animEffect transition="in" filter="wipe(left)">
                                      <p:cBhvr>
                                        <p:cTn id="17" dur="500"/>
                                        <p:tgtEl>
                                          <p:spTgt spid="2252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286"/>
                                        </p:tgtEl>
                                        <p:attrNameLst>
                                          <p:attrName>style.visibility</p:attrName>
                                        </p:attrNameLst>
                                      </p:cBhvr>
                                      <p:to>
                                        <p:strVal val="visible"/>
                                      </p:to>
                                    </p:set>
                                    <p:animEffect transition="in" filter="wipe(left)">
                                      <p:cBhvr>
                                        <p:cTn id="22" dur="500"/>
                                        <p:tgtEl>
                                          <p:spTgt spid="22528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25287"/>
                                        </p:tgtEl>
                                        <p:attrNameLst>
                                          <p:attrName>style.visibility</p:attrName>
                                        </p:attrNameLst>
                                      </p:cBhvr>
                                      <p:to>
                                        <p:strVal val="visible"/>
                                      </p:to>
                                    </p:set>
                                    <p:animEffect transition="in" filter="wipe(left)">
                                      <p:cBhvr>
                                        <p:cTn id="27" dur="500"/>
                                        <p:tgtEl>
                                          <p:spTgt spid="2252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wipe(left)">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25288"/>
                                        </p:tgtEl>
                                        <p:attrNameLst>
                                          <p:attrName>style.visibility</p:attrName>
                                        </p:attrNameLst>
                                      </p:cBhvr>
                                      <p:to>
                                        <p:strVal val="visible"/>
                                      </p:to>
                                    </p:set>
                                    <p:animEffect transition="in" filter="wipe(left)">
                                      <p:cBhvr>
                                        <p:cTn id="37" dur="500"/>
                                        <p:tgtEl>
                                          <p:spTgt spid="22528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289"/>
                                        </p:tgtEl>
                                        <p:attrNameLst>
                                          <p:attrName>style.visibility</p:attrName>
                                        </p:attrNameLst>
                                      </p:cBhvr>
                                      <p:to>
                                        <p:strVal val="visible"/>
                                      </p:to>
                                    </p:set>
                                    <p:animEffect transition="in" filter="wipe(left)">
                                      <p:cBhvr>
                                        <p:cTn id="42" dur="500"/>
                                        <p:tgtEl>
                                          <p:spTgt spid="22528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25290"/>
                                        </p:tgtEl>
                                        <p:attrNameLst>
                                          <p:attrName>style.visibility</p:attrName>
                                        </p:attrNameLst>
                                      </p:cBhvr>
                                      <p:to>
                                        <p:strVal val="visible"/>
                                      </p:to>
                                    </p:set>
                                    <p:animEffect transition="in" filter="wipe(left)">
                                      <p:cBhvr>
                                        <p:cTn id="47" dur="500"/>
                                        <p:tgtEl>
                                          <p:spTgt spid="225290"/>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225304"/>
                                        </p:tgtEl>
                                        <p:attrNameLst>
                                          <p:attrName>style.visibility</p:attrName>
                                        </p:attrNameLst>
                                      </p:cBhvr>
                                      <p:to>
                                        <p:strVal val="visible"/>
                                      </p:to>
                                    </p:set>
                                    <p:animEffect transition="in" filter="dissolve">
                                      <p:cBhvr>
                                        <p:cTn id="52" dur="1000"/>
                                        <p:tgtEl>
                                          <p:spTgt spid="225304"/>
                                        </p:tgtEl>
                                      </p:cBhvr>
                                    </p:animEffect>
                                  </p:childTnLst>
                                </p:cTn>
                              </p:par>
                            </p:childTnLst>
                          </p:cTn>
                        </p:par>
                        <p:par>
                          <p:cTn id="53" fill="hold">
                            <p:stCondLst>
                              <p:cond delay="1000"/>
                            </p:stCondLst>
                            <p:childTnLst>
                              <p:par>
                                <p:cTn id="54" presetID="22" presetClass="entr" presetSubtype="8" fill="hold" grpId="0" nodeType="afterEffect">
                                  <p:stCondLst>
                                    <p:cond delay="0"/>
                                  </p:stCondLst>
                                  <p:childTnLst>
                                    <p:set>
                                      <p:cBhvr>
                                        <p:cTn id="55" dur="1" fill="hold">
                                          <p:stCondLst>
                                            <p:cond delay="0"/>
                                          </p:stCondLst>
                                        </p:cTn>
                                        <p:tgtEl>
                                          <p:spTgt spid="225301"/>
                                        </p:tgtEl>
                                        <p:attrNameLst>
                                          <p:attrName>style.visibility</p:attrName>
                                        </p:attrNameLst>
                                      </p:cBhvr>
                                      <p:to>
                                        <p:strVal val="visible"/>
                                      </p:to>
                                    </p:set>
                                    <p:animEffect transition="in" filter="wipe(left)">
                                      <p:cBhvr>
                                        <p:cTn id="56" dur="500"/>
                                        <p:tgtEl>
                                          <p:spTgt spid="22530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25302"/>
                                        </p:tgtEl>
                                        <p:attrNameLst>
                                          <p:attrName>style.visibility</p:attrName>
                                        </p:attrNameLst>
                                      </p:cBhvr>
                                      <p:to>
                                        <p:strVal val="visible"/>
                                      </p:to>
                                    </p:set>
                                    <p:animEffect transition="in" filter="wipe(left)">
                                      <p:cBhvr>
                                        <p:cTn id="61" dur="500"/>
                                        <p:tgtEl>
                                          <p:spTgt spid="225302"/>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25303"/>
                                        </p:tgtEl>
                                        <p:attrNameLst>
                                          <p:attrName>style.visibility</p:attrName>
                                        </p:attrNameLst>
                                      </p:cBhvr>
                                      <p:to>
                                        <p:strVal val="visible"/>
                                      </p:to>
                                    </p:set>
                                    <p:animEffect transition="in" filter="wipe(left)">
                                      <p:cBhvr>
                                        <p:cTn id="66" dur="500"/>
                                        <p:tgtEl>
                                          <p:spTgt spid="22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3" grpId="0" autoUpdateAnimBg="0"/>
      <p:bldP spid="225285" grpId="0" animBg="1"/>
      <p:bldP spid="225289" grpId="0" autoUpdateAnimBg="0"/>
      <p:bldP spid="225290" grpId="0" animBg="1" autoUpdateAnimBg="0"/>
      <p:bldP spid="225301" grpId="0"/>
      <p:bldP spid="225302" grpId="0" autoUpdateAnimBg="0"/>
      <p:bldP spid="225303" grpId="0" autoUpdateAnimBg="0"/>
      <p:bldP spid="225304" grpId="0" animBg="1"/>
      <p:bldP spid="18" grpId="0"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5" name="Text Box 7"/>
          <p:cNvSpPr txBox="1">
            <a:spLocks noChangeArrowheads="1"/>
          </p:cNvSpPr>
          <p:nvPr/>
        </p:nvSpPr>
        <p:spPr bwMode="auto">
          <a:xfrm>
            <a:off x="206375" y="458788"/>
            <a:ext cx="2654300" cy="457200"/>
          </a:xfrm>
          <a:prstGeom prst="rect">
            <a:avLst/>
          </a:prstGeom>
          <a:noFill/>
          <a:ln w="9525">
            <a:noFill/>
            <a:miter lim="800000"/>
          </a:ln>
        </p:spPr>
        <p:txBody>
          <a:bodyPr>
            <a:spAutoFit/>
          </a:bodyPr>
          <a:lstStyle/>
          <a:p>
            <a:pPr algn="l" eaLnBrk="0" hangingPunct="0"/>
            <a:r>
              <a:rPr kumimoji="0" lang="zh-CN" altLang="en-US" b="1" i="0">
                <a:solidFill>
                  <a:srgbClr val="FF0000"/>
                </a:solidFill>
                <a:latin typeface="Times New Roman" panose="02020603050405020304" pitchFamily="18" charset="0"/>
              </a:rPr>
              <a:t>角动量守恒定律</a:t>
            </a:r>
            <a:endParaRPr kumimoji="0" lang="zh-CN" altLang="en-US" b="1" i="0">
              <a:solidFill>
                <a:srgbClr val="FF0000"/>
              </a:solidFill>
              <a:latin typeface="Times New Roman" panose="02020603050405020304" pitchFamily="18" charset="0"/>
            </a:endParaRPr>
          </a:p>
        </p:txBody>
      </p:sp>
      <p:sp>
        <p:nvSpPr>
          <p:cNvPr id="124962" name="Text Box 34"/>
          <p:cNvSpPr txBox="1">
            <a:spLocks noChangeArrowheads="1"/>
          </p:cNvSpPr>
          <p:nvPr/>
        </p:nvSpPr>
        <p:spPr bwMode="auto">
          <a:xfrm>
            <a:off x="296863" y="1089025"/>
            <a:ext cx="2132012" cy="457200"/>
          </a:xfrm>
          <a:prstGeom prst="rect">
            <a:avLst/>
          </a:prstGeom>
          <a:noFill/>
          <a:ln w="9525" algn="ctr">
            <a:noFill/>
            <a:miter lim="800000"/>
          </a:ln>
        </p:spPr>
        <p:txBody>
          <a:bodyPr>
            <a:spAutoFit/>
          </a:bodyPr>
          <a:lstStyle/>
          <a:p>
            <a:pPr algn="l" eaLnBrk="0" hangingPunct="0"/>
            <a:r>
              <a:rPr kumimoji="0" lang="zh-CN" altLang="en-US" b="1" i="0">
                <a:solidFill>
                  <a:srgbClr val="336600"/>
                </a:solidFill>
                <a:latin typeface="Times New Roman" panose="02020603050405020304" pitchFamily="18" charset="0"/>
              </a:rPr>
              <a:t>对于质点：</a:t>
            </a:r>
            <a:endParaRPr kumimoji="0" lang="zh-CN" altLang="en-US" b="1" i="0">
              <a:solidFill>
                <a:srgbClr val="336600"/>
              </a:solidFill>
              <a:latin typeface="Times New Roman" panose="02020603050405020304" pitchFamily="18" charset="0"/>
            </a:endParaRPr>
          </a:p>
        </p:txBody>
      </p:sp>
      <p:graphicFrame>
        <p:nvGraphicFramePr>
          <p:cNvPr id="124963" name="Object 35"/>
          <p:cNvGraphicFramePr/>
          <p:nvPr/>
        </p:nvGraphicFramePr>
        <p:xfrm>
          <a:off x="1868488" y="1120775"/>
          <a:ext cx="3081337" cy="409575"/>
        </p:xfrm>
        <a:graphic>
          <a:graphicData uri="http://schemas.openxmlformats.org/presentationml/2006/ole">
            <mc:AlternateContent xmlns:mc="http://schemas.openxmlformats.org/markup-compatibility/2006">
              <mc:Choice xmlns:v="urn:schemas-microsoft-com:vml" Requires="v">
                <p:oleObj spid="_x0000_s56321" name="公式" r:id="rId1" imgW="41148000" imgH="5486400" progId="Equation.3">
                  <p:embed/>
                </p:oleObj>
              </mc:Choice>
              <mc:Fallback>
                <p:oleObj name="公式" r:id="rId1" imgW="41148000" imgH="5486400" progId="Equation.3">
                  <p:embed/>
                  <p:pic>
                    <p:nvPicPr>
                      <p:cNvPr id="0" name="Object 35"/>
                      <p:cNvPicPr/>
                      <p:nvPr/>
                    </p:nvPicPr>
                    <p:blipFill>
                      <a:blip r:embed="rId2"/>
                      <a:stretch>
                        <a:fillRect/>
                      </a:stretch>
                    </p:blipFill>
                    <p:spPr>
                      <a:xfrm>
                        <a:off x="1868488" y="1120775"/>
                        <a:ext cx="3081337" cy="409575"/>
                      </a:xfrm>
                      <a:prstGeom prst="rect">
                        <a:avLst/>
                      </a:prstGeom>
                      <a:noFill/>
                      <a:ln w="9525">
                        <a:noFill/>
                      </a:ln>
                    </p:spPr>
                  </p:pic>
                </p:oleObj>
              </mc:Fallback>
            </mc:AlternateContent>
          </a:graphicData>
        </a:graphic>
      </p:graphicFrame>
      <p:sp>
        <p:nvSpPr>
          <p:cNvPr id="124964" name="Text Box 36"/>
          <p:cNvSpPr txBox="1">
            <a:spLocks noChangeArrowheads="1"/>
          </p:cNvSpPr>
          <p:nvPr/>
        </p:nvSpPr>
        <p:spPr bwMode="auto">
          <a:xfrm>
            <a:off x="5064125" y="1089025"/>
            <a:ext cx="3287713" cy="457200"/>
          </a:xfrm>
          <a:prstGeom prst="rect">
            <a:avLst/>
          </a:prstGeom>
          <a:noFill/>
          <a:ln w="9525">
            <a:noFill/>
            <a:miter lim="800000"/>
          </a:ln>
        </p:spPr>
        <p:txBody>
          <a:bodyPr>
            <a:spAutoFit/>
          </a:bodyPr>
          <a:lstStyle/>
          <a:p>
            <a:pPr algn="l" eaLnBrk="0" hangingPunct="0"/>
            <a:r>
              <a:rPr kumimoji="0" lang="en-US" altLang="zh-CN" b="1" i="0">
                <a:solidFill>
                  <a:srgbClr val="CC0000"/>
                </a:solidFill>
                <a:latin typeface="Times New Roman" panose="02020603050405020304" pitchFamily="18" charset="0"/>
              </a:rPr>
              <a:t>──</a:t>
            </a:r>
            <a:r>
              <a:rPr kumimoji="0" lang="zh-CN" altLang="en-US" b="1" i="0">
                <a:solidFill>
                  <a:srgbClr val="CC0000"/>
                </a:solidFill>
                <a:latin typeface="Times New Roman" panose="02020603050405020304" pitchFamily="18" charset="0"/>
              </a:rPr>
              <a:t>质点角动量守恒</a:t>
            </a:r>
            <a:endParaRPr kumimoji="0" lang="zh-CN" altLang="en-US" b="1" i="0">
              <a:solidFill>
                <a:srgbClr val="CC0000"/>
              </a:solidFill>
              <a:latin typeface="Times New Roman" panose="02020603050405020304" pitchFamily="18" charset="0"/>
            </a:endParaRPr>
          </a:p>
        </p:txBody>
      </p:sp>
      <p:graphicFrame>
        <p:nvGraphicFramePr>
          <p:cNvPr id="124965" name="Object 37"/>
          <p:cNvGraphicFramePr>
            <a:graphicFrameLocks noChangeAspect="1"/>
          </p:cNvGraphicFramePr>
          <p:nvPr/>
        </p:nvGraphicFramePr>
        <p:xfrm>
          <a:off x="2419350" y="2347913"/>
          <a:ext cx="803275" cy="388937"/>
        </p:xfrm>
        <a:graphic>
          <a:graphicData uri="http://schemas.openxmlformats.org/presentationml/2006/ole">
            <mc:AlternateContent xmlns:mc="http://schemas.openxmlformats.org/markup-compatibility/2006">
              <mc:Choice xmlns:v="urn:schemas-microsoft-com:vml" Requires="v">
                <p:oleObj spid="_x0000_s56323" name="公式" r:id="rId3" imgW="10668000" imgH="5181600" progId="Equation.3">
                  <p:embed/>
                </p:oleObj>
              </mc:Choice>
              <mc:Fallback>
                <p:oleObj name="公式" r:id="rId3" imgW="10668000" imgH="5181600" progId="Equation.3">
                  <p:embed/>
                  <p:pic>
                    <p:nvPicPr>
                      <p:cNvPr id="0" name="Object 37"/>
                      <p:cNvPicPr>
                        <a:picLocks noChangeAspect="1"/>
                      </p:cNvPicPr>
                      <p:nvPr/>
                    </p:nvPicPr>
                    <p:blipFill>
                      <a:blip r:embed="rId4"/>
                      <a:stretch>
                        <a:fillRect/>
                      </a:stretch>
                    </p:blipFill>
                    <p:spPr>
                      <a:xfrm>
                        <a:off x="2419350" y="2347913"/>
                        <a:ext cx="803275" cy="388937"/>
                      </a:xfrm>
                      <a:prstGeom prst="rect">
                        <a:avLst/>
                      </a:prstGeom>
                      <a:noFill/>
                      <a:ln w="9525">
                        <a:noFill/>
                      </a:ln>
                    </p:spPr>
                  </p:pic>
                </p:oleObj>
              </mc:Fallback>
            </mc:AlternateContent>
          </a:graphicData>
        </a:graphic>
      </p:graphicFrame>
      <p:sp>
        <p:nvSpPr>
          <p:cNvPr id="124966" name="Text Box 38"/>
          <p:cNvSpPr txBox="1">
            <a:spLocks noChangeArrowheads="1"/>
          </p:cNvSpPr>
          <p:nvPr/>
        </p:nvSpPr>
        <p:spPr bwMode="auto">
          <a:xfrm>
            <a:off x="566738" y="2339975"/>
            <a:ext cx="2163762" cy="457200"/>
          </a:xfrm>
          <a:prstGeom prst="rect">
            <a:avLst/>
          </a:prstGeom>
          <a:noFill/>
          <a:ln w="9525">
            <a:noFill/>
            <a:miter lim="800000"/>
          </a:ln>
        </p:spPr>
        <p:txBody>
          <a:bodyPr>
            <a:spAutoFit/>
          </a:bodyPr>
          <a:lstStyle/>
          <a:p>
            <a:pPr algn="l" eaLnBrk="0" hangingPunct="0"/>
            <a:r>
              <a:rPr kumimoji="0" lang="en-US" altLang="zh-CN" b="1" i="0">
                <a:solidFill>
                  <a:schemeClr val="bg1"/>
                </a:solidFill>
                <a:latin typeface="Times New Roman" panose="02020603050405020304" pitchFamily="18" charset="0"/>
              </a:rPr>
              <a:t>(1) </a:t>
            </a:r>
            <a:r>
              <a:rPr kumimoji="0" lang="zh-CN" altLang="en-US" b="1" i="0">
                <a:solidFill>
                  <a:schemeClr val="bg1"/>
                </a:solidFill>
                <a:latin typeface="Times New Roman" panose="02020603050405020304" pitchFamily="18" charset="0"/>
              </a:rPr>
              <a:t>守恒条件</a:t>
            </a:r>
            <a:endParaRPr kumimoji="0" lang="zh-CN" altLang="en-US" b="1" i="0">
              <a:solidFill>
                <a:schemeClr val="bg1"/>
              </a:solidFill>
              <a:latin typeface="Times New Roman" panose="02020603050405020304" pitchFamily="18" charset="0"/>
            </a:endParaRPr>
          </a:p>
        </p:txBody>
      </p:sp>
      <p:sp>
        <p:nvSpPr>
          <p:cNvPr id="124967" name="Text Box 39"/>
          <p:cNvSpPr txBox="1">
            <a:spLocks noChangeArrowheads="1"/>
          </p:cNvSpPr>
          <p:nvPr/>
        </p:nvSpPr>
        <p:spPr bwMode="auto">
          <a:xfrm>
            <a:off x="566738" y="3140075"/>
            <a:ext cx="4227512" cy="479425"/>
          </a:xfrm>
          <a:prstGeom prst="rect">
            <a:avLst/>
          </a:prstGeom>
          <a:noFill/>
          <a:ln w="9525">
            <a:noFill/>
            <a:miter lim="800000"/>
          </a:ln>
        </p:spPr>
        <p:txBody>
          <a:bodyPr>
            <a:spAutoFit/>
          </a:bodyPr>
          <a:lstStyle/>
          <a:p>
            <a:pPr marL="457200" indent="-457200" algn="l" eaLnBrk="0" hangingPunct="0">
              <a:lnSpc>
                <a:spcPct val="115000"/>
              </a:lnSpc>
            </a:pPr>
            <a:r>
              <a:rPr kumimoji="0" lang="en-US" altLang="zh-CN" b="1" i="0">
                <a:solidFill>
                  <a:schemeClr val="bg1"/>
                </a:solidFill>
                <a:latin typeface="Times New Roman" panose="02020603050405020304" pitchFamily="18" charset="0"/>
              </a:rPr>
              <a:t>(2) </a:t>
            </a:r>
            <a:r>
              <a:rPr kumimoji="0" lang="zh-CN" altLang="en-US" b="1" i="0">
                <a:solidFill>
                  <a:srgbClr val="FF9900"/>
                </a:solidFill>
                <a:latin typeface="Times New Roman" panose="02020603050405020304" pitchFamily="18" charset="0"/>
              </a:rPr>
              <a:t>有心力</a:t>
            </a:r>
            <a:r>
              <a:rPr kumimoji="0" lang="zh-CN" altLang="en-US" b="1" i="0">
                <a:solidFill>
                  <a:schemeClr val="bg1"/>
                </a:solidFill>
                <a:latin typeface="Times New Roman" panose="02020603050405020304" pitchFamily="18" charset="0"/>
              </a:rPr>
              <a:t>的角动量守恒。</a:t>
            </a:r>
            <a:endParaRPr kumimoji="0" lang="zh-CN" altLang="en-US" i="0">
              <a:solidFill>
                <a:schemeClr val="bg1"/>
              </a:solidFill>
              <a:latin typeface="Times New Roman" panose="02020603050405020304" pitchFamily="18" charset="0"/>
            </a:endParaRPr>
          </a:p>
        </p:txBody>
      </p:sp>
      <p:sp>
        <p:nvSpPr>
          <p:cNvPr id="124968" name="Text Box 40"/>
          <p:cNvSpPr txBox="1">
            <a:spLocks noChangeArrowheads="1"/>
          </p:cNvSpPr>
          <p:nvPr/>
        </p:nvSpPr>
        <p:spPr bwMode="auto">
          <a:xfrm>
            <a:off x="611188" y="1800225"/>
            <a:ext cx="1146175" cy="457200"/>
          </a:xfrm>
          <a:prstGeom prst="rect">
            <a:avLst/>
          </a:prstGeom>
          <a:noFill/>
          <a:ln w="9525">
            <a:noFill/>
            <a:miter lim="800000"/>
          </a:ln>
        </p:spPr>
        <p:txBody>
          <a:bodyPr>
            <a:spAutoFit/>
          </a:bodyPr>
          <a:lstStyle/>
          <a:p>
            <a:pPr algn="l" eaLnBrk="0" hangingPunct="0"/>
            <a:r>
              <a:rPr kumimoji="0" lang="zh-CN" altLang="en-US" b="1" i="0">
                <a:solidFill>
                  <a:srgbClr val="FF6600"/>
                </a:solidFill>
                <a:latin typeface="Times New Roman" panose="02020603050405020304" pitchFamily="18" charset="0"/>
              </a:rPr>
              <a:t>讨论</a:t>
            </a:r>
            <a:endParaRPr kumimoji="0" lang="zh-CN" altLang="en-US" i="0">
              <a:solidFill>
                <a:srgbClr val="FF6600"/>
              </a:solidFill>
              <a:latin typeface="Times New Roman" panose="02020603050405020304" pitchFamily="18" charset="0"/>
            </a:endParaRPr>
          </a:p>
        </p:txBody>
      </p:sp>
      <p:sp>
        <p:nvSpPr>
          <p:cNvPr id="124969" name="Line 41"/>
          <p:cNvSpPr>
            <a:spLocks noChangeShapeType="1"/>
          </p:cNvSpPr>
          <p:nvPr/>
        </p:nvSpPr>
        <p:spPr bwMode="auto">
          <a:xfrm flipV="1">
            <a:off x="8307388" y="3152775"/>
            <a:ext cx="369887" cy="4763"/>
          </a:xfrm>
          <a:prstGeom prst="line">
            <a:avLst/>
          </a:prstGeom>
          <a:noFill/>
          <a:ln w="9525">
            <a:solidFill>
              <a:schemeClr val="bg1"/>
            </a:solidFill>
            <a:prstDash val="dash"/>
            <a:round/>
          </a:ln>
        </p:spPr>
        <p:txBody>
          <a:bodyPr wrap="none" anchor="ctr"/>
          <a:lstStyle/>
          <a:p>
            <a:endParaRPr lang="zh-CN" altLang="en-US"/>
          </a:p>
        </p:txBody>
      </p:sp>
      <p:sp>
        <p:nvSpPr>
          <p:cNvPr id="124970" name="Oval 42"/>
          <p:cNvSpPr>
            <a:spLocks noChangeArrowheads="1"/>
          </p:cNvSpPr>
          <p:nvPr/>
        </p:nvSpPr>
        <p:spPr bwMode="auto">
          <a:xfrm>
            <a:off x="5324475" y="2543175"/>
            <a:ext cx="2971800" cy="1219200"/>
          </a:xfrm>
          <a:prstGeom prst="ellipse">
            <a:avLst/>
          </a:prstGeom>
          <a:noFill/>
          <a:ln w="38100">
            <a:solidFill>
              <a:srgbClr val="008000"/>
            </a:solidFill>
            <a:round/>
          </a:ln>
        </p:spPr>
        <p:txBody>
          <a:bodyPr wrap="none" anchor="ctr"/>
          <a:lstStyle/>
          <a:p>
            <a:endParaRPr lang="zh-CN" altLang="en-US"/>
          </a:p>
        </p:txBody>
      </p:sp>
      <p:sp>
        <p:nvSpPr>
          <p:cNvPr id="124971" name="Line 43"/>
          <p:cNvSpPr>
            <a:spLocks noChangeShapeType="1"/>
          </p:cNvSpPr>
          <p:nvPr/>
        </p:nvSpPr>
        <p:spPr bwMode="auto">
          <a:xfrm>
            <a:off x="5324475" y="3152775"/>
            <a:ext cx="2971800" cy="0"/>
          </a:xfrm>
          <a:prstGeom prst="line">
            <a:avLst/>
          </a:prstGeom>
          <a:noFill/>
          <a:ln w="9525">
            <a:solidFill>
              <a:schemeClr val="bg1"/>
            </a:solidFill>
            <a:prstDash val="dash"/>
            <a:round/>
          </a:ln>
        </p:spPr>
        <p:txBody>
          <a:bodyPr wrap="none" anchor="ctr"/>
          <a:lstStyle/>
          <a:p>
            <a:endParaRPr lang="zh-CN" altLang="en-US"/>
          </a:p>
        </p:txBody>
      </p:sp>
      <p:sp>
        <p:nvSpPr>
          <p:cNvPr id="124972" name="Line 44"/>
          <p:cNvSpPr>
            <a:spLocks noChangeShapeType="1"/>
          </p:cNvSpPr>
          <p:nvPr/>
        </p:nvSpPr>
        <p:spPr bwMode="auto">
          <a:xfrm>
            <a:off x="6010275" y="3152775"/>
            <a:ext cx="2209800" cy="0"/>
          </a:xfrm>
          <a:prstGeom prst="line">
            <a:avLst/>
          </a:prstGeom>
          <a:noFill/>
          <a:ln w="28575">
            <a:solidFill>
              <a:srgbClr val="000099"/>
            </a:solidFill>
            <a:round/>
          </a:ln>
        </p:spPr>
        <p:txBody>
          <a:bodyPr wrap="none" anchor="ctr"/>
          <a:lstStyle/>
          <a:p>
            <a:endParaRPr lang="zh-CN" altLang="en-US"/>
          </a:p>
        </p:txBody>
      </p:sp>
      <p:sp>
        <p:nvSpPr>
          <p:cNvPr id="124973" name="Line 45"/>
          <p:cNvSpPr>
            <a:spLocks noChangeShapeType="1"/>
          </p:cNvSpPr>
          <p:nvPr/>
        </p:nvSpPr>
        <p:spPr bwMode="auto">
          <a:xfrm flipV="1">
            <a:off x="6010275" y="2543175"/>
            <a:ext cx="1219200" cy="609600"/>
          </a:xfrm>
          <a:prstGeom prst="line">
            <a:avLst/>
          </a:prstGeom>
          <a:noFill/>
          <a:ln w="28575">
            <a:solidFill>
              <a:srgbClr val="0000FF"/>
            </a:solidFill>
            <a:round/>
            <a:tailEnd type="arrow" w="med" len="lg"/>
          </a:ln>
        </p:spPr>
        <p:txBody>
          <a:bodyPr wrap="none" anchor="ctr"/>
          <a:lstStyle/>
          <a:p>
            <a:endParaRPr lang="zh-CN" altLang="en-US"/>
          </a:p>
        </p:txBody>
      </p:sp>
      <p:sp>
        <p:nvSpPr>
          <p:cNvPr id="124974" name="Text Box 46"/>
          <p:cNvSpPr txBox="1">
            <a:spLocks noChangeArrowheads="1"/>
          </p:cNvSpPr>
          <p:nvPr/>
        </p:nvSpPr>
        <p:spPr bwMode="auto">
          <a:xfrm>
            <a:off x="6918325" y="2116138"/>
            <a:ext cx="533400" cy="457200"/>
          </a:xfrm>
          <a:prstGeom prst="rect">
            <a:avLst/>
          </a:prstGeom>
          <a:noFill/>
          <a:ln w="9525">
            <a:noFill/>
            <a:miter lim="800000"/>
          </a:ln>
        </p:spPr>
        <p:txBody>
          <a:bodyPr>
            <a:spAutoFit/>
          </a:bodyPr>
          <a:lstStyle/>
          <a:p>
            <a:pPr algn="l" eaLnBrk="0" hangingPunct="0"/>
            <a:r>
              <a:rPr kumimoji="0" lang="en-US" altLang="zh-CN" b="1">
                <a:solidFill>
                  <a:srgbClr val="FF0000"/>
                </a:solidFill>
                <a:latin typeface="Times New Roman" panose="02020603050405020304" pitchFamily="18" charset="0"/>
              </a:rPr>
              <a:t>M</a:t>
            </a:r>
            <a:endParaRPr kumimoji="0" lang="en-US" altLang="zh-CN" b="1">
              <a:solidFill>
                <a:srgbClr val="FF0000"/>
              </a:solidFill>
              <a:latin typeface="Times New Roman" panose="02020603050405020304" pitchFamily="18" charset="0"/>
            </a:endParaRPr>
          </a:p>
        </p:txBody>
      </p:sp>
      <p:sp>
        <p:nvSpPr>
          <p:cNvPr id="124975" name="Rectangle 47"/>
          <p:cNvSpPr>
            <a:spLocks noChangeArrowheads="1"/>
          </p:cNvSpPr>
          <p:nvPr/>
        </p:nvSpPr>
        <p:spPr bwMode="auto">
          <a:xfrm>
            <a:off x="5857875" y="2924175"/>
            <a:ext cx="325438" cy="457200"/>
          </a:xfrm>
          <a:prstGeom prst="rect">
            <a:avLst/>
          </a:prstGeom>
          <a:noFill/>
          <a:ln w="9525">
            <a:noFill/>
            <a:miter lim="800000"/>
          </a:ln>
        </p:spPr>
        <p:txBody>
          <a:bodyPr wrap="none">
            <a:spAutoFit/>
          </a:bodyPr>
          <a:lstStyle/>
          <a:p>
            <a:pPr algn="l" eaLnBrk="0" hangingPunct="0"/>
            <a:r>
              <a:rPr kumimoji="0" lang="en-US" altLang="zh-CN" b="1" i="0">
                <a:latin typeface="Times New Roman" panose="02020603050405020304" pitchFamily="18" charset="0"/>
                <a:sym typeface="Symbol" panose="05050102010706020507" pitchFamily="18" charset="2"/>
              </a:rPr>
              <a:t></a:t>
            </a:r>
            <a:endParaRPr kumimoji="0" lang="en-US" altLang="zh-CN" b="1" i="0">
              <a:latin typeface="Times New Roman" panose="02020603050405020304" pitchFamily="18" charset="0"/>
            </a:endParaRPr>
          </a:p>
        </p:txBody>
      </p:sp>
      <p:sp>
        <p:nvSpPr>
          <p:cNvPr id="124976" name="Rectangle 48"/>
          <p:cNvSpPr>
            <a:spLocks noChangeArrowheads="1"/>
          </p:cNvSpPr>
          <p:nvPr/>
        </p:nvSpPr>
        <p:spPr bwMode="auto">
          <a:xfrm>
            <a:off x="8143875" y="2924175"/>
            <a:ext cx="325438" cy="457200"/>
          </a:xfrm>
          <a:prstGeom prst="rect">
            <a:avLst/>
          </a:prstGeom>
          <a:noFill/>
          <a:ln w="9525">
            <a:noFill/>
            <a:miter lim="800000"/>
          </a:ln>
        </p:spPr>
        <p:txBody>
          <a:bodyPr wrap="none">
            <a:spAutoFit/>
          </a:bodyPr>
          <a:lstStyle/>
          <a:p>
            <a:pPr algn="l" eaLnBrk="0" hangingPunct="0"/>
            <a:r>
              <a:rPr kumimoji="0" lang="en-US" altLang="zh-CN" b="1" i="0">
                <a:latin typeface="Times New Roman" panose="02020603050405020304" pitchFamily="18" charset="0"/>
                <a:sym typeface="Symbol" panose="05050102010706020507" pitchFamily="18" charset="2"/>
              </a:rPr>
              <a:t></a:t>
            </a:r>
            <a:endParaRPr kumimoji="0" lang="en-US" altLang="zh-CN" b="1" i="0">
              <a:latin typeface="Times New Roman" panose="02020603050405020304" pitchFamily="18" charset="0"/>
            </a:endParaRPr>
          </a:p>
        </p:txBody>
      </p:sp>
      <p:graphicFrame>
        <p:nvGraphicFramePr>
          <p:cNvPr id="124977" name="Object 49"/>
          <p:cNvGraphicFramePr>
            <a:graphicFrameLocks noChangeAspect="1"/>
          </p:cNvGraphicFramePr>
          <p:nvPr/>
        </p:nvGraphicFramePr>
        <p:xfrm>
          <a:off x="6881813" y="2708275"/>
          <a:ext cx="230187" cy="298450"/>
        </p:xfrm>
        <a:graphic>
          <a:graphicData uri="http://schemas.openxmlformats.org/presentationml/2006/ole">
            <mc:AlternateContent xmlns:mc="http://schemas.openxmlformats.org/markup-compatibility/2006">
              <mc:Choice xmlns:v="urn:schemas-microsoft-com:vml" Requires="v">
                <p:oleObj spid="_x0000_s56324" name="公式" r:id="rId5" imgW="3048000" imgH="3962400" progId="Equation.3">
                  <p:embed/>
                </p:oleObj>
              </mc:Choice>
              <mc:Fallback>
                <p:oleObj name="公式" r:id="rId5" imgW="3048000" imgH="3962400" progId="Equation.3">
                  <p:embed/>
                  <p:pic>
                    <p:nvPicPr>
                      <p:cNvPr id="0" name="Object 49"/>
                      <p:cNvPicPr>
                        <a:picLocks noChangeAspect="1"/>
                      </p:cNvPicPr>
                      <p:nvPr/>
                    </p:nvPicPr>
                    <p:blipFill>
                      <a:blip r:embed="rId6"/>
                      <a:stretch>
                        <a:fillRect/>
                      </a:stretch>
                    </p:blipFill>
                    <p:spPr>
                      <a:xfrm>
                        <a:off x="6881813" y="2708275"/>
                        <a:ext cx="230187" cy="298450"/>
                      </a:xfrm>
                      <a:prstGeom prst="rect">
                        <a:avLst/>
                      </a:prstGeom>
                      <a:noFill/>
                      <a:ln w="9525">
                        <a:noFill/>
                      </a:ln>
                    </p:spPr>
                  </p:pic>
                </p:oleObj>
              </mc:Fallback>
            </mc:AlternateContent>
          </a:graphicData>
        </a:graphic>
      </p:graphicFrame>
      <p:sp>
        <p:nvSpPr>
          <p:cNvPr id="124978" name="Text Box 50"/>
          <p:cNvSpPr txBox="1">
            <a:spLocks noChangeArrowheads="1"/>
          </p:cNvSpPr>
          <p:nvPr/>
        </p:nvSpPr>
        <p:spPr bwMode="auto">
          <a:xfrm>
            <a:off x="5756275" y="3165475"/>
            <a:ext cx="404813" cy="457200"/>
          </a:xfrm>
          <a:prstGeom prst="rect">
            <a:avLst/>
          </a:prstGeom>
          <a:noFill/>
          <a:ln w="9525">
            <a:noFill/>
            <a:miter lim="800000"/>
          </a:ln>
        </p:spPr>
        <p:txBody>
          <a:bodyPr wrap="none">
            <a:spAutoFit/>
          </a:bodyPr>
          <a:lstStyle/>
          <a:p>
            <a:r>
              <a:rPr lang="en-US" altLang="zh-CN" b="1">
                <a:solidFill>
                  <a:schemeClr val="accent2"/>
                </a:solidFill>
                <a:latin typeface="Times New Roman" panose="02020603050405020304" pitchFamily="18" charset="0"/>
              </a:rPr>
              <a:t>O</a:t>
            </a:r>
            <a:endParaRPr lang="en-US" altLang="zh-CN" b="1">
              <a:solidFill>
                <a:schemeClr val="accent2"/>
              </a:solidFill>
              <a:latin typeface="Times New Roman" panose="02020603050405020304" pitchFamily="18" charset="0"/>
            </a:endParaRPr>
          </a:p>
        </p:txBody>
      </p:sp>
      <p:sp>
        <p:nvSpPr>
          <p:cNvPr id="124979" name="Line 51"/>
          <p:cNvSpPr>
            <a:spLocks noChangeShapeType="1"/>
          </p:cNvSpPr>
          <p:nvPr/>
        </p:nvSpPr>
        <p:spPr bwMode="auto">
          <a:xfrm>
            <a:off x="8297863" y="3170238"/>
            <a:ext cx="9525" cy="887412"/>
          </a:xfrm>
          <a:prstGeom prst="line">
            <a:avLst/>
          </a:prstGeom>
          <a:noFill/>
          <a:ln w="38100">
            <a:solidFill>
              <a:srgbClr val="FF3300"/>
            </a:solidFill>
            <a:round/>
            <a:tailEnd type="triangle" w="med" len="med"/>
          </a:ln>
        </p:spPr>
        <p:txBody>
          <a:bodyPr wrap="none" anchor="ctr"/>
          <a:lstStyle/>
          <a:p>
            <a:endParaRPr lang="zh-CN" altLang="en-US"/>
          </a:p>
        </p:txBody>
      </p:sp>
      <p:sp>
        <p:nvSpPr>
          <p:cNvPr id="124980" name="Line 52"/>
          <p:cNvSpPr>
            <a:spLocks noChangeShapeType="1"/>
          </p:cNvSpPr>
          <p:nvPr/>
        </p:nvSpPr>
        <p:spPr bwMode="auto">
          <a:xfrm flipV="1">
            <a:off x="5337175" y="2032000"/>
            <a:ext cx="0" cy="1085850"/>
          </a:xfrm>
          <a:prstGeom prst="line">
            <a:avLst/>
          </a:prstGeom>
          <a:noFill/>
          <a:ln w="38100">
            <a:solidFill>
              <a:srgbClr val="FF3300"/>
            </a:solidFill>
            <a:round/>
            <a:tailEnd type="triangle" w="med" len="med"/>
          </a:ln>
        </p:spPr>
        <p:txBody>
          <a:bodyPr wrap="none" anchor="ctr"/>
          <a:lstStyle/>
          <a:p>
            <a:endParaRPr lang="zh-CN" altLang="en-US"/>
          </a:p>
        </p:txBody>
      </p:sp>
      <p:sp>
        <p:nvSpPr>
          <p:cNvPr id="124981" name="Text Box 53"/>
          <p:cNvSpPr txBox="1">
            <a:spLocks noChangeArrowheads="1"/>
          </p:cNvSpPr>
          <p:nvPr/>
        </p:nvSpPr>
        <p:spPr bwMode="auto">
          <a:xfrm>
            <a:off x="7677150" y="3697288"/>
            <a:ext cx="687388" cy="457200"/>
          </a:xfrm>
          <a:prstGeom prst="rect">
            <a:avLst/>
          </a:prstGeom>
          <a:noFill/>
          <a:ln w="9525">
            <a:noFill/>
            <a:miter lim="800000"/>
          </a:ln>
        </p:spPr>
        <p:txBody>
          <a:bodyPr wrap="none">
            <a:spAutoFit/>
          </a:bodyPr>
          <a:lstStyle/>
          <a:p>
            <a:pPr algn="l"/>
            <a:r>
              <a:rPr lang="en-US" altLang="zh-CN" b="1">
                <a:solidFill>
                  <a:srgbClr val="FF0000"/>
                </a:solidFill>
                <a:latin typeface="Times New Roman" panose="02020603050405020304" pitchFamily="18" charset="0"/>
              </a:rPr>
              <a:t>m</a:t>
            </a:r>
            <a:r>
              <a:rPr lang="en-US" altLang="zh-CN" b="1">
                <a:solidFill>
                  <a:srgbClr val="FF0000"/>
                </a:solidFill>
                <a:latin typeface="Bookman Old Style" panose="02050604050505020204" pitchFamily="18" charset="0"/>
              </a:rPr>
              <a:t>v</a:t>
            </a:r>
            <a:r>
              <a:rPr lang="en-US" altLang="zh-CN" b="1" i="0" baseline="-25000">
                <a:solidFill>
                  <a:srgbClr val="FF0000"/>
                </a:solidFill>
                <a:latin typeface="Times New Roman" panose="02020603050405020304" pitchFamily="18" charset="0"/>
              </a:rPr>
              <a:t>1</a:t>
            </a:r>
            <a:endParaRPr lang="en-US" altLang="zh-CN" b="1" i="0" baseline="-25000">
              <a:solidFill>
                <a:srgbClr val="FF0000"/>
              </a:solidFill>
              <a:latin typeface="Times New Roman" panose="02020603050405020304" pitchFamily="18" charset="0"/>
            </a:endParaRPr>
          </a:p>
        </p:txBody>
      </p:sp>
      <p:sp>
        <p:nvSpPr>
          <p:cNvPr id="124982" name="Text Box 54"/>
          <p:cNvSpPr txBox="1">
            <a:spLocks noChangeArrowheads="1"/>
          </p:cNvSpPr>
          <p:nvPr/>
        </p:nvSpPr>
        <p:spPr bwMode="auto">
          <a:xfrm>
            <a:off x="5370513" y="1846263"/>
            <a:ext cx="866775" cy="457200"/>
          </a:xfrm>
          <a:prstGeom prst="rect">
            <a:avLst/>
          </a:prstGeom>
          <a:noFill/>
          <a:ln w="9525">
            <a:noFill/>
            <a:miter lim="800000"/>
          </a:ln>
        </p:spPr>
        <p:txBody>
          <a:bodyPr>
            <a:spAutoFit/>
          </a:bodyPr>
          <a:lstStyle/>
          <a:p>
            <a:pPr algn="l"/>
            <a:r>
              <a:rPr lang="en-US" altLang="zh-CN" b="1">
                <a:solidFill>
                  <a:srgbClr val="FF0000"/>
                </a:solidFill>
                <a:latin typeface="Times New Roman" panose="02020603050405020304" pitchFamily="18" charset="0"/>
              </a:rPr>
              <a:t>m</a:t>
            </a:r>
            <a:r>
              <a:rPr lang="en-US" altLang="zh-CN" b="1">
                <a:solidFill>
                  <a:srgbClr val="FF0000"/>
                </a:solidFill>
                <a:latin typeface="Bookman Old Style" panose="02050604050505020204" pitchFamily="18" charset="0"/>
              </a:rPr>
              <a:t>v</a:t>
            </a:r>
            <a:r>
              <a:rPr lang="en-US" altLang="zh-CN" b="1" i="0" baseline="-25000">
                <a:solidFill>
                  <a:srgbClr val="FF0000"/>
                </a:solidFill>
                <a:latin typeface="Times New Roman" panose="02020603050405020304" pitchFamily="18" charset="0"/>
              </a:rPr>
              <a:t>2</a:t>
            </a:r>
            <a:endParaRPr lang="en-US" altLang="zh-CN" b="1" i="0" baseline="-25000">
              <a:solidFill>
                <a:srgbClr val="FF0000"/>
              </a:solidFill>
              <a:latin typeface="Times New Roman" panose="02020603050405020304" pitchFamily="18" charset="0"/>
            </a:endParaRPr>
          </a:p>
        </p:txBody>
      </p:sp>
      <p:sp>
        <p:nvSpPr>
          <p:cNvPr id="124983" name="Line 55"/>
          <p:cNvSpPr>
            <a:spLocks noChangeShapeType="1"/>
          </p:cNvSpPr>
          <p:nvPr/>
        </p:nvSpPr>
        <p:spPr bwMode="auto">
          <a:xfrm>
            <a:off x="7165975" y="2546350"/>
            <a:ext cx="1366838" cy="71438"/>
          </a:xfrm>
          <a:prstGeom prst="line">
            <a:avLst/>
          </a:prstGeom>
          <a:noFill/>
          <a:ln w="38100">
            <a:solidFill>
              <a:srgbClr val="FF3300"/>
            </a:solidFill>
            <a:round/>
            <a:tailEnd type="triangle" w="med" len="med"/>
          </a:ln>
        </p:spPr>
        <p:txBody>
          <a:bodyPr wrap="none" anchor="ctr"/>
          <a:lstStyle/>
          <a:p>
            <a:endParaRPr lang="zh-CN" altLang="en-US"/>
          </a:p>
        </p:txBody>
      </p:sp>
      <p:sp>
        <p:nvSpPr>
          <p:cNvPr id="124984" name="Line 56"/>
          <p:cNvSpPr>
            <a:spLocks noChangeShapeType="1"/>
          </p:cNvSpPr>
          <p:nvPr/>
        </p:nvSpPr>
        <p:spPr bwMode="auto">
          <a:xfrm flipV="1">
            <a:off x="6757988" y="2560638"/>
            <a:ext cx="423862" cy="212725"/>
          </a:xfrm>
          <a:prstGeom prst="line">
            <a:avLst/>
          </a:prstGeom>
          <a:noFill/>
          <a:ln w="38100">
            <a:solidFill>
              <a:srgbClr val="FF3300"/>
            </a:solidFill>
            <a:round/>
            <a:headEnd type="triangle" w="med" len="med"/>
          </a:ln>
        </p:spPr>
        <p:txBody>
          <a:bodyPr wrap="none" anchor="ctr"/>
          <a:lstStyle/>
          <a:p>
            <a:endParaRPr lang="zh-CN" altLang="en-US"/>
          </a:p>
        </p:txBody>
      </p:sp>
      <p:sp>
        <p:nvSpPr>
          <p:cNvPr id="124985" name="Text Box 57"/>
          <p:cNvSpPr txBox="1">
            <a:spLocks noChangeArrowheads="1"/>
          </p:cNvSpPr>
          <p:nvPr/>
        </p:nvSpPr>
        <p:spPr bwMode="auto">
          <a:xfrm>
            <a:off x="749300" y="3852863"/>
            <a:ext cx="2519363" cy="457200"/>
          </a:xfrm>
          <a:prstGeom prst="rect">
            <a:avLst/>
          </a:prstGeom>
          <a:noFill/>
          <a:ln w="9525">
            <a:noFill/>
            <a:miter lim="800000"/>
          </a:ln>
        </p:spPr>
        <p:txBody>
          <a:bodyPr>
            <a:spAutoFit/>
          </a:bodyPr>
          <a:lstStyle/>
          <a:p>
            <a:pPr algn="l"/>
            <a:r>
              <a:rPr lang="zh-CN" altLang="en-US" b="1" i="0">
                <a:solidFill>
                  <a:schemeClr val="bg1"/>
                </a:solidFill>
                <a:latin typeface="Times New Roman" panose="02020603050405020304" pitchFamily="18" charset="0"/>
              </a:rPr>
              <a:t>应用举例：</a:t>
            </a:r>
            <a:endParaRPr lang="zh-CN" altLang="en-US" b="1" i="0">
              <a:solidFill>
                <a:schemeClr val="bg1"/>
              </a:solidFill>
              <a:latin typeface="Times New Roman" panose="02020603050405020304" pitchFamily="18" charset="0"/>
            </a:endParaRPr>
          </a:p>
        </p:txBody>
      </p:sp>
      <p:sp>
        <p:nvSpPr>
          <p:cNvPr id="124986" name="Text Box 58"/>
          <p:cNvSpPr txBox="1">
            <a:spLocks noChangeArrowheads="1"/>
          </p:cNvSpPr>
          <p:nvPr/>
        </p:nvSpPr>
        <p:spPr bwMode="auto">
          <a:xfrm>
            <a:off x="2351088" y="3863975"/>
            <a:ext cx="4176712" cy="457200"/>
          </a:xfrm>
          <a:prstGeom prst="rect">
            <a:avLst/>
          </a:prstGeom>
          <a:noFill/>
          <a:ln w="9525">
            <a:noFill/>
            <a:miter lim="800000"/>
          </a:ln>
        </p:spPr>
        <p:txBody>
          <a:bodyPr>
            <a:spAutoFit/>
          </a:bodyPr>
          <a:lstStyle/>
          <a:p>
            <a:pPr algn="l" eaLnBrk="0" hangingPunct="0"/>
            <a:r>
              <a:rPr kumimoji="0" lang="zh-CN" altLang="en-US" b="1" i="0">
                <a:solidFill>
                  <a:srgbClr val="FF6600"/>
                </a:solidFill>
                <a:latin typeface="Times New Roman" panose="02020603050405020304" pitchFamily="18" charset="0"/>
              </a:rPr>
              <a:t>行星运动的开普勒第二定律</a:t>
            </a:r>
            <a:endParaRPr kumimoji="0" lang="zh-CN" altLang="en-US" b="1" i="0">
              <a:solidFill>
                <a:srgbClr val="FF6600"/>
              </a:solidFill>
              <a:latin typeface="Times New Roman" panose="02020603050405020304" pitchFamily="18" charset="0"/>
            </a:endParaRPr>
          </a:p>
        </p:txBody>
      </p:sp>
      <p:sp>
        <p:nvSpPr>
          <p:cNvPr id="124987" name="Rectangle 59"/>
          <p:cNvSpPr>
            <a:spLocks noChangeArrowheads="1"/>
          </p:cNvSpPr>
          <p:nvPr/>
        </p:nvSpPr>
        <p:spPr bwMode="auto">
          <a:xfrm>
            <a:off x="746125" y="4462463"/>
            <a:ext cx="7054850" cy="476250"/>
          </a:xfrm>
          <a:prstGeom prst="rect">
            <a:avLst/>
          </a:prstGeom>
          <a:solidFill>
            <a:srgbClr val="CCFFFF"/>
          </a:solidFill>
          <a:ln w="19050">
            <a:solidFill>
              <a:srgbClr val="66FFFF"/>
            </a:solid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行星对太阳的位矢在相等的时间内扫过相等的面积</a:t>
            </a:r>
            <a:endParaRPr kumimoji="0" lang="zh-CN" altLang="en-US" b="1" i="0">
              <a:solidFill>
                <a:schemeClr val="bg1"/>
              </a:solidFill>
              <a:latin typeface="Times New Roman" panose="02020603050405020304" pitchFamily="18" charset="0"/>
            </a:endParaRPr>
          </a:p>
        </p:txBody>
      </p:sp>
      <p:grpSp>
        <p:nvGrpSpPr>
          <p:cNvPr id="2" name="Group 60"/>
          <p:cNvGrpSpPr/>
          <p:nvPr/>
        </p:nvGrpSpPr>
        <p:grpSpPr bwMode="auto">
          <a:xfrm>
            <a:off x="5786438" y="5235575"/>
            <a:ext cx="2971800" cy="1343025"/>
            <a:chOff x="3645" y="3242"/>
            <a:chExt cx="1872" cy="846"/>
          </a:xfrm>
        </p:grpSpPr>
        <p:sp>
          <p:nvSpPr>
            <p:cNvPr id="56359" name="Oval 61"/>
            <p:cNvSpPr>
              <a:spLocks noChangeArrowheads="1"/>
            </p:cNvSpPr>
            <p:nvPr/>
          </p:nvSpPr>
          <p:spPr bwMode="auto">
            <a:xfrm>
              <a:off x="3737" y="3455"/>
              <a:ext cx="1450" cy="633"/>
            </a:xfrm>
            <a:prstGeom prst="ellipse">
              <a:avLst/>
            </a:prstGeom>
            <a:noFill/>
            <a:ln w="38100">
              <a:solidFill>
                <a:srgbClr val="008000"/>
              </a:solidFill>
              <a:round/>
            </a:ln>
          </p:spPr>
          <p:txBody>
            <a:bodyPr wrap="none" anchor="ctr"/>
            <a:lstStyle/>
            <a:p>
              <a:endParaRPr lang="zh-CN" altLang="en-US"/>
            </a:p>
          </p:txBody>
        </p:sp>
        <p:sp>
          <p:nvSpPr>
            <p:cNvPr id="56360" name="Line 62"/>
            <p:cNvSpPr>
              <a:spLocks noChangeShapeType="1"/>
            </p:cNvSpPr>
            <p:nvPr/>
          </p:nvSpPr>
          <p:spPr bwMode="auto">
            <a:xfrm>
              <a:off x="3645" y="3787"/>
              <a:ext cx="1872" cy="0"/>
            </a:xfrm>
            <a:prstGeom prst="line">
              <a:avLst/>
            </a:prstGeom>
            <a:noFill/>
            <a:ln w="9525">
              <a:solidFill>
                <a:schemeClr val="bg1"/>
              </a:solidFill>
              <a:prstDash val="dash"/>
              <a:round/>
            </a:ln>
          </p:spPr>
          <p:txBody>
            <a:bodyPr wrap="none" anchor="ctr"/>
            <a:lstStyle/>
            <a:p>
              <a:endParaRPr lang="zh-CN" altLang="en-US"/>
            </a:p>
          </p:txBody>
        </p:sp>
        <p:sp>
          <p:nvSpPr>
            <p:cNvPr id="56361" name="Line 63"/>
            <p:cNvSpPr>
              <a:spLocks noChangeShapeType="1"/>
            </p:cNvSpPr>
            <p:nvPr/>
          </p:nvSpPr>
          <p:spPr bwMode="auto">
            <a:xfrm flipV="1">
              <a:off x="4077" y="3355"/>
              <a:ext cx="0" cy="432"/>
            </a:xfrm>
            <a:prstGeom prst="line">
              <a:avLst/>
            </a:prstGeom>
            <a:noFill/>
            <a:ln w="38100">
              <a:solidFill>
                <a:srgbClr val="9900CC"/>
              </a:solidFill>
              <a:round/>
              <a:tailEnd type="triangle" w="med" len="med"/>
            </a:ln>
          </p:spPr>
          <p:txBody>
            <a:bodyPr wrap="none" anchor="ctr"/>
            <a:lstStyle/>
            <a:p>
              <a:endParaRPr lang="zh-CN" altLang="en-US"/>
            </a:p>
          </p:txBody>
        </p:sp>
        <p:sp>
          <p:nvSpPr>
            <p:cNvPr id="56362" name="Line 64"/>
            <p:cNvSpPr>
              <a:spLocks noChangeShapeType="1"/>
            </p:cNvSpPr>
            <p:nvPr/>
          </p:nvSpPr>
          <p:spPr bwMode="auto">
            <a:xfrm flipV="1">
              <a:off x="4077" y="3481"/>
              <a:ext cx="611" cy="306"/>
            </a:xfrm>
            <a:prstGeom prst="line">
              <a:avLst/>
            </a:prstGeom>
            <a:noFill/>
            <a:ln w="28575">
              <a:solidFill>
                <a:srgbClr val="000099"/>
              </a:solidFill>
              <a:round/>
              <a:tailEnd type="triangle" w="med" len="med"/>
            </a:ln>
          </p:spPr>
          <p:txBody>
            <a:bodyPr wrap="none" anchor="ctr"/>
            <a:lstStyle/>
            <a:p>
              <a:endParaRPr lang="zh-CN" altLang="en-US"/>
            </a:p>
          </p:txBody>
        </p:sp>
        <p:sp>
          <p:nvSpPr>
            <p:cNvPr id="56363" name="Line 65"/>
            <p:cNvSpPr>
              <a:spLocks noChangeShapeType="1"/>
            </p:cNvSpPr>
            <p:nvPr/>
          </p:nvSpPr>
          <p:spPr bwMode="auto">
            <a:xfrm flipH="1" flipV="1">
              <a:off x="4682" y="3471"/>
              <a:ext cx="453" cy="182"/>
            </a:xfrm>
            <a:prstGeom prst="line">
              <a:avLst/>
            </a:prstGeom>
            <a:noFill/>
            <a:ln w="28575">
              <a:solidFill>
                <a:srgbClr val="0000FF"/>
              </a:solidFill>
              <a:round/>
              <a:tailEnd type="triangle" w="med" len="med"/>
            </a:ln>
          </p:spPr>
          <p:txBody>
            <a:bodyPr wrap="none" anchor="ctr"/>
            <a:lstStyle/>
            <a:p>
              <a:endParaRPr lang="zh-CN" altLang="en-US"/>
            </a:p>
          </p:txBody>
        </p:sp>
        <p:sp>
          <p:nvSpPr>
            <p:cNvPr id="56364" name="Text Box 66"/>
            <p:cNvSpPr txBox="1">
              <a:spLocks noChangeArrowheads="1"/>
            </p:cNvSpPr>
            <p:nvPr/>
          </p:nvSpPr>
          <p:spPr bwMode="auto">
            <a:xfrm>
              <a:off x="5172" y="3604"/>
              <a:ext cx="336" cy="250"/>
            </a:xfrm>
            <a:prstGeom prst="rect">
              <a:avLst/>
            </a:prstGeom>
            <a:noFill/>
            <a:ln w="9525">
              <a:noFill/>
              <a:miter lim="800000"/>
            </a:ln>
          </p:spPr>
          <p:txBody>
            <a:bodyPr>
              <a:spAutoFit/>
            </a:bodyPr>
            <a:lstStyle/>
            <a:p>
              <a:pPr algn="l" eaLnBrk="0" hangingPunct="0"/>
              <a:r>
                <a:rPr kumimoji="0" lang="en-US" altLang="zh-CN" sz="2000" b="1">
                  <a:solidFill>
                    <a:srgbClr val="FF0000"/>
                  </a:solidFill>
                  <a:latin typeface="Times New Roman" panose="02020603050405020304" pitchFamily="18" charset="0"/>
                </a:rPr>
                <a:t>M</a:t>
              </a:r>
              <a:endParaRPr kumimoji="0" lang="en-US" altLang="zh-CN" sz="2000" b="1">
                <a:solidFill>
                  <a:srgbClr val="FF0000"/>
                </a:solidFill>
                <a:latin typeface="Times New Roman" panose="02020603050405020304" pitchFamily="18" charset="0"/>
              </a:endParaRPr>
            </a:p>
          </p:txBody>
        </p:sp>
        <p:sp>
          <p:nvSpPr>
            <p:cNvPr id="56365" name="Rectangle 67"/>
            <p:cNvSpPr>
              <a:spLocks noChangeArrowheads="1"/>
            </p:cNvSpPr>
            <p:nvPr/>
          </p:nvSpPr>
          <p:spPr bwMode="auto">
            <a:xfrm>
              <a:off x="3972" y="3622"/>
              <a:ext cx="205" cy="288"/>
            </a:xfrm>
            <a:prstGeom prst="rect">
              <a:avLst/>
            </a:prstGeom>
            <a:noFill/>
            <a:ln w="9525">
              <a:noFill/>
              <a:miter lim="800000"/>
            </a:ln>
          </p:spPr>
          <p:txBody>
            <a:bodyPr wrap="none">
              <a:spAutoFit/>
            </a:bodyPr>
            <a:lstStyle/>
            <a:p>
              <a:pPr algn="l" eaLnBrk="0" hangingPunct="0"/>
              <a:r>
                <a:rPr kumimoji="0" lang="en-US" altLang="zh-CN" b="1" i="0">
                  <a:solidFill>
                    <a:srgbClr val="9900CC"/>
                  </a:solidFill>
                  <a:latin typeface="Times New Roman" panose="02020603050405020304" pitchFamily="18" charset="0"/>
                  <a:sym typeface="Symbol" panose="05050102010706020507" pitchFamily="18" charset="2"/>
                </a:rPr>
                <a:t></a:t>
              </a:r>
              <a:endParaRPr kumimoji="0" lang="en-US" altLang="zh-CN" b="1" i="0">
                <a:solidFill>
                  <a:srgbClr val="9900CC"/>
                </a:solidFill>
                <a:latin typeface="Times New Roman" panose="02020603050405020304" pitchFamily="18" charset="0"/>
              </a:endParaRPr>
            </a:p>
          </p:txBody>
        </p:sp>
        <p:sp>
          <p:nvSpPr>
            <p:cNvPr id="56366" name="Rectangle 68"/>
            <p:cNvSpPr>
              <a:spLocks noChangeArrowheads="1"/>
            </p:cNvSpPr>
            <p:nvPr/>
          </p:nvSpPr>
          <p:spPr bwMode="auto">
            <a:xfrm>
              <a:off x="5035" y="3492"/>
              <a:ext cx="205" cy="288"/>
            </a:xfrm>
            <a:prstGeom prst="rect">
              <a:avLst/>
            </a:prstGeom>
            <a:noFill/>
            <a:ln w="9525">
              <a:noFill/>
              <a:miter lim="800000"/>
            </a:ln>
          </p:spPr>
          <p:txBody>
            <a:bodyPr wrap="none">
              <a:spAutoFit/>
            </a:bodyPr>
            <a:lstStyle/>
            <a:p>
              <a:pPr algn="l" eaLnBrk="0" hangingPunct="0"/>
              <a:r>
                <a:rPr kumimoji="0" lang="en-US" altLang="zh-CN" b="1" i="0">
                  <a:solidFill>
                    <a:srgbClr val="FF0000"/>
                  </a:solidFill>
                  <a:latin typeface="Times New Roman" panose="02020603050405020304" pitchFamily="18" charset="0"/>
                  <a:sym typeface="Symbol" panose="05050102010706020507" pitchFamily="18" charset="2"/>
                </a:rPr>
                <a:t></a:t>
              </a:r>
              <a:endParaRPr kumimoji="0" lang="en-US" altLang="zh-CN" b="1" i="0">
                <a:solidFill>
                  <a:srgbClr val="FF0000"/>
                </a:solidFill>
                <a:latin typeface="Times New Roman" panose="02020603050405020304" pitchFamily="18" charset="0"/>
              </a:endParaRPr>
            </a:p>
          </p:txBody>
        </p:sp>
        <p:graphicFrame>
          <p:nvGraphicFramePr>
            <p:cNvPr id="56329" name="Object 69"/>
            <p:cNvGraphicFramePr>
              <a:graphicFrameLocks noChangeAspect="1"/>
            </p:cNvGraphicFramePr>
            <p:nvPr/>
          </p:nvGraphicFramePr>
          <p:xfrm>
            <a:off x="4668" y="3719"/>
            <a:ext cx="143" cy="187"/>
          </p:xfrm>
          <a:graphic>
            <a:graphicData uri="http://schemas.openxmlformats.org/presentationml/2006/ole">
              <mc:AlternateContent xmlns:mc="http://schemas.openxmlformats.org/markup-compatibility/2006">
                <mc:Choice xmlns:v="urn:schemas-microsoft-com:vml" Requires="v">
                  <p:oleObj spid="_x0000_s56329" name="公式" r:id="rId7" imgW="3048000" imgH="3962400" progId="Equation.3">
                    <p:embed/>
                  </p:oleObj>
                </mc:Choice>
                <mc:Fallback>
                  <p:oleObj name="公式" r:id="rId7" imgW="3048000" imgH="3962400" progId="Equation.3">
                    <p:embed/>
                    <p:pic>
                      <p:nvPicPr>
                        <p:cNvPr id="0" name="Object 69"/>
                        <p:cNvPicPr>
                          <a:picLocks noChangeAspect="1"/>
                        </p:cNvPicPr>
                        <p:nvPr/>
                      </p:nvPicPr>
                      <p:blipFill>
                        <a:blip r:embed="rId8"/>
                        <a:stretch>
                          <a:fillRect/>
                        </a:stretch>
                      </p:blipFill>
                      <p:spPr>
                        <a:xfrm>
                          <a:off x="4668" y="3719"/>
                          <a:ext cx="143" cy="187"/>
                        </a:xfrm>
                        <a:prstGeom prst="rect">
                          <a:avLst/>
                        </a:prstGeom>
                        <a:noFill/>
                        <a:ln w="9525">
                          <a:noFill/>
                        </a:ln>
                      </p:spPr>
                    </p:pic>
                  </p:oleObj>
                </mc:Fallback>
              </mc:AlternateContent>
            </a:graphicData>
          </a:graphic>
        </p:graphicFrame>
        <p:graphicFrame>
          <p:nvGraphicFramePr>
            <p:cNvPr id="56330" name="Object 70"/>
            <p:cNvGraphicFramePr>
              <a:graphicFrameLocks noChangeAspect="1"/>
            </p:cNvGraphicFramePr>
            <p:nvPr/>
          </p:nvGraphicFramePr>
          <p:xfrm>
            <a:off x="4683" y="3528"/>
            <a:ext cx="246" cy="186"/>
          </p:xfrm>
          <a:graphic>
            <a:graphicData uri="http://schemas.openxmlformats.org/presentationml/2006/ole">
              <mc:AlternateContent xmlns:mc="http://schemas.openxmlformats.org/markup-compatibility/2006">
                <mc:Choice xmlns:v="urn:schemas-microsoft-com:vml" Requires="v">
                  <p:oleObj spid="_x0000_s56330" name="公式" r:id="rId9" imgW="5181600" imgH="3962400" progId="Equation.3">
                    <p:embed/>
                  </p:oleObj>
                </mc:Choice>
                <mc:Fallback>
                  <p:oleObj name="公式" r:id="rId9" imgW="5181600" imgH="3962400" progId="Equation.3">
                    <p:embed/>
                    <p:pic>
                      <p:nvPicPr>
                        <p:cNvPr id="0" name="Object 70"/>
                        <p:cNvPicPr>
                          <a:picLocks noChangeAspect="1"/>
                        </p:cNvPicPr>
                        <p:nvPr/>
                      </p:nvPicPr>
                      <p:blipFill>
                        <a:blip r:embed="rId10"/>
                        <a:stretch>
                          <a:fillRect/>
                        </a:stretch>
                      </p:blipFill>
                      <p:spPr>
                        <a:xfrm>
                          <a:off x="4683" y="3528"/>
                          <a:ext cx="246" cy="186"/>
                        </a:xfrm>
                        <a:prstGeom prst="rect">
                          <a:avLst/>
                        </a:prstGeom>
                        <a:noFill/>
                        <a:ln w="9525">
                          <a:noFill/>
                        </a:ln>
                      </p:spPr>
                    </p:pic>
                  </p:oleObj>
                </mc:Fallback>
              </mc:AlternateContent>
            </a:graphicData>
          </a:graphic>
        </p:graphicFrame>
        <p:sp>
          <p:nvSpPr>
            <p:cNvPr id="56367" name="Rectangle 71"/>
            <p:cNvSpPr>
              <a:spLocks noChangeArrowheads="1"/>
            </p:cNvSpPr>
            <p:nvPr/>
          </p:nvSpPr>
          <p:spPr bwMode="auto">
            <a:xfrm>
              <a:off x="4552" y="3242"/>
              <a:ext cx="298" cy="250"/>
            </a:xfrm>
            <a:prstGeom prst="rect">
              <a:avLst/>
            </a:prstGeom>
            <a:noFill/>
            <a:ln w="9525">
              <a:noFill/>
              <a:miter lim="800000"/>
            </a:ln>
          </p:spPr>
          <p:txBody>
            <a:bodyPr wrap="none">
              <a:spAutoFit/>
            </a:bodyPr>
            <a:lstStyle/>
            <a:p>
              <a:pPr algn="l" eaLnBrk="0" hangingPunct="0"/>
              <a:r>
                <a:rPr kumimoji="0" lang="en-US" altLang="zh-CN" sz="2000" b="1">
                  <a:solidFill>
                    <a:srgbClr val="FF0000"/>
                  </a:solidFill>
                  <a:latin typeface="Times New Roman" panose="02020603050405020304" pitchFamily="18" charset="0"/>
                </a:rPr>
                <a:t>M</a:t>
              </a:r>
              <a:r>
                <a:rPr kumimoji="0" lang="en-US" altLang="zh-CN" sz="2000" b="1">
                  <a:solidFill>
                    <a:srgbClr val="FF0000"/>
                  </a:solidFill>
                  <a:latin typeface="Times New Roman" panose="02020603050405020304" pitchFamily="18" charset="0"/>
                  <a:sym typeface="Symbol" panose="05050102010706020507" pitchFamily="18" charset="2"/>
                </a:rPr>
                <a:t></a:t>
              </a:r>
              <a:endParaRPr kumimoji="0" lang="en-US" altLang="zh-CN" sz="2000" b="1">
                <a:solidFill>
                  <a:srgbClr val="FF0000"/>
                </a:solidFill>
                <a:latin typeface="Times New Roman" panose="02020603050405020304" pitchFamily="18" charset="0"/>
              </a:endParaRPr>
            </a:p>
          </p:txBody>
        </p:sp>
        <p:sp>
          <p:nvSpPr>
            <p:cNvPr id="56368" name="Arc 72"/>
            <p:cNvSpPr/>
            <p:nvPr/>
          </p:nvSpPr>
          <p:spPr bwMode="auto">
            <a:xfrm rot="1218274" flipH="1">
              <a:off x="5050" y="3503"/>
              <a:ext cx="276" cy="163"/>
            </a:xfrm>
            <a:custGeom>
              <a:avLst/>
              <a:gdLst>
                <a:gd name="T0" fmla="*/ 0 w 38383"/>
                <a:gd name="T1" fmla="*/ 0 h 21600"/>
                <a:gd name="T2" fmla="*/ 0 w 38383"/>
                <a:gd name="T3" fmla="*/ 0 h 21600"/>
                <a:gd name="T4" fmla="*/ 0 w 38383"/>
                <a:gd name="T5" fmla="*/ 0 h 21600"/>
                <a:gd name="T6" fmla="*/ 0 60000 65536"/>
                <a:gd name="T7" fmla="*/ 0 60000 65536"/>
                <a:gd name="T8" fmla="*/ 0 60000 65536"/>
                <a:gd name="T9" fmla="*/ 0 w 38383"/>
                <a:gd name="T10" fmla="*/ 0 h 21600"/>
                <a:gd name="T11" fmla="*/ 38383 w 38383"/>
                <a:gd name="T12" fmla="*/ 21600 h 21600"/>
              </a:gdLst>
              <a:ahLst/>
              <a:cxnLst>
                <a:cxn ang="T6">
                  <a:pos x="T0" y="T1"/>
                </a:cxn>
                <a:cxn ang="T7">
                  <a:pos x="T2" y="T3"/>
                </a:cxn>
                <a:cxn ang="T8">
                  <a:pos x="T4" y="T5"/>
                </a:cxn>
              </a:cxnLst>
              <a:rect l="T9" t="T10" r="T11" b="T12"/>
              <a:pathLst>
                <a:path w="38383" h="21600" fill="none" extrusionOk="0">
                  <a:moveTo>
                    <a:pt x="-1" y="8404"/>
                  </a:moveTo>
                  <a:cubicBezTo>
                    <a:pt x="4089" y="3104"/>
                    <a:pt x="10406" y="-1"/>
                    <a:pt x="17101" y="0"/>
                  </a:cubicBezTo>
                  <a:cubicBezTo>
                    <a:pt x="27605" y="0"/>
                    <a:pt x="36586" y="7557"/>
                    <a:pt x="38382" y="17907"/>
                  </a:cubicBezTo>
                </a:path>
                <a:path w="38383" h="21600" stroke="0" extrusionOk="0">
                  <a:moveTo>
                    <a:pt x="-1" y="8404"/>
                  </a:moveTo>
                  <a:cubicBezTo>
                    <a:pt x="4089" y="3104"/>
                    <a:pt x="10406" y="-1"/>
                    <a:pt x="17101" y="0"/>
                  </a:cubicBezTo>
                  <a:cubicBezTo>
                    <a:pt x="27605" y="0"/>
                    <a:pt x="36586" y="7557"/>
                    <a:pt x="38382" y="17907"/>
                  </a:cubicBezTo>
                  <a:lnTo>
                    <a:pt x="17101" y="21600"/>
                  </a:lnTo>
                  <a:close/>
                </a:path>
              </a:pathLst>
            </a:custGeom>
            <a:noFill/>
            <a:ln w="19050">
              <a:solidFill>
                <a:srgbClr val="CC0000"/>
              </a:solidFill>
              <a:round/>
            </a:ln>
          </p:spPr>
          <p:txBody>
            <a:bodyPr wrap="none" anchor="ctr"/>
            <a:lstStyle/>
            <a:p>
              <a:endParaRPr lang="zh-CN" altLang="en-US"/>
            </a:p>
          </p:txBody>
        </p:sp>
        <p:graphicFrame>
          <p:nvGraphicFramePr>
            <p:cNvPr id="56331" name="Object 73"/>
            <p:cNvGraphicFramePr>
              <a:graphicFrameLocks noChangeAspect="1"/>
            </p:cNvGraphicFramePr>
            <p:nvPr/>
          </p:nvGraphicFramePr>
          <p:xfrm>
            <a:off x="5177" y="3366"/>
            <a:ext cx="172" cy="159"/>
          </p:xfrm>
          <a:graphic>
            <a:graphicData uri="http://schemas.openxmlformats.org/presentationml/2006/ole">
              <mc:AlternateContent xmlns:mc="http://schemas.openxmlformats.org/markup-compatibility/2006">
                <mc:Choice xmlns:v="urn:schemas-microsoft-com:vml" Requires="v">
                  <p:oleObj spid="_x0000_s56331" name="公式" r:id="rId11" imgW="3657600" imgH="3352800" progId="Equation.3">
                    <p:embed/>
                  </p:oleObj>
                </mc:Choice>
                <mc:Fallback>
                  <p:oleObj name="公式" r:id="rId11" imgW="3657600" imgH="3352800" progId="Equation.3">
                    <p:embed/>
                    <p:pic>
                      <p:nvPicPr>
                        <p:cNvPr id="0" name="Object 73"/>
                        <p:cNvPicPr>
                          <a:picLocks noChangeAspect="1"/>
                        </p:cNvPicPr>
                        <p:nvPr/>
                      </p:nvPicPr>
                      <p:blipFill>
                        <a:blip r:embed="rId12"/>
                        <a:stretch>
                          <a:fillRect/>
                        </a:stretch>
                      </p:blipFill>
                      <p:spPr>
                        <a:xfrm>
                          <a:off x="5177" y="3366"/>
                          <a:ext cx="172" cy="159"/>
                        </a:xfrm>
                        <a:prstGeom prst="rect">
                          <a:avLst/>
                        </a:prstGeom>
                        <a:noFill/>
                        <a:ln w="9525">
                          <a:noFill/>
                        </a:ln>
                      </p:spPr>
                    </p:pic>
                  </p:oleObj>
                </mc:Fallback>
              </mc:AlternateContent>
            </a:graphicData>
          </a:graphic>
        </p:graphicFrame>
        <p:graphicFrame>
          <p:nvGraphicFramePr>
            <p:cNvPr id="56332" name="Object 74"/>
            <p:cNvGraphicFramePr>
              <a:graphicFrameLocks noChangeAspect="1"/>
            </p:cNvGraphicFramePr>
            <p:nvPr/>
          </p:nvGraphicFramePr>
          <p:xfrm>
            <a:off x="3753" y="3304"/>
            <a:ext cx="274" cy="245"/>
          </p:xfrm>
          <a:graphic>
            <a:graphicData uri="http://schemas.openxmlformats.org/presentationml/2006/ole">
              <mc:AlternateContent xmlns:mc="http://schemas.openxmlformats.org/markup-compatibility/2006">
                <mc:Choice xmlns:v="urn:schemas-microsoft-com:vml" Requires="v">
                  <p:oleObj spid="_x0000_s56332" name="公式" r:id="rId13" imgW="5791200" imgH="5181600" progId="Equation.3">
                    <p:embed/>
                  </p:oleObj>
                </mc:Choice>
                <mc:Fallback>
                  <p:oleObj name="公式" r:id="rId13" imgW="5791200" imgH="5181600" progId="Equation.3">
                    <p:embed/>
                    <p:pic>
                      <p:nvPicPr>
                        <p:cNvPr id="0" name="Object 74"/>
                        <p:cNvPicPr>
                          <a:picLocks noChangeAspect="1"/>
                        </p:cNvPicPr>
                        <p:nvPr/>
                      </p:nvPicPr>
                      <p:blipFill>
                        <a:blip r:embed="rId14"/>
                        <a:stretch>
                          <a:fillRect/>
                        </a:stretch>
                      </p:blipFill>
                      <p:spPr>
                        <a:xfrm>
                          <a:off x="3753" y="3304"/>
                          <a:ext cx="274" cy="245"/>
                        </a:xfrm>
                        <a:prstGeom prst="rect">
                          <a:avLst/>
                        </a:prstGeom>
                        <a:noFill/>
                        <a:ln w="9525">
                          <a:noFill/>
                        </a:ln>
                      </p:spPr>
                    </p:pic>
                  </p:oleObj>
                </mc:Fallback>
              </mc:AlternateContent>
            </a:graphicData>
          </a:graphic>
        </p:graphicFrame>
        <p:sp>
          <p:nvSpPr>
            <p:cNvPr id="56369" name="Line 75"/>
            <p:cNvSpPr>
              <a:spLocks noChangeShapeType="1"/>
            </p:cNvSpPr>
            <p:nvPr/>
          </p:nvSpPr>
          <p:spPr bwMode="auto">
            <a:xfrm flipV="1">
              <a:off x="5175" y="3600"/>
              <a:ext cx="318" cy="53"/>
            </a:xfrm>
            <a:prstGeom prst="line">
              <a:avLst/>
            </a:prstGeom>
            <a:noFill/>
            <a:ln w="28575">
              <a:solidFill>
                <a:srgbClr val="000099"/>
              </a:solidFill>
              <a:prstDash val="dash"/>
              <a:round/>
            </a:ln>
          </p:spPr>
          <p:txBody>
            <a:bodyPr/>
            <a:lstStyle/>
            <a:p>
              <a:endParaRPr lang="zh-CN" altLang="en-US"/>
            </a:p>
          </p:txBody>
        </p:sp>
        <p:sp>
          <p:nvSpPr>
            <p:cNvPr id="56370" name="Line 76"/>
            <p:cNvSpPr>
              <a:spLocks noChangeShapeType="1"/>
            </p:cNvSpPr>
            <p:nvPr/>
          </p:nvSpPr>
          <p:spPr bwMode="auto">
            <a:xfrm flipV="1">
              <a:off x="4077" y="3662"/>
              <a:ext cx="1064" cy="125"/>
            </a:xfrm>
            <a:prstGeom prst="line">
              <a:avLst/>
            </a:prstGeom>
            <a:noFill/>
            <a:ln w="28575">
              <a:solidFill>
                <a:srgbClr val="000099"/>
              </a:solidFill>
              <a:round/>
              <a:tailEnd type="triangle" w="med" len="med"/>
            </a:ln>
          </p:spPr>
          <p:txBody>
            <a:bodyPr wrap="none" anchor="ctr"/>
            <a:lstStyle/>
            <a:p>
              <a:endParaRPr lang="zh-CN" altLang="en-US"/>
            </a:p>
          </p:txBody>
        </p:sp>
      </p:grpSp>
      <p:graphicFrame>
        <p:nvGraphicFramePr>
          <p:cNvPr id="125005" name="Object 77"/>
          <p:cNvGraphicFramePr>
            <a:graphicFrameLocks noChangeAspect="1"/>
          </p:cNvGraphicFramePr>
          <p:nvPr/>
        </p:nvGraphicFramePr>
        <p:xfrm>
          <a:off x="792163" y="5588000"/>
          <a:ext cx="1581150" cy="317500"/>
        </p:xfrm>
        <a:graphic>
          <a:graphicData uri="http://schemas.openxmlformats.org/presentationml/2006/ole">
            <mc:AlternateContent xmlns:mc="http://schemas.openxmlformats.org/markup-compatibility/2006">
              <mc:Choice xmlns:v="urn:schemas-microsoft-com:vml" Requires="v">
                <p:oleObj spid="_x0000_s56325" name="公式" r:id="rId15" imgW="21031200" imgH="4267200" progId="Equation.3">
                  <p:embed/>
                </p:oleObj>
              </mc:Choice>
              <mc:Fallback>
                <p:oleObj name="公式" r:id="rId15" imgW="21031200" imgH="4267200" progId="Equation.3">
                  <p:embed/>
                  <p:pic>
                    <p:nvPicPr>
                      <p:cNvPr id="0" name="Object 77"/>
                      <p:cNvPicPr>
                        <a:picLocks noChangeAspect="1"/>
                      </p:cNvPicPr>
                      <p:nvPr/>
                    </p:nvPicPr>
                    <p:blipFill>
                      <a:blip r:embed="rId16"/>
                      <a:stretch>
                        <a:fillRect/>
                      </a:stretch>
                    </p:blipFill>
                    <p:spPr>
                      <a:xfrm>
                        <a:off x="792163" y="5588000"/>
                        <a:ext cx="1581150" cy="317500"/>
                      </a:xfrm>
                      <a:prstGeom prst="rect">
                        <a:avLst/>
                      </a:prstGeom>
                      <a:noFill/>
                      <a:ln w="9525">
                        <a:noFill/>
                      </a:ln>
                    </p:spPr>
                  </p:pic>
                </p:oleObj>
              </mc:Fallback>
            </mc:AlternateContent>
          </a:graphicData>
        </a:graphic>
      </p:graphicFrame>
      <p:graphicFrame>
        <p:nvGraphicFramePr>
          <p:cNvPr id="125006" name="Object 78"/>
          <p:cNvGraphicFramePr>
            <a:graphicFrameLocks noChangeAspect="1"/>
          </p:cNvGraphicFramePr>
          <p:nvPr/>
        </p:nvGraphicFramePr>
        <p:xfrm>
          <a:off x="4156075" y="5408613"/>
          <a:ext cx="1096963" cy="731837"/>
        </p:xfrm>
        <a:graphic>
          <a:graphicData uri="http://schemas.openxmlformats.org/presentationml/2006/ole">
            <mc:AlternateContent xmlns:mc="http://schemas.openxmlformats.org/markup-compatibility/2006">
              <mc:Choice xmlns:v="urn:schemas-microsoft-com:vml" Requires="v">
                <p:oleObj spid="_x0000_s56326" name="公式" r:id="rId17" imgW="14630400" imgH="9753600" progId="Equation.3">
                  <p:embed/>
                </p:oleObj>
              </mc:Choice>
              <mc:Fallback>
                <p:oleObj name="公式" r:id="rId17" imgW="14630400" imgH="9753600" progId="Equation.3">
                  <p:embed/>
                  <p:pic>
                    <p:nvPicPr>
                      <p:cNvPr id="0" name="Object 78"/>
                      <p:cNvPicPr>
                        <a:picLocks noChangeAspect="1"/>
                      </p:cNvPicPr>
                      <p:nvPr/>
                    </p:nvPicPr>
                    <p:blipFill>
                      <a:blip r:embed="rId18"/>
                      <a:stretch>
                        <a:fillRect/>
                      </a:stretch>
                    </p:blipFill>
                    <p:spPr>
                      <a:xfrm>
                        <a:off x="4156075" y="5408613"/>
                        <a:ext cx="1096963" cy="731837"/>
                      </a:xfrm>
                      <a:prstGeom prst="rect">
                        <a:avLst/>
                      </a:prstGeom>
                      <a:noFill/>
                      <a:ln w="9525">
                        <a:noFill/>
                      </a:ln>
                    </p:spPr>
                  </p:pic>
                </p:oleObj>
              </mc:Fallback>
            </mc:AlternateContent>
          </a:graphicData>
        </a:graphic>
      </p:graphicFrame>
      <p:sp>
        <p:nvSpPr>
          <p:cNvPr id="125007" name="AutoShape 79"/>
          <p:cNvSpPr>
            <a:spLocks noChangeArrowheads="1"/>
          </p:cNvSpPr>
          <p:nvPr/>
        </p:nvSpPr>
        <p:spPr bwMode="auto">
          <a:xfrm>
            <a:off x="206375" y="17176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graphicFrame>
        <p:nvGraphicFramePr>
          <p:cNvPr id="125008" name="Object 80"/>
          <p:cNvGraphicFramePr>
            <a:graphicFrameLocks noChangeAspect="1"/>
          </p:cNvGraphicFramePr>
          <p:nvPr/>
        </p:nvGraphicFramePr>
        <p:xfrm>
          <a:off x="3309938" y="2122488"/>
          <a:ext cx="1171575" cy="939800"/>
        </p:xfrm>
        <a:graphic>
          <a:graphicData uri="http://schemas.openxmlformats.org/presentationml/2006/ole">
            <mc:AlternateContent xmlns:mc="http://schemas.openxmlformats.org/markup-compatibility/2006">
              <mc:Choice xmlns:v="urn:schemas-microsoft-com:vml" Requires="v">
                <p:oleObj spid="_x0000_s56327" name="公式" r:id="rId19" imgW="15544800" imgH="12496800" progId="Equation.3">
                  <p:embed/>
                </p:oleObj>
              </mc:Choice>
              <mc:Fallback>
                <p:oleObj name="公式" r:id="rId19" imgW="15544800" imgH="12496800" progId="Equation.3">
                  <p:embed/>
                  <p:pic>
                    <p:nvPicPr>
                      <p:cNvPr id="0" name="Object 80"/>
                      <p:cNvPicPr>
                        <a:picLocks noChangeAspect="1"/>
                      </p:cNvPicPr>
                      <p:nvPr/>
                    </p:nvPicPr>
                    <p:blipFill>
                      <a:blip r:embed="rId20"/>
                      <a:stretch>
                        <a:fillRect/>
                      </a:stretch>
                    </p:blipFill>
                    <p:spPr>
                      <a:xfrm>
                        <a:off x="3309938" y="2122488"/>
                        <a:ext cx="1171575" cy="939800"/>
                      </a:xfrm>
                      <a:prstGeom prst="rect">
                        <a:avLst/>
                      </a:prstGeom>
                      <a:noFill/>
                      <a:ln w="9525">
                        <a:noFill/>
                      </a:ln>
                    </p:spPr>
                  </p:pic>
                </p:oleObj>
              </mc:Fallback>
            </mc:AlternateContent>
          </a:graphicData>
        </a:graphic>
      </p:graphicFrame>
      <p:graphicFrame>
        <p:nvGraphicFramePr>
          <p:cNvPr id="125009" name="Object 81"/>
          <p:cNvGraphicFramePr>
            <a:graphicFrameLocks noChangeAspect="1"/>
          </p:cNvGraphicFramePr>
          <p:nvPr/>
        </p:nvGraphicFramePr>
        <p:xfrm>
          <a:off x="2392363" y="5354638"/>
          <a:ext cx="1695450" cy="773112"/>
        </p:xfrm>
        <a:graphic>
          <a:graphicData uri="http://schemas.openxmlformats.org/presentationml/2006/ole">
            <mc:AlternateContent xmlns:mc="http://schemas.openxmlformats.org/markup-compatibility/2006">
              <mc:Choice xmlns:v="urn:schemas-microsoft-com:vml" Requires="v">
                <p:oleObj spid="_x0000_s56328" name="公式" r:id="rId21" imgW="22555200" imgH="10363200" progId="Equation.3">
                  <p:embed/>
                </p:oleObj>
              </mc:Choice>
              <mc:Fallback>
                <p:oleObj name="公式" r:id="rId21" imgW="22555200" imgH="10363200" progId="Equation.3">
                  <p:embed/>
                  <p:pic>
                    <p:nvPicPr>
                      <p:cNvPr id="0" name="Object 81"/>
                      <p:cNvPicPr>
                        <a:picLocks noChangeAspect="1"/>
                      </p:cNvPicPr>
                      <p:nvPr/>
                    </p:nvPicPr>
                    <p:blipFill>
                      <a:blip r:embed="rId22"/>
                      <a:stretch>
                        <a:fillRect/>
                      </a:stretch>
                    </p:blipFill>
                    <p:spPr>
                      <a:xfrm>
                        <a:off x="2392363" y="5354638"/>
                        <a:ext cx="1695450" cy="773112"/>
                      </a:xfrm>
                      <a:prstGeom prst="rect">
                        <a:avLst/>
                      </a:prstGeom>
                      <a:noFill/>
                      <a:ln w="9525">
                        <a:noFill/>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4935"/>
                                        </p:tgtEl>
                                        <p:attrNameLst>
                                          <p:attrName>style.visibility</p:attrName>
                                        </p:attrNameLst>
                                      </p:cBhvr>
                                      <p:to>
                                        <p:strVal val="visible"/>
                                      </p:to>
                                    </p:set>
                                    <p:animEffect transition="in" filter="wipe(left)">
                                      <p:cBhvr>
                                        <p:cTn id="7" dur="500"/>
                                        <p:tgtEl>
                                          <p:spTgt spid="12493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4962"/>
                                        </p:tgtEl>
                                        <p:attrNameLst>
                                          <p:attrName>style.visibility</p:attrName>
                                        </p:attrNameLst>
                                      </p:cBhvr>
                                      <p:to>
                                        <p:strVal val="visible"/>
                                      </p:to>
                                    </p:set>
                                    <p:animEffect transition="in" filter="wipe(left)">
                                      <p:cBhvr>
                                        <p:cTn id="12" dur="500"/>
                                        <p:tgtEl>
                                          <p:spTgt spid="1249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24963"/>
                                        </p:tgtEl>
                                        <p:attrNameLst>
                                          <p:attrName>style.visibility</p:attrName>
                                        </p:attrNameLst>
                                      </p:cBhvr>
                                      <p:to>
                                        <p:strVal val="visible"/>
                                      </p:to>
                                    </p:set>
                                    <p:animEffect transition="in" filter="wipe(left)">
                                      <p:cBhvr>
                                        <p:cTn id="17" dur="500"/>
                                        <p:tgtEl>
                                          <p:spTgt spid="1249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4964"/>
                                        </p:tgtEl>
                                        <p:attrNameLst>
                                          <p:attrName>style.visibility</p:attrName>
                                        </p:attrNameLst>
                                      </p:cBhvr>
                                      <p:to>
                                        <p:strVal val="visible"/>
                                      </p:to>
                                    </p:set>
                                    <p:animEffect transition="in" filter="wipe(left)">
                                      <p:cBhvr>
                                        <p:cTn id="22" dur="500"/>
                                        <p:tgtEl>
                                          <p:spTgt spid="12496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5007"/>
                                        </p:tgtEl>
                                        <p:attrNameLst>
                                          <p:attrName>style.visibility</p:attrName>
                                        </p:attrNameLst>
                                      </p:cBhvr>
                                      <p:to>
                                        <p:strVal val="visible"/>
                                      </p:to>
                                    </p:set>
                                    <p:animEffect transition="in" filter="dissolve">
                                      <p:cBhvr>
                                        <p:cTn id="27" dur="1000"/>
                                        <p:tgtEl>
                                          <p:spTgt spid="125007"/>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124968"/>
                                        </p:tgtEl>
                                        <p:attrNameLst>
                                          <p:attrName>style.visibility</p:attrName>
                                        </p:attrNameLst>
                                      </p:cBhvr>
                                      <p:to>
                                        <p:strVal val="visible"/>
                                      </p:to>
                                    </p:set>
                                    <p:animEffect transition="in" filter="wipe(left)">
                                      <p:cBhvr>
                                        <p:cTn id="31" dur="500"/>
                                        <p:tgtEl>
                                          <p:spTgt spid="12496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24966"/>
                                        </p:tgtEl>
                                        <p:attrNameLst>
                                          <p:attrName>style.visibility</p:attrName>
                                        </p:attrNameLst>
                                      </p:cBhvr>
                                      <p:to>
                                        <p:strVal val="visible"/>
                                      </p:to>
                                    </p:set>
                                    <p:animEffect transition="in" filter="wipe(left)">
                                      <p:cBhvr>
                                        <p:cTn id="36" dur="500"/>
                                        <p:tgtEl>
                                          <p:spTgt spid="12496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24965"/>
                                        </p:tgtEl>
                                        <p:attrNameLst>
                                          <p:attrName>style.visibility</p:attrName>
                                        </p:attrNameLst>
                                      </p:cBhvr>
                                      <p:to>
                                        <p:strVal val="visible"/>
                                      </p:to>
                                    </p:set>
                                    <p:animEffect transition="in" filter="wipe(left)">
                                      <p:cBhvr>
                                        <p:cTn id="41" dur="500"/>
                                        <p:tgtEl>
                                          <p:spTgt spid="12496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125008"/>
                                        </p:tgtEl>
                                        <p:attrNameLst>
                                          <p:attrName>style.visibility</p:attrName>
                                        </p:attrNameLst>
                                      </p:cBhvr>
                                      <p:to>
                                        <p:strVal val="visible"/>
                                      </p:to>
                                    </p:set>
                                    <p:animEffect transition="in" filter="wipe(left)">
                                      <p:cBhvr>
                                        <p:cTn id="46" dur="500"/>
                                        <p:tgtEl>
                                          <p:spTgt spid="125008"/>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24967"/>
                                        </p:tgtEl>
                                        <p:attrNameLst>
                                          <p:attrName>style.visibility</p:attrName>
                                        </p:attrNameLst>
                                      </p:cBhvr>
                                      <p:to>
                                        <p:strVal val="visible"/>
                                      </p:to>
                                    </p:set>
                                    <p:animEffect transition="in" filter="wipe(left)">
                                      <p:cBhvr>
                                        <p:cTn id="51" dur="500"/>
                                        <p:tgtEl>
                                          <p:spTgt spid="12496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24975"/>
                                        </p:tgtEl>
                                        <p:attrNameLst>
                                          <p:attrName>style.visibility</p:attrName>
                                        </p:attrNameLst>
                                      </p:cBhvr>
                                      <p:to>
                                        <p:strVal val="visible"/>
                                      </p:to>
                                    </p:set>
                                    <p:animEffect transition="in" filter="wipe(left)">
                                      <p:cBhvr>
                                        <p:cTn id="56" dur="500"/>
                                        <p:tgtEl>
                                          <p:spTgt spid="124975"/>
                                        </p:tgtEl>
                                      </p:cBhvr>
                                    </p:animEffect>
                                  </p:childTnLst>
                                </p:cTn>
                              </p:par>
                            </p:childTnLst>
                          </p:cTn>
                        </p:par>
                        <p:par>
                          <p:cTn id="57" fill="hold">
                            <p:stCondLst>
                              <p:cond delay="500"/>
                            </p:stCondLst>
                            <p:childTnLst>
                              <p:par>
                                <p:cTn id="58" presetID="22" presetClass="entr" presetSubtype="8" fill="hold" grpId="0" nodeType="afterEffect">
                                  <p:stCondLst>
                                    <p:cond delay="0"/>
                                  </p:stCondLst>
                                  <p:childTnLst>
                                    <p:set>
                                      <p:cBhvr>
                                        <p:cTn id="59" dur="1" fill="hold">
                                          <p:stCondLst>
                                            <p:cond delay="0"/>
                                          </p:stCondLst>
                                        </p:cTn>
                                        <p:tgtEl>
                                          <p:spTgt spid="124978"/>
                                        </p:tgtEl>
                                        <p:attrNameLst>
                                          <p:attrName>style.visibility</p:attrName>
                                        </p:attrNameLst>
                                      </p:cBhvr>
                                      <p:to>
                                        <p:strVal val="visible"/>
                                      </p:to>
                                    </p:set>
                                    <p:animEffect transition="in" filter="wipe(left)">
                                      <p:cBhvr>
                                        <p:cTn id="60" dur="500"/>
                                        <p:tgtEl>
                                          <p:spTgt spid="124978"/>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124970"/>
                                        </p:tgtEl>
                                        <p:attrNameLst>
                                          <p:attrName>style.visibility</p:attrName>
                                        </p:attrNameLst>
                                      </p:cBhvr>
                                      <p:to>
                                        <p:strVal val="visible"/>
                                      </p:to>
                                    </p:set>
                                    <p:animEffect transition="in" filter="wipe(left)">
                                      <p:cBhvr>
                                        <p:cTn id="65" dur="500"/>
                                        <p:tgtEl>
                                          <p:spTgt spid="124970"/>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124974"/>
                                        </p:tgtEl>
                                        <p:attrNameLst>
                                          <p:attrName>style.visibility</p:attrName>
                                        </p:attrNameLst>
                                      </p:cBhvr>
                                      <p:to>
                                        <p:strVal val="visible"/>
                                      </p:to>
                                    </p:set>
                                    <p:animEffect transition="in" filter="wipe(left)">
                                      <p:cBhvr>
                                        <p:cTn id="70" dur="500"/>
                                        <p:tgtEl>
                                          <p:spTgt spid="12497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24973"/>
                                        </p:tgtEl>
                                        <p:attrNameLst>
                                          <p:attrName>style.visibility</p:attrName>
                                        </p:attrNameLst>
                                      </p:cBhvr>
                                      <p:to>
                                        <p:strVal val="visible"/>
                                      </p:to>
                                    </p:set>
                                    <p:animEffect transition="in" filter="wipe(left)">
                                      <p:cBhvr>
                                        <p:cTn id="75" dur="500"/>
                                        <p:tgtEl>
                                          <p:spTgt spid="124973"/>
                                        </p:tgtEl>
                                      </p:cBhvr>
                                    </p:animEffect>
                                  </p:childTnLst>
                                </p:cTn>
                              </p:par>
                            </p:childTnLst>
                          </p:cTn>
                        </p:par>
                        <p:par>
                          <p:cTn id="76" fill="hold">
                            <p:stCondLst>
                              <p:cond delay="500"/>
                            </p:stCondLst>
                            <p:childTnLst>
                              <p:par>
                                <p:cTn id="77" presetID="22" presetClass="entr" presetSubtype="8" fill="hold" nodeType="afterEffect">
                                  <p:stCondLst>
                                    <p:cond delay="0"/>
                                  </p:stCondLst>
                                  <p:childTnLst>
                                    <p:set>
                                      <p:cBhvr>
                                        <p:cTn id="78" dur="1" fill="hold">
                                          <p:stCondLst>
                                            <p:cond delay="0"/>
                                          </p:stCondLst>
                                        </p:cTn>
                                        <p:tgtEl>
                                          <p:spTgt spid="124977"/>
                                        </p:tgtEl>
                                        <p:attrNameLst>
                                          <p:attrName>style.visibility</p:attrName>
                                        </p:attrNameLst>
                                      </p:cBhvr>
                                      <p:to>
                                        <p:strVal val="visible"/>
                                      </p:to>
                                    </p:set>
                                    <p:animEffect transition="in" filter="wipe(left)">
                                      <p:cBhvr>
                                        <p:cTn id="79" dur="500"/>
                                        <p:tgtEl>
                                          <p:spTgt spid="12497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124984"/>
                                        </p:tgtEl>
                                        <p:attrNameLst>
                                          <p:attrName>style.visibility</p:attrName>
                                        </p:attrNameLst>
                                      </p:cBhvr>
                                      <p:to>
                                        <p:strVal val="visible"/>
                                      </p:to>
                                    </p:set>
                                    <p:animEffect transition="in" filter="wipe(left)">
                                      <p:cBhvr>
                                        <p:cTn id="84" dur="500"/>
                                        <p:tgtEl>
                                          <p:spTgt spid="124984"/>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124971"/>
                                        </p:tgtEl>
                                        <p:attrNameLst>
                                          <p:attrName>style.visibility</p:attrName>
                                        </p:attrNameLst>
                                      </p:cBhvr>
                                      <p:to>
                                        <p:strVal val="visible"/>
                                      </p:to>
                                    </p:set>
                                    <p:animEffect transition="in" filter="wipe(left)">
                                      <p:cBhvr>
                                        <p:cTn id="89" dur="500"/>
                                        <p:tgtEl>
                                          <p:spTgt spid="124971"/>
                                        </p:tgtEl>
                                      </p:cBhvr>
                                    </p:animEffect>
                                  </p:childTnLst>
                                </p:cTn>
                              </p:par>
                            </p:childTnLst>
                          </p:cTn>
                        </p:par>
                        <p:par>
                          <p:cTn id="90" fill="hold">
                            <p:stCondLst>
                              <p:cond delay="500"/>
                            </p:stCondLst>
                            <p:childTnLst>
                              <p:par>
                                <p:cTn id="91" presetID="22" presetClass="entr" presetSubtype="8" fill="hold" grpId="0" nodeType="afterEffect">
                                  <p:stCondLst>
                                    <p:cond delay="0"/>
                                  </p:stCondLst>
                                  <p:childTnLst>
                                    <p:set>
                                      <p:cBhvr>
                                        <p:cTn id="92" dur="1" fill="hold">
                                          <p:stCondLst>
                                            <p:cond delay="0"/>
                                          </p:stCondLst>
                                        </p:cTn>
                                        <p:tgtEl>
                                          <p:spTgt spid="124972"/>
                                        </p:tgtEl>
                                        <p:attrNameLst>
                                          <p:attrName>style.visibility</p:attrName>
                                        </p:attrNameLst>
                                      </p:cBhvr>
                                      <p:to>
                                        <p:strVal val="visible"/>
                                      </p:to>
                                    </p:set>
                                    <p:animEffect transition="in" filter="wipe(left)">
                                      <p:cBhvr>
                                        <p:cTn id="93" dur="500"/>
                                        <p:tgtEl>
                                          <p:spTgt spid="124972"/>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124969"/>
                                        </p:tgtEl>
                                        <p:attrNameLst>
                                          <p:attrName>style.visibility</p:attrName>
                                        </p:attrNameLst>
                                      </p:cBhvr>
                                      <p:to>
                                        <p:strVal val="visible"/>
                                      </p:to>
                                    </p:set>
                                    <p:animEffect transition="in" filter="wipe(left)">
                                      <p:cBhvr>
                                        <p:cTn id="97" dur="500"/>
                                        <p:tgtEl>
                                          <p:spTgt spid="124969"/>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124983"/>
                                        </p:tgtEl>
                                        <p:attrNameLst>
                                          <p:attrName>style.visibility</p:attrName>
                                        </p:attrNameLst>
                                      </p:cBhvr>
                                      <p:to>
                                        <p:strVal val="visible"/>
                                      </p:to>
                                    </p:set>
                                    <p:animEffect transition="in" filter="wipe(left)">
                                      <p:cBhvr>
                                        <p:cTn id="102" dur="500"/>
                                        <p:tgtEl>
                                          <p:spTgt spid="124983"/>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grpId="0" nodeType="clickEffect">
                                  <p:stCondLst>
                                    <p:cond delay="0"/>
                                  </p:stCondLst>
                                  <p:childTnLst>
                                    <p:set>
                                      <p:cBhvr>
                                        <p:cTn id="106" dur="1" fill="hold">
                                          <p:stCondLst>
                                            <p:cond delay="0"/>
                                          </p:stCondLst>
                                        </p:cTn>
                                        <p:tgtEl>
                                          <p:spTgt spid="124979"/>
                                        </p:tgtEl>
                                        <p:attrNameLst>
                                          <p:attrName>style.visibility</p:attrName>
                                        </p:attrNameLst>
                                      </p:cBhvr>
                                      <p:to>
                                        <p:strVal val="visible"/>
                                      </p:to>
                                    </p:set>
                                    <p:animEffect transition="in" filter="wipe(left)">
                                      <p:cBhvr>
                                        <p:cTn id="107" dur="500"/>
                                        <p:tgtEl>
                                          <p:spTgt spid="124979"/>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124980"/>
                                        </p:tgtEl>
                                        <p:attrNameLst>
                                          <p:attrName>style.visibility</p:attrName>
                                        </p:attrNameLst>
                                      </p:cBhvr>
                                      <p:to>
                                        <p:strVal val="visible"/>
                                      </p:to>
                                    </p:set>
                                    <p:animEffect transition="in" filter="wipe(left)">
                                      <p:cBhvr>
                                        <p:cTn id="112" dur="500"/>
                                        <p:tgtEl>
                                          <p:spTgt spid="124980"/>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8" fill="hold" grpId="0" nodeType="clickEffect">
                                  <p:stCondLst>
                                    <p:cond delay="0"/>
                                  </p:stCondLst>
                                  <p:childTnLst>
                                    <p:set>
                                      <p:cBhvr>
                                        <p:cTn id="116" dur="1" fill="hold">
                                          <p:stCondLst>
                                            <p:cond delay="0"/>
                                          </p:stCondLst>
                                        </p:cTn>
                                        <p:tgtEl>
                                          <p:spTgt spid="124976"/>
                                        </p:tgtEl>
                                        <p:attrNameLst>
                                          <p:attrName>style.visibility</p:attrName>
                                        </p:attrNameLst>
                                      </p:cBhvr>
                                      <p:to>
                                        <p:strVal val="visible"/>
                                      </p:to>
                                    </p:set>
                                    <p:animEffect transition="in" filter="wipe(left)">
                                      <p:cBhvr>
                                        <p:cTn id="117" dur="500"/>
                                        <p:tgtEl>
                                          <p:spTgt spid="12497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124981"/>
                                        </p:tgtEl>
                                        <p:attrNameLst>
                                          <p:attrName>style.visibility</p:attrName>
                                        </p:attrNameLst>
                                      </p:cBhvr>
                                      <p:to>
                                        <p:strVal val="visible"/>
                                      </p:to>
                                    </p:set>
                                    <p:animEffect transition="in" filter="wipe(left)">
                                      <p:cBhvr>
                                        <p:cTn id="122" dur="500"/>
                                        <p:tgtEl>
                                          <p:spTgt spid="124981"/>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124982"/>
                                        </p:tgtEl>
                                        <p:attrNameLst>
                                          <p:attrName>style.visibility</p:attrName>
                                        </p:attrNameLst>
                                      </p:cBhvr>
                                      <p:to>
                                        <p:strVal val="visible"/>
                                      </p:to>
                                    </p:set>
                                    <p:animEffect transition="in" filter="wipe(left)">
                                      <p:cBhvr>
                                        <p:cTn id="127" dur="500"/>
                                        <p:tgtEl>
                                          <p:spTgt spid="124982"/>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0" nodeType="clickEffect">
                                  <p:stCondLst>
                                    <p:cond delay="0"/>
                                  </p:stCondLst>
                                  <p:childTnLst>
                                    <p:set>
                                      <p:cBhvr>
                                        <p:cTn id="131" dur="1" fill="hold">
                                          <p:stCondLst>
                                            <p:cond delay="0"/>
                                          </p:stCondLst>
                                        </p:cTn>
                                        <p:tgtEl>
                                          <p:spTgt spid="124985"/>
                                        </p:tgtEl>
                                        <p:attrNameLst>
                                          <p:attrName>style.visibility</p:attrName>
                                        </p:attrNameLst>
                                      </p:cBhvr>
                                      <p:to>
                                        <p:strVal val="visible"/>
                                      </p:to>
                                    </p:set>
                                    <p:animEffect transition="in" filter="wipe(left)">
                                      <p:cBhvr>
                                        <p:cTn id="132" dur="500"/>
                                        <p:tgtEl>
                                          <p:spTgt spid="124985"/>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grpId="0" nodeType="clickEffect">
                                  <p:stCondLst>
                                    <p:cond delay="0"/>
                                  </p:stCondLst>
                                  <p:childTnLst>
                                    <p:set>
                                      <p:cBhvr>
                                        <p:cTn id="136" dur="1" fill="hold">
                                          <p:stCondLst>
                                            <p:cond delay="0"/>
                                          </p:stCondLst>
                                        </p:cTn>
                                        <p:tgtEl>
                                          <p:spTgt spid="124986"/>
                                        </p:tgtEl>
                                        <p:attrNameLst>
                                          <p:attrName>style.visibility</p:attrName>
                                        </p:attrNameLst>
                                      </p:cBhvr>
                                      <p:to>
                                        <p:strVal val="visible"/>
                                      </p:to>
                                    </p:set>
                                    <p:animEffect transition="in" filter="wipe(left)">
                                      <p:cBhvr>
                                        <p:cTn id="137" dur="500"/>
                                        <p:tgtEl>
                                          <p:spTgt spid="124986"/>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grpId="0" nodeType="clickEffect">
                                  <p:stCondLst>
                                    <p:cond delay="0"/>
                                  </p:stCondLst>
                                  <p:childTnLst>
                                    <p:set>
                                      <p:cBhvr>
                                        <p:cTn id="141" dur="1" fill="hold">
                                          <p:stCondLst>
                                            <p:cond delay="0"/>
                                          </p:stCondLst>
                                        </p:cTn>
                                        <p:tgtEl>
                                          <p:spTgt spid="124987"/>
                                        </p:tgtEl>
                                        <p:attrNameLst>
                                          <p:attrName>style.visibility</p:attrName>
                                        </p:attrNameLst>
                                      </p:cBhvr>
                                      <p:to>
                                        <p:strVal val="visible"/>
                                      </p:to>
                                    </p:set>
                                    <p:animEffect transition="in" filter="wipe(left)">
                                      <p:cBhvr>
                                        <p:cTn id="142" dur="500"/>
                                        <p:tgtEl>
                                          <p:spTgt spid="124987"/>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8" fill="hold" nodeType="clickEffect">
                                  <p:stCondLst>
                                    <p:cond delay="0"/>
                                  </p:stCondLst>
                                  <p:childTnLst>
                                    <p:set>
                                      <p:cBhvr>
                                        <p:cTn id="146" dur="1" fill="hold">
                                          <p:stCondLst>
                                            <p:cond delay="0"/>
                                          </p:stCondLst>
                                        </p:cTn>
                                        <p:tgtEl>
                                          <p:spTgt spid="2"/>
                                        </p:tgtEl>
                                        <p:attrNameLst>
                                          <p:attrName>style.visibility</p:attrName>
                                        </p:attrNameLst>
                                      </p:cBhvr>
                                      <p:to>
                                        <p:strVal val="visible"/>
                                      </p:to>
                                    </p:set>
                                    <p:animEffect transition="in" filter="wipe(left)">
                                      <p:cBhvr>
                                        <p:cTn id="147" dur="500"/>
                                        <p:tgtEl>
                                          <p:spTgt spid="2"/>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125005"/>
                                        </p:tgtEl>
                                        <p:attrNameLst>
                                          <p:attrName>style.visibility</p:attrName>
                                        </p:attrNameLst>
                                      </p:cBhvr>
                                      <p:to>
                                        <p:strVal val="visible"/>
                                      </p:to>
                                    </p:set>
                                    <p:animEffect transition="in" filter="wipe(left)">
                                      <p:cBhvr>
                                        <p:cTn id="152" dur="500"/>
                                        <p:tgtEl>
                                          <p:spTgt spid="125005"/>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8" fill="hold" nodeType="clickEffect">
                                  <p:stCondLst>
                                    <p:cond delay="0"/>
                                  </p:stCondLst>
                                  <p:childTnLst>
                                    <p:set>
                                      <p:cBhvr>
                                        <p:cTn id="156" dur="1" fill="hold">
                                          <p:stCondLst>
                                            <p:cond delay="0"/>
                                          </p:stCondLst>
                                        </p:cTn>
                                        <p:tgtEl>
                                          <p:spTgt spid="125009"/>
                                        </p:tgtEl>
                                        <p:attrNameLst>
                                          <p:attrName>style.visibility</p:attrName>
                                        </p:attrNameLst>
                                      </p:cBhvr>
                                      <p:to>
                                        <p:strVal val="visible"/>
                                      </p:to>
                                    </p:set>
                                    <p:animEffect transition="in" filter="wipe(left)">
                                      <p:cBhvr>
                                        <p:cTn id="157" dur="500"/>
                                        <p:tgtEl>
                                          <p:spTgt spid="125009"/>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nodeType="clickEffect">
                                  <p:stCondLst>
                                    <p:cond delay="0"/>
                                  </p:stCondLst>
                                  <p:childTnLst>
                                    <p:set>
                                      <p:cBhvr>
                                        <p:cTn id="161" dur="1" fill="hold">
                                          <p:stCondLst>
                                            <p:cond delay="0"/>
                                          </p:stCondLst>
                                        </p:cTn>
                                        <p:tgtEl>
                                          <p:spTgt spid="125006"/>
                                        </p:tgtEl>
                                        <p:attrNameLst>
                                          <p:attrName>style.visibility</p:attrName>
                                        </p:attrNameLst>
                                      </p:cBhvr>
                                      <p:to>
                                        <p:strVal val="visible"/>
                                      </p:to>
                                    </p:set>
                                    <p:animEffect transition="in" filter="wipe(left)">
                                      <p:cBhvr>
                                        <p:cTn id="162" dur="500"/>
                                        <p:tgtEl>
                                          <p:spTgt spid="125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5" grpId="0" autoUpdateAnimBg="0"/>
      <p:bldP spid="124962" grpId="0" autoUpdateAnimBg="0"/>
      <p:bldP spid="124964" grpId="0" autoUpdateAnimBg="0"/>
      <p:bldP spid="124966" grpId="0" autoUpdateAnimBg="0"/>
      <p:bldP spid="124967" grpId="0" autoUpdateAnimBg="0"/>
      <p:bldP spid="124968" grpId="0" autoUpdateAnimBg="0"/>
      <p:bldP spid="124969" grpId="0" animBg="1"/>
      <p:bldP spid="124970" grpId="0" animBg="1"/>
      <p:bldP spid="124971" grpId="0" animBg="1"/>
      <p:bldP spid="124972" grpId="0" animBg="1"/>
      <p:bldP spid="124973" grpId="0" animBg="1"/>
      <p:bldP spid="124974" grpId="0"/>
      <p:bldP spid="124975" grpId="0"/>
      <p:bldP spid="124976" grpId="0"/>
      <p:bldP spid="124978" grpId="0"/>
      <p:bldP spid="124979" grpId="0" animBg="1"/>
      <p:bldP spid="124980" grpId="0" animBg="1"/>
      <p:bldP spid="124981" grpId="0"/>
      <p:bldP spid="124982" grpId="0"/>
      <p:bldP spid="124983" grpId="0" animBg="1"/>
      <p:bldP spid="124984" grpId="0" animBg="1"/>
      <p:bldP spid="124985" grpId="0"/>
      <p:bldP spid="124986" grpId="0" autoUpdateAnimBg="0"/>
      <p:bldP spid="124987" grpId="0" animBg="1"/>
      <p:bldP spid="12500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1428" name="Object 4"/>
          <p:cNvGraphicFramePr>
            <a:graphicFrameLocks noChangeAspect="1"/>
          </p:cNvGraphicFramePr>
          <p:nvPr/>
        </p:nvGraphicFramePr>
        <p:xfrm>
          <a:off x="2708275" y="587375"/>
          <a:ext cx="903288" cy="411163"/>
        </p:xfrm>
        <a:graphic>
          <a:graphicData uri="http://schemas.openxmlformats.org/presentationml/2006/ole">
            <mc:AlternateContent xmlns:mc="http://schemas.openxmlformats.org/markup-compatibility/2006">
              <mc:Choice xmlns:v="urn:schemas-microsoft-com:vml" Requires="v">
                <p:oleObj spid="_x0000_s57345" name="公式" r:id="rId1" imgW="11887200" imgH="5486400" progId="Equation.3">
                  <p:embed/>
                </p:oleObj>
              </mc:Choice>
              <mc:Fallback>
                <p:oleObj name="公式" r:id="rId1" imgW="11887200" imgH="5486400" progId="Equation.3">
                  <p:embed/>
                  <p:pic>
                    <p:nvPicPr>
                      <p:cNvPr id="0" name="Object 4"/>
                      <p:cNvPicPr>
                        <a:picLocks noChangeAspect="1"/>
                      </p:cNvPicPr>
                      <p:nvPr/>
                    </p:nvPicPr>
                    <p:blipFill>
                      <a:blip r:embed="rId2"/>
                      <a:stretch>
                        <a:fillRect/>
                      </a:stretch>
                    </p:blipFill>
                    <p:spPr>
                      <a:xfrm>
                        <a:off x="2708275" y="587375"/>
                        <a:ext cx="903288" cy="411163"/>
                      </a:xfrm>
                      <a:prstGeom prst="rect">
                        <a:avLst/>
                      </a:prstGeom>
                      <a:noFill/>
                      <a:ln w="19050">
                        <a:noFill/>
                      </a:ln>
                    </p:spPr>
                  </p:pic>
                </p:oleObj>
              </mc:Fallback>
            </mc:AlternateContent>
          </a:graphicData>
        </a:graphic>
      </p:graphicFrame>
      <p:sp>
        <p:nvSpPr>
          <p:cNvPr id="231430" name="AutoShape 6"/>
          <p:cNvSpPr>
            <a:spLocks noChangeArrowheads="1"/>
          </p:cNvSpPr>
          <p:nvPr/>
        </p:nvSpPr>
        <p:spPr bwMode="auto">
          <a:xfrm>
            <a:off x="3875088" y="677863"/>
            <a:ext cx="719137" cy="188912"/>
          </a:xfrm>
          <a:prstGeom prst="rightArrow">
            <a:avLst>
              <a:gd name="adj1" fmla="val 50000"/>
              <a:gd name="adj2" fmla="val 95168"/>
            </a:avLst>
          </a:prstGeom>
          <a:solidFill>
            <a:srgbClr val="0000FF"/>
          </a:solidFill>
          <a:ln w="9525">
            <a:solidFill>
              <a:schemeClr val="tx1"/>
            </a:solidFill>
            <a:miter lim="800000"/>
          </a:ln>
        </p:spPr>
        <p:txBody>
          <a:bodyPr wrap="none" anchor="ctr"/>
          <a:lstStyle/>
          <a:p>
            <a:endParaRPr lang="zh-CN" altLang="en-US"/>
          </a:p>
        </p:txBody>
      </p:sp>
      <p:graphicFrame>
        <p:nvGraphicFramePr>
          <p:cNvPr id="231431" name="Object 7"/>
          <p:cNvGraphicFramePr>
            <a:graphicFrameLocks noChangeAspect="1"/>
          </p:cNvGraphicFramePr>
          <p:nvPr/>
        </p:nvGraphicFramePr>
        <p:xfrm>
          <a:off x="4797425" y="587375"/>
          <a:ext cx="1323975" cy="366713"/>
        </p:xfrm>
        <a:graphic>
          <a:graphicData uri="http://schemas.openxmlformats.org/presentationml/2006/ole">
            <mc:AlternateContent xmlns:mc="http://schemas.openxmlformats.org/markup-compatibility/2006">
              <mc:Choice xmlns:v="urn:schemas-microsoft-com:vml" Requires="v">
                <p:oleObj spid="_x0000_s57347" name="公式" r:id="rId3" imgW="17678400" imgH="4876800" progId="Equation.3">
                  <p:embed/>
                </p:oleObj>
              </mc:Choice>
              <mc:Fallback>
                <p:oleObj name="公式" r:id="rId3" imgW="17678400" imgH="4876800" progId="Equation.3">
                  <p:embed/>
                  <p:pic>
                    <p:nvPicPr>
                      <p:cNvPr id="0" name="Object 7"/>
                      <p:cNvPicPr>
                        <a:picLocks noChangeAspect="1"/>
                      </p:cNvPicPr>
                      <p:nvPr/>
                    </p:nvPicPr>
                    <p:blipFill>
                      <a:blip r:embed="rId4"/>
                      <a:stretch>
                        <a:fillRect/>
                      </a:stretch>
                    </p:blipFill>
                    <p:spPr>
                      <a:xfrm>
                        <a:off x="4797425" y="587375"/>
                        <a:ext cx="1323975" cy="366713"/>
                      </a:xfrm>
                      <a:prstGeom prst="rect">
                        <a:avLst/>
                      </a:prstGeom>
                      <a:noFill/>
                      <a:ln w="9525">
                        <a:noFill/>
                      </a:ln>
                    </p:spPr>
                  </p:pic>
                </p:oleObj>
              </mc:Fallback>
            </mc:AlternateContent>
          </a:graphicData>
        </a:graphic>
      </p:graphicFrame>
      <p:sp>
        <p:nvSpPr>
          <p:cNvPr id="231432" name="Rectangle 8"/>
          <p:cNvSpPr>
            <a:spLocks noChangeArrowheads="1"/>
          </p:cNvSpPr>
          <p:nvPr/>
        </p:nvSpPr>
        <p:spPr bwMode="auto">
          <a:xfrm>
            <a:off x="161925" y="496888"/>
            <a:ext cx="3313113" cy="457200"/>
          </a:xfrm>
          <a:prstGeom prst="rect">
            <a:avLst/>
          </a:prstGeom>
          <a:noFill/>
          <a:ln w="9525">
            <a:noFill/>
            <a:miter lim="800000"/>
          </a:ln>
        </p:spPr>
        <p:txBody>
          <a:bodyPr>
            <a:spAutoFit/>
          </a:bodyPr>
          <a:lstStyle/>
          <a:p>
            <a:pPr algn="l" eaLnBrk="0" hangingPunct="0"/>
            <a:r>
              <a:rPr kumimoji="0" lang="zh-CN" altLang="en-US" b="1" i="0">
                <a:solidFill>
                  <a:srgbClr val="336600"/>
                </a:solidFill>
                <a:latin typeface="Times New Roman" panose="02020603050405020304" pitchFamily="18" charset="0"/>
              </a:rPr>
              <a:t>对定轴转动刚体：</a:t>
            </a:r>
            <a:endParaRPr kumimoji="0" lang="zh-CN" altLang="en-US" b="1" i="0">
              <a:solidFill>
                <a:srgbClr val="336600"/>
              </a:solidFill>
              <a:latin typeface="Times New Roman" panose="02020603050405020304" pitchFamily="18" charset="0"/>
            </a:endParaRPr>
          </a:p>
        </p:txBody>
      </p:sp>
      <p:sp>
        <p:nvSpPr>
          <p:cNvPr id="231437" name="Rectangle 13"/>
          <p:cNvSpPr>
            <a:spLocks noChangeArrowheads="1"/>
          </p:cNvSpPr>
          <p:nvPr/>
        </p:nvSpPr>
        <p:spPr bwMode="auto">
          <a:xfrm>
            <a:off x="611188" y="1520825"/>
            <a:ext cx="7002462" cy="479425"/>
          </a:xfrm>
          <a:prstGeom prst="rect">
            <a:avLst/>
          </a:prstGeom>
          <a:noFill/>
          <a:ln w="9525">
            <a:noFill/>
            <a:miter lim="800000"/>
          </a:ln>
        </p:spPr>
        <p:txBody>
          <a:bodyPr>
            <a:spAutoFit/>
          </a:bodyPr>
          <a:lstStyle/>
          <a:p>
            <a:pPr marL="627380" indent="-627380" algn="l" eaLnBrk="0" hangingPunct="0">
              <a:lnSpc>
                <a:spcPct val="115000"/>
              </a:lnSpc>
            </a:pPr>
            <a:r>
              <a:rPr kumimoji="0" lang="zh-CN" altLang="en-US" b="1" i="0">
                <a:solidFill>
                  <a:schemeClr val="bg1"/>
                </a:solidFill>
                <a:latin typeface="Times New Roman" panose="02020603050405020304" pitchFamily="18" charset="0"/>
              </a:rPr>
              <a:t>变形体绕某轴转动时，若</a:t>
            </a:r>
            <a:endParaRPr kumimoji="0" lang="zh-CN" altLang="en-US" b="1" i="0">
              <a:solidFill>
                <a:schemeClr val="bg1"/>
              </a:solidFill>
              <a:latin typeface="Times New Roman" panose="02020603050405020304" pitchFamily="18" charset="0"/>
            </a:endParaRPr>
          </a:p>
        </p:txBody>
      </p:sp>
      <p:sp>
        <p:nvSpPr>
          <p:cNvPr id="231438" name="Text Box 14"/>
          <p:cNvSpPr txBox="1">
            <a:spLocks noChangeArrowheads="1"/>
          </p:cNvSpPr>
          <p:nvPr/>
        </p:nvSpPr>
        <p:spPr bwMode="auto">
          <a:xfrm>
            <a:off x="574675" y="1035050"/>
            <a:ext cx="1657350" cy="512763"/>
          </a:xfrm>
          <a:prstGeom prst="rect">
            <a:avLst/>
          </a:prstGeom>
          <a:noFill/>
          <a:ln w="9525">
            <a:noFill/>
            <a:miter lim="800000"/>
          </a:ln>
        </p:spPr>
        <p:txBody>
          <a:bodyPr>
            <a:spAutoFit/>
          </a:bodyPr>
          <a:lstStyle/>
          <a:p>
            <a:pPr algn="l">
              <a:lnSpc>
                <a:spcPct val="115000"/>
              </a:lnSpc>
              <a:buClr>
                <a:srgbClr val="CC0000"/>
              </a:buClr>
              <a:buFont typeface="Wingdings" panose="05000000000000000000" pitchFamily="2" charset="2"/>
              <a:buNone/>
            </a:pPr>
            <a:r>
              <a:rPr lang="zh-CN" altLang="en-US" b="1" i="0">
                <a:solidFill>
                  <a:srgbClr val="FF6600"/>
                </a:solidFill>
                <a:latin typeface="宋体" panose="02010600030101010101" pitchFamily="2" charset="-122"/>
              </a:rPr>
              <a:t>说明</a:t>
            </a:r>
            <a:endParaRPr lang="zh-CN" altLang="en-US" b="1" i="0">
              <a:solidFill>
                <a:srgbClr val="FF6600"/>
              </a:solidFill>
              <a:latin typeface="宋体" panose="02010600030101010101" pitchFamily="2" charset="-122"/>
            </a:endParaRPr>
          </a:p>
        </p:txBody>
      </p:sp>
      <p:graphicFrame>
        <p:nvGraphicFramePr>
          <p:cNvPr id="231439" name="Object 15"/>
          <p:cNvGraphicFramePr>
            <a:graphicFrameLocks noChangeAspect="1"/>
          </p:cNvGraphicFramePr>
          <p:nvPr/>
        </p:nvGraphicFramePr>
        <p:xfrm>
          <a:off x="4257675" y="1622425"/>
          <a:ext cx="903288" cy="411163"/>
        </p:xfrm>
        <a:graphic>
          <a:graphicData uri="http://schemas.openxmlformats.org/presentationml/2006/ole">
            <mc:AlternateContent xmlns:mc="http://schemas.openxmlformats.org/markup-compatibility/2006">
              <mc:Choice xmlns:v="urn:schemas-microsoft-com:vml" Requires="v">
                <p:oleObj spid="_x0000_s57348" name="公式" r:id="rId5" imgW="11887200" imgH="5486400" progId="Equation.3">
                  <p:embed/>
                </p:oleObj>
              </mc:Choice>
              <mc:Fallback>
                <p:oleObj name="公式" r:id="rId5" imgW="11887200" imgH="5486400" progId="Equation.3">
                  <p:embed/>
                  <p:pic>
                    <p:nvPicPr>
                      <p:cNvPr id="0" name="Object 15"/>
                      <p:cNvPicPr>
                        <a:picLocks noChangeAspect="1"/>
                      </p:cNvPicPr>
                      <p:nvPr/>
                    </p:nvPicPr>
                    <p:blipFill>
                      <a:blip r:embed="rId6"/>
                      <a:stretch>
                        <a:fillRect/>
                      </a:stretch>
                    </p:blipFill>
                    <p:spPr>
                      <a:xfrm>
                        <a:off x="4257675" y="1622425"/>
                        <a:ext cx="903288" cy="411163"/>
                      </a:xfrm>
                      <a:prstGeom prst="rect">
                        <a:avLst/>
                      </a:prstGeom>
                      <a:noFill/>
                      <a:ln w="19050">
                        <a:noFill/>
                      </a:ln>
                    </p:spPr>
                  </p:pic>
                </p:oleObj>
              </mc:Fallback>
            </mc:AlternateContent>
          </a:graphicData>
        </a:graphic>
      </p:graphicFrame>
      <p:grpSp>
        <p:nvGrpSpPr>
          <p:cNvPr id="2" name="Group 16"/>
          <p:cNvGrpSpPr/>
          <p:nvPr/>
        </p:nvGrpSpPr>
        <p:grpSpPr bwMode="auto">
          <a:xfrm>
            <a:off x="7002463" y="1149350"/>
            <a:ext cx="1655762" cy="2189163"/>
            <a:chOff x="4377" y="2432"/>
            <a:chExt cx="1043" cy="1379"/>
          </a:xfrm>
        </p:grpSpPr>
        <p:sp>
          <p:nvSpPr>
            <p:cNvPr id="57374" name="Line 17"/>
            <p:cNvSpPr>
              <a:spLocks noChangeShapeType="1"/>
            </p:cNvSpPr>
            <p:nvPr/>
          </p:nvSpPr>
          <p:spPr bwMode="auto">
            <a:xfrm flipV="1">
              <a:off x="4876" y="2478"/>
              <a:ext cx="0" cy="1333"/>
            </a:xfrm>
            <a:prstGeom prst="line">
              <a:avLst/>
            </a:prstGeom>
            <a:noFill/>
            <a:ln w="28575">
              <a:solidFill>
                <a:schemeClr val="accent2"/>
              </a:solidFill>
              <a:round/>
              <a:tailEnd type="triangle" w="med" len="med"/>
            </a:ln>
          </p:spPr>
          <p:txBody>
            <a:bodyPr/>
            <a:lstStyle/>
            <a:p>
              <a:endParaRPr lang="zh-CN" altLang="en-US"/>
            </a:p>
          </p:txBody>
        </p:sp>
        <p:graphicFrame>
          <p:nvGraphicFramePr>
            <p:cNvPr id="57355" name="Object 18"/>
            <p:cNvGraphicFramePr/>
            <p:nvPr/>
          </p:nvGraphicFramePr>
          <p:xfrm>
            <a:off x="5012" y="2568"/>
            <a:ext cx="226" cy="317"/>
          </p:xfrm>
          <a:graphic>
            <a:graphicData uri="http://schemas.openxmlformats.org/presentationml/2006/ole">
              <mc:AlternateContent xmlns:mc="http://schemas.openxmlformats.org/markup-compatibility/2006">
                <mc:Choice xmlns:v="urn:schemas-microsoft-com:vml" Requires="v">
                  <p:oleObj spid="_x0000_s57355" name="公式" r:id="rId7" imgW="3352800" imgH="5486400" progId="Equation.3">
                    <p:embed/>
                  </p:oleObj>
                </mc:Choice>
                <mc:Fallback>
                  <p:oleObj name="公式" r:id="rId7" imgW="3352800" imgH="5486400" progId="Equation.3">
                    <p:embed/>
                    <p:pic>
                      <p:nvPicPr>
                        <p:cNvPr id="0" name="Object 18"/>
                        <p:cNvPicPr/>
                        <p:nvPr/>
                      </p:nvPicPr>
                      <p:blipFill>
                        <a:blip r:embed="rId8"/>
                        <a:stretch>
                          <a:fillRect/>
                        </a:stretch>
                      </p:blipFill>
                      <p:spPr>
                        <a:xfrm>
                          <a:off x="5012" y="2568"/>
                          <a:ext cx="226" cy="317"/>
                        </a:xfrm>
                        <a:prstGeom prst="rect">
                          <a:avLst/>
                        </a:prstGeom>
                        <a:noFill/>
                        <a:ln w="19050">
                          <a:noFill/>
                        </a:ln>
                      </p:spPr>
                    </p:pic>
                  </p:oleObj>
                </mc:Fallback>
              </mc:AlternateContent>
            </a:graphicData>
          </a:graphic>
        </p:graphicFrame>
        <p:sp>
          <p:nvSpPr>
            <p:cNvPr id="57375" name="Freeform 19"/>
            <p:cNvSpPr/>
            <p:nvPr/>
          </p:nvSpPr>
          <p:spPr bwMode="auto">
            <a:xfrm rot="-3526999">
              <a:off x="4415" y="2576"/>
              <a:ext cx="869" cy="945"/>
            </a:xfrm>
            <a:custGeom>
              <a:avLst/>
              <a:gdLst>
                <a:gd name="T0" fmla="*/ 219 w 869"/>
                <a:gd name="T1" fmla="*/ 343 h 763"/>
                <a:gd name="T2" fmla="*/ 627 w 869"/>
                <a:gd name="T3" fmla="*/ 0 h 763"/>
                <a:gd name="T4" fmla="*/ 854 w 869"/>
                <a:gd name="T5" fmla="*/ 343 h 763"/>
                <a:gd name="T6" fmla="*/ 718 w 869"/>
                <a:gd name="T7" fmla="*/ 1292 h 763"/>
                <a:gd name="T8" fmla="*/ 83 w 869"/>
                <a:gd name="T9" fmla="*/ 1292 h 763"/>
                <a:gd name="T10" fmla="*/ 219 w 869"/>
                <a:gd name="T11" fmla="*/ 343 h 763"/>
                <a:gd name="T12" fmla="*/ 0 60000 65536"/>
                <a:gd name="T13" fmla="*/ 0 60000 65536"/>
                <a:gd name="T14" fmla="*/ 0 60000 65536"/>
                <a:gd name="T15" fmla="*/ 0 60000 65536"/>
                <a:gd name="T16" fmla="*/ 0 60000 65536"/>
                <a:gd name="T17" fmla="*/ 0 60000 65536"/>
                <a:gd name="T18" fmla="*/ 0 w 869"/>
                <a:gd name="T19" fmla="*/ 0 h 763"/>
                <a:gd name="T20" fmla="*/ 869 w 869"/>
                <a:gd name="T21" fmla="*/ 763 h 763"/>
              </a:gdLst>
              <a:ahLst/>
              <a:cxnLst>
                <a:cxn ang="T12">
                  <a:pos x="T0" y="T1"/>
                </a:cxn>
                <a:cxn ang="T13">
                  <a:pos x="T2" y="T3"/>
                </a:cxn>
                <a:cxn ang="T14">
                  <a:pos x="T4" y="T5"/>
                </a:cxn>
                <a:cxn ang="T15">
                  <a:pos x="T6" y="T7"/>
                </a:cxn>
                <a:cxn ang="T16">
                  <a:pos x="T8" y="T9"/>
                </a:cxn>
                <a:cxn ang="T17">
                  <a:pos x="T10" y="T11"/>
                </a:cxn>
              </a:cxnLst>
              <a:rect l="T18" t="T19" r="T20" b="T21"/>
              <a:pathLst>
                <a:path w="869" h="763">
                  <a:moveTo>
                    <a:pt x="219" y="181"/>
                  </a:moveTo>
                  <a:cubicBezTo>
                    <a:pt x="310" y="68"/>
                    <a:pt x="521" y="0"/>
                    <a:pt x="627" y="0"/>
                  </a:cubicBezTo>
                  <a:cubicBezTo>
                    <a:pt x="733" y="0"/>
                    <a:pt x="839" y="68"/>
                    <a:pt x="854" y="181"/>
                  </a:cubicBezTo>
                  <a:cubicBezTo>
                    <a:pt x="869" y="294"/>
                    <a:pt x="846" y="597"/>
                    <a:pt x="718" y="680"/>
                  </a:cubicBezTo>
                  <a:cubicBezTo>
                    <a:pt x="590" y="763"/>
                    <a:pt x="166" y="756"/>
                    <a:pt x="83" y="680"/>
                  </a:cubicBezTo>
                  <a:cubicBezTo>
                    <a:pt x="0" y="604"/>
                    <a:pt x="128" y="294"/>
                    <a:pt x="219" y="181"/>
                  </a:cubicBezTo>
                  <a:close/>
                </a:path>
              </a:pathLst>
            </a:custGeom>
            <a:solidFill>
              <a:schemeClr val="accent1"/>
            </a:solidFill>
            <a:ln w="9525">
              <a:miter lim="800000"/>
            </a:ln>
            <a:scene3d>
              <a:camera prst="legacyPerspectiveFront">
                <a:rot lat="17099992" lon="300000" rev="0"/>
              </a:camera>
              <a:lightRig rig="legacyFlat2" dir="t"/>
            </a:scene3d>
            <a:sp3d extrusionH="430200" prstMaterial="legacyPlastic">
              <a:bevelT w="13500" h="13500" prst="angle"/>
              <a:bevelB w="13500" h="13500" prst="angle"/>
              <a:extrusionClr>
                <a:schemeClr val="accent1"/>
              </a:extrusionClr>
            </a:sp3d>
          </p:spPr>
          <p:txBody>
            <a:bodyPr>
              <a:flatTx/>
            </a:bodyPr>
            <a:lstStyle/>
            <a:p>
              <a:endParaRPr lang="zh-CN" altLang="en-US"/>
            </a:p>
          </p:txBody>
        </p:sp>
        <p:sp>
          <p:nvSpPr>
            <p:cNvPr id="57376" name="Line 20"/>
            <p:cNvSpPr>
              <a:spLocks noChangeShapeType="1"/>
            </p:cNvSpPr>
            <p:nvPr/>
          </p:nvSpPr>
          <p:spPr bwMode="auto">
            <a:xfrm>
              <a:off x="4876" y="2568"/>
              <a:ext cx="0" cy="454"/>
            </a:xfrm>
            <a:prstGeom prst="line">
              <a:avLst/>
            </a:prstGeom>
            <a:noFill/>
            <a:ln w="28575">
              <a:solidFill>
                <a:schemeClr val="accent2"/>
              </a:solidFill>
              <a:round/>
            </a:ln>
          </p:spPr>
          <p:txBody>
            <a:bodyPr/>
            <a:lstStyle/>
            <a:p>
              <a:endParaRPr lang="zh-CN" altLang="en-US"/>
            </a:p>
          </p:txBody>
        </p:sp>
        <p:sp>
          <p:nvSpPr>
            <p:cNvPr id="57377" name="Line 21"/>
            <p:cNvSpPr>
              <a:spLocks noChangeShapeType="1"/>
            </p:cNvSpPr>
            <p:nvPr/>
          </p:nvSpPr>
          <p:spPr bwMode="auto">
            <a:xfrm>
              <a:off x="4876" y="3022"/>
              <a:ext cx="272" cy="0"/>
            </a:xfrm>
            <a:prstGeom prst="line">
              <a:avLst/>
            </a:prstGeom>
            <a:noFill/>
            <a:ln w="28575">
              <a:solidFill>
                <a:srgbClr val="FF0000"/>
              </a:solidFill>
              <a:round/>
              <a:tailEnd type="triangle" w="med" len="med"/>
            </a:ln>
          </p:spPr>
          <p:txBody>
            <a:bodyPr/>
            <a:lstStyle/>
            <a:p>
              <a:endParaRPr lang="zh-CN" altLang="en-US"/>
            </a:p>
          </p:txBody>
        </p:sp>
        <p:sp>
          <p:nvSpPr>
            <p:cNvPr id="57378" name="Oval 22"/>
            <p:cNvSpPr>
              <a:spLocks noChangeArrowheads="1"/>
            </p:cNvSpPr>
            <p:nvPr/>
          </p:nvSpPr>
          <p:spPr bwMode="auto">
            <a:xfrm>
              <a:off x="5091" y="2972"/>
              <a:ext cx="102" cy="113"/>
            </a:xfrm>
            <a:prstGeom prst="ellipse">
              <a:avLst/>
            </a:prstGeom>
            <a:solidFill>
              <a:srgbClr val="FFFF00"/>
            </a:solidFill>
            <a:ln w="9525">
              <a:solidFill>
                <a:schemeClr val="tx1"/>
              </a:solidFill>
              <a:round/>
            </a:ln>
          </p:spPr>
          <p:txBody>
            <a:bodyPr wrap="none" anchor="ctr"/>
            <a:lstStyle/>
            <a:p>
              <a:endParaRPr lang="zh-CN" altLang="en-US"/>
            </a:p>
          </p:txBody>
        </p:sp>
        <p:sp>
          <p:nvSpPr>
            <p:cNvPr id="57379" name="Text Box 23"/>
            <p:cNvSpPr txBox="1">
              <a:spLocks noChangeArrowheads="1"/>
            </p:cNvSpPr>
            <p:nvPr/>
          </p:nvSpPr>
          <p:spPr bwMode="auto">
            <a:xfrm>
              <a:off x="5108" y="2976"/>
              <a:ext cx="312" cy="288"/>
            </a:xfrm>
            <a:prstGeom prst="rect">
              <a:avLst/>
            </a:prstGeom>
            <a:noFill/>
            <a:ln w="9525">
              <a:noFill/>
              <a:miter lim="800000"/>
            </a:ln>
          </p:spPr>
          <p:txBody>
            <a:bodyPr wrap="none">
              <a:spAutoFit/>
            </a:bodyPr>
            <a:lstStyle/>
            <a:p>
              <a:pPr algn="l"/>
              <a:r>
                <a:rPr kumimoji="0" lang="en-US" altLang="zh-CN">
                  <a:solidFill>
                    <a:srgbClr val="660066"/>
                  </a:solidFill>
                  <a:latin typeface="Times New Roman" panose="02020603050405020304" pitchFamily="18" charset="0"/>
                </a:rPr>
                <a:t>m</a:t>
              </a:r>
              <a:r>
                <a:rPr kumimoji="0" lang="en-US" altLang="zh-CN" baseline="-25000">
                  <a:solidFill>
                    <a:srgbClr val="660066"/>
                  </a:solidFill>
                  <a:latin typeface="Times New Roman" panose="02020603050405020304" pitchFamily="18" charset="0"/>
                </a:rPr>
                <a:t>k</a:t>
              </a:r>
              <a:endParaRPr kumimoji="0" lang="en-US" altLang="zh-CN" baseline="-25000">
                <a:solidFill>
                  <a:srgbClr val="660066"/>
                </a:solidFill>
                <a:latin typeface="Times New Roman" panose="02020603050405020304" pitchFamily="18" charset="0"/>
              </a:endParaRPr>
            </a:p>
          </p:txBody>
        </p:sp>
        <p:graphicFrame>
          <p:nvGraphicFramePr>
            <p:cNvPr id="57356" name="Object 24"/>
            <p:cNvGraphicFramePr/>
            <p:nvPr/>
          </p:nvGraphicFramePr>
          <p:xfrm>
            <a:off x="4694" y="2432"/>
            <a:ext cx="127" cy="136"/>
          </p:xfrm>
          <a:graphic>
            <a:graphicData uri="http://schemas.openxmlformats.org/presentationml/2006/ole">
              <mc:AlternateContent xmlns:mc="http://schemas.openxmlformats.org/markup-compatibility/2006">
                <mc:Choice xmlns:v="urn:schemas-microsoft-com:vml" Requires="v">
                  <p:oleObj spid="_x0000_s57356" name="公式" r:id="rId9" imgW="4876800" imgH="5181600" progId="Equation.3">
                    <p:embed/>
                  </p:oleObj>
                </mc:Choice>
                <mc:Fallback>
                  <p:oleObj name="公式" r:id="rId9" imgW="4876800" imgH="5181600" progId="Equation.3">
                    <p:embed/>
                    <p:pic>
                      <p:nvPicPr>
                        <p:cNvPr id="0" name="Object 24"/>
                        <p:cNvPicPr/>
                        <p:nvPr/>
                      </p:nvPicPr>
                      <p:blipFill>
                        <a:blip r:embed="rId10"/>
                        <a:stretch>
                          <a:fillRect/>
                        </a:stretch>
                      </p:blipFill>
                      <p:spPr>
                        <a:xfrm>
                          <a:off x="4694" y="2432"/>
                          <a:ext cx="127" cy="136"/>
                        </a:xfrm>
                        <a:prstGeom prst="rect">
                          <a:avLst/>
                        </a:prstGeom>
                        <a:noFill/>
                        <a:ln w="19050">
                          <a:noFill/>
                        </a:ln>
                      </p:spPr>
                    </p:pic>
                  </p:oleObj>
                </mc:Fallback>
              </mc:AlternateContent>
            </a:graphicData>
          </a:graphic>
        </p:graphicFrame>
      </p:grpSp>
      <p:sp>
        <p:nvSpPr>
          <p:cNvPr id="231449" name="Rectangle 25"/>
          <p:cNvSpPr>
            <a:spLocks noChangeArrowheads="1"/>
          </p:cNvSpPr>
          <p:nvPr/>
        </p:nvSpPr>
        <p:spPr bwMode="auto">
          <a:xfrm>
            <a:off x="611188" y="2106613"/>
            <a:ext cx="7002462" cy="479425"/>
          </a:xfrm>
          <a:prstGeom prst="rect">
            <a:avLst/>
          </a:prstGeom>
          <a:noFill/>
          <a:ln w="9525">
            <a:noFill/>
            <a:miter lim="800000"/>
          </a:ln>
        </p:spPr>
        <p:txBody>
          <a:bodyPr>
            <a:spAutoFit/>
          </a:bodyPr>
          <a:lstStyle/>
          <a:p>
            <a:pPr marL="627380" indent="-627380" algn="l" eaLnBrk="0" hangingPunct="0">
              <a:lnSpc>
                <a:spcPct val="115000"/>
              </a:lnSpc>
            </a:pPr>
            <a:r>
              <a:rPr kumimoji="0" lang="zh-CN" altLang="en-US" b="1" i="0">
                <a:solidFill>
                  <a:schemeClr val="bg1"/>
                </a:solidFill>
                <a:latin typeface="Times New Roman" panose="02020603050405020304" pitchFamily="18" charset="0"/>
              </a:rPr>
              <a:t>则变形体对该轴的角动量</a:t>
            </a:r>
            <a:endParaRPr kumimoji="0" lang="zh-CN" altLang="en-US" b="1" i="0">
              <a:solidFill>
                <a:schemeClr val="bg1"/>
              </a:solidFill>
              <a:latin typeface="Times New Roman" panose="02020603050405020304" pitchFamily="18" charset="0"/>
            </a:endParaRPr>
          </a:p>
        </p:txBody>
      </p:sp>
      <p:graphicFrame>
        <p:nvGraphicFramePr>
          <p:cNvPr id="231450" name="Object 26"/>
          <p:cNvGraphicFramePr>
            <a:graphicFrameLocks noChangeAspect="1"/>
          </p:cNvGraphicFramePr>
          <p:nvPr/>
        </p:nvGraphicFramePr>
        <p:xfrm>
          <a:off x="4383088" y="2179638"/>
          <a:ext cx="2033587" cy="619125"/>
        </p:xfrm>
        <a:graphic>
          <a:graphicData uri="http://schemas.openxmlformats.org/presentationml/2006/ole">
            <mc:AlternateContent xmlns:mc="http://schemas.openxmlformats.org/markup-compatibility/2006">
              <mc:Choice xmlns:v="urn:schemas-microsoft-com:vml" Requires="v">
                <p:oleObj spid="_x0000_s57349" name="公式" r:id="rId11" imgW="27127200" imgH="8229600" progId="Equation.3">
                  <p:embed/>
                </p:oleObj>
              </mc:Choice>
              <mc:Fallback>
                <p:oleObj name="公式" r:id="rId11" imgW="27127200" imgH="8229600" progId="Equation.3">
                  <p:embed/>
                  <p:pic>
                    <p:nvPicPr>
                      <p:cNvPr id="0" name="Object 26"/>
                      <p:cNvPicPr>
                        <a:picLocks noChangeAspect="1"/>
                      </p:cNvPicPr>
                      <p:nvPr/>
                    </p:nvPicPr>
                    <p:blipFill>
                      <a:blip r:embed="rId12"/>
                      <a:stretch>
                        <a:fillRect/>
                      </a:stretch>
                    </p:blipFill>
                    <p:spPr>
                      <a:xfrm>
                        <a:off x="4383088" y="2179638"/>
                        <a:ext cx="2033587" cy="619125"/>
                      </a:xfrm>
                      <a:prstGeom prst="rect">
                        <a:avLst/>
                      </a:prstGeom>
                      <a:noFill/>
                      <a:ln w="19050">
                        <a:noFill/>
                      </a:ln>
                    </p:spPr>
                  </p:pic>
                </p:oleObj>
              </mc:Fallback>
            </mc:AlternateContent>
          </a:graphicData>
        </a:graphic>
      </p:graphicFrame>
      <p:sp>
        <p:nvSpPr>
          <p:cNvPr id="231451" name="Rectangle 27"/>
          <p:cNvSpPr>
            <a:spLocks noChangeArrowheads="1"/>
          </p:cNvSpPr>
          <p:nvPr/>
        </p:nvSpPr>
        <p:spPr bwMode="auto">
          <a:xfrm>
            <a:off x="296863" y="2701925"/>
            <a:ext cx="2987675" cy="457200"/>
          </a:xfrm>
          <a:prstGeom prst="rect">
            <a:avLst/>
          </a:prstGeom>
          <a:noFill/>
          <a:ln w="9525">
            <a:noFill/>
            <a:miter lim="800000"/>
          </a:ln>
        </p:spPr>
        <p:txBody>
          <a:bodyPr>
            <a:spAutoFit/>
          </a:bodyPr>
          <a:lstStyle/>
          <a:p>
            <a:pPr algn="l" eaLnBrk="0" hangingPunct="0"/>
            <a:r>
              <a:rPr kumimoji="0" lang="zh-CN" altLang="en-US" b="1" i="0">
                <a:solidFill>
                  <a:srgbClr val="FF6600"/>
                </a:solidFill>
                <a:latin typeface="Times New Roman" panose="02020603050405020304" pitchFamily="18" charset="0"/>
              </a:rPr>
              <a:t>角动量守恒举例</a:t>
            </a:r>
            <a:endParaRPr kumimoji="0" lang="zh-CN" altLang="en-US" b="1" i="0">
              <a:solidFill>
                <a:srgbClr val="FF6600"/>
              </a:solidFill>
              <a:latin typeface="Times New Roman" panose="02020603050405020304" pitchFamily="18" charset="0"/>
            </a:endParaRPr>
          </a:p>
        </p:txBody>
      </p:sp>
      <p:sp>
        <p:nvSpPr>
          <p:cNvPr id="231452" name="Line 28"/>
          <p:cNvSpPr>
            <a:spLocks noChangeShapeType="1"/>
          </p:cNvSpPr>
          <p:nvPr/>
        </p:nvSpPr>
        <p:spPr bwMode="auto">
          <a:xfrm flipV="1">
            <a:off x="4302125" y="3724275"/>
            <a:ext cx="0" cy="1762125"/>
          </a:xfrm>
          <a:prstGeom prst="line">
            <a:avLst/>
          </a:prstGeom>
          <a:noFill/>
          <a:ln w="38100">
            <a:solidFill>
              <a:srgbClr val="FF0000"/>
            </a:solidFill>
            <a:round/>
            <a:tailEnd type="triangle" w="med" len="med"/>
          </a:ln>
        </p:spPr>
        <p:txBody>
          <a:bodyPr wrap="none" anchor="ctr"/>
          <a:lstStyle/>
          <a:p>
            <a:endParaRPr lang="zh-CN" altLang="en-US"/>
          </a:p>
        </p:txBody>
      </p:sp>
      <p:sp>
        <p:nvSpPr>
          <p:cNvPr id="231453" name="Rectangle 29"/>
          <p:cNvSpPr>
            <a:spLocks noChangeArrowheads="1"/>
          </p:cNvSpPr>
          <p:nvPr/>
        </p:nvSpPr>
        <p:spPr bwMode="auto">
          <a:xfrm>
            <a:off x="6838950" y="4229100"/>
            <a:ext cx="2178050" cy="708025"/>
          </a:xfrm>
          <a:prstGeom prst="rect">
            <a:avLst/>
          </a:prstGeom>
          <a:noFill/>
          <a:ln w="9525">
            <a:noFill/>
            <a:miter lim="800000"/>
          </a:ln>
        </p:spPr>
        <p:txBody>
          <a:bodyPr>
            <a:spAutoFit/>
          </a:bodyPr>
          <a:lstStyle/>
          <a:p>
            <a:pPr algn="l" eaLnBrk="0" hangingPunct="0"/>
            <a:r>
              <a:rPr kumimoji="0" lang="zh-CN" altLang="en-US" sz="2000" b="1" i="0">
                <a:solidFill>
                  <a:srgbClr val="FF6600"/>
                </a:solidFill>
                <a:latin typeface="Times New Roman" panose="02020603050405020304" pitchFamily="18" charset="0"/>
              </a:rPr>
              <a:t>花样滑冰、跳水、芭蕾舞等。</a:t>
            </a:r>
            <a:endParaRPr kumimoji="0" lang="zh-CN" altLang="en-US" sz="2000" b="1" i="0">
              <a:solidFill>
                <a:srgbClr val="FF6600"/>
              </a:solidFill>
              <a:latin typeface="Times New Roman" panose="02020603050405020304" pitchFamily="18" charset="0"/>
            </a:endParaRPr>
          </a:p>
        </p:txBody>
      </p:sp>
      <p:pic>
        <p:nvPicPr>
          <p:cNvPr id="231454" name="Picture 30" descr="溜冰0"/>
          <p:cNvPicPr>
            <a:picLocks noChangeAspect="1" noChangeArrowheads="1"/>
          </p:cNvPicPr>
          <p:nvPr/>
        </p:nvPicPr>
        <p:blipFill>
          <a:blip r:embed="rId13"/>
          <a:srcRect/>
          <a:stretch>
            <a:fillRect/>
          </a:stretch>
        </p:blipFill>
        <p:spPr bwMode="auto">
          <a:xfrm>
            <a:off x="962025" y="3435350"/>
            <a:ext cx="2844800" cy="2295525"/>
          </a:xfrm>
          <a:prstGeom prst="rect">
            <a:avLst/>
          </a:prstGeom>
          <a:noFill/>
          <a:ln w="38100">
            <a:solidFill>
              <a:schemeClr val="folHlink"/>
            </a:solidFill>
            <a:miter lim="800000"/>
            <a:headEnd/>
            <a:tailEnd/>
          </a:ln>
        </p:spPr>
      </p:pic>
      <p:graphicFrame>
        <p:nvGraphicFramePr>
          <p:cNvPr id="231455" name="Object 31"/>
          <p:cNvGraphicFramePr>
            <a:graphicFrameLocks noChangeAspect="1"/>
          </p:cNvGraphicFramePr>
          <p:nvPr/>
        </p:nvGraphicFramePr>
        <p:xfrm>
          <a:off x="566738" y="5965825"/>
          <a:ext cx="1666875" cy="388938"/>
        </p:xfrm>
        <a:graphic>
          <a:graphicData uri="http://schemas.openxmlformats.org/presentationml/2006/ole">
            <mc:AlternateContent xmlns:mc="http://schemas.openxmlformats.org/markup-compatibility/2006">
              <mc:Choice xmlns:v="urn:schemas-microsoft-com:vml" Requires="v">
                <p:oleObj spid="_x0000_s57350" name="公式" r:id="rId14" imgW="22250400" imgH="5181600" progId="Equation.3">
                  <p:embed/>
                </p:oleObj>
              </mc:Choice>
              <mc:Fallback>
                <p:oleObj name="公式" r:id="rId14" imgW="22250400" imgH="5181600" progId="Equation.3">
                  <p:embed/>
                  <p:pic>
                    <p:nvPicPr>
                      <p:cNvPr id="0" name="Object 31"/>
                      <p:cNvPicPr>
                        <a:picLocks noChangeAspect="1"/>
                      </p:cNvPicPr>
                      <p:nvPr/>
                    </p:nvPicPr>
                    <p:blipFill>
                      <a:blip r:embed="rId15"/>
                      <a:stretch>
                        <a:fillRect/>
                      </a:stretch>
                    </p:blipFill>
                    <p:spPr>
                      <a:xfrm>
                        <a:off x="566738" y="5965825"/>
                        <a:ext cx="1666875" cy="388938"/>
                      </a:xfrm>
                      <a:prstGeom prst="rect">
                        <a:avLst/>
                      </a:prstGeom>
                      <a:noFill/>
                      <a:ln w="9525">
                        <a:noFill/>
                      </a:ln>
                    </p:spPr>
                  </p:pic>
                </p:oleObj>
              </mc:Fallback>
            </mc:AlternateContent>
          </a:graphicData>
        </a:graphic>
      </p:graphicFrame>
      <p:sp>
        <p:nvSpPr>
          <p:cNvPr id="231456" name="AutoShape 32"/>
          <p:cNvSpPr>
            <a:spLocks noChangeArrowheads="1"/>
          </p:cNvSpPr>
          <p:nvPr/>
        </p:nvSpPr>
        <p:spPr bwMode="auto">
          <a:xfrm>
            <a:off x="2311400" y="6037263"/>
            <a:ext cx="560388" cy="227012"/>
          </a:xfrm>
          <a:prstGeom prst="rightArrow">
            <a:avLst>
              <a:gd name="adj1" fmla="val 50000"/>
              <a:gd name="adj2" fmla="val 61713"/>
            </a:avLst>
          </a:prstGeom>
          <a:solidFill>
            <a:srgbClr val="0000FF"/>
          </a:solidFill>
          <a:ln w="9525">
            <a:solidFill>
              <a:schemeClr val="tx1"/>
            </a:solidFill>
            <a:miter lim="800000"/>
          </a:ln>
        </p:spPr>
        <p:txBody>
          <a:bodyPr wrap="none" anchor="ctr"/>
          <a:lstStyle/>
          <a:p>
            <a:endParaRPr lang="zh-CN" altLang="en-US"/>
          </a:p>
        </p:txBody>
      </p:sp>
      <p:graphicFrame>
        <p:nvGraphicFramePr>
          <p:cNvPr id="231457" name="Object 33"/>
          <p:cNvGraphicFramePr>
            <a:graphicFrameLocks noChangeAspect="1"/>
          </p:cNvGraphicFramePr>
          <p:nvPr/>
        </p:nvGraphicFramePr>
        <p:xfrm>
          <a:off x="3000375" y="5967413"/>
          <a:ext cx="661988" cy="387350"/>
        </p:xfrm>
        <a:graphic>
          <a:graphicData uri="http://schemas.openxmlformats.org/presentationml/2006/ole">
            <mc:AlternateContent xmlns:mc="http://schemas.openxmlformats.org/markup-compatibility/2006">
              <mc:Choice xmlns:v="urn:schemas-microsoft-com:vml" Requires="v">
                <p:oleObj spid="_x0000_s57351" name="公式" r:id="rId16" imgW="8839200" imgH="5181600" progId="Equation.3">
                  <p:embed/>
                </p:oleObj>
              </mc:Choice>
              <mc:Fallback>
                <p:oleObj name="公式" r:id="rId16" imgW="8839200" imgH="5181600" progId="Equation.3">
                  <p:embed/>
                  <p:pic>
                    <p:nvPicPr>
                      <p:cNvPr id="0" name="Object 33"/>
                      <p:cNvPicPr>
                        <a:picLocks noChangeAspect="1"/>
                      </p:cNvPicPr>
                      <p:nvPr/>
                    </p:nvPicPr>
                    <p:blipFill>
                      <a:blip r:embed="rId17"/>
                      <a:stretch>
                        <a:fillRect/>
                      </a:stretch>
                    </p:blipFill>
                    <p:spPr>
                      <a:xfrm>
                        <a:off x="3000375" y="5967413"/>
                        <a:ext cx="661988" cy="387350"/>
                      </a:xfrm>
                      <a:prstGeom prst="rect">
                        <a:avLst/>
                      </a:prstGeom>
                      <a:noFill/>
                      <a:ln w="9525">
                        <a:noFill/>
                      </a:ln>
                    </p:spPr>
                  </p:pic>
                </p:oleObj>
              </mc:Fallback>
            </mc:AlternateContent>
          </a:graphicData>
        </a:graphic>
      </p:graphicFrame>
      <p:sp>
        <p:nvSpPr>
          <p:cNvPr id="231458" name="Line 34"/>
          <p:cNvSpPr>
            <a:spLocks noChangeShapeType="1"/>
          </p:cNvSpPr>
          <p:nvPr/>
        </p:nvSpPr>
        <p:spPr bwMode="auto">
          <a:xfrm flipH="1" flipV="1">
            <a:off x="3667125" y="5942013"/>
            <a:ext cx="4763" cy="322262"/>
          </a:xfrm>
          <a:prstGeom prst="line">
            <a:avLst/>
          </a:prstGeom>
          <a:noFill/>
          <a:ln w="38100">
            <a:solidFill>
              <a:srgbClr val="FF0000"/>
            </a:solidFill>
            <a:round/>
            <a:tailEnd type="triangle" w="med" len="med"/>
          </a:ln>
        </p:spPr>
        <p:txBody>
          <a:bodyPr wrap="none" anchor="ctr"/>
          <a:lstStyle/>
          <a:p>
            <a:endParaRPr lang="zh-CN" altLang="en-US"/>
          </a:p>
        </p:txBody>
      </p:sp>
      <p:graphicFrame>
        <p:nvGraphicFramePr>
          <p:cNvPr id="231459" name="Object 35"/>
          <p:cNvGraphicFramePr>
            <a:graphicFrameLocks noChangeAspect="1"/>
          </p:cNvGraphicFramePr>
          <p:nvPr/>
        </p:nvGraphicFramePr>
        <p:xfrm>
          <a:off x="3752850" y="6054725"/>
          <a:ext cx="414338" cy="254000"/>
        </p:xfrm>
        <a:graphic>
          <a:graphicData uri="http://schemas.openxmlformats.org/presentationml/2006/ole">
            <mc:AlternateContent xmlns:mc="http://schemas.openxmlformats.org/markup-compatibility/2006">
              <mc:Choice xmlns:v="urn:schemas-microsoft-com:vml" Requires="v">
                <p:oleObj spid="_x0000_s57352" name="公式" r:id="rId18" imgW="5486400" imgH="3352800" progId="Equation.3">
                  <p:embed/>
                </p:oleObj>
              </mc:Choice>
              <mc:Fallback>
                <p:oleObj name="公式" r:id="rId18" imgW="5486400" imgH="3352800" progId="Equation.3">
                  <p:embed/>
                  <p:pic>
                    <p:nvPicPr>
                      <p:cNvPr id="0" name="Object 35"/>
                      <p:cNvPicPr>
                        <a:picLocks noChangeAspect="1"/>
                      </p:cNvPicPr>
                      <p:nvPr/>
                    </p:nvPicPr>
                    <p:blipFill>
                      <a:blip r:embed="rId19"/>
                      <a:stretch>
                        <a:fillRect/>
                      </a:stretch>
                    </p:blipFill>
                    <p:spPr>
                      <a:xfrm>
                        <a:off x="3752850" y="6054725"/>
                        <a:ext cx="414338" cy="254000"/>
                      </a:xfrm>
                      <a:prstGeom prst="rect">
                        <a:avLst/>
                      </a:prstGeom>
                      <a:noFill/>
                      <a:ln w="9525">
                        <a:noFill/>
                      </a:ln>
                    </p:spPr>
                  </p:pic>
                </p:oleObj>
              </mc:Fallback>
            </mc:AlternateContent>
          </a:graphicData>
        </a:graphic>
      </p:graphicFrame>
      <p:sp>
        <p:nvSpPr>
          <p:cNvPr id="231460" name="Line 36"/>
          <p:cNvSpPr>
            <a:spLocks noChangeShapeType="1"/>
          </p:cNvSpPr>
          <p:nvPr/>
        </p:nvSpPr>
        <p:spPr bwMode="auto">
          <a:xfrm>
            <a:off x="4210050" y="5969000"/>
            <a:ext cx="1588" cy="295275"/>
          </a:xfrm>
          <a:prstGeom prst="line">
            <a:avLst/>
          </a:prstGeom>
          <a:noFill/>
          <a:ln w="38100">
            <a:solidFill>
              <a:srgbClr val="FF0000"/>
            </a:solidFill>
            <a:round/>
            <a:tailEnd type="triangle" w="med" len="med"/>
          </a:ln>
        </p:spPr>
        <p:txBody>
          <a:bodyPr wrap="none" anchor="ctr"/>
          <a:lstStyle/>
          <a:p>
            <a:endParaRPr lang="zh-CN" altLang="en-US"/>
          </a:p>
        </p:txBody>
      </p:sp>
      <p:graphicFrame>
        <p:nvGraphicFramePr>
          <p:cNvPr id="231461" name="Object 37"/>
          <p:cNvGraphicFramePr>
            <a:graphicFrameLocks noChangeAspect="1"/>
          </p:cNvGraphicFramePr>
          <p:nvPr/>
        </p:nvGraphicFramePr>
        <p:xfrm>
          <a:off x="5021263" y="5964238"/>
          <a:ext cx="661987" cy="390525"/>
        </p:xfrm>
        <a:graphic>
          <a:graphicData uri="http://schemas.openxmlformats.org/presentationml/2006/ole">
            <mc:AlternateContent xmlns:mc="http://schemas.openxmlformats.org/markup-compatibility/2006">
              <mc:Choice xmlns:v="urn:schemas-microsoft-com:vml" Requires="v">
                <p:oleObj spid="_x0000_s57353" name="公式" r:id="rId20" imgW="8839200" imgH="5181600" progId="Equation.3">
                  <p:embed/>
                </p:oleObj>
              </mc:Choice>
              <mc:Fallback>
                <p:oleObj name="公式" r:id="rId20" imgW="8839200" imgH="5181600" progId="Equation.3">
                  <p:embed/>
                  <p:pic>
                    <p:nvPicPr>
                      <p:cNvPr id="0" name="Object 37"/>
                      <p:cNvPicPr>
                        <a:picLocks noChangeAspect="1"/>
                      </p:cNvPicPr>
                      <p:nvPr/>
                    </p:nvPicPr>
                    <p:blipFill>
                      <a:blip r:embed="rId21"/>
                      <a:stretch>
                        <a:fillRect/>
                      </a:stretch>
                    </p:blipFill>
                    <p:spPr>
                      <a:xfrm>
                        <a:off x="5021263" y="5964238"/>
                        <a:ext cx="661987" cy="390525"/>
                      </a:xfrm>
                      <a:prstGeom prst="rect">
                        <a:avLst/>
                      </a:prstGeom>
                      <a:noFill/>
                      <a:ln w="9525">
                        <a:noFill/>
                      </a:ln>
                    </p:spPr>
                  </p:pic>
                </p:oleObj>
              </mc:Fallback>
            </mc:AlternateContent>
          </a:graphicData>
        </a:graphic>
      </p:graphicFrame>
      <p:sp>
        <p:nvSpPr>
          <p:cNvPr id="231462" name="Line 38"/>
          <p:cNvSpPr>
            <a:spLocks noChangeShapeType="1"/>
          </p:cNvSpPr>
          <p:nvPr/>
        </p:nvSpPr>
        <p:spPr bwMode="auto">
          <a:xfrm>
            <a:off x="5710238" y="5988050"/>
            <a:ext cx="6350" cy="366713"/>
          </a:xfrm>
          <a:prstGeom prst="line">
            <a:avLst/>
          </a:prstGeom>
          <a:noFill/>
          <a:ln w="38100">
            <a:solidFill>
              <a:srgbClr val="FF0000"/>
            </a:solidFill>
            <a:round/>
            <a:tailEnd type="triangle" w="med" len="med"/>
          </a:ln>
        </p:spPr>
        <p:txBody>
          <a:bodyPr wrap="none" anchor="ctr"/>
          <a:lstStyle/>
          <a:p>
            <a:endParaRPr lang="zh-CN" altLang="en-US"/>
          </a:p>
        </p:txBody>
      </p:sp>
      <p:sp>
        <p:nvSpPr>
          <p:cNvPr id="231463" name="Line 39"/>
          <p:cNvSpPr>
            <a:spLocks noChangeShapeType="1"/>
          </p:cNvSpPr>
          <p:nvPr/>
        </p:nvSpPr>
        <p:spPr bwMode="auto">
          <a:xfrm flipV="1">
            <a:off x="6384925" y="5942013"/>
            <a:ext cx="0" cy="322262"/>
          </a:xfrm>
          <a:prstGeom prst="line">
            <a:avLst/>
          </a:prstGeom>
          <a:noFill/>
          <a:ln w="38100">
            <a:solidFill>
              <a:srgbClr val="FF0000"/>
            </a:solidFill>
            <a:round/>
            <a:tailEnd type="triangle" w="med" len="med"/>
          </a:ln>
        </p:spPr>
        <p:txBody>
          <a:bodyPr wrap="none" anchor="ctr"/>
          <a:lstStyle/>
          <a:p>
            <a:endParaRPr lang="zh-CN" altLang="en-US"/>
          </a:p>
        </p:txBody>
      </p:sp>
      <p:graphicFrame>
        <p:nvGraphicFramePr>
          <p:cNvPr id="231464" name="Object 40"/>
          <p:cNvGraphicFramePr>
            <a:graphicFrameLocks noChangeAspect="1"/>
          </p:cNvGraphicFramePr>
          <p:nvPr/>
        </p:nvGraphicFramePr>
        <p:xfrm>
          <a:off x="5895975" y="6010275"/>
          <a:ext cx="414338" cy="254000"/>
        </p:xfrm>
        <a:graphic>
          <a:graphicData uri="http://schemas.openxmlformats.org/presentationml/2006/ole">
            <mc:AlternateContent xmlns:mc="http://schemas.openxmlformats.org/markup-compatibility/2006">
              <mc:Choice xmlns:v="urn:schemas-microsoft-com:vml" Requires="v">
                <p:oleObj spid="_x0000_s57354" name="公式" r:id="rId22" imgW="5486400" imgH="3352800" progId="Equation.3">
                  <p:embed/>
                </p:oleObj>
              </mc:Choice>
              <mc:Fallback>
                <p:oleObj name="公式" r:id="rId22" imgW="5486400" imgH="3352800" progId="Equation.3">
                  <p:embed/>
                  <p:pic>
                    <p:nvPicPr>
                      <p:cNvPr id="0" name="Object 40"/>
                      <p:cNvPicPr>
                        <a:picLocks noChangeAspect="1"/>
                      </p:cNvPicPr>
                      <p:nvPr/>
                    </p:nvPicPr>
                    <p:blipFill>
                      <a:blip r:embed="rId23"/>
                      <a:stretch>
                        <a:fillRect/>
                      </a:stretch>
                    </p:blipFill>
                    <p:spPr>
                      <a:xfrm>
                        <a:off x="5895975" y="6010275"/>
                        <a:ext cx="414338" cy="254000"/>
                      </a:xfrm>
                      <a:prstGeom prst="rect">
                        <a:avLst/>
                      </a:prstGeom>
                      <a:noFill/>
                      <a:ln w="9525">
                        <a:noFill/>
                      </a:ln>
                    </p:spPr>
                  </p:pic>
                </p:oleObj>
              </mc:Fallback>
            </mc:AlternateContent>
          </a:graphicData>
        </a:graphic>
      </p:graphicFrame>
      <p:pic>
        <p:nvPicPr>
          <p:cNvPr id="231465" name="Picture 41" descr="溜冰"/>
          <p:cNvPicPr>
            <a:picLocks noChangeAspect="1" noChangeArrowheads="1"/>
          </p:cNvPicPr>
          <p:nvPr/>
        </p:nvPicPr>
        <p:blipFill>
          <a:blip r:embed="rId24"/>
          <a:srcRect/>
          <a:stretch>
            <a:fillRect/>
          </a:stretch>
        </p:blipFill>
        <p:spPr bwMode="auto">
          <a:xfrm>
            <a:off x="4743450" y="3362325"/>
            <a:ext cx="1979613" cy="2451100"/>
          </a:xfrm>
          <a:prstGeom prst="rect">
            <a:avLst/>
          </a:prstGeom>
          <a:noFill/>
          <a:ln w="38100">
            <a:solidFill>
              <a:schemeClr val="folHlink"/>
            </a:solidFill>
            <a:miter lim="800000"/>
            <a:headEnd/>
            <a:tailEnd/>
          </a:ln>
        </p:spPr>
      </p:pic>
      <p:sp>
        <p:nvSpPr>
          <p:cNvPr id="231466" name="AutoShape 42"/>
          <p:cNvSpPr>
            <a:spLocks noChangeArrowheads="1"/>
          </p:cNvSpPr>
          <p:nvPr/>
        </p:nvSpPr>
        <p:spPr bwMode="auto">
          <a:xfrm>
            <a:off x="206375" y="1008063"/>
            <a:ext cx="360363" cy="576262"/>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1432"/>
                                        </p:tgtEl>
                                        <p:attrNameLst>
                                          <p:attrName>style.visibility</p:attrName>
                                        </p:attrNameLst>
                                      </p:cBhvr>
                                      <p:to>
                                        <p:strVal val="visible"/>
                                      </p:to>
                                    </p:set>
                                    <p:animEffect transition="in" filter="wipe(left)">
                                      <p:cBhvr>
                                        <p:cTn id="7" dur="500"/>
                                        <p:tgtEl>
                                          <p:spTgt spid="2314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1428"/>
                                        </p:tgtEl>
                                        <p:attrNameLst>
                                          <p:attrName>style.visibility</p:attrName>
                                        </p:attrNameLst>
                                      </p:cBhvr>
                                      <p:to>
                                        <p:strVal val="visible"/>
                                      </p:to>
                                    </p:set>
                                    <p:animEffect transition="in" filter="wipe(left)">
                                      <p:cBhvr>
                                        <p:cTn id="12" dur="500"/>
                                        <p:tgtEl>
                                          <p:spTgt spid="23142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1430"/>
                                        </p:tgtEl>
                                        <p:attrNameLst>
                                          <p:attrName>style.visibility</p:attrName>
                                        </p:attrNameLst>
                                      </p:cBhvr>
                                      <p:to>
                                        <p:strVal val="visible"/>
                                      </p:to>
                                    </p:set>
                                    <p:animEffect transition="in" filter="wipe(left)">
                                      <p:cBhvr>
                                        <p:cTn id="17" dur="500"/>
                                        <p:tgtEl>
                                          <p:spTgt spid="2314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1431"/>
                                        </p:tgtEl>
                                        <p:attrNameLst>
                                          <p:attrName>style.visibility</p:attrName>
                                        </p:attrNameLst>
                                      </p:cBhvr>
                                      <p:to>
                                        <p:strVal val="visible"/>
                                      </p:to>
                                    </p:set>
                                    <p:animEffect transition="in" filter="wipe(left)">
                                      <p:cBhvr>
                                        <p:cTn id="22" dur="500"/>
                                        <p:tgtEl>
                                          <p:spTgt spid="23143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31466"/>
                                        </p:tgtEl>
                                        <p:attrNameLst>
                                          <p:attrName>style.visibility</p:attrName>
                                        </p:attrNameLst>
                                      </p:cBhvr>
                                      <p:to>
                                        <p:strVal val="visible"/>
                                      </p:to>
                                    </p:set>
                                    <p:animEffect transition="in" filter="dissolve">
                                      <p:cBhvr>
                                        <p:cTn id="27" dur="1000"/>
                                        <p:tgtEl>
                                          <p:spTgt spid="231466"/>
                                        </p:tgtEl>
                                      </p:cBhvr>
                                    </p:animEffect>
                                  </p:childTnLst>
                                </p:cTn>
                              </p:par>
                            </p:childTnLst>
                          </p:cTn>
                        </p:par>
                        <p:par>
                          <p:cTn id="28" fill="hold">
                            <p:stCondLst>
                              <p:cond delay="1000"/>
                            </p:stCondLst>
                            <p:childTnLst>
                              <p:par>
                                <p:cTn id="29" presetID="22" presetClass="entr" presetSubtype="8" fill="hold" grpId="0" nodeType="afterEffect">
                                  <p:stCondLst>
                                    <p:cond delay="0"/>
                                  </p:stCondLst>
                                  <p:childTnLst>
                                    <p:set>
                                      <p:cBhvr>
                                        <p:cTn id="30" dur="1" fill="hold">
                                          <p:stCondLst>
                                            <p:cond delay="0"/>
                                          </p:stCondLst>
                                        </p:cTn>
                                        <p:tgtEl>
                                          <p:spTgt spid="231438"/>
                                        </p:tgtEl>
                                        <p:attrNameLst>
                                          <p:attrName>style.visibility</p:attrName>
                                        </p:attrNameLst>
                                      </p:cBhvr>
                                      <p:to>
                                        <p:strVal val="visible"/>
                                      </p:to>
                                    </p:set>
                                    <p:animEffect transition="in" filter="wipe(left)">
                                      <p:cBhvr>
                                        <p:cTn id="31" dur="500"/>
                                        <p:tgtEl>
                                          <p:spTgt spid="23143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1437"/>
                                        </p:tgtEl>
                                        <p:attrNameLst>
                                          <p:attrName>style.visibility</p:attrName>
                                        </p:attrNameLst>
                                      </p:cBhvr>
                                      <p:to>
                                        <p:strVal val="visible"/>
                                      </p:to>
                                    </p:set>
                                    <p:animEffect transition="in" filter="wipe(left)">
                                      <p:cBhvr>
                                        <p:cTn id="36" dur="500"/>
                                        <p:tgtEl>
                                          <p:spTgt spid="23143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1439"/>
                                        </p:tgtEl>
                                        <p:attrNameLst>
                                          <p:attrName>style.visibility</p:attrName>
                                        </p:attrNameLst>
                                      </p:cBhvr>
                                      <p:to>
                                        <p:strVal val="visible"/>
                                      </p:to>
                                    </p:set>
                                    <p:animEffect transition="in" filter="wipe(left)">
                                      <p:cBhvr>
                                        <p:cTn id="41" dur="500"/>
                                        <p:tgtEl>
                                          <p:spTgt spid="23143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down)">
                                      <p:cBhvr>
                                        <p:cTn id="46" dur="500"/>
                                        <p:tgtEl>
                                          <p:spTgt spid="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31449"/>
                                        </p:tgtEl>
                                        <p:attrNameLst>
                                          <p:attrName>style.visibility</p:attrName>
                                        </p:attrNameLst>
                                      </p:cBhvr>
                                      <p:to>
                                        <p:strVal val="visible"/>
                                      </p:to>
                                    </p:set>
                                    <p:animEffect transition="in" filter="wipe(left)">
                                      <p:cBhvr>
                                        <p:cTn id="51" dur="500"/>
                                        <p:tgtEl>
                                          <p:spTgt spid="231449"/>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nodeType="clickEffect">
                                  <p:stCondLst>
                                    <p:cond delay="0"/>
                                  </p:stCondLst>
                                  <p:childTnLst>
                                    <p:set>
                                      <p:cBhvr>
                                        <p:cTn id="55" dur="1" fill="hold">
                                          <p:stCondLst>
                                            <p:cond delay="0"/>
                                          </p:stCondLst>
                                        </p:cTn>
                                        <p:tgtEl>
                                          <p:spTgt spid="231450"/>
                                        </p:tgtEl>
                                        <p:attrNameLst>
                                          <p:attrName>style.visibility</p:attrName>
                                        </p:attrNameLst>
                                      </p:cBhvr>
                                      <p:to>
                                        <p:strVal val="visible"/>
                                      </p:to>
                                    </p:set>
                                    <p:animEffect transition="in" filter="wipe(left)">
                                      <p:cBhvr>
                                        <p:cTn id="56" dur="500"/>
                                        <p:tgtEl>
                                          <p:spTgt spid="23145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231451"/>
                                        </p:tgtEl>
                                        <p:attrNameLst>
                                          <p:attrName>style.visibility</p:attrName>
                                        </p:attrNameLst>
                                      </p:cBhvr>
                                      <p:to>
                                        <p:strVal val="visible"/>
                                      </p:to>
                                    </p:set>
                                    <p:animEffect transition="in" filter="wipe(left)">
                                      <p:cBhvr>
                                        <p:cTn id="61" dur="500"/>
                                        <p:tgtEl>
                                          <p:spTgt spid="231451"/>
                                        </p:tgtEl>
                                      </p:cBhvr>
                                    </p:animEffect>
                                  </p:childTnLst>
                                </p:cTn>
                              </p:par>
                            </p:childTnLst>
                          </p:cTn>
                        </p:par>
                        <p:par>
                          <p:cTn id="62" fill="hold">
                            <p:stCondLst>
                              <p:cond delay="500"/>
                            </p:stCondLst>
                            <p:childTnLst>
                              <p:par>
                                <p:cTn id="63" presetID="22" presetClass="entr" presetSubtype="8" fill="hold" grpId="0" nodeType="afterEffect">
                                  <p:stCondLst>
                                    <p:cond delay="0"/>
                                  </p:stCondLst>
                                  <p:childTnLst>
                                    <p:set>
                                      <p:cBhvr>
                                        <p:cTn id="64" dur="1" fill="hold">
                                          <p:stCondLst>
                                            <p:cond delay="0"/>
                                          </p:stCondLst>
                                        </p:cTn>
                                        <p:tgtEl>
                                          <p:spTgt spid="231452"/>
                                        </p:tgtEl>
                                        <p:attrNameLst>
                                          <p:attrName>style.visibility</p:attrName>
                                        </p:attrNameLst>
                                      </p:cBhvr>
                                      <p:to>
                                        <p:strVal val="visible"/>
                                      </p:to>
                                    </p:set>
                                    <p:animEffect transition="in" filter="wipe(left)">
                                      <p:cBhvr>
                                        <p:cTn id="65" dur="500"/>
                                        <p:tgtEl>
                                          <p:spTgt spid="23145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31453"/>
                                        </p:tgtEl>
                                        <p:attrNameLst>
                                          <p:attrName>style.visibility</p:attrName>
                                        </p:attrNameLst>
                                      </p:cBhvr>
                                      <p:to>
                                        <p:strVal val="visible"/>
                                      </p:to>
                                    </p:set>
                                    <p:animEffect transition="in" filter="wipe(left)">
                                      <p:cBhvr>
                                        <p:cTn id="70" dur="500"/>
                                        <p:tgtEl>
                                          <p:spTgt spid="231453"/>
                                        </p:tgtEl>
                                      </p:cBhvr>
                                    </p:animEffect>
                                  </p:childTnLst>
                                </p:cTn>
                              </p:par>
                            </p:childTnLst>
                          </p:cTn>
                        </p:par>
                      </p:childTnLst>
                    </p:cTn>
                  </p:par>
                  <p:par>
                    <p:cTn id="71" fill="hold">
                      <p:stCondLst>
                        <p:cond delay="indefinite"/>
                      </p:stCondLst>
                      <p:childTnLst>
                        <p:par>
                          <p:cTn id="72" fill="hold">
                            <p:stCondLst>
                              <p:cond delay="0"/>
                            </p:stCondLst>
                            <p:childTnLst>
                              <p:par>
                                <p:cTn id="73" presetID="23" presetClass="entr" presetSubtype="16" fill="hold" nodeType="clickEffect">
                                  <p:stCondLst>
                                    <p:cond delay="0"/>
                                  </p:stCondLst>
                                  <p:childTnLst>
                                    <p:set>
                                      <p:cBhvr>
                                        <p:cTn id="74" dur="1" fill="hold">
                                          <p:stCondLst>
                                            <p:cond delay="0"/>
                                          </p:stCondLst>
                                        </p:cTn>
                                        <p:tgtEl>
                                          <p:spTgt spid="231454"/>
                                        </p:tgtEl>
                                        <p:attrNameLst>
                                          <p:attrName>style.visibility</p:attrName>
                                        </p:attrNameLst>
                                      </p:cBhvr>
                                      <p:to>
                                        <p:strVal val="visible"/>
                                      </p:to>
                                    </p:set>
                                    <p:anim calcmode="lin" valueType="num">
                                      <p:cBhvr>
                                        <p:cTn id="75" dur="500" fill="hold"/>
                                        <p:tgtEl>
                                          <p:spTgt spid="231454"/>
                                        </p:tgtEl>
                                        <p:attrNameLst>
                                          <p:attrName>ppt_w</p:attrName>
                                        </p:attrNameLst>
                                      </p:cBhvr>
                                      <p:tavLst>
                                        <p:tav tm="0">
                                          <p:val>
                                            <p:fltVal val="0"/>
                                          </p:val>
                                        </p:tav>
                                        <p:tav tm="100000">
                                          <p:val>
                                            <p:strVal val="#ppt_w"/>
                                          </p:val>
                                        </p:tav>
                                      </p:tavLst>
                                    </p:anim>
                                    <p:anim calcmode="lin" valueType="num">
                                      <p:cBhvr>
                                        <p:cTn id="76" dur="500" fill="hold"/>
                                        <p:tgtEl>
                                          <p:spTgt spid="231454"/>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231455"/>
                                        </p:tgtEl>
                                        <p:attrNameLst>
                                          <p:attrName>style.visibility</p:attrName>
                                        </p:attrNameLst>
                                      </p:cBhvr>
                                      <p:to>
                                        <p:strVal val="visible"/>
                                      </p:to>
                                    </p:set>
                                    <p:animEffect transition="in" filter="wipe(left)">
                                      <p:cBhvr>
                                        <p:cTn id="81" dur="500"/>
                                        <p:tgtEl>
                                          <p:spTgt spid="23145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31456"/>
                                        </p:tgtEl>
                                        <p:attrNameLst>
                                          <p:attrName>style.visibility</p:attrName>
                                        </p:attrNameLst>
                                      </p:cBhvr>
                                      <p:to>
                                        <p:strVal val="visible"/>
                                      </p:to>
                                    </p:set>
                                    <p:animEffect transition="in" filter="wipe(left)">
                                      <p:cBhvr>
                                        <p:cTn id="86" dur="500"/>
                                        <p:tgtEl>
                                          <p:spTgt spid="231456"/>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nodeType="clickEffect">
                                  <p:stCondLst>
                                    <p:cond delay="0"/>
                                  </p:stCondLst>
                                  <p:childTnLst>
                                    <p:set>
                                      <p:cBhvr>
                                        <p:cTn id="90" dur="1" fill="hold">
                                          <p:stCondLst>
                                            <p:cond delay="0"/>
                                          </p:stCondLst>
                                        </p:cTn>
                                        <p:tgtEl>
                                          <p:spTgt spid="231457"/>
                                        </p:tgtEl>
                                        <p:attrNameLst>
                                          <p:attrName>style.visibility</p:attrName>
                                        </p:attrNameLst>
                                      </p:cBhvr>
                                      <p:to>
                                        <p:strVal val="visible"/>
                                      </p:to>
                                    </p:set>
                                    <p:animEffect transition="in" filter="wipe(left)">
                                      <p:cBhvr>
                                        <p:cTn id="91" dur="500"/>
                                        <p:tgtEl>
                                          <p:spTgt spid="231457"/>
                                        </p:tgtEl>
                                      </p:cBhvr>
                                    </p:animEffect>
                                  </p:childTnLst>
                                </p:cTn>
                              </p:par>
                            </p:childTnLst>
                          </p:cTn>
                        </p:par>
                        <p:par>
                          <p:cTn id="92" fill="hold">
                            <p:stCondLst>
                              <p:cond delay="500"/>
                            </p:stCondLst>
                            <p:childTnLst>
                              <p:par>
                                <p:cTn id="93" presetID="22" presetClass="entr" presetSubtype="8" fill="hold" grpId="0" nodeType="afterEffect">
                                  <p:stCondLst>
                                    <p:cond delay="0"/>
                                  </p:stCondLst>
                                  <p:childTnLst>
                                    <p:set>
                                      <p:cBhvr>
                                        <p:cTn id="94" dur="1" fill="hold">
                                          <p:stCondLst>
                                            <p:cond delay="0"/>
                                          </p:stCondLst>
                                        </p:cTn>
                                        <p:tgtEl>
                                          <p:spTgt spid="231458"/>
                                        </p:tgtEl>
                                        <p:attrNameLst>
                                          <p:attrName>style.visibility</p:attrName>
                                        </p:attrNameLst>
                                      </p:cBhvr>
                                      <p:to>
                                        <p:strVal val="visible"/>
                                      </p:to>
                                    </p:set>
                                    <p:animEffect transition="in" filter="wipe(left)">
                                      <p:cBhvr>
                                        <p:cTn id="95" dur="500"/>
                                        <p:tgtEl>
                                          <p:spTgt spid="231458"/>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8" fill="hold" nodeType="clickEffect">
                                  <p:stCondLst>
                                    <p:cond delay="0"/>
                                  </p:stCondLst>
                                  <p:childTnLst>
                                    <p:set>
                                      <p:cBhvr>
                                        <p:cTn id="99" dur="1" fill="hold">
                                          <p:stCondLst>
                                            <p:cond delay="0"/>
                                          </p:stCondLst>
                                        </p:cTn>
                                        <p:tgtEl>
                                          <p:spTgt spid="231459"/>
                                        </p:tgtEl>
                                        <p:attrNameLst>
                                          <p:attrName>style.visibility</p:attrName>
                                        </p:attrNameLst>
                                      </p:cBhvr>
                                      <p:to>
                                        <p:strVal val="visible"/>
                                      </p:to>
                                    </p:set>
                                    <p:animEffect transition="in" filter="wipe(left)">
                                      <p:cBhvr>
                                        <p:cTn id="100" dur="500"/>
                                        <p:tgtEl>
                                          <p:spTgt spid="231459"/>
                                        </p:tgtEl>
                                      </p:cBhvr>
                                    </p:animEffect>
                                  </p:childTnLst>
                                </p:cTn>
                              </p:par>
                            </p:childTnLst>
                          </p:cTn>
                        </p:par>
                        <p:par>
                          <p:cTn id="101" fill="hold">
                            <p:stCondLst>
                              <p:cond delay="500"/>
                            </p:stCondLst>
                            <p:childTnLst>
                              <p:par>
                                <p:cTn id="102" presetID="22" presetClass="entr" presetSubtype="8" fill="hold" grpId="0" nodeType="afterEffect">
                                  <p:stCondLst>
                                    <p:cond delay="0"/>
                                  </p:stCondLst>
                                  <p:childTnLst>
                                    <p:set>
                                      <p:cBhvr>
                                        <p:cTn id="103" dur="1" fill="hold">
                                          <p:stCondLst>
                                            <p:cond delay="0"/>
                                          </p:stCondLst>
                                        </p:cTn>
                                        <p:tgtEl>
                                          <p:spTgt spid="231460"/>
                                        </p:tgtEl>
                                        <p:attrNameLst>
                                          <p:attrName>style.visibility</p:attrName>
                                        </p:attrNameLst>
                                      </p:cBhvr>
                                      <p:to>
                                        <p:strVal val="visible"/>
                                      </p:to>
                                    </p:set>
                                    <p:animEffect transition="in" filter="wipe(left)">
                                      <p:cBhvr>
                                        <p:cTn id="104" dur="500"/>
                                        <p:tgtEl>
                                          <p:spTgt spid="231460"/>
                                        </p:tgtEl>
                                      </p:cBhvr>
                                    </p:animEffect>
                                  </p:childTnLst>
                                </p:cTn>
                              </p:par>
                            </p:childTnLst>
                          </p:cTn>
                        </p:par>
                      </p:childTnLst>
                    </p:cTn>
                  </p:par>
                  <p:par>
                    <p:cTn id="105" fill="hold">
                      <p:stCondLst>
                        <p:cond delay="indefinite"/>
                      </p:stCondLst>
                      <p:childTnLst>
                        <p:par>
                          <p:cTn id="106" fill="hold">
                            <p:stCondLst>
                              <p:cond delay="0"/>
                            </p:stCondLst>
                            <p:childTnLst>
                              <p:par>
                                <p:cTn id="107" presetID="23" presetClass="entr" presetSubtype="16" fill="hold" nodeType="clickEffect">
                                  <p:stCondLst>
                                    <p:cond delay="0"/>
                                  </p:stCondLst>
                                  <p:childTnLst>
                                    <p:set>
                                      <p:cBhvr>
                                        <p:cTn id="108" dur="1" fill="hold">
                                          <p:stCondLst>
                                            <p:cond delay="0"/>
                                          </p:stCondLst>
                                        </p:cTn>
                                        <p:tgtEl>
                                          <p:spTgt spid="231465"/>
                                        </p:tgtEl>
                                        <p:attrNameLst>
                                          <p:attrName>style.visibility</p:attrName>
                                        </p:attrNameLst>
                                      </p:cBhvr>
                                      <p:to>
                                        <p:strVal val="visible"/>
                                      </p:to>
                                    </p:set>
                                    <p:anim calcmode="lin" valueType="num">
                                      <p:cBhvr>
                                        <p:cTn id="109" dur="500" fill="hold"/>
                                        <p:tgtEl>
                                          <p:spTgt spid="231465"/>
                                        </p:tgtEl>
                                        <p:attrNameLst>
                                          <p:attrName>ppt_w</p:attrName>
                                        </p:attrNameLst>
                                      </p:cBhvr>
                                      <p:tavLst>
                                        <p:tav tm="0">
                                          <p:val>
                                            <p:fltVal val="0"/>
                                          </p:val>
                                        </p:tav>
                                        <p:tav tm="100000">
                                          <p:val>
                                            <p:strVal val="#ppt_w"/>
                                          </p:val>
                                        </p:tav>
                                      </p:tavLst>
                                    </p:anim>
                                    <p:anim calcmode="lin" valueType="num">
                                      <p:cBhvr>
                                        <p:cTn id="110" dur="500" fill="hold"/>
                                        <p:tgtEl>
                                          <p:spTgt spid="231465"/>
                                        </p:tgtEl>
                                        <p:attrNameLst>
                                          <p:attrName>ppt_h</p:attrName>
                                        </p:attrNameLst>
                                      </p:cBhvr>
                                      <p:tavLst>
                                        <p:tav tm="0">
                                          <p:val>
                                            <p:fltVal val="0"/>
                                          </p:val>
                                        </p:tav>
                                        <p:tav tm="100000">
                                          <p:val>
                                            <p:strVal val="#ppt_h"/>
                                          </p:val>
                                        </p:tav>
                                      </p:tavLst>
                                    </p:anim>
                                  </p:childTnLst>
                                </p:cTn>
                              </p:par>
                            </p:childTnLst>
                          </p:cTn>
                        </p:par>
                      </p:childTnLst>
                    </p:cTn>
                  </p:par>
                  <p:par>
                    <p:cTn id="111" fill="hold">
                      <p:stCondLst>
                        <p:cond delay="indefinite"/>
                      </p:stCondLst>
                      <p:childTnLst>
                        <p:par>
                          <p:cTn id="112" fill="hold">
                            <p:stCondLst>
                              <p:cond delay="0"/>
                            </p:stCondLst>
                            <p:childTnLst>
                              <p:par>
                                <p:cTn id="113" presetID="22" presetClass="entr" presetSubtype="8" fill="hold" nodeType="clickEffect">
                                  <p:stCondLst>
                                    <p:cond delay="0"/>
                                  </p:stCondLst>
                                  <p:childTnLst>
                                    <p:set>
                                      <p:cBhvr>
                                        <p:cTn id="114" dur="1" fill="hold">
                                          <p:stCondLst>
                                            <p:cond delay="0"/>
                                          </p:stCondLst>
                                        </p:cTn>
                                        <p:tgtEl>
                                          <p:spTgt spid="231461"/>
                                        </p:tgtEl>
                                        <p:attrNameLst>
                                          <p:attrName>style.visibility</p:attrName>
                                        </p:attrNameLst>
                                      </p:cBhvr>
                                      <p:to>
                                        <p:strVal val="visible"/>
                                      </p:to>
                                    </p:set>
                                    <p:animEffect transition="in" filter="wipe(left)">
                                      <p:cBhvr>
                                        <p:cTn id="115" dur="500"/>
                                        <p:tgtEl>
                                          <p:spTgt spid="231461"/>
                                        </p:tgtEl>
                                      </p:cBhvr>
                                    </p:animEffect>
                                  </p:childTnLst>
                                </p:cTn>
                              </p:par>
                            </p:childTnLst>
                          </p:cTn>
                        </p:par>
                        <p:par>
                          <p:cTn id="116" fill="hold">
                            <p:stCondLst>
                              <p:cond delay="500"/>
                            </p:stCondLst>
                            <p:childTnLst>
                              <p:par>
                                <p:cTn id="117" presetID="22" presetClass="entr" presetSubtype="8" fill="hold" grpId="0" nodeType="afterEffect">
                                  <p:stCondLst>
                                    <p:cond delay="0"/>
                                  </p:stCondLst>
                                  <p:childTnLst>
                                    <p:set>
                                      <p:cBhvr>
                                        <p:cTn id="118" dur="1" fill="hold">
                                          <p:stCondLst>
                                            <p:cond delay="0"/>
                                          </p:stCondLst>
                                        </p:cTn>
                                        <p:tgtEl>
                                          <p:spTgt spid="231462"/>
                                        </p:tgtEl>
                                        <p:attrNameLst>
                                          <p:attrName>style.visibility</p:attrName>
                                        </p:attrNameLst>
                                      </p:cBhvr>
                                      <p:to>
                                        <p:strVal val="visible"/>
                                      </p:to>
                                    </p:set>
                                    <p:animEffect transition="in" filter="wipe(left)">
                                      <p:cBhvr>
                                        <p:cTn id="119" dur="500"/>
                                        <p:tgtEl>
                                          <p:spTgt spid="231462"/>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8" fill="hold" nodeType="clickEffect">
                                  <p:stCondLst>
                                    <p:cond delay="0"/>
                                  </p:stCondLst>
                                  <p:childTnLst>
                                    <p:set>
                                      <p:cBhvr>
                                        <p:cTn id="123" dur="1" fill="hold">
                                          <p:stCondLst>
                                            <p:cond delay="0"/>
                                          </p:stCondLst>
                                        </p:cTn>
                                        <p:tgtEl>
                                          <p:spTgt spid="231464"/>
                                        </p:tgtEl>
                                        <p:attrNameLst>
                                          <p:attrName>style.visibility</p:attrName>
                                        </p:attrNameLst>
                                      </p:cBhvr>
                                      <p:to>
                                        <p:strVal val="visible"/>
                                      </p:to>
                                    </p:set>
                                    <p:animEffect transition="in" filter="wipe(left)">
                                      <p:cBhvr>
                                        <p:cTn id="124" dur="500"/>
                                        <p:tgtEl>
                                          <p:spTgt spid="231464"/>
                                        </p:tgtEl>
                                      </p:cBhvr>
                                    </p:animEffect>
                                  </p:childTnLst>
                                </p:cTn>
                              </p:par>
                            </p:childTnLst>
                          </p:cTn>
                        </p:par>
                        <p:par>
                          <p:cTn id="125" fill="hold">
                            <p:stCondLst>
                              <p:cond delay="500"/>
                            </p:stCondLst>
                            <p:childTnLst>
                              <p:par>
                                <p:cTn id="126" presetID="22" presetClass="entr" presetSubtype="8" fill="hold" grpId="0" nodeType="afterEffect">
                                  <p:stCondLst>
                                    <p:cond delay="0"/>
                                  </p:stCondLst>
                                  <p:childTnLst>
                                    <p:set>
                                      <p:cBhvr>
                                        <p:cTn id="127" dur="1" fill="hold">
                                          <p:stCondLst>
                                            <p:cond delay="0"/>
                                          </p:stCondLst>
                                        </p:cTn>
                                        <p:tgtEl>
                                          <p:spTgt spid="231463"/>
                                        </p:tgtEl>
                                        <p:attrNameLst>
                                          <p:attrName>style.visibility</p:attrName>
                                        </p:attrNameLst>
                                      </p:cBhvr>
                                      <p:to>
                                        <p:strVal val="visible"/>
                                      </p:to>
                                    </p:set>
                                    <p:animEffect transition="in" filter="wipe(left)">
                                      <p:cBhvr>
                                        <p:cTn id="128" dur="500"/>
                                        <p:tgtEl>
                                          <p:spTgt spid="231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0" grpId="0" animBg="1"/>
      <p:bldP spid="231432" grpId="0" autoUpdateAnimBg="0"/>
      <p:bldP spid="231437" grpId="0" autoUpdateAnimBg="0"/>
      <p:bldP spid="231438" grpId="0" autoUpdateAnimBg="0"/>
      <p:bldP spid="231449" grpId="0" autoUpdateAnimBg="0"/>
      <p:bldP spid="231451" grpId="0"/>
      <p:bldP spid="231452" grpId="0" animBg="1"/>
      <p:bldP spid="231453" grpId="0"/>
      <p:bldP spid="231456" grpId="0" animBg="1"/>
      <p:bldP spid="231458" grpId="0" animBg="1"/>
      <p:bldP spid="231460" grpId="0" animBg="1"/>
      <p:bldP spid="231462" grpId="0" animBg="1"/>
      <p:bldP spid="231463" grpId="0" animBg="1"/>
      <p:bldP spid="231466"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ext Box 2"/>
          <p:cNvSpPr txBox="1">
            <a:spLocks noChangeArrowheads="1"/>
          </p:cNvSpPr>
          <p:nvPr/>
        </p:nvSpPr>
        <p:spPr bwMode="auto">
          <a:xfrm>
            <a:off x="723900" y="936625"/>
            <a:ext cx="7988300" cy="512763"/>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当飞船静止于空间距行星中心 </a:t>
            </a:r>
            <a:r>
              <a:rPr lang="en-US" altLang="zh-CN" b="1" i="0">
                <a:solidFill>
                  <a:srgbClr val="FF6600"/>
                </a:solidFill>
                <a:latin typeface="Times New Roman" panose="02020603050405020304" pitchFamily="18" charset="0"/>
              </a:rPr>
              <a:t>4 </a:t>
            </a:r>
            <a:r>
              <a:rPr lang="en-US" altLang="zh-CN" b="1">
                <a:solidFill>
                  <a:srgbClr val="FF6600"/>
                </a:solidFill>
                <a:latin typeface="Times New Roman" panose="02020603050405020304" pitchFamily="18" charset="0"/>
              </a:rPr>
              <a:t>R</a:t>
            </a:r>
            <a:r>
              <a:rPr lang="en-US" altLang="zh-CN" b="1">
                <a:solidFill>
                  <a:schemeClr val="bg1"/>
                </a:solidFill>
                <a:latin typeface="Times New Roman" panose="02020603050405020304" pitchFamily="18" charset="0"/>
              </a:rPr>
              <a:t> </a:t>
            </a:r>
            <a:r>
              <a:rPr lang="zh-CN" altLang="en-US" b="1" i="0">
                <a:solidFill>
                  <a:schemeClr val="bg1"/>
                </a:solidFill>
                <a:latin typeface="Times New Roman" panose="02020603050405020304" pitchFamily="18" charset="0"/>
              </a:rPr>
              <a:t>时，以速度</a:t>
            </a:r>
            <a:r>
              <a:rPr lang="en-US" altLang="zh-CN">
                <a:solidFill>
                  <a:srgbClr val="FF6600"/>
                </a:solidFill>
                <a:latin typeface="Bookman Old Style" panose="02050604050505020204" pitchFamily="18" charset="0"/>
              </a:rPr>
              <a:t>v</a:t>
            </a:r>
            <a:r>
              <a:rPr lang="en-US" altLang="zh-CN" b="1" i="0">
                <a:solidFill>
                  <a:srgbClr val="FF6600"/>
                </a:solidFill>
                <a:latin typeface="Times New Roman" panose="02020603050405020304" pitchFamily="18" charset="0"/>
              </a:rPr>
              <a:t> </a:t>
            </a:r>
            <a:r>
              <a:rPr lang="en-US" altLang="zh-CN" b="1" i="0" baseline="-25000">
                <a:solidFill>
                  <a:srgbClr val="FF6600"/>
                </a:solidFill>
                <a:latin typeface="Times New Roman" panose="02020603050405020304" pitchFamily="18" charset="0"/>
              </a:rPr>
              <a:t>0</a:t>
            </a:r>
            <a:r>
              <a:rPr lang="zh-CN" altLang="en-US" b="1" i="0">
                <a:solidFill>
                  <a:schemeClr val="bg1"/>
                </a:solidFill>
                <a:latin typeface="Times New Roman" panose="02020603050405020304" pitchFamily="18" charset="0"/>
              </a:rPr>
              <a:t>发射一</a:t>
            </a:r>
            <a:r>
              <a:rPr lang="zh-CN" altLang="en-US" b="1" i="0">
                <a:latin typeface="Times New Roman" panose="02020603050405020304" pitchFamily="18" charset="0"/>
              </a:rPr>
              <a:t> </a:t>
            </a:r>
            <a:endParaRPr lang="zh-CN" altLang="en-US" b="1" i="0">
              <a:latin typeface="Times New Roman" panose="02020603050405020304" pitchFamily="18" charset="0"/>
            </a:endParaRPr>
          </a:p>
        </p:txBody>
      </p:sp>
      <p:sp>
        <p:nvSpPr>
          <p:cNvPr id="233475" name="Text Box 3"/>
          <p:cNvSpPr txBox="1">
            <a:spLocks noChangeArrowheads="1"/>
          </p:cNvSpPr>
          <p:nvPr/>
        </p:nvSpPr>
        <p:spPr bwMode="auto">
          <a:xfrm>
            <a:off x="80963" y="1925638"/>
            <a:ext cx="5283200" cy="517525"/>
          </a:xfrm>
          <a:prstGeom prst="rect">
            <a:avLst/>
          </a:prstGeom>
          <a:noFill/>
          <a:ln w="9525">
            <a:noFill/>
            <a:miter lim="800000"/>
          </a:ln>
        </p:spPr>
        <p:txBody>
          <a:bodyPr>
            <a:spAutoFit/>
          </a:bodyPr>
          <a:lstStyle/>
          <a:p>
            <a:pPr algn="l">
              <a:lnSpc>
                <a:spcPct val="115000"/>
              </a:lnSpc>
            </a:pPr>
            <a:r>
              <a:rPr lang="en-US" altLang="zh-CN" b="1" i="0">
                <a:solidFill>
                  <a:srgbClr val="FFFF00"/>
                </a:solidFill>
                <a:latin typeface="Times New Roman" panose="02020603050405020304" pitchFamily="18" charset="0"/>
              </a:rPr>
              <a:t>  </a:t>
            </a:r>
            <a:r>
              <a:rPr lang="zh-CN" altLang="en-US" b="1" i="0">
                <a:solidFill>
                  <a:srgbClr val="FF0000"/>
                </a:solidFill>
                <a:latin typeface="Times New Roman" panose="02020603050405020304" pitchFamily="18" charset="0"/>
              </a:rPr>
              <a:t>求 </a:t>
            </a:r>
            <a:r>
              <a:rPr lang="zh-CN" altLang="en-US" b="1" i="0">
                <a:solidFill>
                  <a:schemeClr val="bg1"/>
                </a:solidFill>
                <a:latin typeface="Times New Roman" panose="02020603050405020304" pitchFamily="18" charset="0"/>
              </a:rPr>
              <a:t> 发射角及着陆滑行时的速度多大？</a:t>
            </a:r>
            <a:endParaRPr lang="zh-CN" altLang="en-US" b="1" i="0">
              <a:solidFill>
                <a:schemeClr val="bg1"/>
              </a:solidFill>
              <a:latin typeface="Times New Roman" panose="02020603050405020304" pitchFamily="18" charset="0"/>
            </a:endParaRPr>
          </a:p>
        </p:txBody>
      </p:sp>
      <p:sp>
        <p:nvSpPr>
          <p:cNvPr id="233476" name="Oval 4"/>
          <p:cNvSpPr>
            <a:spLocks noChangeArrowheads="1"/>
          </p:cNvSpPr>
          <p:nvPr/>
        </p:nvSpPr>
        <p:spPr bwMode="auto">
          <a:xfrm>
            <a:off x="6840538" y="2462213"/>
            <a:ext cx="1676400" cy="1676400"/>
          </a:xfrm>
          <a:prstGeom prst="ellipse">
            <a:avLst/>
          </a:prstGeom>
          <a:gradFill rotWithShape="1">
            <a:gsLst>
              <a:gs pos="0">
                <a:srgbClr val="33CCFF"/>
              </a:gs>
              <a:gs pos="100000">
                <a:srgbClr val="185E76"/>
              </a:gs>
            </a:gsLst>
            <a:path path="shape">
              <a:fillToRect l="50000" t="50000" r="50000" b="50000"/>
            </a:path>
          </a:gradFill>
          <a:ln w="28575">
            <a:noFill/>
            <a:round/>
          </a:ln>
        </p:spPr>
        <p:txBody>
          <a:bodyPr wrap="none" anchor="ctr"/>
          <a:lstStyle/>
          <a:p>
            <a:endParaRPr lang="zh-CN" altLang="en-US"/>
          </a:p>
        </p:txBody>
      </p:sp>
      <p:sp>
        <p:nvSpPr>
          <p:cNvPr id="233477" name="Line 5"/>
          <p:cNvSpPr>
            <a:spLocks noChangeShapeType="1"/>
          </p:cNvSpPr>
          <p:nvPr/>
        </p:nvSpPr>
        <p:spPr bwMode="auto">
          <a:xfrm flipV="1">
            <a:off x="3792538" y="3300413"/>
            <a:ext cx="4953000" cy="0"/>
          </a:xfrm>
          <a:prstGeom prst="line">
            <a:avLst/>
          </a:prstGeom>
          <a:noFill/>
          <a:ln w="22225">
            <a:solidFill>
              <a:srgbClr val="CC0000"/>
            </a:solidFill>
            <a:prstDash val="lgDashDot"/>
            <a:round/>
          </a:ln>
        </p:spPr>
        <p:txBody>
          <a:bodyPr wrap="none" anchor="ctr"/>
          <a:lstStyle/>
          <a:p>
            <a:endParaRPr lang="zh-CN" altLang="en-US"/>
          </a:p>
        </p:txBody>
      </p:sp>
      <p:sp>
        <p:nvSpPr>
          <p:cNvPr id="233478" name="AutoShape 6"/>
          <p:cNvSpPr>
            <a:spLocks noChangeArrowheads="1"/>
          </p:cNvSpPr>
          <p:nvPr/>
        </p:nvSpPr>
        <p:spPr bwMode="auto">
          <a:xfrm rot="5571021">
            <a:off x="3567113" y="3109913"/>
            <a:ext cx="457200" cy="381000"/>
          </a:xfrm>
          <a:prstGeom prst="can">
            <a:avLst>
              <a:gd name="adj" fmla="val 25000"/>
            </a:avLst>
          </a:prstGeom>
          <a:gradFill rotWithShape="1">
            <a:gsLst>
              <a:gs pos="0">
                <a:srgbClr val="008080"/>
              </a:gs>
              <a:gs pos="100000">
                <a:srgbClr val="003B3B"/>
              </a:gs>
            </a:gsLst>
            <a:path path="rect">
              <a:fillToRect l="100000" b="100000"/>
            </a:path>
          </a:gradFill>
          <a:ln w="9525">
            <a:solidFill>
              <a:schemeClr val="tx1"/>
            </a:solidFill>
            <a:round/>
          </a:ln>
        </p:spPr>
        <p:txBody>
          <a:bodyPr wrap="none" anchor="ctr"/>
          <a:lstStyle/>
          <a:p>
            <a:endParaRPr lang="zh-CN" altLang="en-US"/>
          </a:p>
        </p:txBody>
      </p:sp>
      <p:sp>
        <p:nvSpPr>
          <p:cNvPr id="233479" name="Line 7"/>
          <p:cNvSpPr>
            <a:spLocks noChangeShapeType="1"/>
          </p:cNvSpPr>
          <p:nvPr/>
        </p:nvSpPr>
        <p:spPr bwMode="auto">
          <a:xfrm flipV="1">
            <a:off x="3944938" y="2614613"/>
            <a:ext cx="914400" cy="685800"/>
          </a:xfrm>
          <a:prstGeom prst="line">
            <a:avLst/>
          </a:prstGeom>
          <a:noFill/>
          <a:ln w="41275">
            <a:solidFill>
              <a:srgbClr val="FF0000"/>
            </a:solidFill>
            <a:round/>
            <a:tailEnd type="triangle" w="med" len="med"/>
          </a:ln>
        </p:spPr>
        <p:txBody>
          <a:bodyPr wrap="none" anchor="ctr"/>
          <a:lstStyle/>
          <a:p>
            <a:endParaRPr lang="zh-CN" altLang="en-US"/>
          </a:p>
        </p:txBody>
      </p:sp>
      <p:graphicFrame>
        <p:nvGraphicFramePr>
          <p:cNvPr id="233480" name="Object 8"/>
          <p:cNvGraphicFramePr>
            <a:graphicFrameLocks noChangeAspect="1"/>
          </p:cNvGraphicFramePr>
          <p:nvPr/>
        </p:nvGraphicFramePr>
        <p:xfrm>
          <a:off x="4437063" y="2979738"/>
          <a:ext cx="255587" cy="320675"/>
        </p:xfrm>
        <a:graphic>
          <a:graphicData uri="http://schemas.openxmlformats.org/presentationml/2006/ole">
            <mc:AlternateContent xmlns:mc="http://schemas.openxmlformats.org/markup-compatibility/2006">
              <mc:Choice xmlns:v="urn:schemas-microsoft-com:vml" Requires="v">
                <p:oleObj spid="_x0000_s58369" name="公式" r:id="rId1" imgW="3352800" imgH="4267200" progId="Equation.3">
                  <p:embed/>
                </p:oleObj>
              </mc:Choice>
              <mc:Fallback>
                <p:oleObj name="公式" r:id="rId1" imgW="3352800" imgH="4267200" progId="Equation.3">
                  <p:embed/>
                  <p:pic>
                    <p:nvPicPr>
                      <p:cNvPr id="0" name="Object 8"/>
                      <p:cNvPicPr>
                        <a:picLocks noChangeAspect="1"/>
                      </p:cNvPicPr>
                      <p:nvPr/>
                    </p:nvPicPr>
                    <p:blipFill>
                      <a:blip r:embed="rId2"/>
                      <a:stretch>
                        <a:fillRect/>
                      </a:stretch>
                    </p:blipFill>
                    <p:spPr>
                      <a:xfrm>
                        <a:off x="4437063" y="2979738"/>
                        <a:ext cx="255587" cy="320675"/>
                      </a:xfrm>
                      <a:prstGeom prst="rect">
                        <a:avLst/>
                      </a:prstGeom>
                      <a:noFill/>
                      <a:ln w="22225">
                        <a:noFill/>
                      </a:ln>
                    </p:spPr>
                  </p:pic>
                </p:oleObj>
              </mc:Fallback>
            </mc:AlternateContent>
          </a:graphicData>
        </a:graphic>
      </p:graphicFrame>
      <p:graphicFrame>
        <p:nvGraphicFramePr>
          <p:cNvPr id="233481" name="Object 9"/>
          <p:cNvGraphicFramePr>
            <a:graphicFrameLocks noChangeAspect="1"/>
          </p:cNvGraphicFramePr>
          <p:nvPr/>
        </p:nvGraphicFramePr>
        <p:xfrm>
          <a:off x="6251575" y="2105025"/>
          <a:ext cx="315913" cy="250825"/>
        </p:xfrm>
        <a:graphic>
          <a:graphicData uri="http://schemas.openxmlformats.org/presentationml/2006/ole">
            <mc:AlternateContent xmlns:mc="http://schemas.openxmlformats.org/markup-compatibility/2006">
              <mc:Choice xmlns:v="urn:schemas-microsoft-com:vml" Requires="v">
                <p:oleObj spid="_x0000_s58371" name="公式" r:id="rId3" imgW="4267200" imgH="3352800" progId="Equation.3">
                  <p:embed/>
                </p:oleObj>
              </mc:Choice>
              <mc:Fallback>
                <p:oleObj name="公式" r:id="rId3" imgW="4267200" imgH="3352800" progId="Equation.3">
                  <p:embed/>
                  <p:pic>
                    <p:nvPicPr>
                      <p:cNvPr id="0" name="Object 9"/>
                      <p:cNvPicPr>
                        <a:picLocks noChangeAspect="1"/>
                      </p:cNvPicPr>
                      <p:nvPr/>
                    </p:nvPicPr>
                    <p:blipFill>
                      <a:blip r:embed="rId4"/>
                      <a:stretch>
                        <a:fillRect/>
                      </a:stretch>
                    </p:blipFill>
                    <p:spPr>
                      <a:xfrm>
                        <a:off x="6251575" y="2105025"/>
                        <a:ext cx="315913" cy="250825"/>
                      </a:xfrm>
                      <a:prstGeom prst="rect">
                        <a:avLst/>
                      </a:prstGeom>
                      <a:noFill/>
                      <a:ln w="22225">
                        <a:noFill/>
                      </a:ln>
                    </p:spPr>
                  </p:pic>
                </p:oleObj>
              </mc:Fallback>
            </mc:AlternateContent>
          </a:graphicData>
        </a:graphic>
      </p:graphicFrame>
      <p:graphicFrame>
        <p:nvGraphicFramePr>
          <p:cNvPr id="233482" name="Object 10"/>
          <p:cNvGraphicFramePr>
            <a:graphicFrameLocks noChangeAspect="1"/>
          </p:cNvGraphicFramePr>
          <p:nvPr/>
        </p:nvGraphicFramePr>
        <p:xfrm>
          <a:off x="7407275" y="2682875"/>
          <a:ext cx="301625" cy="298450"/>
        </p:xfrm>
        <a:graphic>
          <a:graphicData uri="http://schemas.openxmlformats.org/presentationml/2006/ole">
            <mc:AlternateContent xmlns:mc="http://schemas.openxmlformats.org/markup-compatibility/2006">
              <mc:Choice xmlns:v="urn:schemas-microsoft-com:vml" Requires="v">
                <p:oleObj spid="_x0000_s58372" name="公式" r:id="rId5" imgW="3962400" imgH="3962400" progId="Equation.3">
                  <p:embed/>
                </p:oleObj>
              </mc:Choice>
              <mc:Fallback>
                <p:oleObj name="公式" r:id="rId5" imgW="3962400" imgH="3962400" progId="Equation.3">
                  <p:embed/>
                  <p:pic>
                    <p:nvPicPr>
                      <p:cNvPr id="0" name="Object 10"/>
                      <p:cNvPicPr>
                        <a:picLocks noChangeAspect="1"/>
                      </p:cNvPicPr>
                      <p:nvPr/>
                    </p:nvPicPr>
                    <p:blipFill>
                      <a:blip r:embed="rId6"/>
                      <a:stretch>
                        <a:fillRect/>
                      </a:stretch>
                    </p:blipFill>
                    <p:spPr>
                      <a:xfrm>
                        <a:off x="7407275" y="2682875"/>
                        <a:ext cx="301625" cy="298450"/>
                      </a:xfrm>
                      <a:prstGeom prst="rect">
                        <a:avLst/>
                      </a:prstGeom>
                      <a:noFill/>
                      <a:ln w="22225">
                        <a:noFill/>
                      </a:ln>
                    </p:spPr>
                  </p:pic>
                </p:oleObj>
              </mc:Fallback>
            </mc:AlternateContent>
          </a:graphicData>
        </a:graphic>
      </p:graphicFrame>
      <p:graphicFrame>
        <p:nvGraphicFramePr>
          <p:cNvPr id="233483" name="Object 11"/>
          <p:cNvGraphicFramePr/>
          <p:nvPr/>
        </p:nvGraphicFramePr>
        <p:xfrm>
          <a:off x="7853363" y="2798763"/>
          <a:ext cx="363537" cy="295275"/>
        </p:xfrm>
        <a:graphic>
          <a:graphicData uri="http://schemas.openxmlformats.org/presentationml/2006/ole">
            <mc:AlternateContent xmlns:mc="http://schemas.openxmlformats.org/markup-compatibility/2006">
              <mc:Choice xmlns:v="urn:schemas-microsoft-com:vml" Requires="v">
                <p:oleObj spid="_x0000_s58373" name="公式" r:id="rId7" imgW="4876800" imgH="3962400" progId="Equation.3">
                  <p:embed/>
                </p:oleObj>
              </mc:Choice>
              <mc:Fallback>
                <p:oleObj name="公式" r:id="rId7" imgW="4876800" imgH="3962400" progId="Equation.3">
                  <p:embed/>
                  <p:pic>
                    <p:nvPicPr>
                      <p:cNvPr id="0" name="Object 11"/>
                      <p:cNvPicPr/>
                      <p:nvPr/>
                    </p:nvPicPr>
                    <p:blipFill>
                      <a:blip r:embed="rId8"/>
                      <a:stretch>
                        <a:fillRect/>
                      </a:stretch>
                    </p:blipFill>
                    <p:spPr>
                      <a:xfrm>
                        <a:off x="7853363" y="2798763"/>
                        <a:ext cx="363537" cy="295275"/>
                      </a:xfrm>
                      <a:prstGeom prst="rect">
                        <a:avLst/>
                      </a:prstGeom>
                      <a:noFill/>
                      <a:ln w="22225">
                        <a:noFill/>
                      </a:ln>
                    </p:spPr>
                  </p:pic>
                </p:oleObj>
              </mc:Fallback>
            </mc:AlternateContent>
          </a:graphicData>
        </a:graphic>
      </p:graphicFrame>
      <p:graphicFrame>
        <p:nvGraphicFramePr>
          <p:cNvPr id="233484" name="Object 12"/>
          <p:cNvGraphicFramePr>
            <a:graphicFrameLocks noChangeAspect="1"/>
          </p:cNvGraphicFramePr>
          <p:nvPr/>
        </p:nvGraphicFramePr>
        <p:xfrm>
          <a:off x="7497763" y="3338513"/>
          <a:ext cx="298450" cy="320675"/>
        </p:xfrm>
        <a:graphic>
          <a:graphicData uri="http://schemas.openxmlformats.org/presentationml/2006/ole">
            <mc:AlternateContent xmlns:mc="http://schemas.openxmlformats.org/markup-compatibility/2006">
              <mc:Choice xmlns:v="urn:schemas-microsoft-com:vml" Requires="v">
                <p:oleObj spid="_x0000_s58374" name="公式" r:id="rId9" imgW="3962400" imgH="4267200" progId="Equation.3">
                  <p:embed/>
                </p:oleObj>
              </mc:Choice>
              <mc:Fallback>
                <p:oleObj name="公式" r:id="rId9" imgW="3962400" imgH="4267200" progId="Equation.3">
                  <p:embed/>
                  <p:pic>
                    <p:nvPicPr>
                      <p:cNvPr id="0" name="Object 12"/>
                      <p:cNvPicPr>
                        <a:picLocks noChangeAspect="1"/>
                      </p:cNvPicPr>
                      <p:nvPr/>
                    </p:nvPicPr>
                    <p:blipFill>
                      <a:blip r:embed="rId10"/>
                      <a:stretch>
                        <a:fillRect/>
                      </a:stretch>
                    </p:blipFill>
                    <p:spPr>
                      <a:xfrm>
                        <a:off x="7497763" y="3338513"/>
                        <a:ext cx="298450" cy="320675"/>
                      </a:xfrm>
                      <a:prstGeom prst="rect">
                        <a:avLst/>
                      </a:prstGeom>
                      <a:noFill/>
                      <a:ln w="22225">
                        <a:noFill/>
                      </a:ln>
                    </p:spPr>
                  </p:pic>
                </p:oleObj>
              </mc:Fallback>
            </mc:AlternateContent>
          </a:graphicData>
        </a:graphic>
      </p:graphicFrame>
      <p:graphicFrame>
        <p:nvGraphicFramePr>
          <p:cNvPr id="233485" name="Object 13"/>
          <p:cNvGraphicFramePr>
            <a:graphicFrameLocks noChangeAspect="1"/>
          </p:cNvGraphicFramePr>
          <p:nvPr/>
        </p:nvGraphicFramePr>
        <p:xfrm>
          <a:off x="4224338" y="2536825"/>
          <a:ext cx="315912" cy="409575"/>
        </p:xfrm>
        <a:graphic>
          <a:graphicData uri="http://schemas.openxmlformats.org/presentationml/2006/ole">
            <mc:AlternateContent xmlns:mc="http://schemas.openxmlformats.org/markup-compatibility/2006">
              <mc:Choice xmlns:v="urn:schemas-microsoft-com:vml" Requires="v">
                <p:oleObj spid="_x0000_s58375" name="公式" r:id="rId11" imgW="4267200" imgH="5486400" progId="Equation.3">
                  <p:embed/>
                </p:oleObj>
              </mc:Choice>
              <mc:Fallback>
                <p:oleObj name="公式" r:id="rId11" imgW="4267200" imgH="5486400" progId="Equation.3">
                  <p:embed/>
                  <p:pic>
                    <p:nvPicPr>
                      <p:cNvPr id="0" name="Object 13"/>
                      <p:cNvPicPr>
                        <a:picLocks noChangeAspect="1"/>
                      </p:cNvPicPr>
                      <p:nvPr/>
                    </p:nvPicPr>
                    <p:blipFill>
                      <a:blip r:embed="rId12"/>
                      <a:stretch>
                        <a:fillRect/>
                      </a:stretch>
                    </p:blipFill>
                    <p:spPr>
                      <a:xfrm>
                        <a:off x="4224338" y="2536825"/>
                        <a:ext cx="315912" cy="409575"/>
                      </a:xfrm>
                      <a:prstGeom prst="rect">
                        <a:avLst/>
                      </a:prstGeom>
                      <a:noFill/>
                      <a:ln w="22225">
                        <a:noFill/>
                      </a:ln>
                    </p:spPr>
                  </p:pic>
                </p:oleObj>
              </mc:Fallback>
            </mc:AlternateContent>
          </a:graphicData>
        </a:graphic>
      </p:graphicFrame>
      <p:graphicFrame>
        <p:nvGraphicFramePr>
          <p:cNvPr id="233486" name="Object 14"/>
          <p:cNvGraphicFramePr>
            <a:graphicFrameLocks noChangeAspect="1"/>
          </p:cNvGraphicFramePr>
          <p:nvPr/>
        </p:nvGraphicFramePr>
        <p:xfrm>
          <a:off x="5641975" y="2895600"/>
          <a:ext cx="252413" cy="412750"/>
        </p:xfrm>
        <a:graphic>
          <a:graphicData uri="http://schemas.openxmlformats.org/presentationml/2006/ole">
            <mc:AlternateContent xmlns:mc="http://schemas.openxmlformats.org/markup-compatibility/2006">
              <mc:Choice xmlns:v="urn:schemas-microsoft-com:vml" Requires="v">
                <p:oleObj spid="_x0000_s58376" name="公式" r:id="rId13" imgW="3352800" imgH="5486400" progId="Equation.3">
                  <p:embed/>
                </p:oleObj>
              </mc:Choice>
              <mc:Fallback>
                <p:oleObj name="公式" r:id="rId13" imgW="3352800" imgH="5486400" progId="Equation.3">
                  <p:embed/>
                  <p:pic>
                    <p:nvPicPr>
                      <p:cNvPr id="0" name="Object 14"/>
                      <p:cNvPicPr>
                        <a:picLocks noChangeAspect="1"/>
                      </p:cNvPicPr>
                      <p:nvPr/>
                    </p:nvPicPr>
                    <p:blipFill>
                      <a:blip r:embed="rId14"/>
                      <a:stretch>
                        <a:fillRect/>
                      </a:stretch>
                    </p:blipFill>
                    <p:spPr>
                      <a:xfrm>
                        <a:off x="5641975" y="2895600"/>
                        <a:ext cx="252413" cy="412750"/>
                      </a:xfrm>
                      <a:prstGeom prst="rect">
                        <a:avLst/>
                      </a:prstGeom>
                      <a:noFill/>
                      <a:ln w="22225">
                        <a:noFill/>
                      </a:ln>
                    </p:spPr>
                  </p:pic>
                </p:oleObj>
              </mc:Fallback>
            </mc:AlternateContent>
          </a:graphicData>
        </a:graphic>
      </p:graphicFrame>
      <p:graphicFrame>
        <p:nvGraphicFramePr>
          <p:cNvPr id="233487" name="Object 15"/>
          <p:cNvGraphicFramePr>
            <a:graphicFrameLocks noChangeAspect="1"/>
          </p:cNvGraphicFramePr>
          <p:nvPr/>
        </p:nvGraphicFramePr>
        <p:xfrm>
          <a:off x="8167688" y="2276475"/>
          <a:ext cx="230187" cy="252413"/>
        </p:xfrm>
        <a:graphic>
          <a:graphicData uri="http://schemas.openxmlformats.org/presentationml/2006/ole">
            <mc:AlternateContent xmlns:mc="http://schemas.openxmlformats.org/markup-compatibility/2006">
              <mc:Choice xmlns:v="urn:schemas-microsoft-com:vml" Requires="v">
                <p:oleObj spid="_x0000_s58377" name="公式" r:id="rId15" imgW="3048000" imgH="3352800" progId="Equation.3">
                  <p:embed/>
                </p:oleObj>
              </mc:Choice>
              <mc:Fallback>
                <p:oleObj name="公式" r:id="rId15" imgW="3048000" imgH="3352800" progId="Equation.3">
                  <p:embed/>
                  <p:pic>
                    <p:nvPicPr>
                      <p:cNvPr id="0" name="Object 15"/>
                      <p:cNvPicPr>
                        <a:picLocks noChangeAspect="1"/>
                      </p:cNvPicPr>
                      <p:nvPr/>
                    </p:nvPicPr>
                    <p:blipFill>
                      <a:blip r:embed="rId16"/>
                      <a:stretch>
                        <a:fillRect/>
                      </a:stretch>
                    </p:blipFill>
                    <p:spPr>
                      <a:xfrm>
                        <a:off x="8167688" y="2276475"/>
                        <a:ext cx="230187" cy="252413"/>
                      </a:xfrm>
                      <a:prstGeom prst="rect">
                        <a:avLst/>
                      </a:prstGeom>
                      <a:noFill/>
                      <a:ln w="22225">
                        <a:noFill/>
                      </a:ln>
                    </p:spPr>
                  </p:pic>
                </p:oleObj>
              </mc:Fallback>
            </mc:AlternateContent>
          </a:graphicData>
        </a:graphic>
      </p:graphicFrame>
      <p:sp>
        <p:nvSpPr>
          <p:cNvPr id="233488" name="Freeform 16"/>
          <p:cNvSpPr/>
          <p:nvPr/>
        </p:nvSpPr>
        <p:spPr bwMode="auto">
          <a:xfrm>
            <a:off x="3944938" y="2419350"/>
            <a:ext cx="3886200" cy="881063"/>
          </a:xfrm>
          <a:custGeom>
            <a:avLst/>
            <a:gdLst>
              <a:gd name="T0" fmla="*/ 0 w 2448"/>
              <a:gd name="T1" fmla="*/ 2147483647 h 555"/>
              <a:gd name="T2" fmla="*/ 2147483647 w 2448"/>
              <a:gd name="T3" fmla="*/ 2147483647 h 555"/>
              <a:gd name="T4" fmla="*/ 2147483647 w 2448"/>
              <a:gd name="T5" fmla="*/ 2147483647 h 555"/>
              <a:gd name="T6" fmla="*/ 2147483647 w 2448"/>
              <a:gd name="T7" fmla="*/ 2147483647 h 555"/>
              <a:gd name="T8" fmla="*/ 2147483647 w 2448"/>
              <a:gd name="T9" fmla="*/ 2147483647 h 555"/>
              <a:gd name="T10" fmla="*/ 2147483647 w 2448"/>
              <a:gd name="T11" fmla="*/ 0 h 555"/>
              <a:gd name="T12" fmla="*/ 2147483647 w 2448"/>
              <a:gd name="T13" fmla="*/ 2147483647 h 555"/>
              <a:gd name="T14" fmla="*/ 0 60000 65536"/>
              <a:gd name="T15" fmla="*/ 0 60000 65536"/>
              <a:gd name="T16" fmla="*/ 0 60000 65536"/>
              <a:gd name="T17" fmla="*/ 0 60000 65536"/>
              <a:gd name="T18" fmla="*/ 0 60000 65536"/>
              <a:gd name="T19" fmla="*/ 0 60000 65536"/>
              <a:gd name="T20" fmla="*/ 0 60000 65536"/>
              <a:gd name="T21" fmla="*/ 0 w 2448"/>
              <a:gd name="T22" fmla="*/ 0 h 555"/>
              <a:gd name="T23" fmla="*/ 2448 w 2448"/>
              <a:gd name="T24" fmla="*/ 555 h 55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48" h="555">
                <a:moveTo>
                  <a:pt x="0" y="555"/>
                </a:moveTo>
                <a:cubicBezTo>
                  <a:pt x="76" y="507"/>
                  <a:pt x="152" y="459"/>
                  <a:pt x="240" y="411"/>
                </a:cubicBezTo>
                <a:cubicBezTo>
                  <a:pt x="328" y="363"/>
                  <a:pt x="408" y="315"/>
                  <a:pt x="528" y="267"/>
                </a:cubicBezTo>
                <a:cubicBezTo>
                  <a:pt x="648" y="219"/>
                  <a:pt x="800" y="163"/>
                  <a:pt x="960" y="123"/>
                </a:cubicBezTo>
                <a:cubicBezTo>
                  <a:pt x="1120" y="83"/>
                  <a:pt x="1318" y="47"/>
                  <a:pt x="1488" y="27"/>
                </a:cubicBezTo>
                <a:cubicBezTo>
                  <a:pt x="1658" y="7"/>
                  <a:pt x="1819" y="0"/>
                  <a:pt x="1979" y="0"/>
                </a:cubicBezTo>
                <a:cubicBezTo>
                  <a:pt x="2139" y="0"/>
                  <a:pt x="2350" y="22"/>
                  <a:pt x="2448" y="27"/>
                </a:cubicBezTo>
              </a:path>
            </a:pathLst>
          </a:custGeom>
          <a:noFill/>
          <a:ln w="38100">
            <a:solidFill>
              <a:srgbClr val="000066"/>
            </a:solidFill>
            <a:round/>
          </a:ln>
        </p:spPr>
        <p:txBody>
          <a:bodyPr wrap="none" anchor="ctr"/>
          <a:lstStyle/>
          <a:p>
            <a:endParaRPr lang="zh-CN" altLang="en-US"/>
          </a:p>
        </p:txBody>
      </p:sp>
      <p:sp>
        <p:nvSpPr>
          <p:cNvPr id="233489" name="Line 17"/>
          <p:cNvSpPr>
            <a:spLocks noChangeShapeType="1"/>
          </p:cNvSpPr>
          <p:nvPr/>
        </p:nvSpPr>
        <p:spPr bwMode="auto">
          <a:xfrm>
            <a:off x="7821613" y="2462213"/>
            <a:ext cx="927100" cy="174625"/>
          </a:xfrm>
          <a:prstGeom prst="line">
            <a:avLst/>
          </a:prstGeom>
          <a:noFill/>
          <a:ln w="31750">
            <a:solidFill>
              <a:srgbClr val="FF0000"/>
            </a:solidFill>
            <a:round/>
            <a:tailEnd type="triangle" w="med" len="med"/>
          </a:ln>
        </p:spPr>
        <p:txBody>
          <a:bodyPr wrap="none" anchor="ctr"/>
          <a:lstStyle/>
          <a:p>
            <a:endParaRPr lang="zh-CN" altLang="en-US"/>
          </a:p>
        </p:txBody>
      </p:sp>
      <p:sp>
        <p:nvSpPr>
          <p:cNvPr id="233490" name="Line 18"/>
          <p:cNvSpPr>
            <a:spLocks noChangeShapeType="1"/>
          </p:cNvSpPr>
          <p:nvPr/>
        </p:nvSpPr>
        <p:spPr bwMode="auto">
          <a:xfrm flipH="1">
            <a:off x="7678738" y="2462213"/>
            <a:ext cx="152400" cy="838200"/>
          </a:xfrm>
          <a:prstGeom prst="line">
            <a:avLst/>
          </a:prstGeom>
          <a:noFill/>
          <a:ln w="25400">
            <a:solidFill>
              <a:srgbClr val="FFFF00"/>
            </a:solidFill>
            <a:round/>
          </a:ln>
        </p:spPr>
        <p:txBody>
          <a:bodyPr wrap="none" anchor="ctr"/>
          <a:lstStyle/>
          <a:p>
            <a:endParaRPr lang="zh-CN" altLang="en-US"/>
          </a:p>
        </p:txBody>
      </p:sp>
      <p:sp>
        <p:nvSpPr>
          <p:cNvPr id="233491" name="Text Box 19"/>
          <p:cNvSpPr txBox="1">
            <a:spLocks noChangeArrowheads="1"/>
          </p:cNvSpPr>
          <p:nvPr/>
        </p:nvSpPr>
        <p:spPr bwMode="auto">
          <a:xfrm>
            <a:off x="206375" y="2555875"/>
            <a:ext cx="490538" cy="512763"/>
          </a:xfrm>
          <a:prstGeom prst="rect">
            <a:avLst/>
          </a:prstGeom>
          <a:noFill/>
          <a:ln w="9525">
            <a:noFill/>
            <a:miter lim="800000"/>
          </a:ln>
        </p:spPr>
        <p:txBody>
          <a:bodyPr wrap="none">
            <a:spAutoFit/>
          </a:bodyPr>
          <a:lstStyle/>
          <a:p>
            <a:pPr>
              <a:lnSpc>
                <a:spcPct val="115000"/>
              </a:lnSpc>
            </a:pPr>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33492" name="Text Box 20"/>
          <p:cNvSpPr txBox="1">
            <a:spLocks noChangeArrowheads="1"/>
          </p:cNvSpPr>
          <p:nvPr/>
        </p:nvSpPr>
        <p:spPr bwMode="auto">
          <a:xfrm>
            <a:off x="684213" y="2601913"/>
            <a:ext cx="2743200" cy="479425"/>
          </a:xfrm>
          <a:prstGeom prst="rect">
            <a:avLst/>
          </a:prstGeom>
          <a:noFill/>
          <a:ln w="9525">
            <a:noFill/>
            <a:miter lim="800000"/>
          </a:ln>
        </p:spPr>
        <p:txBody>
          <a:bodyPr>
            <a:spAutoFit/>
          </a:bodyPr>
          <a:lstStyle/>
          <a:p>
            <a:pPr algn="l">
              <a:lnSpc>
                <a:spcPct val="115000"/>
              </a:lnSpc>
            </a:pPr>
            <a:r>
              <a:rPr lang="zh-CN" altLang="en-US" b="1" i="0">
                <a:solidFill>
                  <a:srgbClr val="660066"/>
                </a:solidFill>
                <a:latin typeface="Times New Roman" panose="02020603050405020304" pitchFamily="18" charset="0"/>
              </a:rPr>
              <a:t>引力场（有心力）</a:t>
            </a:r>
            <a:endParaRPr lang="zh-CN" altLang="en-US" i="0">
              <a:solidFill>
                <a:srgbClr val="660066"/>
              </a:solidFill>
              <a:latin typeface="Times New Roman" panose="02020603050405020304" pitchFamily="18" charset="0"/>
            </a:endParaRPr>
          </a:p>
        </p:txBody>
      </p:sp>
      <p:sp>
        <p:nvSpPr>
          <p:cNvPr id="233493" name="Text Box 21"/>
          <p:cNvSpPr txBox="1">
            <a:spLocks noChangeArrowheads="1"/>
          </p:cNvSpPr>
          <p:nvPr/>
        </p:nvSpPr>
        <p:spPr bwMode="auto">
          <a:xfrm>
            <a:off x="717550" y="3590925"/>
            <a:ext cx="2971800" cy="479425"/>
          </a:xfrm>
          <a:prstGeom prst="rect">
            <a:avLst/>
          </a:prstGeom>
          <a:noFill/>
          <a:ln w="9525">
            <a:noFill/>
            <a:miter lim="800000"/>
          </a:ln>
        </p:spPr>
        <p:txBody>
          <a:bodyPr>
            <a:spAutoFit/>
          </a:bodyPr>
          <a:lstStyle/>
          <a:p>
            <a:pPr algn="l">
              <a:lnSpc>
                <a:spcPct val="115000"/>
              </a:lnSpc>
            </a:pPr>
            <a:r>
              <a:rPr lang="zh-CN" altLang="en-US" b="1" i="0">
                <a:solidFill>
                  <a:srgbClr val="660066"/>
                </a:solidFill>
                <a:latin typeface="Times New Roman" panose="02020603050405020304" pitchFamily="18" charset="0"/>
              </a:rPr>
              <a:t>质点的角动量守恒</a:t>
            </a:r>
            <a:endParaRPr lang="zh-CN" altLang="en-US" i="0">
              <a:solidFill>
                <a:srgbClr val="660066"/>
              </a:solidFill>
              <a:latin typeface="Times New Roman" panose="02020603050405020304" pitchFamily="18" charset="0"/>
            </a:endParaRPr>
          </a:p>
        </p:txBody>
      </p:sp>
      <p:sp>
        <p:nvSpPr>
          <p:cNvPr id="233494" name="Text Box 22"/>
          <p:cNvSpPr txBox="1">
            <a:spLocks noChangeArrowheads="1"/>
          </p:cNvSpPr>
          <p:nvPr/>
        </p:nvSpPr>
        <p:spPr bwMode="auto">
          <a:xfrm>
            <a:off x="682625" y="3095625"/>
            <a:ext cx="2895600" cy="479425"/>
          </a:xfrm>
          <a:prstGeom prst="rect">
            <a:avLst/>
          </a:prstGeom>
          <a:noFill/>
          <a:ln w="9525">
            <a:noFill/>
            <a:miter lim="800000"/>
          </a:ln>
        </p:spPr>
        <p:txBody>
          <a:bodyPr>
            <a:spAutoFit/>
          </a:bodyPr>
          <a:lstStyle/>
          <a:p>
            <a:pPr algn="l">
              <a:lnSpc>
                <a:spcPct val="115000"/>
              </a:lnSpc>
            </a:pPr>
            <a:r>
              <a:rPr lang="zh-CN" altLang="en-US" b="1" i="0">
                <a:solidFill>
                  <a:srgbClr val="660066"/>
                </a:solidFill>
                <a:latin typeface="Times New Roman" panose="02020603050405020304" pitchFamily="18" charset="0"/>
              </a:rPr>
              <a:t>系统的机械能守恒</a:t>
            </a:r>
            <a:endParaRPr lang="zh-CN" altLang="en-US" i="0">
              <a:solidFill>
                <a:srgbClr val="660066"/>
              </a:solidFill>
              <a:latin typeface="Times New Roman" panose="02020603050405020304" pitchFamily="18" charset="0"/>
            </a:endParaRPr>
          </a:p>
        </p:txBody>
      </p:sp>
      <p:sp>
        <p:nvSpPr>
          <p:cNvPr id="233495" name="AutoShape 23"/>
          <p:cNvSpPr/>
          <p:nvPr/>
        </p:nvSpPr>
        <p:spPr bwMode="auto">
          <a:xfrm>
            <a:off x="869950" y="4627563"/>
            <a:ext cx="144463" cy="692150"/>
          </a:xfrm>
          <a:prstGeom prst="leftBrace">
            <a:avLst>
              <a:gd name="adj1" fmla="val 39927"/>
              <a:gd name="adj2" fmla="val 50000"/>
            </a:avLst>
          </a:prstGeom>
          <a:noFill/>
          <a:ln w="41275">
            <a:solidFill>
              <a:schemeClr val="accent2"/>
            </a:solidFill>
            <a:round/>
          </a:ln>
        </p:spPr>
        <p:txBody>
          <a:bodyPr wrap="none" anchor="ctr"/>
          <a:lstStyle/>
          <a:p>
            <a:endParaRPr lang="zh-CN" altLang="en-US"/>
          </a:p>
        </p:txBody>
      </p:sp>
      <p:graphicFrame>
        <p:nvGraphicFramePr>
          <p:cNvPr id="233496" name="Object 24"/>
          <p:cNvGraphicFramePr>
            <a:graphicFrameLocks noChangeAspect="1"/>
          </p:cNvGraphicFramePr>
          <p:nvPr/>
        </p:nvGraphicFramePr>
        <p:xfrm>
          <a:off x="1511300" y="5065713"/>
          <a:ext cx="2565400" cy="388937"/>
        </p:xfrm>
        <a:graphic>
          <a:graphicData uri="http://schemas.openxmlformats.org/presentationml/2006/ole">
            <mc:AlternateContent xmlns:mc="http://schemas.openxmlformats.org/markup-compatibility/2006">
              <mc:Choice xmlns:v="urn:schemas-microsoft-com:vml" Requires="v">
                <p:oleObj spid="_x0000_s58378" name="公式" r:id="rId17" imgW="36271200" imgH="5486400" progId="Equation.3">
                  <p:embed/>
                </p:oleObj>
              </mc:Choice>
              <mc:Fallback>
                <p:oleObj name="公式" r:id="rId17" imgW="36271200" imgH="5486400" progId="Equation.3">
                  <p:embed/>
                  <p:pic>
                    <p:nvPicPr>
                      <p:cNvPr id="0" name="Object 24"/>
                      <p:cNvPicPr>
                        <a:picLocks noChangeAspect="1"/>
                      </p:cNvPicPr>
                      <p:nvPr/>
                    </p:nvPicPr>
                    <p:blipFill>
                      <a:blip r:embed="rId18"/>
                      <a:stretch>
                        <a:fillRect/>
                      </a:stretch>
                    </p:blipFill>
                    <p:spPr>
                      <a:xfrm>
                        <a:off x="1511300" y="5065713"/>
                        <a:ext cx="2565400" cy="388937"/>
                      </a:xfrm>
                      <a:prstGeom prst="rect">
                        <a:avLst/>
                      </a:prstGeom>
                      <a:noFill/>
                      <a:ln w="22225">
                        <a:noFill/>
                      </a:ln>
                    </p:spPr>
                  </p:pic>
                </p:oleObj>
              </mc:Fallback>
            </mc:AlternateContent>
          </a:graphicData>
        </a:graphic>
      </p:graphicFrame>
      <p:graphicFrame>
        <p:nvGraphicFramePr>
          <p:cNvPr id="233497" name="Object 25"/>
          <p:cNvGraphicFramePr>
            <a:graphicFrameLocks noChangeAspect="1"/>
          </p:cNvGraphicFramePr>
          <p:nvPr/>
        </p:nvGraphicFramePr>
        <p:xfrm>
          <a:off x="1150938" y="4270375"/>
          <a:ext cx="3609975" cy="755650"/>
        </p:xfrm>
        <a:graphic>
          <a:graphicData uri="http://schemas.openxmlformats.org/presentationml/2006/ole">
            <mc:AlternateContent xmlns:mc="http://schemas.openxmlformats.org/markup-compatibility/2006">
              <mc:Choice xmlns:v="urn:schemas-microsoft-com:vml" Requires="v">
                <p:oleObj spid="_x0000_s58379" name="公式" r:id="rId19" imgW="50901600" imgH="10668000" progId="Equation.3">
                  <p:embed/>
                </p:oleObj>
              </mc:Choice>
              <mc:Fallback>
                <p:oleObj name="公式" r:id="rId19" imgW="50901600" imgH="10668000" progId="Equation.3">
                  <p:embed/>
                  <p:pic>
                    <p:nvPicPr>
                      <p:cNvPr id="0" name="Object 25"/>
                      <p:cNvPicPr>
                        <a:picLocks noChangeAspect="1"/>
                      </p:cNvPicPr>
                      <p:nvPr/>
                    </p:nvPicPr>
                    <p:blipFill>
                      <a:blip r:embed="rId20"/>
                      <a:stretch>
                        <a:fillRect/>
                      </a:stretch>
                    </p:blipFill>
                    <p:spPr>
                      <a:xfrm>
                        <a:off x="1150938" y="4270375"/>
                        <a:ext cx="3609975" cy="755650"/>
                      </a:xfrm>
                      <a:prstGeom prst="rect">
                        <a:avLst/>
                      </a:prstGeom>
                      <a:noFill/>
                      <a:ln w="22225">
                        <a:noFill/>
                      </a:ln>
                    </p:spPr>
                  </p:pic>
                </p:oleObj>
              </mc:Fallback>
            </mc:AlternateContent>
          </a:graphicData>
        </a:graphic>
      </p:graphicFrame>
      <p:graphicFrame>
        <p:nvGraphicFramePr>
          <p:cNvPr id="233498" name="Object 26"/>
          <p:cNvGraphicFramePr>
            <a:graphicFrameLocks noChangeAspect="1"/>
          </p:cNvGraphicFramePr>
          <p:nvPr/>
        </p:nvGraphicFramePr>
        <p:xfrm>
          <a:off x="5832475" y="4508500"/>
          <a:ext cx="2501900" cy="690563"/>
        </p:xfrm>
        <a:graphic>
          <a:graphicData uri="http://schemas.openxmlformats.org/presentationml/2006/ole">
            <mc:AlternateContent xmlns:mc="http://schemas.openxmlformats.org/markup-compatibility/2006">
              <mc:Choice xmlns:v="urn:schemas-microsoft-com:vml" Requires="v">
                <p:oleObj spid="_x0000_s58380" name="公式" r:id="rId21" imgW="35356800" imgH="9753600" progId="Equation.3">
                  <p:embed/>
                </p:oleObj>
              </mc:Choice>
              <mc:Fallback>
                <p:oleObj name="公式" r:id="rId21" imgW="35356800" imgH="9753600" progId="Equation.3">
                  <p:embed/>
                  <p:pic>
                    <p:nvPicPr>
                      <p:cNvPr id="0" name="Object 26"/>
                      <p:cNvPicPr>
                        <a:picLocks noChangeAspect="1"/>
                      </p:cNvPicPr>
                      <p:nvPr/>
                    </p:nvPicPr>
                    <p:blipFill>
                      <a:blip r:embed="rId22"/>
                      <a:stretch>
                        <a:fillRect/>
                      </a:stretch>
                    </p:blipFill>
                    <p:spPr>
                      <a:xfrm>
                        <a:off x="5832475" y="4508500"/>
                        <a:ext cx="2501900" cy="690563"/>
                      </a:xfrm>
                      <a:prstGeom prst="rect">
                        <a:avLst/>
                      </a:prstGeom>
                      <a:noFill/>
                      <a:ln w="22225">
                        <a:noFill/>
                      </a:ln>
                    </p:spPr>
                  </p:pic>
                </p:oleObj>
              </mc:Fallback>
            </mc:AlternateContent>
          </a:graphicData>
        </a:graphic>
      </p:graphicFrame>
      <p:graphicFrame>
        <p:nvGraphicFramePr>
          <p:cNvPr id="233499" name="Object 27"/>
          <p:cNvGraphicFramePr>
            <a:graphicFrameLocks noChangeAspect="1"/>
          </p:cNvGraphicFramePr>
          <p:nvPr/>
        </p:nvGraphicFramePr>
        <p:xfrm>
          <a:off x="5111750" y="5499100"/>
          <a:ext cx="2266950" cy="928688"/>
        </p:xfrm>
        <a:graphic>
          <a:graphicData uri="http://schemas.openxmlformats.org/presentationml/2006/ole">
            <mc:AlternateContent xmlns:mc="http://schemas.openxmlformats.org/markup-compatibility/2006">
              <mc:Choice xmlns:v="urn:schemas-microsoft-com:vml" Requires="v">
                <p:oleObj spid="_x0000_s58381" name="公式" r:id="rId23" imgW="32004000" imgH="13106400" progId="Equation.3">
                  <p:embed/>
                </p:oleObj>
              </mc:Choice>
              <mc:Fallback>
                <p:oleObj name="公式" r:id="rId23" imgW="32004000" imgH="13106400" progId="Equation.3">
                  <p:embed/>
                  <p:pic>
                    <p:nvPicPr>
                      <p:cNvPr id="0" name="Object 27"/>
                      <p:cNvPicPr>
                        <a:picLocks noChangeAspect="1"/>
                      </p:cNvPicPr>
                      <p:nvPr/>
                    </p:nvPicPr>
                    <p:blipFill>
                      <a:blip r:embed="rId24"/>
                      <a:stretch>
                        <a:fillRect/>
                      </a:stretch>
                    </p:blipFill>
                    <p:spPr>
                      <a:xfrm>
                        <a:off x="5111750" y="5499100"/>
                        <a:ext cx="2266950" cy="928688"/>
                      </a:xfrm>
                      <a:prstGeom prst="rect">
                        <a:avLst/>
                      </a:prstGeom>
                      <a:noFill/>
                      <a:ln w="22225">
                        <a:noFill/>
                      </a:ln>
                    </p:spPr>
                  </p:pic>
                </p:oleObj>
              </mc:Fallback>
            </mc:AlternateContent>
          </a:graphicData>
        </a:graphic>
      </p:graphicFrame>
      <p:graphicFrame>
        <p:nvGraphicFramePr>
          <p:cNvPr id="233500" name="Object 28"/>
          <p:cNvGraphicFramePr>
            <a:graphicFrameLocks noChangeAspect="1"/>
          </p:cNvGraphicFramePr>
          <p:nvPr/>
        </p:nvGraphicFramePr>
        <p:xfrm>
          <a:off x="1646238" y="5499100"/>
          <a:ext cx="2590800" cy="928688"/>
        </p:xfrm>
        <a:graphic>
          <a:graphicData uri="http://schemas.openxmlformats.org/presentationml/2006/ole">
            <mc:AlternateContent xmlns:mc="http://schemas.openxmlformats.org/markup-compatibility/2006">
              <mc:Choice xmlns:v="urn:schemas-microsoft-com:vml" Requires="v">
                <p:oleObj spid="_x0000_s58382" name="公式" r:id="rId25" imgW="36576000" imgH="13106400" progId="Equation.3">
                  <p:embed/>
                </p:oleObj>
              </mc:Choice>
              <mc:Fallback>
                <p:oleObj name="公式" r:id="rId25" imgW="36576000" imgH="13106400" progId="Equation.3">
                  <p:embed/>
                  <p:pic>
                    <p:nvPicPr>
                      <p:cNvPr id="0" name="Object 28"/>
                      <p:cNvPicPr>
                        <a:picLocks noChangeAspect="1"/>
                      </p:cNvPicPr>
                      <p:nvPr/>
                    </p:nvPicPr>
                    <p:blipFill>
                      <a:blip r:embed="rId26"/>
                      <a:stretch>
                        <a:fillRect/>
                      </a:stretch>
                    </p:blipFill>
                    <p:spPr>
                      <a:xfrm>
                        <a:off x="1646238" y="5499100"/>
                        <a:ext cx="2590800" cy="928688"/>
                      </a:xfrm>
                      <a:prstGeom prst="rect">
                        <a:avLst/>
                      </a:prstGeom>
                      <a:noFill/>
                      <a:ln w="22225">
                        <a:noFill/>
                      </a:ln>
                    </p:spPr>
                  </p:pic>
                </p:oleObj>
              </mc:Fallback>
            </mc:AlternateContent>
          </a:graphicData>
        </a:graphic>
      </p:graphicFrame>
      <p:sp>
        <p:nvSpPr>
          <p:cNvPr id="233501" name="AutoShape 29"/>
          <p:cNvSpPr>
            <a:spLocks noChangeArrowheads="1"/>
          </p:cNvSpPr>
          <p:nvPr/>
        </p:nvSpPr>
        <p:spPr bwMode="auto">
          <a:xfrm>
            <a:off x="4953000" y="4778375"/>
            <a:ext cx="609600" cy="180975"/>
          </a:xfrm>
          <a:prstGeom prst="rightArrow">
            <a:avLst>
              <a:gd name="adj1" fmla="val 50000"/>
              <a:gd name="adj2" fmla="val 84211"/>
            </a:avLst>
          </a:prstGeom>
          <a:solidFill>
            <a:srgbClr val="0000FF"/>
          </a:solidFill>
          <a:ln w="9525">
            <a:solidFill>
              <a:schemeClr val="tx1"/>
            </a:solidFill>
            <a:miter lim="800000"/>
          </a:ln>
        </p:spPr>
        <p:txBody>
          <a:bodyPr wrap="none" anchor="ctr"/>
          <a:lstStyle/>
          <a:p>
            <a:endParaRPr lang="zh-CN" altLang="en-US"/>
          </a:p>
        </p:txBody>
      </p:sp>
      <p:sp>
        <p:nvSpPr>
          <p:cNvPr id="233502" name="Text Box 30"/>
          <p:cNvSpPr txBox="1">
            <a:spLocks noChangeArrowheads="1"/>
          </p:cNvSpPr>
          <p:nvPr/>
        </p:nvSpPr>
        <p:spPr bwMode="auto">
          <a:xfrm>
            <a:off x="161925" y="441325"/>
            <a:ext cx="8640763" cy="512763"/>
          </a:xfrm>
          <a:prstGeom prst="rect">
            <a:avLst/>
          </a:prstGeom>
          <a:noFill/>
          <a:ln w="9525">
            <a:noFill/>
            <a:miter lim="800000"/>
          </a:ln>
        </p:spPr>
        <p:txBody>
          <a:bodyPr>
            <a:spAutoFit/>
          </a:bodyPr>
          <a:lstStyle/>
          <a:p>
            <a:pPr algn="l">
              <a:lnSpc>
                <a:spcPct val="115000"/>
              </a:lnSpc>
            </a:pPr>
            <a:r>
              <a:rPr lang="zh-CN" altLang="en-US" b="1" i="0">
                <a:solidFill>
                  <a:srgbClr val="FF0000"/>
                </a:solidFill>
                <a:latin typeface="Times New Roman" panose="02020603050405020304" pitchFamily="18" charset="0"/>
              </a:rPr>
              <a:t>例 </a:t>
            </a:r>
            <a:r>
              <a:rPr lang="zh-CN" altLang="en-US" b="1" i="0">
                <a:solidFill>
                  <a:srgbClr val="FFFF99"/>
                </a:solidFill>
                <a:latin typeface="Times New Roman" panose="02020603050405020304" pitchFamily="18" charset="0"/>
              </a:rPr>
              <a:t>  </a:t>
            </a:r>
            <a:r>
              <a:rPr lang="zh-CN" altLang="en-US" b="1" i="0">
                <a:solidFill>
                  <a:schemeClr val="bg1"/>
                </a:solidFill>
                <a:latin typeface="Times New Roman" panose="02020603050405020304" pitchFamily="18" charset="0"/>
              </a:rPr>
              <a:t>发射一宇宙飞船去考察一 质量为 </a:t>
            </a:r>
            <a:r>
              <a:rPr lang="en-US" altLang="zh-CN" b="1">
                <a:solidFill>
                  <a:srgbClr val="FF6600"/>
                </a:solidFill>
                <a:latin typeface="Times New Roman" panose="02020603050405020304" pitchFamily="18" charset="0"/>
              </a:rPr>
              <a:t>M</a:t>
            </a:r>
            <a:r>
              <a:rPr lang="en-US" altLang="zh-CN" b="1" i="0">
                <a:solidFill>
                  <a:srgbClr val="66FFFF"/>
                </a:solidFill>
                <a:latin typeface="Times New Roman" panose="02020603050405020304" pitchFamily="18" charset="0"/>
              </a:rPr>
              <a:t> </a:t>
            </a:r>
            <a:r>
              <a:rPr lang="zh-CN" altLang="en-US" b="1" i="0">
                <a:solidFill>
                  <a:schemeClr val="bg1"/>
                </a:solidFill>
                <a:latin typeface="Times New Roman" panose="02020603050405020304" pitchFamily="18" charset="0"/>
              </a:rPr>
              <a:t>、半径为</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R </a:t>
            </a:r>
            <a:r>
              <a:rPr lang="zh-CN" altLang="en-US" b="1" i="0">
                <a:solidFill>
                  <a:schemeClr val="bg1"/>
                </a:solidFill>
                <a:latin typeface="Times New Roman" panose="02020603050405020304" pitchFamily="18" charset="0"/>
              </a:rPr>
              <a:t>的行星。</a:t>
            </a:r>
            <a:endParaRPr lang="zh-CN" altLang="en-US" b="1" i="0">
              <a:solidFill>
                <a:schemeClr val="bg1"/>
              </a:solidFill>
              <a:latin typeface="Times New Roman" panose="02020603050405020304" pitchFamily="18" charset="0"/>
            </a:endParaRPr>
          </a:p>
        </p:txBody>
      </p:sp>
      <p:sp>
        <p:nvSpPr>
          <p:cNvPr id="233503" name="Text Box 31"/>
          <p:cNvSpPr txBox="1">
            <a:spLocks noChangeArrowheads="1"/>
          </p:cNvSpPr>
          <p:nvPr/>
        </p:nvSpPr>
        <p:spPr bwMode="auto">
          <a:xfrm>
            <a:off x="752475" y="1385888"/>
            <a:ext cx="7329488" cy="512762"/>
          </a:xfrm>
          <a:prstGeom prst="rect">
            <a:avLst/>
          </a:prstGeom>
          <a:noFill/>
          <a:ln w="9525">
            <a:noFill/>
            <a:miter lim="800000"/>
          </a:ln>
        </p:spPr>
        <p:txBody>
          <a:bodyPr>
            <a:spAutoFit/>
          </a:bodyPr>
          <a:lstStyle/>
          <a:p>
            <a:pPr algn="l">
              <a:lnSpc>
                <a:spcPct val="115000"/>
              </a:lnSpc>
            </a:pPr>
            <a:r>
              <a:rPr lang="zh-CN" altLang="en-US" b="1" i="0">
                <a:solidFill>
                  <a:schemeClr val="bg1"/>
                </a:solidFill>
                <a:latin typeface="Times New Roman" panose="02020603050405020304" pitchFamily="18" charset="0"/>
              </a:rPr>
              <a:t>质量为</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m </a:t>
            </a:r>
            <a:r>
              <a:rPr lang="zh-CN" altLang="en-US" b="1" i="0">
                <a:solidFill>
                  <a:schemeClr val="bg1"/>
                </a:solidFill>
                <a:latin typeface="Times New Roman" panose="02020603050405020304" pitchFamily="18" charset="0"/>
              </a:rPr>
              <a:t>的探测器。要使该仪器恰好掠过行星表面</a:t>
            </a:r>
            <a:endParaRPr lang="zh-CN" altLang="en-US" b="1" i="0">
              <a:solidFill>
                <a:schemeClr val="bg1"/>
              </a:solidFill>
              <a:latin typeface="Times New Roman" panose="02020603050405020304" pitchFamily="18" charset="0"/>
            </a:endParaRPr>
          </a:p>
        </p:txBody>
      </p:sp>
      <p:sp>
        <p:nvSpPr>
          <p:cNvPr id="233504" name="Oval 32"/>
          <p:cNvSpPr>
            <a:spLocks noChangeArrowheads="1"/>
          </p:cNvSpPr>
          <p:nvPr/>
        </p:nvSpPr>
        <p:spPr bwMode="auto">
          <a:xfrm>
            <a:off x="6307138" y="2376488"/>
            <a:ext cx="152400" cy="152400"/>
          </a:xfrm>
          <a:prstGeom prst="ellipse">
            <a:avLst/>
          </a:prstGeom>
          <a:solidFill>
            <a:srgbClr val="FF0000"/>
          </a:solidFill>
          <a:ln w="9525">
            <a:solidFill>
              <a:schemeClr val="tx1"/>
            </a:solidFill>
            <a:round/>
          </a:ln>
        </p:spPr>
        <p:txBody>
          <a:bodyPr wrap="none" anchor="ctr"/>
          <a:lstStyle/>
          <a:p>
            <a:endParaRPr lang="zh-CN" altLang="en-US"/>
          </a:p>
        </p:txBody>
      </p:sp>
      <p:sp>
        <p:nvSpPr>
          <p:cNvPr id="233505" name="Arc 33"/>
          <p:cNvSpPr/>
          <p:nvPr/>
        </p:nvSpPr>
        <p:spPr bwMode="auto">
          <a:xfrm>
            <a:off x="4211638" y="3090863"/>
            <a:ext cx="215900" cy="212725"/>
          </a:xfrm>
          <a:custGeom>
            <a:avLst/>
            <a:gdLst>
              <a:gd name="T0" fmla="*/ 126794706 w 21600"/>
              <a:gd name="T1" fmla="*/ 0 h 21386"/>
              <a:gd name="T2" fmla="*/ 212027077 w 21600"/>
              <a:gd name="T3" fmla="*/ 209355939 h 21386"/>
              <a:gd name="T4" fmla="*/ 0 w 21600"/>
              <a:gd name="T5" fmla="*/ 171020811 h 21386"/>
              <a:gd name="T6" fmla="*/ 0 60000 65536"/>
              <a:gd name="T7" fmla="*/ 0 60000 65536"/>
              <a:gd name="T8" fmla="*/ 0 60000 65536"/>
              <a:gd name="T9" fmla="*/ 0 w 21600"/>
              <a:gd name="T10" fmla="*/ 0 h 21386"/>
              <a:gd name="T11" fmla="*/ 21600 w 21600"/>
              <a:gd name="T12" fmla="*/ 21386 h 21386"/>
            </a:gdLst>
            <a:ahLst/>
            <a:cxnLst>
              <a:cxn ang="T6">
                <a:pos x="T0" y="T1"/>
              </a:cxn>
              <a:cxn ang="T7">
                <a:pos x="T2" y="T3"/>
              </a:cxn>
              <a:cxn ang="T8">
                <a:pos x="T4" y="T5"/>
              </a:cxn>
            </a:cxnLst>
            <a:rect l="T9" t="T10" r="T11" b="T12"/>
            <a:pathLst>
              <a:path w="21600" h="21386" fill="none" extrusionOk="0">
                <a:moveTo>
                  <a:pt x="12702" y="0"/>
                </a:moveTo>
                <a:cubicBezTo>
                  <a:pt x="18292" y="4064"/>
                  <a:pt x="21600" y="10558"/>
                  <a:pt x="21600" y="17470"/>
                </a:cubicBezTo>
                <a:cubicBezTo>
                  <a:pt x="21600" y="18783"/>
                  <a:pt x="21480" y="20094"/>
                  <a:pt x="21242" y="21386"/>
                </a:cubicBezTo>
              </a:path>
              <a:path w="21600" h="21386" stroke="0" extrusionOk="0">
                <a:moveTo>
                  <a:pt x="12702" y="0"/>
                </a:moveTo>
                <a:cubicBezTo>
                  <a:pt x="18292" y="4064"/>
                  <a:pt x="21600" y="10558"/>
                  <a:pt x="21600" y="17470"/>
                </a:cubicBezTo>
                <a:cubicBezTo>
                  <a:pt x="21600" y="18783"/>
                  <a:pt x="21480" y="20094"/>
                  <a:pt x="21242" y="21386"/>
                </a:cubicBezTo>
                <a:lnTo>
                  <a:pt x="0" y="17470"/>
                </a:lnTo>
                <a:close/>
              </a:path>
            </a:pathLst>
          </a:custGeom>
          <a:noFill/>
          <a:ln w="28575">
            <a:solidFill>
              <a:srgbClr val="CC0000"/>
            </a:solidFill>
            <a:round/>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3502">
                                            <p:txEl>
                                              <p:pRg st="0" end="0"/>
                                            </p:txEl>
                                          </p:spTgt>
                                        </p:tgtEl>
                                        <p:attrNameLst>
                                          <p:attrName>style.visibility</p:attrName>
                                        </p:attrNameLst>
                                      </p:cBhvr>
                                      <p:to>
                                        <p:strVal val="visible"/>
                                      </p:to>
                                    </p:set>
                                    <p:animEffect transition="in" filter="wipe(left)">
                                      <p:cBhvr>
                                        <p:cTn id="7" dur="500"/>
                                        <p:tgtEl>
                                          <p:spTgt spid="2335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33476"/>
                                        </p:tgtEl>
                                        <p:attrNameLst>
                                          <p:attrName>style.visibility</p:attrName>
                                        </p:attrNameLst>
                                      </p:cBhvr>
                                      <p:to>
                                        <p:strVal val="visible"/>
                                      </p:to>
                                    </p:set>
                                    <p:anim calcmode="lin" valueType="num">
                                      <p:cBhvr>
                                        <p:cTn id="12" dur="500" fill="hold"/>
                                        <p:tgtEl>
                                          <p:spTgt spid="233476"/>
                                        </p:tgtEl>
                                        <p:attrNameLst>
                                          <p:attrName>ppt_w</p:attrName>
                                        </p:attrNameLst>
                                      </p:cBhvr>
                                      <p:tavLst>
                                        <p:tav tm="0">
                                          <p:val>
                                            <p:fltVal val="0"/>
                                          </p:val>
                                        </p:tav>
                                        <p:tav tm="100000">
                                          <p:val>
                                            <p:strVal val="#ppt_w"/>
                                          </p:val>
                                        </p:tav>
                                      </p:tavLst>
                                    </p:anim>
                                    <p:anim calcmode="lin" valueType="num">
                                      <p:cBhvr>
                                        <p:cTn id="13" dur="500" fill="hold"/>
                                        <p:tgtEl>
                                          <p:spTgt spid="233476"/>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233484"/>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233490"/>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499"/>
                                          </p:stCondLst>
                                        </p:cTn>
                                        <p:tgtEl>
                                          <p:spTgt spid="23348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499"/>
                                          </p:stCondLst>
                                        </p:cTn>
                                        <p:tgtEl>
                                          <p:spTgt spid="23348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33478"/>
                                        </p:tgtEl>
                                        <p:attrNameLst>
                                          <p:attrName>style.visibility</p:attrName>
                                        </p:attrNameLst>
                                      </p:cBhvr>
                                      <p:to>
                                        <p:strVal val="visible"/>
                                      </p:to>
                                    </p:set>
                                    <p:animEffect transition="in" filter="wipe(left)">
                                      <p:cBhvr>
                                        <p:cTn id="34" dur="500"/>
                                        <p:tgtEl>
                                          <p:spTgt spid="233478"/>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23347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33474">
                                            <p:txEl>
                                              <p:pRg st="0" end="0"/>
                                            </p:txEl>
                                          </p:spTgt>
                                        </p:tgtEl>
                                        <p:attrNameLst>
                                          <p:attrName>style.visibility</p:attrName>
                                        </p:attrNameLst>
                                      </p:cBhvr>
                                      <p:to>
                                        <p:strVal val="visible"/>
                                      </p:to>
                                    </p:set>
                                    <p:animEffect transition="in" filter="wipe(left)">
                                      <p:cBhvr>
                                        <p:cTn id="43" dur="500"/>
                                        <p:tgtEl>
                                          <p:spTgt spid="233474">
                                            <p:txEl>
                                              <p:pRg st="0" end="0"/>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233503">
                                            <p:txEl>
                                              <p:pRg st="0" end="0"/>
                                            </p:txEl>
                                          </p:spTgt>
                                        </p:tgtEl>
                                        <p:attrNameLst>
                                          <p:attrName>style.visibility</p:attrName>
                                        </p:attrNameLst>
                                      </p:cBhvr>
                                      <p:to>
                                        <p:strVal val="visible"/>
                                      </p:to>
                                    </p:set>
                                    <p:animEffect transition="in" filter="wipe(left)">
                                      <p:cBhvr>
                                        <p:cTn id="48" dur="500"/>
                                        <p:tgtEl>
                                          <p:spTgt spid="233503">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499"/>
                                          </p:stCondLst>
                                        </p:cTn>
                                        <p:tgtEl>
                                          <p:spTgt spid="23348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33479"/>
                                        </p:tgtEl>
                                        <p:attrNameLst>
                                          <p:attrName>style.visibility</p:attrName>
                                        </p:attrNameLst>
                                      </p:cBhvr>
                                      <p:to>
                                        <p:strVal val="visible"/>
                                      </p:to>
                                    </p:set>
                                    <p:animEffect transition="in" filter="wipe(left)">
                                      <p:cBhvr>
                                        <p:cTn id="57" dur="500"/>
                                        <p:tgtEl>
                                          <p:spTgt spid="23347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499"/>
                                          </p:stCondLst>
                                        </p:cTn>
                                        <p:tgtEl>
                                          <p:spTgt spid="23348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233488"/>
                                        </p:tgtEl>
                                        <p:attrNameLst>
                                          <p:attrName>style.visibility</p:attrName>
                                        </p:attrNameLst>
                                      </p:cBhvr>
                                      <p:to>
                                        <p:strVal val="visible"/>
                                      </p:to>
                                    </p:set>
                                    <p:animEffect transition="in" filter="wipe(left)">
                                      <p:cBhvr>
                                        <p:cTn id="66" dur="500"/>
                                        <p:tgtEl>
                                          <p:spTgt spid="233488"/>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499"/>
                                          </p:stCondLst>
                                        </p:cTn>
                                        <p:tgtEl>
                                          <p:spTgt spid="23350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499"/>
                                          </p:stCondLst>
                                        </p:cTn>
                                        <p:tgtEl>
                                          <p:spTgt spid="2334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33475">
                                            <p:txEl>
                                              <p:pRg st="0" end="0"/>
                                            </p:txEl>
                                          </p:spTgt>
                                        </p:tgtEl>
                                        <p:attrNameLst>
                                          <p:attrName>style.visibility</p:attrName>
                                        </p:attrNameLst>
                                      </p:cBhvr>
                                      <p:to>
                                        <p:strVal val="visible"/>
                                      </p:to>
                                    </p:set>
                                    <p:animEffect transition="in" filter="wipe(left)">
                                      <p:cBhvr>
                                        <p:cTn id="79" dur="500"/>
                                        <p:tgtEl>
                                          <p:spTgt spid="233475">
                                            <p:txEl>
                                              <p:pRg st="0" end="0"/>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grpId="0" nodeType="clickEffect">
                                  <p:stCondLst>
                                    <p:cond delay="0"/>
                                  </p:stCondLst>
                                  <p:childTnLst>
                                    <p:set>
                                      <p:cBhvr>
                                        <p:cTn id="83" dur="1" fill="hold">
                                          <p:stCondLst>
                                            <p:cond delay="0"/>
                                          </p:stCondLst>
                                        </p:cTn>
                                        <p:tgtEl>
                                          <p:spTgt spid="233505"/>
                                        </p:tgtEl>
                                        <p:attrNameLst>
                                          <p:attrName>style.visibility</p:attrName>
                                        </p:attrNameLst>
                                      </p:cBhvr>
                                      <p:to>
                                        <p:strVal val="visible"/>
                                      </p:to>
                                    </p:set>
                                    <p:animEffect transition="in" filter="wipe(down)">
                                      <p:cBhvr>
                                        <p:cTn id="84" dur="500"/>
                                        <p:tgtEl>
                                          <p:spTgt spid="233505"/>
                                        </p:tgtEl>
                                      </p:cBhvr>
                                    </p:animEffect>
                                  </p:childTnLst>
                                </p:cTn>
                              </p:par>
                            </p:childTnLst>
                          </p:cTn>
                        </p:par>
                        <p:par>
                          <p:cTn id="85" fill="hold">
                            <p:stCondLst>
                              <p:cond delay="500"/>
                            </p:stCondLst>
                            <p:childTnLst>
                              <p:par>
                                <p:cTn id="86" presetID="1" presetClass="entr" presetSubtype="0" fill="hold" nodeType="afterEffect">
                                  <p:stCondLst>
                                    <p:cond delay="0"/>
                                  </p:stCondLst>
                                  <p:childTnLst>
                                    <p:set>
                                      <p:cBhvr>
                                        <p:cTn id="87" dur="1" fill="hold">
                                          <p:stCondLst>
                                            <p:cond delay="499"/>
                                          </p:stCondLst>
                                        </p:cTn>
                                        <p:tgtEl>
                                          <p:spTgt spid="233480"/>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33489"/>
                                        </p:tgtEl>
                                        <p:attrNameLst>
                                          <p:attrName>style.visibility</p:attrName>
                                        </p:attrNameLst>
                                      </p:cBhvr>
                                      <p:to>
                                        <p:strVal val="visible"/>
                                      </p:to>
                                    </p:set>
                                    <p:animEffect transition="in" filter="wipe(left)">
                                      <p:cBhvr>
                                        <p:cTn id="92" dur="500"/>
                                        <p:tgtEl>
                                          <p:spTgt spid="233489"/>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233487"/>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233491">
                                            <p:txEl>
                                              <p:pRg st="0" end="0"/>
                                            </p:txEl>
                                          </p:spTgt>
                                        </p:tgtEl>
                                        <p:attrNameLst>
                                          <p:attrName>style.visibility</p:attrName>
                                        </p:attrNameLst>
                                      </p:cBhvr>
                                      <p:to>
                                        <p:strVal val="visible"/>
                                      </p:to>
                                    </p:set>
                                    <p:animEffect transition="in" filter="wipe(left)">
                                      <p:cBhvr>
                                        <p:cTn id="101" dur="500"/>
                                        <p:tgtEl>
                                          <p:spTgt spid="233491">
                                            <p:txEl>
                                              <p:pRg st="0" end="0"/>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233492">
                                            <p:txEl>
                                              <p:pRg st="0" end="0"/>
                                            </p:txEl>
                                          </p:spTgt>
                                        </p:tgtEl>
                                        <p:attrNameLst>
                                          <p:attrName>style.visibility</p:attrName>
                                        </p:attrNameLst>
                                      </p:cBhvr>
                                      <p:to>
                                        <p:strVal val="visible"/>
                                      </p:to>
                                    </p:set>
                                    <p:animEffect transition="in" filter="wipe(left)">
                                      <p:cBhvr>
                                        <p:cTn id="106" dur="500"/>
                                        <p:tgtEl>
                                          <p:spTgt spid="233492">
                                            <p:txEl>
                                              <p:pRg st="0" end="0"/>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233494">
                                            <p:txEl>
                                              <p:pRg st="0" end="0"/>
                                            </p:txEl>
                                          </p:spTgt>
                                        </p:tgtEl>
                                        <p:attrNameLst>
                                          <p:attrName>style.visibility</p:attrName>
                                        </p:attrNameLst>
                                      </p:cBhvr>
                                      <p:to>
                                        <p:strVal val="visible"/>
                                      </p:to>
                                    </p:set>
                                    <p:animEffect transition="in" filter="wipe(left)">
                                      <p:cBhvr>
                                        <p:cTn id="111" dur="500"/>
                                        <p:tgtEl>
                                          <p:spTgt spid="233494">
                                            <p:txEl>
                                              <p:pRg st="0" end="0"/>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233493">
                                            <p:txEl>
                                              <p:pRg st="0" end="0"/>
                                            </p:txEl>
                                          </p:spTgt>
                                        </p:tgtEl>
                                        <p:attrNameLst>
                                          <p:attrName>style.visibility</p:attrName>
                                        </p:attrNameLst>
                                      </p:cBhvr>
                                      <p:to>
                                        <p:strVal val="visible"/>
                                      </p:to>
                                    </p:set>
                                    <p:animEffect transition="in" filter="wipe(left)">
                                      <p:cBhvr>
                                        <p:cTn id="116" dur="500"/>
                                        <p:tgtEl>
                                          <p:spTgt spid="233493">
                                            <p:txEl>
                                              <p:pRg st="0" end="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233497"/>
                                        </p:tgtEl>
                                        <p:attrNameLst>
                                          <p:attrName>style.visibility</p:attrName>
                                        </p:attrNameLst>
                                      </p:cBhvr>
                                      <p:to>
                                        <p:strVal val="visible"/>
                                      </p:to>
                                    </p:set>
                                    <p:animEffect transition="in" filter="wipe(left)">
                                      <p:cBhvr>
                                        <p:cTn id="121" dur="500"/>
                                        <p:tgtEl>
                                          <p:spTgt spid="23349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nodeType="clickEffect">
                                  <p:stCondLst>
                                    <p:cond delay="0"/>
                                  </p:stCondLst>
                                  <p:childTnLst>
                                    <p:set>
                                      <p:cBhvr>
                                        <p:cTn id="125" dur="1" fill="hold">
                                          <p:stCondLst>
                                            <p:cond delay="0"/>
                                          </p:stCondLst>
                                        </p:cTn>
                                        <p:tgtEl>
                                          <p:spTgt spid="233496"/>
                                        </p:tgtEl>
                                        <p:attrNameLst>
                                          <p:attrName>style.visibility</p:attrName>
                                        </p:attrNameLst>
                                      </p:cBhvr>
                                      <p:to>
                                        <p:strVal val="visible"/>
                                      </p:to>
                                    </p:set>
                                    <p:animEffect transition="in" filter="wipe(left)">
                                      <p:cBhvr>
                                        <p:cTn id="126" dur="500"/>
                                        <p:tgtEl>
                                          <p:spTgt spid="233496"/>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33501"/>
                                        </p:tgtEl>
                                        <p:attrNameLst>
                                          <p:attrName>style.visibility</p:attrName>
                                        </p:attrNameLst>
                                      </p:cBhvr>
                                      <p:to>
                                        <p:strVal val="visible"/>
                                      </p:to>
                                    </p:set>
                                    <p:animEffect transition="in" filter="wipe(left)">
                                      <p:cBhvr>
                                        <p:cTn id="131" dur="500"/>
                                        <p:tgtEl>
                                          <p:spTgt spid="233501"/>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8" fill="hold" nodeType="clickEffect">
                                  <p:stCondLst>
                                    <p:cond delay="0"/>
                                  </p:stCondLst>
                                  <p:childTnLst>
                                    <p:set>
                                      <p:cBhvr>
                                        <p:cTn id="135" dur="1" fill="hold">
                                          <p:stCondLst>
                                            <p:cond delay="0"/>
                                          </p:stCondLst>
                                        </p:cTn>
                                        <p:tgtEl>
                                          <p:spTgt spid="233498"/>
                                        </p:tgtEl>
                                        <p:attrNameLst>
                                          <p:attrName>style.visibility</p:attrName>
                                        </p:attrNameLst>
                                      </p:cBhvr>
                                      <p:to>
                                        <p:strVal val="visible"/>
                                      </p:to>
                                    </p:set>
                                    <p:animEffect transition="in" filter="wipe(left)">
                                      <p:cBhvr>
                                        <p:cTn id="136" dur="500"/>
                                        <p:tgtEl>
                                          <p:spTgt spid="233498"/>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233495"/>
                                        </p:tgtEl>
                                        <p:attrNameLst>
                                          <p:attrName>style.visibility</p:attrName>
                                        </p:attrNameLst>
                                      </p:cBhvr>
                                      <p:to>
                                        <p:strVal val="visible"/>
                                      </p:to>
                                    </p:set>
                                    <p:animEffect transition="in" filter="wipe(left)">
                                      <p:cBhvr>
                                        <p:cTn id="141" dur="500"/>
                                        <p:tgtEl>
                                          <p:spTgt spid="233495"/>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233500"/>
                                        </p:tgtEl>
                                        <p:attrNameLst>
                                          <p:attrName>style.visibility</p:attrName>
                                        </p:attrNameLst>
                                      </p:cBhvr>
                                      <p:to>
                                        <p:strVal val="visible"/>
                                      </p:to>
                                    </p:set>
                                    <p:animEffect transition="in" filter="wipe(left)">
                                      <p:cBhvr>
                                        <p:cTn id="146" dur="500"/>
                                        <p:tgtEl>
                                          <p:spTgt spid="233500"/>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nodeType="clickEffect">
                                  <p:stCondLst>
                                    <p:cond delay="0"/>
                                  </p:stCondLst>
                                  <p:childTnLst>
                                    <p:set>
                                      <p:cBhvr>
                                        <p:cTn id="150" dur="1" fill="hold">
                                          <p:stCondLst>
                                            <p:cond delay="0"/>
                                          </p:stCondLst>
                                        </p:cTn>
                                        <p:tgtEl>
                                          <p:spTgt spid="233499"/>
                                        </p:tgtEl>
                                        <p:attrNameLst>
                                          <p:attrName>style.visibility</p:attrName>
                                        </p:attrNameLst>
                                      </p:cBhvr>
                                      <p:to>
                                        <p:strVal val="visible"/>
                                      </p:to>
                                    </p:set>
                                    <p:animEffect transition="in" filter="wipe(left)">
                                      <p:cBhvr>
                                        <p:cTn id="151" dur="500"/>
                                        <p:tgtEl>
                                          <p:spTgt spid="2334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474" grpId="0" autoUpdateAnimBg="0" build="p"/>
      <p:bldP spid="233475" grpId="0" autoUpdateAnimBg="0" build="p"/>
      <p:bldP spid="233476" grpId="0" animBg="1"/>
      <p:bldP spid="233477" grpId="0" animBg="1"/>
      <p:bldP spid="233478" grpId="0" animBg="1"/>
      <p:bldP spid="233479" grpId="0" animBg="1"/>
      <p:bldP spid="233488" grpId="0" animBg="1"/>
      <p:bldP spid="233489" grpId="0" animBg="1"/>
      <p:bldP spid="233490" grpId="0" animBg="1"/>
      <p:bldP spid="233491" grpId="0" autoUpdateAnimBg="0" build="p"/>
      <p:bldP spid="233492" grpId="0" autoUpdateAnimBg="0" build="p"/>
      <p:bldP spid="233493" grpId="0" autoUpdateAnimBg="0" build="p"/>
      <p:bldP spid="233494" grpId="0" autoUpdateAnimBg="0" build="p"/>
      <p:bldP spid="233495" grpId="0" animBg="1"/>
      <p:bldP spid="233501" grpId="0" animBg="1"/>
      <p:bldP spid="233502" grpId="0" autoUpdateAnimBg="0" build="p"/>
      <p:bldP spid="233503" grpId="0" autoUpdateAnimBg="0" build="p"/>
      <p:bldP spid="233504" grpId="0" animBg="1"/>
      <p:bldP spid="233505"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ChangeArrowheads="1"/>
          </p:cNvSpPr>
          <p:nvPr/>
        </p:nvSpPr>
        <p:spPr bwMode="auto">
          <a:xfrm>
            <a:off x="161925" y="458788"/>
            <a:ext cx="8529638" cy="933450"/>
          </a:xfrm>
          <a:prstGeom prst="rect">
            <a:avLst/>
          </a:prstGeom>
          <a:noFill/>
          <a:ln w="9525">
            <a:noFill/>
            <a:miter lim="800000"/>
          </a:ln>
        </p:spPr>
        <p:txBody>
          <a:bodyPr>
            <a:spAutoFit/>
          </a:bodyPr>
          <a:lstStyle/>
          <a:p>
            <a:pPr marL="533400" indent="-533400" algn="l" eaLnBrk="0" hangingPunct="0">
              <a:lnSpc>
                <a:spcPct val="115000"/>
              </a:lnSpc>
            </a:pPr>
            <a:r>
              <a:rPr kumimoji="0" lang="zh-CN" altLang="en-US" b="1" i="0">
                <a:solidFill>
                  <a:srgbClr val="FF0000"/>
                </a:solidFill>
                <a:latin typeface="Times New Roman" panose="02020603050405020304" pitchFamily="18" charset="0"/>
              </a:rPr>
              <a:t>例</a:t>
            </a:r>
            <a:r>
              <a:rPr kumimoji="0" lang="zh-CN" altLang="en-US" b="1" i="0">
                <a:solidFill>
                  <a:srgbClr val="99CCFF"/>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一均质棒，长度为 </a:t>
            </a:r>
            <a:r>
              <a:rPr kumimoji="0" lang="en-US" altLang="zh-CN" b="1">
                <a:solidFill>
                  <a:srgbClr val="FF6600"/>
                </a:solidFill>
                <a:latin typeface="Times New Roman" panose="02020603050405020304" pitchFamily="18" charset="0"/>
              </a:rPr>
              <a:t>L </a:t>
            </a:r>
            <a:r>
              <a:rPr kumimoji="0" lang="zh-CN" altLang="en-US" b="1" i="0">
                <a:solidFill>
                  <a:schemeClr val="bg1"/>
                </a:solidFill>
                <a:latin typeface="Times New Roman" panose="02020603050405020304" pitchFamily="18" charset="0"/>
              </a:rPr>
              <a:t>，质量为 </a:t>
            </a:r>
            <a:r>
              <a:rPr kumimoji="0" lang="en-US" altLang="zh-CN" b="1">
                <a:solidFill>
                  <a:srgbClr val="FF6600"/>
                </a:solidFill>
                <a:latin typeface="Times New Roman" panose="02020603050405020304" pitchFamily="18" charset="0"/>
              </a:rPr>
              <a:t>M </a:t>
            </a:r>
            <a:r>
              <a:rPr kumimoji="0" lang="zh-CN" altLang="en-US" b="1" i="0">
                <a:solidFill>
                  <a:schemeClr val="bg1"/>
                </a:solidFill>
                <a:latin typeface="Times New Roman" panose="02020603050405020304" pitchFamily="18" charset="0"/>
              </a:rPr>
              <a:t>，现有一子弹在距轴为</a:t>
            </a:r>
            <a:r>
              <a:rPr kumimoji="0" lang="zh-CN" altLang="en-US" b="1" i="0">
                <a:solidFill>
                  <a:schemeClr val="hlink"/>
                </a:solidFill>
                <a:latin typeface="Times New Roman" panose="02020603050405020304" pitchFamily="18" charset="0"/>
              </a:rPr>
              <a:t> </a:t>
            </a:r>
            <a:r>
              <a:rPr kumimoji="0" lang="en-US" altLang="zh-CN" b="1">
                <a:solidFill>
                  <a:srgbClr val="FF6600"/>
                </a:solidFill>
                <a:latin typeface="Times New Roman" panose="02020603050405020304" pitchFamily="18" charset="0"/>
              </a:rPr>
              <a:t>y </a:t>
            </a:r>
            <a:r>
              <a:rPr kumimoji="0" lang="zh-CN" altLang="en-US" b="1" i="0">
                <a:solidFill>
                  <a:schemeClr val="bg1"/>
                </a:solidFill>
                <a:latin typeface="Times New Roman" panose="02020603050405020304" pitchFamily="18" charset="0"/>
              </a:rPr>
              <a:t>处水平射入细棒，子弹的质量为</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m</a:t>
            </a:r>
            <a:r>
              <a:rPr kumimoji="0" lang="en-US" altLang="zh-CN" b="1">
                <a:solidFill>
                  <a:srgbClr val="FF99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，速度为 </a:t>
            </a:r>
            <a:r>
              <a:rPr kumimoji="0" lang="en-US" altLang="zh-CN" b="1">
                <a:solidFill>
                  <a:srgbClr val="FF6600"/>
                </a:solidFill>
                <a:latin typeface="Bookman Old Style" panose="02050604050505020204" pitchFamily="18" charset="0"/>
              </a:rPr>
              <a:t>v</a:t>
            </a:r>
            <a:r>
              <a:rPr kumimoji="0" lang="en-US" altLang="zh-CN" b="1" i="0" baseline="-25000">
                <a:solidFill>
                  <a:srgbClr val="FF6600"/>
                </a:solidFill>
                <a:latin typeface="Times New Roman" panose="02020603050405020304" pitchFamily="18" charset="0"/>
              </a:rPr>
              <a:t>0</a:t>
            </a:r>
            <a:r>
              <a:rPr kumimoji="0" lang="en-US" altLang="zh-CN" b="1">
                <a:solidFill>
                  <a:srgbClr val="FF9900"/>
                </a:solidFill>
                <a:latin typeface="Bookman Old Style" panose="02050604050505020204" pitchFamily="18" charset="0"/>
              </a:rPr>
              <a:t> </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234499" name="Rectangle 3"/>
          <p:cNvSpPr>
            <a:spLocks noChangeArrowheads="1"/>
          </p:cNvSpPr>
          <p:nvPr/>
        </p:nvSpPr>
        <p:spPr bwMode="auto">
          <a:xfrm>
            <a:off x="161925" y="1385888"/>
            <a:ext cx="4375150" cy="512762"/>
          </a:xfrm>
          <a:prstGeom prst="rect">
            <a:avLst/>
          </a:prstGeom>
          <a:noFill/>
          <a:ln w="9525">
            <a:noFill/>
            <a:miter lim="800000"/>
          </a:ln>
        </p:spPr>
        <p:txBody>
          <a:bodyPr wrap="none">
            <a:spAutoFit/>
          </a:bodyPr>
          <a:lstStyle/>
          <a:p>
            <a:pPr algn="l" eaLnBrk="0" hangingPunct="0">
              <a:lnSpc>
                <a:spcPct val="115000"/>
              </a:lnSpc>
            </a:pPr>
            <a:r>
              <a:rPr kumimoji="0" lang="zh-CN" altLang="en-US" b="1" i="0">
                <a:solidFill>
                  <a:srgbClr val="FF0000"/>
                </a:solidFill>
                <a:latin typeface="Times New Roman" panose="02020603050405020304" pitchFamily="18" charset="0"/>
              </a:rPr>
              <a:t>求</a:t>
            </a:r>
            <a:r>
              <a:rPr kumimoji="0" lang="zh-CN" altLang="en-US" b="1" i="0">
                <a:solidFill>
                  <a:schemeClr val="bg1"/>
                </a:solidFill>
                <a:latin typeface="Times New Roman" panose="02020603050405020304" pitchFamily="18" charset="0"/>
              </a:rPr>
              <a:t>  子弹细棒共同的角速度</a:t>
            </a:r>
            <a:r>
              <a:rPr kumimoji="0" lang="zh-CN" altLang="en-US" b="1">
                <a:solidFill>
                  <a:schemeClr val="bg1"/>
                </a:solidFill>
                <a:latin typeface="Times New Roman" panose="02020603050405020304" pitchFamily="18" charset="0"/>
              </a:rPr>
              <a:t> </a:t>
            </a:r>
            <a:r>
              <a:rPr kumimoji="0" lang="zh-CN" altLang="en-US" b="1">
                <a:solidFill>
                  <a:srgbClr val="FF6600"/>
                </a:solidFill>
                <a:latin typeface="Times New Roman" panose="02020603050405020304" pitchFamily="18" charset="0"/>
                <a:sym typeface="Symbol" panose="05050102010706020507" pitchFamily="18" charset="2"/>
              </a:rPr>
              <a:t></a:t>
            </a:r>
            <a:r>
              <a:rPr kumimoji="0" lang="zh-CN" altLang="en-US" b="1" i="0">
                <a:solidFill>
                  <a:srgbClr val="FF6600"/>
                </a:solidFill>
                <a:latin typeface="Times New Roman" panose="02020603050405020304" pitchFamily="18" charset="0"/>
                <a:sym typeface="Symbol" panose="05050102010706020507" pitchFamily="18" charset="2"/>
              </a:rPr>
              <a:t> </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234500" name="Rectangle 4"/>
          <p:cNvSpPr>
            <a:spLocks noChangeArrowheads="1"/>
          </p:cNvSpPr>
          <p:nvPr/>
        </p:nvSpPr>
        <p:spPr bwMode="auto">
          <a:xfrm>
            <a:off x="161925" y="1946275"/>
            <a:ext cx="492125" cy="512763"/>
          </a:xfrm>
          <a:prstGeom prst="rect">
            <a:avLst/>
          </a:prstGeom>
          <a:noFill/>
          <a:ln w="9525">
            <a:noFill/>
            <a:miter lim="800000"/>
          </a:ln>
        </p:spPr>
        <p:txBody>
          <a:bodyPr>
            <a:spAutoFit/>
          </a:bodyPr>
          <a:lstStyle/>
          <a:p>
            <a:pPr algn="l" eaLnBrk="0" hangingPunct="0">
              <a:lnSpc>
                <a:spcPct val="115000"/>
              </a:lnSpc>
            </a:pPr>
            <a:r>
              <a:rPr kumimoji="0" lang="zh-CN" altLang="en-US" b="1" i="0">
                <a:solidFill>
                  <a:srgbClr val="FF0000"/>
                </a:solidFill>
                <a:latin typeface="Times New Roman" panose="02020603050405020304" pitchFamily="18" charset="0"/>
              </a:rPr>
              <a:t>解</a:t>
            </a:r>
            <a:endParaRPr kumimoji="0" lang="zh-CN" altLang="en-US" b="1" i="0">
              <a:solidFill>
                <a:srgbClr val="FF0000"/>
              </a:solidFill>
              <a:latin typeface="Times New Roman" panose="02020603050405020304" pitchFamily="18" charset="0"/>
            </a:endParaRPr>
          </a:p>
        </p:txBody>
      </p:sp>
      <p:graphicFrame>
        <p:nvGraphicFramePr>
          <p:cNvPr id="234501" name="Object 5"/>
          <p:cNvGraphicFramePr/>
          <p:nvPr/>
        </p:nvGraphicFramePr>
        <p:xfrm>
          <a:off x="2501900" y="2679700"/>
          <a:ext cx="730250" cy="414338"/>
        </p:xfrm>
        <a:graphic>
          <a:graphicData uri="http://schemas.openxmlformats.org/presentationml/2006/ole">
            <mc:AlternateContent xmlns:mc="http://schemas.openxmlformats.org/markup-compatibility/2006">
              <mc:Choice xmlns:v="urn:schemas-microsoft-com:vml" Requires="v">
                <p:oleObj spid="_x0000_s59393" name="公式" r:id="rId1" imgW="9753600" imgH="5486400" progId="Equation.3">
                  <p:embed/>
                </p:oleObj>
              </mc:Choice>
              <mc:Fallback>
                <p:oleObj name="公式" r:id="rId1" imgW="9753600" imgH="5486400" progId="Equation.3">
                  <p:embed/>
                  <p:pic>
                    <p:nvPicPr>
                      <p:cNvPr id="0" name="Object 5"/>
                      <p:cNvPicPr/>
                      <p:nvPr/>
                    </p:nvPicPr>
                    <p:blipFill>
                      <a:blip r:embed="rId2"/>
                      <a:stretch>
                        <a:fillRect/>
                      </a:stretch>
                    </p:blipFill>
                    <p:spPr>
                      <a:xfrm>
                        <a:off x="2501900" y="2679700"/>
                        <a:ext cx="730250" cy="414338"/>
                      </a:xfrm>
                      <a:prstGeom prst="rect">
                        <a:avLst/>
                      </a:prstGeom>
                      <a:noFill/>
                      <a:ln w="19050">
                        <a:noFill/>
                      </a:ln>
                    </p:spPr>
                  </p:pic>
                </p:oleObj>
              </mc:Fallback>
            </mc:AlternateContent>
          </a:graphicData>
        </a:graphic>
      </p:graphicFrame>
      <p:sp>
        <p:nvSpPr>
          <p:cNvPr id="234502" name="Rectangle 6"/>
          <p:cNvSpPr>
            <a:spLocks noChangeArrowheads="1"/>
          </p:cNvSpPr>
          <p:nvPr/>
        </p:nvSpPr>
        <p:spPr bwMode="auto">
          <a:xfrm>
            <a:off x="744538" y="3384550"/>
            <a:ext cx="2459037" cy="512763"/>
          </a:xfrm>
          <a:prstGeom prst="rect">
            <a:avLst/>
          </a:prstGeom>
          <a:noFill/>
          <a:ln w="9525">
            <a:noFill/>
            <a:miter lim="800000"/>
          </a:ln>
        </p:spPr>
        <p:txBody>
          <a:bodyPr>
            <a:spAutoFit/>
          </a:bodyPr>
          <a:lstStyle/>
          <a:p>
            <a:pPr algn="l" eaLnBrk="0" hangingPunct="0">
              <a:lnSpc>
                <a:spcPct val="115000"/>
              </a:lnSpc>
            </a:pPr>
            <a:r>
              <a:rPr kumimoji="0" lang="zh-CN" altLang="en-US" b="1" i="0">
                <a:solidFill>
                  <a:schemeClr val="bg1"/>
                </a:solidFill>
                <a:latin typeface="Times New Roman" panose="02020603050405020304" pitchFamily="18" charset="0"/>
                <a:ea typeface="楷体_GB2312" pitchFamily="49" charset="-122"/>
              </a:rPr>
              <a:t>其中</a:t>
            </a:r>
            <a:endParaRPr kumimoji="0" lang="zh-CN" altLang="en-US" b="1">
              <a:solidFill>
                <a:schemeClr val="bg1"/>
              </a:solidFill>
              <a:latin typeface="Times New Roman" panose="02020603050405020304" pitchFamily="18" charset="0"/>
              <a:ea typeface="楷体_GB2312" pitchFamily="49" charset="-122"/>
            </a:endParaRPr>
          </a:p>
        </p:txBody>
      </p:sp>
      <p:grpSp>
        <p:nvGrpSpPr>
          <p:cNvPr id="2" name="Group 7"/>
          <p:cNvGrpSpPr/>
          <p:nvPr/>
        </p:nvGrpSpPr>
        <p:grpSpPr bwMode="auto">
          <a:xfrm>
            <a:off x="6516688" y="2205038"/>
            <a:ext cx="1828800" cy="2743200"/>
            <a:chOff x="4320" y="336"/>
            <a:chExt cx="1152" cy="1728"/>
          </a:xfrm>
        </p:grpSpPr>
        <p:sp>
          <p:nvSpPr>
            <p:cNvPr id="59423" name="Line 8"/>
            <p:cNvSpPr>
              <a:spLocks noChangeShapeType="1"/>
            </p:cNvSpPr>
            <p:nvPr/>
          </p:nvSpPr>
          <p:spPr bwMode="auto">
            <a:xfrm>
              <a:off x="4320" y="336"/>
              <a:ext cx="1152" cy="0"/>
            </a:xfrm>
            <a:prstGeom prst="line">
              <a:avLst/>
            </a:prstGeom>
            <a:noFill/>
            <a:ln w="22225">
              <a:solidFill>
                <a:srgbClr val="0000CC"/>
              </a:solidFill>
              <a:round/>
            </a:ln>
          </p:spPr>
          <p:txBody>
            <a:bodyPr wrap="none" anchor="ctr"/>
            <a:lstStyle/>
            <a:p>
              <a:endParaRPr lang="zh-CN" altLang="en-US"/>
            </a:p>
          </p:txBody>
        </p:sp>
        <p:sp>
          <p:nvSpPr>
            <p:cNvPr id="59424" name="Rectangle 9" descr="新闻纸"/>
            <p:cNvSpPr>
              <a:spLocks noChangeArrowheads="1"/>
            </p:cNvSpPr>
            <p:nvPr/>
          </p:nvSpPr>
          <p:spPr bwMode="auto">
            <a:xfrm>
              <a:off x="4800" y="480"/>
              <a:ext cx="144" cy="1584"/>
            </a:xfrm>
            <a:prstGeom prst="rect">
              <a:avLst/>
            </a:prstGeom>
            <a:gradFill rotWithShape="1">
              <a:gsLst>
                <a:gs pos="0">
                  <a:srgbClr val="1C1C1C"/>
                </a:gs>
                <a:gs pos="50000">
                  <a:srgbClr val="996600"/>
                </a:gs>
                <a:gs pos="100000">
                  <a:srgbClr val="1C1C1C"/>
                </a:gs>
              </a:gsLst>
              <a:lin ang="0" scaled="1"/>
            </a:gradFill>
            <a:ln w="9525">
              <a:noFill/>
              <a:miter lim="800000"/>
            </a:ln>
          </p:spPr>
          <p:txBody>
            <a:bodyPr wrap="none" anchor="ctr"/>
            <a:lstStyle/>
            <a:p>
              <a:endParaRPr lang="zh-CN" altLang="en-US"/>
            </a:p>
          </p:txBody>
        </p:sp>
        <p:sp>
          <p:nvSpPr>
            <p:cNvPr id="59425" name="AutoShape 10"/>
            <p:cNvSpPr>
              <a:spLocks noChangeArrowheads="1"/>
            </p:cNvSpPr>
            <p:nvPr/>
          </p:nvSpPr>
          <p:spPr bwMode="auto">
            <a:xfrm rot="10688603">
              <a:off x="4800" y="336"/>
              <a:ext cx="144" cy="240"/>
            </a:xfrm>
            <a:prstGeom prst="triangle">
              <a:avLst>
                <a:gd name="adj" fmla="val 50000"/>
              </a:avLst>
            </a:prstGeom>
            <a:solidFill>
              <a:schemeClr val="hlink"/>
            </a:solidFill>
            <a:ln w="9525">
              <a:solidFill>
                <a:srgbClr val="0000CC"/>
              </a:solidFill>
              <a:miter lim="800000"/>
            </a:ln>
          </p:spPr>
          <p:txBody>
            <a:bodyPr wrap="none" anchor="ctr"/>
            <a:lstStyle/>
            <a:p>
              <a:endParaRPr lang="zh-CN" altLang="en-US"/>
            </a:p>
          </p:txBody>
        </p:sp>
      </p:grpSp>
      <p:grpSp>
        <p:nvGrpSpPr>
          <p:cNvPr id="3" name="Group 11"/>
          <p:cNvGrpSpPr/>
          <p:nvPr/>
        </p:nvGrpSpPr>
        <p:grpSpPr bwMode="auto">
          <a:xfrm>
            <a:off x="7354888" y="2509838"/>
            <a:ext cx="1138237" cy="487362"/>
            <a:chOff x="4633" y="538"/>
            <a:chExt cx="717" cy="307"/>
          </a:xfrm>
        </p:grpSpPr>
        <p:sp>
          <p:nvSpPr>
            <p:cNvPr id="59422" name="Line 12"/>
            <p:cNvSpPr>
              <a:spLocks noChangeShapeType="1"/>
            </p:cNvSpPr>
            <p:nvPr/>
          </p:nvSpPr>
          <p:spPr bwMode="auto">
            <a:xfrm>
              <a:off x="4633" y="538"/>
              <a:ext cx="480" cy="0"/>
            </a:xfrm>
            <a:prstGeom prst="line">
              <a:avLst/>
            </a:prstGeom>
            <a:noFill/>
            <a:ln w="57150">
              <a:solidFill>
                <a:srgbClr val="008000"/>
              </a:solidFill>
              <a:round/>
              <a:tailEnd type="triangle" w="med" len="lg"/>
            </a:ln>
          </p:spPr>
          <p:txBody>
            <a:bodyPr wrap="none" anchor="ctr"/>
            <a:lstStyle/>
            <a:p>
              <a:endParaRPr lang="zh-CN" altLang="en-US"/>
            </a:p>
          </p:txBody>
        </p:sp>
        <p:graphicFrame>
          <p:nvGraphicFramePr>
            <p:cNvPr id="59400" name="Object 13"/>
            <p:cNvGraphicFramePr>
              <a:graphicFrameLocks noChangeAspect="1"/>
            </p:cNvGraphicFramePr>
            <p:nvPr/>
          </p:nvGraphicFramePr>
          <p:xfrm>
            <a:off x="5017" y="538"/>
            <a:ext cx="333" cy="307"/>
          </p:xfrm>
          <a:graphic>
            <a:graphicData uri="http://schemas.openxmlformats.org/presentationml/2006/ole">
              <mc:AlternateContent xmlns:mc="http://schemas.openxmlformats.org/markup-compatibility/2006">
                <mc:Choice xmlns:v="urn:schemas-microsoft-com:vml" Requires="v">
                  <p:oleObj spid="_x0000_s59400" name="Equation" r:id="rId3" imgW="5181600" imgH="5486400" progId="Equation.3">
                    <p:embed/>
                  </p:oleObj>
                </mc:Choice>
                <mc:Fallback>
                  <p:oleObj name="Equation" r:id="rId3" imgW="5181600" imgH="5486400" progId="Equation.3">
                    <p:embed/>
                    <p:pic>
                      <p:nvPicPr>
                        <p:cNvPr id="0" name="Object 13"/>
                        <p:cNvPicPr>
                          <a:picLocks noChangeAspect="1"/>
                        </p:cNvPicPr>
                        <p:nvPr/>
                      </p:nvPicPr>
                      <p:blipFill>
                        <a:blip r:embed="rId4"/>
                        <a:stretch>
                          <a:fillRect/>
                        </a:stretch>
                      </p:blipFill>
                      <p:spPr>
                        <a:xfrm>
                          <a:off x="5017" y="538"/>
                          <a:ext cx="333" cy="307"/>
                        </a:xfrm>
                        <a:prstGeom prst="rect">
                          <a:avLst/>
                        </a:prstGeom>
                        <a:noFill/>
                        <a:ln w="9525">
                          <a:noFill/>
                        </a:ln>
                      </p:spPr>
                    </p:pic>
                  </p:oleObj>
                </mc:Fallback>
              </mc:AlternateContent>
            </a:graphicData>
          </a:graphic>
        </p:graphicFrame>
      </p:grpSp>
      <p:sp>
        <p:nvSpPr>
          <p:cNvPr id="234510" name="Line 14"/>
          <p:cNvSpPr>
            <a:spLocks noChangeShapeType="1"/>
          </p:cNvSpPr>
          <p:nvPr/>
        </p:nvSpPr>
        <p:spPr bwMode="auto">
          <a:xfrm>
            <a:off x="6732588" y="4506913"/>
            <a:ext cx="479425" cy="0"/>
          </a:xfrm>
          <a:prstGeom prst="line">
            <a:avLst/>
          </a:prstGeom>
          <a:noFill/>
          <a:ln w="50800">
            <a:solidFill>
              <a:srgbClr val="CC0000"/>
            </a:solidFill>
            <a:round/>
            <a:tailEnd type="triangle" w="med" len="lg"/>
          </a:ln>
        </p:spPr>
        <p:txBody>
          <a:bodyPr wrap="none" anchor="ctr"/>
          <a:lstStyle/>
          <a:p>
            <a:endParaRPr lang="zh-CN" altLang="en-US"/>
          </a:p>
        </p:txBody>
      </p:sp>
      <p:sp>
        <p:nvSpPr>
          <p:cNvPr id="234511" name="Line 15"/>
          <p:cNvSpPr>
            <a:spLocks noChangeShapeType="1"/>
          </p:cNvSpPr>
          <p:nvPr/>
        </p:nvSpPr>
        <p:spPr bwMode="auto">
          <a:xfrm>
            <a:off x="6516688" y="2509838"/>
            <a:ext cx="914400" cy="0"/>
          </a:xfrm>
          <a:prstGeom prst="line">
            <a:avLst/>
          </a:prstGeom>
          <a:noFill/>
          <a:ln w="22225">
            <a:solidFill>
              <a:srgbClr val="0000CC"/>
            </a:solidFill>
            <a:prstDash val="dash"/>
            <a:round/>
          </a:ln>
        </p:spPr>
        <p:txBody>
          <a:bodyPr wrap="none" anchor="ctr"/>
          <a:lstStyle/>
          <a:p>
            <a:endParaRPr lang="zh-CN" altLang="en-US"/>
          </a:p>
        </p:txBody>
      </p:sp>
      <p:sp>
        <p:nvSpPr>
          <p:cNvPr id="234512" name="Line 16"/>
          <p:cNvSpPr>
            <a:spLocks noChangeShapeType="1"/>
          </p:cNvSpPr>
          <p:nvPr/>
        </p:nvSpPr>
        <p:spPr bwMode="auto">
          <a:xfrm>
            <a:off x="7019925" y="2484438"/>
            <a:ext cx="0" cy="2006600"/>
          </a:xfrm>
          <a:prstGeom prst="line">
            <a:avLst/>
          </a:prstGeom>
          <a:noFill/>
          <a:ln w="22225">
            <a:solidFill>
              <a:srgbClr val="0000CC"/>
            </a:solidFill>
            <a:round/>
            <a:tailEnd type="triangle" w="med" len="med"/>
          </a:ln>
        </p:spPr>
        <p:txBody>
          <a:bodyPr wrap="none" anchor="ctr"/>
          <a:lstStyle/>
          <a:p>
            <a:endParaRPr lang="zh-CN" altLang="en-US"/>
          </a:p>
        </p:txBody>
      </p:sp>
      <p:graphicFrame>
        <p:nvGraphicFramePr>
          <p:cNvPr id="234513" name="Object 17"/>
          <p:cNvGraphicFramePr>
            <a:graphicFrameLocks noChangeAspect="1"/>
          </p:cNvGraphicFramePr>
          <p:nvPr/>
        </p:nvGraphicFramePr>
        <p:xfrm>
          <a:off x="6686550" y="3286125"/>
          <a:ext cx="292100" cy="295275"/>
        </p:xfrm>
        <a:graphic>
          <a:graphicData uri="http://schemas.openxmlformats.org/presentationml/2006/ole">
            <mc:AlternateContent xmlns:mc="http://schemas.openxmlformats.org/markup-compatibility/2006">
              <mc:Choice xmlns:v="urn:schemas-microsoft-com:vml" Requires="v">
                <p:oleObj spid="_x0000_s59395" name="公式" r:id="rId5" imgW="3352800" imgH="3962400" progId="Equation.3">
                  <p:embed/>
                </p:oleObj>
              </mc:Choice>
              <mc:Fallback>
                <p:oleObj name="公式" r:id="rId5" imgW="3352800" imgH="3962400" progId="Equation.3">
                  <p:embed/>
                  <p:pic>
                    <p:nvPicPr>
                      <p:cNvPr id="0" name="Object 17"/>
                      <p:cNvPicPr>
                        <a:picLocks noChangeAspect="1"/>
                      </p:cNvPicPr>
                      <p:nvPr/>
                    </p:nvPicPr>
                    <p:blipFill>
                      <a:blip r:embed="rId6"/>
                      <a:stretch>
                        <a:fillRect/>
                      </a:stretch>
                    </p:blipFill>
                    <p:spPr>
                      <a:xfrm>
                        <a:off x="6686550" y="3286125"/>
                        <a:ext cx="292100" cy="295275"/>
                      </a:xfrm>
                      <a:prstGeom prst="rect">
                        <a:avLst/>
                      </a:prstGeom>
                      <a:noFill/>
                      <a:ln w="9525">
                        <a:noFill/>
                      </a:ln>
                    </p:spPr>
                  </p:pic>
                </p:oleObj>
              </mc:Fallback>
            </mc:AlternateContent>
          </a:graphicData>
        </a:graphic>
      </p:graphicFrame>
      <p:graphicFrame>
        <p:nvGraphicFramePr>
          <p:cNvPr id="234514" name="Object 18"/>
          <p:cNvGraphicFramePr/>
          <p:nvPr/>
        </p:nvGraphicFramePr>
        <p:xfrm>
          <a:off x="6686550" y="3878263"/>
          <a:ext cx="315913" cy="409575"/>
        </p:xfrm>
        <a:graphic>
          <a:graphicData uri="http://schemas.openxmlformats.org/presentationml/2006/ole">
            <mc:AlternateContent xmlns:mc="http://schemas.openxmlformats.org/markup-compatibility/2006">
              <mc:Choice xmlns:v="urn:schemas-microsoft-com:vml" Requires="v">
                <p:oleObj spid="_x0000_s59396" name="公式" r:id="rId7" imgW="4267200" imgH="5486400" progId="Equation.3">
                  <p:embed/>
                </p:oleObj>
              </mc:Choice>
              <mc:Fallback>
                <p:oleObj name="公式" r:id="rId7" imgW="4267200" imgH="5486400" progId="Equation.3">
                  <p:embed/>
                  <p:pic>
                    <p:nvPicPr>
                      <p:cNvPr id="0" name="Object 18"/>
                      <p:cNvPicPr/>
                      <p:nvPr/>
                    </p:nvPicPr>
                    <p:blipFill>
                      <a:blip r:embed="rId8"/>
                      <a:stretch>
                        <a:fillRect/>
                      </a:stretch>
                    </p:blipFill>
                    <p:spPr>
                      <a:xfrm>
                        <a:off x="6686550" y="3878263"/>
                        <a:ext cx="315913" cy="409575"/>
                      </a:xfrm>
                      <a:prstGeom prst="rect">
                        <a:avLst/>
                      </a:prstGeom>
                      <a:noFill/>
                      <a:ln w="9525">
                        <a:noFill/>
                      </a:ln>
                    </p:spPr>
                  </p:pic>
                </p:oleObj>
              </mc:Fallback>
            </mc:AlternateContent>
          </a:graphicData>
        </a:graphic>
      </p:graphicFrame>
      <p:sp>
        <p:nvSpPr>
          <p:cNvPr id="234515" name="Oval 19"/>
          <p:cNvSpPr>
            <a:spLocks noChangeArrowheads="1"/>
          </p:cNvSpPr>
          <p:nvPr/>
        </p:nvSpPr>
        <p:spPr bwMode="auto">
          <a:xfrm>
            <a:off x="7308850" y="2420938"/>
            <a:ext cx="152400" cy="152400"/>
          </a:xfrm>
          <a:prstGeom prst="ellipse">
            <a:avLst/>
          </a:prstGeom>
          <a:solidFill>
            <a:srgbClr val="00FF00"/>
          </a:solidFill>
          <a:ln w="28575">
            <a:solidFill>
              <a:schemeClr val="accent2"/>
            </a:solidFill>
            <a:round/>
          </a:ln>
        </p:spPr>
        <p:txBody>
          <a:bodyPr wrap="none" anchor="ctr"/>
          <a:lstStyle/>
          <a:p>
            <a:endParaRPr lang="zh-CN" altLang="en-US"/>
          </a:p>
        </p:txBody>
      </p:sp>
      <p:grpSp>
        <p:nvGrpSpPr>
          <p:cNvPr id="4" name="Group 20"/>
          <p:cNvGrpSpPr/>
          <p:nvPr/>
        </p:nvGrpSpPr>
        <p:grpSpPr bwMode="auto">
          <a:xfrm>
            <a:off x="6229350" y="4435475"/>
            <a:ext cx="503238" cy="144463"/>
            <a:chOff x="3606" y="2296"/>
            <a:chExt cx="408" cy="137"/>
          </a:xfrm>
        </p:grpSpPr>
        <p:sp>
          <p:nvSpPr>
            <p:cNvPr id="59420" name="AutoShape 21"/>
            <p:cNvSpPr>
              <a:spLocks noChangeArrowheads="1"/>
            </p:cNvSpPr>
            <p:nvPr/>
          </p:nvSpPr>
          <p:spPr bwMode="auto">
            <a:xfrm rot="5400000" flipH="1">
              <a:off x="3855" y="2274"/>
              <a:ext cx="137" cy="181"/>
            </a:xfrm>
            <a:prstGeom prst="triangle">
              <a:avLst>
                <a:gd name="adj" fmla="val 50000"/>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sp>
          <p:nvSpPr>
            <p:cNvPr id="59421" name="Rectangle 22"/>
            <p:cNvSpPr>
              <a:spLocks noChangeArrowheads="1"/>
            </p:cNvSpPr>
            <p:nvPr/>
          </p:nvSpPr>
          <p:spPr bwMode="auto">
            <a:xfrm>
              <a:off x="3606" y="2296"/>
              <a:ext cx="227" cy="136"/>
            </a:xfrm>
            <a:prstGeom prst="rect">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grpSp>
      <p:sp>
        <p:nvSpPr>
          <p:cNvPr id="234519" name="Text Box 23"/>
          <p:cNvSpPr txBox="1">
            <a:spLocks noChangeArrowheads="1"/>
          </p:cNvSpPr>
          <p:nvPr/>
        </p:nvSpPr>
        <p:spPr bwMode="auto">
          <a:xfrm>
            <a:off x="6751638" y="4922838"/>
            <a:ext cx="381000" cy="396875"/>
          </a:xfrm>
          <a:prstGeom prst="rect">
            <a:avLst/>
          </a:prstGeom>
          <a:noFill/>
          <a:ln w="9525">
            <a:noFill/>
            <a:miter lim="800000"/>
          </a:ln>
        </p:spPr>
        <p:txBody>
          <a:bodyPr wrap="none">
            <a:spAutoFit/>
          </a:bodyPr>
          <a:lstStyle/>
          <a:p>
            <a:r>
              <a:rPr lang="en-US" altLang="zh-CN" sz="2000" b="1">
                <a:solidFill>
                  <a:srgbClr val="0000CC"/>
                </a:solidFill>
                <a:latin typeface="Times New Roman" panose="02020603050405020304" pitchFamily="18" charset="0"/>
              </a:rPr>
              <a:t>m</a:t>
            </a:r>
            <a:endParaRPr lang="en-US" altLang="zh-CN" sz="2000" b="1">
              <a:solidFill>
                <a:srgbClr val="0000CC"/>
              </a:solidFill>
              <a:latin typeface="Times New Roman" panose="02020603050405020304" pitchFamily="18" charset="0"/>
            </a:endParaRPr>
          </a:p>
        </p:txBody>
      </p:sp>
      <p:graphicFrame>
        <p:nvGraphicFramePr>
          <p:cNvPr id="234520" name="Object 24"/>
          <p:cNvGraphicFramePr>
            <a:graphicFrameLocks noChangeAspect="1"/>
          </p:cNvGraphicFramePr>
          <p:nvPr/>
        </p:nvGraphicFramePr>
        <p:xfrm>
          <a:off x="1736725" y="3343275"/>
          <a:ext cx="3228975" cy="730250"/>
        </p:xfrm>
        <a:graphic>
          <a:graphicData uri="http://schemas.openxmlformats.org/presentationml/2006/ole">
            <mc:AlternateContent xmlns:mc="http://schemas.openxmlformats.org/markup-compatibility/2006">
              <mc:Choice xmlns:v="urn:schemas-microsoft-com:vml" Requires="v">
                <p:oleObj spid="_x0000_s59397" name="公式" r:id="rId9" imgW="42976800" imgH="9753600" progId="Equation.3">
                  <p:embed/>
                </p:oleObj>
              </mc:Choice>
              <mc:Fallback>
                <p:oleObj name="公式" r:id="rId9" imgW="42976800" imgH="9753600" progId="Equation.3">
                  <p:embed/>
                  <p:pic>
                    <p:nvPicPr>
                      <p:cNvPr id="0" name="Object 24"/>
                      <p:cNvPicPr>
                        <a:picLocks noChangeAspect="1"/>
                      </p:cNvPicPr>
                      <p:nvPr/>
                    </p:nvPicPr>
                    <p:blipFill>
                      <a:blip r:embed="rId10"/>
                      <a:stretch>
                        <a:fillRect/>
                      </a:stretch>
                    </p:blipFill>
                    <p:spPr>
                      <a:xfrm>
                        <a:off x="1736725" y="3343275"/>
                        <a:ext cx="3228975" cy="730250"/>
                      </a:xfrm>
                      <a:prstGeom prst="rect">
                        <a:avLst/>
                      </a:prstGeom>
                      <a:noFill/>
                      <a:ln w="19050">
                        <a:noFill/>
                      </a:ln>
                    </p:spPr>
                  </p:pic>
                </p:oleObj>
              </mc:Fallback>
            </mc:AlternateContent>
          </a:graphicData>
        </a:graphic>
      </p:graphicFrame>
      <p:graphicFrame>
        <p:nvGraphicFramePr>
          <p:cNvPr id="234521" name="Object 25"/>
          <p:cNvGraphicFramePr/>
          <p:nvPr/>
        </p:nvGraphicFramePr>
        <p:xfrm>
          <a:off x="2185988" y="4194175"/>
          <a:ext cx="2079625" cy="1079500"/>
        </p:xfrm>
        <a:graphic>
          <a:graphicData uri="http://schemas.openxmlformats.org/presentationml/2006/ole">
            <mc:AlternateContent xmlns:mc="http://schemas.openxmlformats.org/markup-compatibility/2006">
              <mc:Choice xmlns:v="urn:schemas-microsoft-com:vml" Requires="v">
                <p:oleObj spid="_x0000_s59398" name="公式" r:id="rId11" imgW="27736800" imgH="14325600" progId="Equation.3">
                  <p:embed/>
                </p:oleObj>
              </mc:Choice>
              <mc:Fallback>
                <p:oleObj name="公式" r:id="rId11" imgW="27736800" imgH="14325600" progId="Equation.3">
                  <p:embed/>
                  <p:pic>
                    <p:nvPicPr>
                      <p:cNvPr id="0" name="Object 25"/>
                      <p:cNvPicPr/>
                      <p:nvPr/>
                    </p:nvPicPr>
                    <p:blipFill>
                      <a:blip r:embed="rId12"/>
                      <a:stretch>
                        <a:fillRect/>
                      </a:stretch>
                    </p:blipFill>
                    <p:spPr>
                      <a:xfrm>
                        <a:off x="2185988" y="4194175"/>
                        <a:ext cx="2079625" cy="1079500"/>
                      </a:xfrm>
                      <a:prstGeom prst="rect">
                        <a:avLst/>
                      </a:prstGeom>
                      <a:noFill/>
                      <a:ln w="19050">
                        <a:noFill/>
                      </a:ln>
                    </p:spPr>
                  </p:pic>
                </p:oleObj>
              </mc:Fallback>
            </mc:AlternateContent>
          </a:graphicData>
        </a:graphic>
      </p:graphicFrame>
      <p:sp>
        <p:nvSpPr>
          <p:cNvPr id="234522" name="Text Box 26"/>
          <p:cNvSpPr txBox="1">
            <a:spLocks noChangeArrowheads="1"/>
          </p:cNvSpPr>
          <p:nvPr/>
        </p:nvSpPr>
        <p:spPr bwMode="auto">
          <a:xfrm>
            <a:off x="584200" y="5300663"/>
            <a:ext cx="1557338" cy="512762"/>
          </a:xfrm>
          <a:prstGeom prst="rect">
            <a:avLst/>
          </a:prstGeom>
          <a:noFill/>
          <a:ln w="9525">
            <a:noFill/>
            <a:miter lim="800000"/>
          </a:ln>
        </p:spPr>
        <p:txBody>
          <a:bodyPr>
            <a:spAutoFit/>
          </a:bodyPr>
          <a:lstStyle/>
          <a:p>
            <a:pPr algn="l">
              <a:lnSpc>
                <a:spcPct val="115000"/>
              </a:lnSpc>
              <a:buClr>
                <a:srgbClr val="CC0000"/>
              </a:buClr>
              <a:buFont typeface="Wingdings" panose="05000000000000000000" pitchFamily="2" charset="2"/>
              <a:buNone/>
            </a:pPr>
            <a:r>
              <a:rPr lang="zh-CN" altLang="en-US" b="1" i="0">
                <a:solidFill>
                  <a:srgbClr val="FF6600"/>
                </a:solidFill>
                <a:latin typeface="Times New Roman" panose="02020603050405020304" pitchFamily="18" charset="0"/>
              </a:rPr>
              <a:t>讨论</a:t>
            </a:r>
            <a:endParaRPr kumimoji="0" lang="zh-CN" altLang="en-US" b="1" i="0">
              <a:solidFill>
                <a:srgbClr val="FF6600"/>
              </a:solidFill>
              <a:latin typeface="Times New Roman" panose="02020603050405020304" pitchFamily="18" charset="0"/>
            </a:endParaRPr>
          </a:p>
        </p:txBody>
      </p:sp>
      <p:sp>
        <p:nvSpPr>
          <p:cNvPr id="234523" name="Rectangle 27"/>
          <p:cNvSpPr>
            <a:spLocks noChangeArrowheads="1"/>
          </p:cNvSpPr>
          <p:nvPr/>
        </p:nvSpPr>
        <p:spPr bwMode="auto">
          <a:xfrm>
            <a:off x="627063" y="1971675"/>
            <a:ext cx="5159375" cy="512763"/>
          </a:xfrm>
          <a:prstGeom prst="rect">
            <a:avLst/>
          </a:prstGeom>
          <a:noFill/>
          <a:ln w="9525">
            <a:noFill/>
            <a:miter lim="800000"/>
          </a:ln>
        </p:spPr>
        <p:txBody>
          <a:bodyPr>
            <a:spAutoFit/>
          </a:bodyPr>
          <a:lstStyle/>
          <a:p>
            <a:pPr algn="l">
              <a:lnSpc>
                <a:spcPct val="115000"/>
              </a:lnSpc>
            </a:pPr>
            <a:r>
              <a:rPr kumimoji="0" lang="zh-CN" altLang="en-US" b="1" i="0">
                <a:solidFill>
                  <a:schemeClr val="bg1"/>
                </a:solidFill>
                <a:latin typeface="Times New Roman" panose="02020603050405020304" pitchFamily="18" charset="0"/>
              </a:rPr>
              <a:t>子弹、细棒系统的</a:t>
            </a:r>
            <a:r>
              <a:rPr kumimoji="0" lang="zh-CN" altLang="en-US" b="1" i="0">
                <a:solidFill>
                  <a:srgbClr val="FF6600"/>
                </a:solidFill>
                <a:latin typeface="Times New Roman" panose="02020603050405020304" pitchFamily="18" charset="0"/>
              </a:rPr>
              <a:t>角动量守恒</a:t>
            </a:r>
            <a:endParaRPr kumimoji="0" lang="zh-CN" altLang="en-US" b="1" i="0">
              <a:solidFill>
                <a:srgbClr val="FF6600"/>
              </a:solidFill>
              <a:latin typeface="Times New Roman" panose="02020603050405020304" pitchFamily="18" charset="0"/>
            </a:endParaRPr>
          </a:p>
        </p:txBody>
      </p:sp>
      <p:sp>
        <p:nvSpPr>
          <p:cNvPr id="234524" name="Rectangle 28"/>
          <p:cNvSpPr>
            <a:spLocks noChangeArrowheads="1"/>
          </p:cNvSpPr>
          <p:nvPr/>
        </p:nvSpPr>
        <p:spPr bwMode="auto">
          <a:xfrm>
            <a:off x="7918450" y="4627563"/>
            <a:ext cx="469900" cy="457200"/>
          </a:xfrm>
          <a:prstGeom prst="rect">
            <a:avLst/>
          </a:prstGeom>
          <a:noFill/>
          <a:ln w="9525">
            <a:noFill/>
            <a:miter lim="800000"/>
          </a:ln>
        </p:spPr>
        <p:txBody>
          <a:bodyPr wrap="none">
            <a:spAutoFit/>
          </a:bodyPr>
          <a:lstStyle/>
          <a:p>
            <a:r>
              <a:rPr kumimoji="0" lang="en-US" altLang="zh-CN" b="1" i="0">
                <a:solidFill>
                  <a:srgbClr val="FF0000"/>
                </a:solidFill>
                <a:latin typeface="Times New Roman" panose="02020603050405020304" pitchFamily="18" charset="0"/>
              </a:rPr>
              <a:t> </a:t>
            </a:r>
            <a:r>
              <a:rPr kumimoji="0" lang="en-US" altLang="zh-CN" b="1">
                <a:solidFill>
                  <a:srgbClr val="FF0000"/>
                </a:solidFill>
                <a:latin typeface="Times New Roman" panose="02020603050405020304" pitchFamily="18" charset="0"/>
                <a:sym typeface="Symbol" panose="05050102010706020507" pitchFamily="18" charset="2"/>
              </a:rPr>
              <a:t></a:t>
            </a:r>
            <a:endParaRPr kumimoji="0" lang="en-US" altLang="zh-CN" b="1">
              <a:solidFill>
                <a:srgbClr val="FF0000"/>
              </a:solidFill>
              <a:latin typeface="Times New Roman" panose="02020603050405020304" pitchFamily="18" charset="0"/>
              <a:sym typeface="Symbol" panose="05050102010706020507" pitchFamily="18" charset="2"/>
            </a:endParaRPr>
          </a:p>
        </p:txBody>
      </p:sp>
      <p:graphicFrame>
        <p:nvGraphicFramePr>
          <p:cNvPr id="234525" name="Object 29"/>
          <p:cNvGraphicFramePr/>
          <p:nvPr/>
        </p:nvGraphicFramePr>
        <p:xfrm>
          <a:off x="3222625" y="2708275"/>
          <a:ext cx="661988" cy="320675"/>
        </p:xfrm>
        <a:graphic>
          <a:graphicData uri="http://schemas.openxmlformats.org/presentationml/2006/ole">
            <mc:AlternateContent xmlns:mc="http://schemas.openxmlformats.org/markup-compatibility/2006">
              <mc:Choice xmlns:v="urn:schemas-microsoft-com:vml" Requires="v">
                <p:oleObj spid="_x0000_s59399" name="公式" r:id="rId13" imgW="8839200" imgH="4267200" progId="Equation.3">
                  <p:embed/>
                </p:oleObj>
              </mc:Choice>
              <mc:Fallback>
                <p:oleObj name="公式" r:id="rId13" imgW="8839200" imgH="4267200" progId="Equation.3">
                  <p:embed/>
                  <p:pic>
                    <p:nvPicPr>
                      <p:cNvPr id="0" name="Object 29"/>
                      <p:cNvPicPr/>
                      <p:nvPr/>
                    </p:nvPicPr>
                    <p:blipFill>
                      <a:blip r:embed="rId14"/>
                      <a:stretch>
                        <a:fillRect/>
                      </a:stretch>
                    </p:blipFill>
                    <p:spPr>
                      <a:xfrm>
                        <a:off x="3222625" y="2708275"/>
                        <a:ext cx="661988" cy="320675"/>
                      </a:xfrm>
                      <a:prstGeom prst="rect">
                        <a:avLst/>
                      </a:prstGeom>
                      <a:noFill/>
                      <a:ln w="19050">
                        <a:noFill/>
                      </a:ln>
                    </p:spPr>
                  </p:pic>
                </p:oleObj>
              </mc:Fallback>
            </mc:AlternateContent>
          </a:graphicData>
        </a:graphic>
      </p:graphicFrame>
      <p:sp>
        <p:nvSpPr>
          <p:cNvPr id="234526" name="Text Box 30"/>
          <p:cNvSpPr txBox="1">
            <a:spLocks noChangeArrowheads="1"/>
          </p:cNvSpPr>
          <p:nvPr/>
        </p:nvSpPr>
        <p:spPr bwMode="auto">
          <a:xfrm>
            <a:off x="1108075" y="5805488"/>
            <a:ext cx="4040188" cy="479425"/>
          </a:xfrm>
          <a:prstGeom prst="rect">
            <a:avLst/>
          </a:prstGeom>
          <a:noFill/>
          <a:ln w="9525">
            <a:noFill/>
            <a:miter lim="800000"/>
          </a:ln>
        </p:spPr>
        <p:txBody>
          <a:bodyPr>
            <a:spAutoFit/>
          </a:bodyPr>
          <a:lstStyle/>
          <a:p>
            <a:pPr algn="l">
              <a:lnSpc>
                <a:spcPct val="115000"/>
              </a:lnSpc>
              <a:buClr>
                <a:srgbClr val="00FFFF"/>
              </a:buClr>
              <a:buFont typeface="Wingdings" panose="05000000000000000000" pitchFamily="2" charset="2"/>
              <a:buNone/>
            </a:pPr>
            <a:r>
              <a:rPr lang="zh-CN" altLang="en-US" b="1" i="0">
                <a:solidFill>
                  <a:schemeClr val="tx2"/>
                </a:solidFill>
                <a:latin typeface="Times New Roman" panose="02020603050405020304" pitchFamily="18" charset="0"/>
              </a:rPr>
              <a:t>水平方向</a:t>
            </a:r>
            <a:r>
              <a:rPr kumimoji="0" lang="zh-CN" altLang="en-US" b="1" i="0">
                <a:solidFill>
                  <a:schemeClr val="tx2"/>
                </a:solidFill>
                <a:latin typeface="Times New Roman" panose="02020603050405020304" pitchFamily="18" charset="0"/>
              </a:rPr>
              <a:t>动量守恒</a:t>
            </a:r>
            <a:endParaRPr kumimoji="0" lang="zh-CN" altLang="en-US" b="1" i="0">
              <a:solidFill>
                <a:schemeClr val="tx2"/>
              </a:solidFill>
              <a:latin typeface="Times New Roman" panose="02020603050405020304" pitchFamily="18" charset="0"/>
            </a:endParaRPr>
          </a:p>
        </p:txBody>
      </p:sp>
      <p:sp>
        <p:nvSpPr>
          <p:cNvPr id="234527" name="WordArt 31">
            <a:hlinkClick r:id="rId15" action="ppaction://hlinksldjump"/>
          </p:cNvPr>
          <p:cNvSpPr>
            <a:spLocks noChangeArrowheads="1" noChangeShapeType="1" noTextEdit="1"/>
          </p:cNvSpPr>
          <p:nvPr/>
        </p:nvSpPr>
        <p:spPr bwMode="auto">
          <a:xfrm>
            <a:off x="3897313" y="5815013"/>
            <a:ext cx="360362" cy="503237"/>
          </a:xfrm>
          <a:prstGeom prst="rect">
            <a:avLst/>
          </a:prstGeom>
        </p:spPr>
        <p:txBody>
          <a:bodyPr wrap="none" fromWordArt="1">
            <a:prstTxWarp prst="textPlain">
              <a:avLst>
                <a:gd name="adj" fmla="val 50000"/>
              </a:avLst>
            </a:prstTxWarp>
          </a:bodyPr>
          <a:lstStyle/>
          <a:p>
            <a:r>
              <a:rPr lang="zh-CN" altLang="en-US" sz="3600" kern="10">
                <a:ln w="9525">
                  <a:solidFill>
                    <a:srgbClr val="FF0000"/>
                  </a:solidFill>
                  <a:round/>
                </a:ln>
                <a:solidFill>
                  <a:srgbClr val="CC0000"/>
                </a:solidFill>
                <a:latin typeface="宋体" panose="02010600030101010101" pitchFamily="2" charset="-122"/>
                <a:ea typeface="宋体" panose="02010600030101010101" pitchFamily="2" charset="-122"/>
              </a:rPr>
              <a:t>？</a:t>
            </a:r>
            <a:endParaRPr lang="zh-CN" altLang="en-US" sz="3600" kern="10">
              <a:ln w="9525">
                <a:solidFill>
                  <a:srgbClr val="FF0000"/>
                </a:solidFill>
                <a:round/>
              </a:ln>
              <a:solidFill>
                <a:srgbClr val="CC0000"/>
              </a:solidFill>
              <a:latin typeface="宋体" panose="02010600030101010101" pitchFamily="2" charset="-122"/>
              <a:ea typeface="宋体" panose="02010600030101010101" pitchFamily="2" charset="-122"/>
            </a:endParaRPr>
          </a:p>
        </p:txBody>
      </p:sp>
      <p:sp>
        <p:nvSpPr>
          <p:cNvPr id="234528" name="Arc 32"/>
          <p:cNvSpPr/>
          <p:nvPr/>
        </p:nvSpPr>
        <p:spPr bwMode="auto">
          <a:xfrm flipV="1">
            <a:off x="7778750" y="4483100"/>
            <a:ext cx="427038" cy="431800"/>
          </a:xfrm>
          <a:custGeom>
            <a:avLst/>
            <a:gdLst>
              <a:gd name="T0" fmla="*/ 0 w 21633"/>
              <a:gd name="T1" fmla="*/ 2077278 h 21600"/>
              <a:gd name="T2" fmla="*/ 2147483647 w 21633"/>
              <a:gd name="T3" fmla="*/ 2147483647 h 21600"/>
              <a:gd name="T4" fmla="*/ 114190350 w 21633"/>
              <a:gd name="T5" fmla="*/ 2147483647 h 21600"/>
              <a:gd name="T6" fmla="*/ 0 60000 65536"/>
              <a:gd name="T7" fmla="*/ 0 60000 65536"/>
              <a:gd name="T8" fmla="*/ 0 60000 65536"/>
              <a:gd name="T9" fmla="*/ 0 w 21633"/>
              <a:gd name="T10" fmla="*/ 0 h 21600"/>
              <a:gd name="T11" fmla="*/ 21633 w 21633"/>
              <a:gd name="T12" fmla="*/ 21600 h 21600"/>
            </a:gdLst>
            <a:ahLst/>
            <a:cxnLst>
              <a:cxn ang="T6">
                <a:pos x="T0" y="T1"/>
              </a:cxn>
              <a:cxn ang="T7">
                <a:pos x="T2" y="T3"/>
              </a:cxn>
              <a:cxn ang="T8">
                <a:pos x="T4" y="T5"/>
              </a:cxn>
            </a:cxnLst>
            <a:rect l="T9" t="T10" r="T11" b="T12"/>
            <a:pathLst>
              <a:path w="21633" h="21600" fill="none" extrusionOk="0">
                <a:moveTo>
                  <a:pt x="0" y="13"/>
                </a:moveTo>
                <a:cubicBezTo>
                  <a:pt x="250" y="4"/>
                  <a:pt x="501" y="-1"/>
                  <a:pt x="752" y="0"/>
                </a:cubicBezTo>
                <a:cubicBezTo>
                  <a:pt x="10552" y="0"/>
                  <a:pt x="19124" y="6598"/>
                  <a:pt x="21632" y="16072"/>
                </a:cubicBezTo>
              </a:path>
              <a:path w="21633" h="21600" stroke="0" extrusionOk="0">
                <a:moveTo>
                  <a:pt x="0" y="13"/>
                </a:moveTo>
                <a:cubicBezTo>
                  <a:pt x="250" y="4"/>
                  <a:pt x="501" y="-1"/>
                  <a:pt x="752" y="0"/>
                </a:cubicBezTo>
                <a:cubicBezTo>
                  <a:pt x="10552" y="0"/>
                  <a:pt x="19124" y="6598"/>
                  <a:pt x="21632" y="16072"/>
                </a:cubicBezTo>
                <a:lnTo>
                  <a:pt x="752" y="21600"/>
                </a:lnTo>
                <a:close/>
              </a:path>
            </a:pathLst>
          </a:custGeom>
          <a:noFill/>
          <a:ln w="38100">
            <a:solidFill>
              <a:srgbClr val="FF0000"/>
            </a:solidFill>
            <a:round/>
            <a:tailEnd type="triangle" w="med" len="med"/>
          </a:ln>
        </p:spPr>
        <p:txBody>
          <a:bodyPr wrap="none" anchor="ctr"/>
          <a:lstStyle/>
          <a:p>
            <a:endParaRPr lang="zh-CN" altLang="en-US"/>
          </a:p>
        </p:txBody>
      </p:sp>
      <p:sp>
        <p:nvSpPr>
          <p:cNvPr id="234529" name="AutoShape 33"/>
          <p:cNvSpPr>
            <a:spLocks noChangeArrowheads="1"/>
          </p:cNvSpPr>
          <p:nvPr/>
        </p:nvSpPr>
        <p:spPr bwMode="auto">
          <a:xfrm>
            <a:off x="250825" y="5273675"/>
            <a:ext cx="360363" cy="576263"/>
          </a:xfrm>
          <a:prstGeom prst="star4">
            <a:avLst>
              <a:gd name="adj" fmla="val 18519"/>
            </a:avLst>
          </a:prstGeom>
          <a:gradFill rotWithShape="1">
            <a:gsLst>
              <a:gs pos="0">
                <a:srgbClr val="FF9900"/>
              </a:gs>
              <a:gs pos="100000">
                <a:srgbClr val="764700"/>
              </a:gs>
            </a:gsLst>
            <a:path path="shape">
              <a:fillToRect l="50000" t="50000" r="50000" b="50000"/>
            </a:path>
          </a:gradFill>
          <a:ln w="9525">
            <a:noFill/>
            <a:miter lim="800000"/>
          </a:ln>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4498"/>
                                        </p:tgtEl>
                                        <p:attrNameLst>
                                          <p:attrName>style.visibility</p:attrName>
                                        </p:attrNameLst>
                                      </p:cBhvr>
                                      <p:to>
                                        <p:strVal val="visible"/>
                                      </p:to>
                                    </p:set>
                                    <p:animEffect transition="in" filter="wipe(left)">
                                      <p:cBhvr>
                                        <p:cTn id="7" dur="500"/>
                                        <p:tgtEl>
                                          <p:spTgt spid="2344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4510"/>
                                        </p:tgtEl>
                                        <p:attrNameLst>
                                          <p:attrName>style.visibility</p:attrName>
                                        </p:attrNameLst>
                                      </p:cBhvr>
                                      <p:to>
                                        <p:strVal val="visible"/>
                                      </p:to>
                                    </p:set>
                                    <p:animEffect transition="in" filter="wipe(left)">
                                      <p:cBhvr>
                                        <p:cTn id="12" dur="500"/>
                                        <p:tgtEl>
                                          <p:spTgt spid="234510"/>
                                        </p:tgtEl>
                                      </p:cBhvr>
                                    </p:animEffect>
                                  </p:childTnLst>
                                </p:cTn>
                              </p:par>
                              <p:par>
                                <p:cTn id="13" presetID="22" presetClass="entr" presetSubtype="8" fill="hold" nodeType="withEffect">
                                  <p:stCondLst>
                                    <p:cond delay="0"/>
                                  </p:stCondLst>
                                  <p:childTnLst>
                                    <p:set>
                                      <p:cBhvr>
                                        <p:cTn id="14" dur="1" fill="hold">
                                          <p:stCondLst>
                                            <p:cond delay="0"/>
                                          </p:stCondLst>
                                        </p:cTn>
                                        <p:tgtEl>
                                          <p:spTgt spid="234514"/>
                                        </p:tgtEl>
                                        <p:attrNameLst>
                                          <p:attrName>style.visibility</p:attrName>
                                        </p:attrNameLst>
                                      </p:cBhvr>
                                      <p:to>
                                        <p:strVal val="visible"/>
                                      </p:to>
                                    </p:set>
                                    <p:animEffect transition="in" filter="wipe(left)">
                                      <p:cBhvr>
                                        <p:cTn id="15" dur="500"/>
                                        <p:tgtEl>
                                          <p:spTgt spid="234514"/>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34515"/>
                                        </p:tgtEl>
                                        <p:attrNameLst>
                                          <p:attrName>style.visibility</p:attrName>
                                        </p:attrNameLst>
                                      </p:cBhvr>
                                      <p:to>
                                        <p:strVal val="visible"/>
                                      </p:to>
                                    </p:set>
                                    <p:animEffect transition="in" filter="wipe(left)">
                                      <p:cBhvr>
                                        <p:cTn id="18" dur="500"/>
                                        <p:tgtEl>
                                          <p:spTgt spid="234515"/>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500"/>
                                        <p:tgtEl>
                                          <p:spTgt spid="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34511"/>
                                        </p:tgtEl>
                                        <p:attrNameLst>
                                          <p:attrName>style.visibility</p:attrName>
                                        </p:attrNameLst>
                                      </p:cBhvr>
                                      <p:to>
                                        <p:strVal val="visible"/>
                                      </p:to>
                                    </p:set>
                                    <p:animEffect transition="in" filter="wipe(left)">
                                      <p:cBhvr>
                                        <p:cTn id="25" dur="500"/>
                                        <p:tgtEl>
                                          <p:spTgt spid="234511"/>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34512"/>
                                        </p:tgtEl>
                                        <p:attrNameLst>
                                          <p:attrName>style.visibility</p:attrName>
                                        </p:attrNameLst>
                                      </p:cBhvr>
                                      <p:to>
                                        <p:strVal val="visible"/>
                                      </p:to>
                                    </p:set>
                                    <p:animEffect transition="in" filter="wipe(left)">
                                      <p:cBhvr>
                                        <p:cTn id="28" dur="500"/>
                                        <p:tgtEl>
                                          <p:spTgt spid="234512"/>
                                        </p:tgtEl>
                                      </p:cBhvr>
                                    </p:animEffect>
                                  </p:childTnLst>
                                </p:cTn>
                              </p:par>
                              <p:par>
                                <p:cTn id="29" presetID="22" presetClass="entr" presetSubtype="8" fill="hold" nodeType="withEffect">
                                  <p:stCondLst>
                                    <p:cond delay="0"/>
                                  </p:stCondLst>
                                  <p:childTnLst>
                                    <p:set>
                                      <p:cBhvr>
                                        <p:cTn id="30" dur="1" fill="hold">
                                          <p:stCondLst>
                                            <p:cond delay="0"/>
                                          </p:stCondLst>
                                        </p:cTn>
                                        <p:tgtEl>
                                          <p:spTgt spid="234513"/>
                                        </p:tgtEl>
                                        <p:attrNameLst>
                                          <p:attrName>style.visibility</p:attrName>
                                        </p:attrNameLst>
                                      </p:cBhvr>
                                      <p:to>
                                        <p:strVal val="visible"/>
                                      </p:to>
                                    </p:set>
                                    <p:animEffect transition="in" filter="wipe(left)">
                                      <p:cBhvr>
                                        <p:cTn id="31" dur="500"/>
                                        <p:tgtEl>
                                          <p:spTgt spid="23451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34519"/>
                                        </p:tgtEl>
                                        <p:attrNameLst>
                                          <p:attrName>style.visibility</p:attrName>
                                        </p:attrNameLst>
                                      </p:cBhvr>
                                      <p:to>
                                        <p:strVal val="visible"/>
                                      </p:to>
                                    </p:set>
                                    <p:animEffect transition="in" filter="wipe(left)">
                                      <p:cBhvr>
                                        <p:cTn id="34" dur="500"/>
                                        <p:tgtEl>
                                          <p:spTgt spid="234519"/>
                                        </p:tgtEl>
                                      </p:cBhvr>
                                    </p:animEffect>
                                  </p:childTnLst>
                                </p:cTn>
                              </p:par>
                              <p:par>
                                <p:cTn id="35" presetID="22" presetClass="entr" presetSubtype="8" fill="hold" nodeType="with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63" presetClass="path" presetSubtype="0" accel="50000" decel="50000" fill="hold" nodeType="clickEffect">
                                  <p:stCondLst>
                                    <p:cond delay="0"/>
                                  </p:stCondLst>
                                  <p:childTnLst>
                                    <p:animMotion origin="layout" path="M -3.05556E-6 4.51194E-6 L 0.10643 0.00023 " pathEditMode="relative" rAng="0" ptsTypes="AA">
                                      <p:cBhvr>
                                        <p:cTn id="41" dur="2000" fill="hold"/>
                                        <p:tgtEl>
                                          <p:spTgt spid="4"/>
                                        </p:tgtEl>
                                        <p:attrNameLst>
                                          <p:attrName>ppt_x</p:attrName>
                                          <p:attrName>ppt_y</p:attrName>
                                        </p:attrNameLst>
                                      </p:cBhvr>
                                      <p:rCtr x="53" y="0"/>
                                    </p:animMotion>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234499"/>
                                        </p:tgtEl>
                                        <p:attrNameLst>
                                          <p:attrName>style.visibility</p:attrName>
                                        </p:attrNameLst>
                                      </p:cBhvr>
                                      <p:to>
                                        <p:strVal val="visible"/>
                                      </p:to>
                                    </p:set>
                                    <p:animEffect transition="in" filter="wipe(left)">
                                      <p:cBhvr>
                                        <p:cTn id="46" dur="500"/>
                                        <p:tgtEl>
                                          <p:spTgt spid="23449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34524"/>
                                        </p:tgtEl>
                                        <p:attrNameLst>
                                          <p:attrName>style.visibility</p:attrName>
                                        </p:attrNameLst>
                                      </p:cBhvr>
                                      <p:to>
                                        <p:strVal val="visible"/>
                                      </p:to>
                                    </p:set>
                                    <p:animEffect transition="in" filter="wipe(down)">
                                      <p:cBhvr>
                                        <p:cTn id="51" dur="500"/>
                                        <p:tgtEl>
                                          <p:spTgt spid="234524"/>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234528"/>
                                        </p:tgtEl>
                                        <p:attrNameLst>
                                          <p:attrName>style.visibility</p:attrName>
                                        </p:attrNameLst>
                                      </p:cBhvr>
                                      <p:to>
                                        <p:strVal val="visible"/>
                                      </p:to>
                                    </p:set>
                                    <p:animEffect transition="in" filter="wipe(down)">
                                      <p:cBhvr>
                                        <p:cTn id="54" dur="500"/>
                                        <p:tgtEl>
                                          <p:spTgt spid="23452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34500"/>
                                        </p:tgtEl>
                                        <p:attrNameLst>
                                          <p:attrName>style.visibility</p:attrName>
                                        </p:attrNameLst>
                                      </p:cBhvr>
                                      <p:to>
                                        <p:strVal val="visible"/>
                                      </p:to>
                                    </p:set>
                                    <p:animEffect transition="in" filter="wipe(left)">
                                      <p:cBhvr>
                                        <p:cTn id="59" dur="500"/>
                                        <p:tgtEl>
                                          <p:spTgt spid="234500"/>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234523"/>
                                        </p:tgtEl>
                                        <p:attrNameLst>
                                          <p:attrName>style.visibility</p:attrName>
                                        </p:attrNameLst>
                                      </p:cBhvr>
                                      <p:to>
                                        <p:strVal val="visible"/>
                                      </p:to>
                                    </p:set>
                                    <p:animEffect transition="in" filter="wipe(left)">
                                      <p:cBhvr>
                                        <p:cTn id="64" dur="500"/>
                                        <p:tgtEl>
                                          <p:spTgt spid="23452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34501"/>
                                        </p:tgtEl>
                                        <p:attrNameLst>
                                          <p:attrName>style.visibility</p:attrName>
                                        </p:attrNameLst>
                                      </p:cBhvr>
                                      <p:to>
                                        <p:strVal val="visible"/>
                                      </p:to>
                                    </p:set>
                                    <p:animEffect transition="in" filter="wipe(left)">
                                      <p:cBhvr>
                                        <p:cTn id="69" dur="500"/>
                                        <p:tgtEl>
                                          <p:spTgt spid="23450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4525"/>
                                        </p:tgtEl>
                                        <p:attrNameLst>
                                          <p:attrName>style.visibility</p:attrName>
                                        </p:attrNameLst>
                                      </p:cBhvr>
                                      <p:to>
                                        <p:strVal val="visible"/>
                                      </p:to>
                                    </p:set>
                                    <p:animEffect transition="in" filter="wipe(left)">
                                      <p:cBhvr>
                                        <p:cTn id="74" dur="500"/>
                                        <p:tgtEl>
                                          <p:spTgt spid="23452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34502"/>
                                        </p:tgtEl>
                                        <p:attrNameLst>
                                          <p:attrName>style.visibility</p:attrName>
                                        </p:attrNameLst>
                                      </p:cBhvr>
                                      <p:to>
                                        <p:strVal val="visible"/>
                                      </p:to>
                                    </p:set>
                                    <p:animEffect transition="in" filter="wipe(left)">
                                      <p:cBhvr>
                                        <p:cTn id="79" dur="500"/>
                                        <p:tgtEl>
                                          <p:spTgt spid="234502"/>
                                        </p:tgtEl>
                                      </p:cBhvr>
                                    </p:animEffect>
                                  </p:childTnLst>
                                </p:cTn>
                              </p:par>
                            </p:childTnLst>
                          </p:cTn>
                        </p:par>
                        <p:par>
                          <p:cTn id="80" fill="hold">
                            <p:stCondLst>
                              <p:cond delay="500"/>
                            </p:stCondLst>
                            <p:childTnLst>
                              <p:par>
                                <p:cTn id="81" presetID="22" presetClass="entr" presetSubtype="8" fill="hold" nodeType="afterEffect">
                                  <p:stCondLst>
                                    <p:cond delay="0"/>
                                  </p:stCondLst>
                                  <p:childTnLst>
                                    <p:set>
                                      <p:cBhvr>
                                        <p:cTn id="82" dur="1" fill="hold">
                                          <p:stCondLst>
                                            <p:cond delay="0"/>
                                          </p:stCondLst>
                                        </p:cTn>
                                        <p:tgtEl>
                                          <p:spTgt spid="234520"/>
                                        </p:tgtEl>
                                        <p:attrNameLst>
                                          <p:attrName>style.visibility</p:attrName>
                                        </p:attrNameLst>
                                      </p:cBhvr>
                                      <p:to>
                                        <p:strVal val="visible"/>
                                      </p:to>
                                    </p:set>
                                    <p:animEffect transition="in" filter="wipe(left)">
                                      <p:cBhvr>
                                        <p:cTn id="83" dur="500"/>
                                        <p:tgtEl>
                                          <p:spTgt spid="234520"/>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34521"/>
                                        </p:tgtEl>
                                        <p:attrNameLst>
                                          <p:attrName>style.visibility</p:attrName>
                                        </p:attrNameLst>
                                      </p:cBhvr>
                                      <p:to>
                                        <p:strVal val="visible"/>
                                      </p:to>
                                    </p:set>
                                    <p:animEffect transition="in" filter="wipe(left)">
                                      <p:cBhvr>
                                        <p:cTn id="88" dur="500"/>
                                        <p:tgtEl>
                                          <p:spTgt spid="234521"/>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ntr" presetSubtype="0" fill="hold" grpId="0" nodeType="clickEffect">
                                  <p:stCondLst>
                                    <p:cond delay="0"/>
                                  </p:stCondLst>
                                  <p:childTnLst>
                                    <p:set>
                                      <p:cBhvr>
                                        <p:cTn id="92" dur="1" fill="hold">
                                          <p:stCondLst>
                                            <p:cond delay="0"/>
                                          </p:stCondLst>
                                        </p:cTn>
                                        <p:tgtEl>
                                          <p:spTgt spid="234529"/>
                                        </p:tgtEl>
                                        <p:attrNameLst>
                                          <p:attrName>style.visibility</p:attrName>
                                        </p:attrNameLst>
                                      </p:cBhvr>
                                      <p:to>
                                        <p:strVal val="visible"/>
                                      </p:to>
                                    </p:set>
                                    <p:animEffect transition="in" filter="dissolve">
                                      <p:cBhvr>
                                        <p:cTn id="93" dur="1000"/>
                                        <p:tgtEl>
                                          <p:spTgt spid="234529"/>
                                        </p:tgtEl>
                                      </p:cBhvr>
                                    </p:animEffect>
                                  </p:childTnLst>
                                </p:cTn>
                              </p:par>
                            </p:childTnLst>
                          </p:cTn>
                        </p:par>
                        <p:par>
                          <p:cTn id="94" fill="hold">
                            <p:stCondLst>
                              <p:cond delay="1000"/>
                            </p:stCondLst>
                            <p:childTnLst>
                              <p:par>
                                <p:cTn id="95" presetID="22" presetClass="entr" presetSubtype="8" fill="hold" grpId="0" nodeType="afterEffect">
                                  <p:stCondLst>
                                    <p:cond delay="0"/>
                                  </p:stCondLst>
                                  <p:childTnLst>
                                    <p:set>
                                      <p:cBhvr>
                                        <p:cTn id="96" dur="1" fill="hold">
                                          <p:stCondLst>
                                            <p:cond delay="0"/>
                                          </p:stCondLst>
                                        </p:cTn>
                                        <p:tgtEl>
                                          <p:spTgt spid="234522"/>
                                        </p:tgtEl>
                                        <p:attrNameLst>
                                          <p:attrName>style.visibility</p:attrName>
                                        </p:attrNameLst>
                                      </p:cBhvr>
                                      <p:to>
                                        <p:strVal val="visible"/>
                                      </p:to>
                                    </p:set>
                                    <p:animEffect transition="in" filter="wipe(left)">
                                      <p:cBhvr>
                                        <p:cTn id="97" dur="500"/>
                                        <p:tgtEl>
                                          <p:spTgt spid="2345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grpId="0" nodeType="clickEffect">
                                  <p:stCondLst>
                                    <p:cond delay="0"/>
                                  </p:stCondLst>
                                  <p:childTnLst>
                                    <p:set>
                                      <p:cBhvr>
                                        <p:cTn id="101" dur="1" fill="hold">
                                          <p:stCondLst>
                                            <p:cond delay="0"/>
                                          </p:stCondLst>
                                        </p:cTn>
                                        <p:tgtEl>
                                          <p:spTgt spid="234526"/>
                                        </p:tgtEl>
                                        <p:attrNameLst>
                                          <p:attrName>style.visibility</p:attrName>
                                        </p:attrNameLst>
                                      </p:cBhvr>
                                      <p:to>
                                        <p:strVal val="visible"/>
                                      </p:to>
                                    </p:set>
                                    <p:animEffect transition="in" filter="wipe(left)">
                                      <p:cBhvr>
                                        <p:cTn id="102" dur="500"/>
                                        <p:tgtEl>
                                          <p:spTgt spid="234526"/>
                                        </p:tgtEl>
                                      </p:cBhvr>
                                    </p:animEffect>
                                  </p:childTnLst>
                                </p:cTn>
                              </p:par>
                            </p:childTnLst>
                          </p:cTn>
                        </p:par>
                        <p:par>
                          <p:cTn id="103" fill="hold">
                            <p:stCondLst>
                              <p:cond delay="500"/>
                            </p:stCondLst>
                            <p:childTnLst>
                              <p:par>
                                <p:cTn id="104" presetID="19" presetClass="entr" presetSubtype="10" fill="hold" grpId="0" nodeType="afterEffect">
                                  <p:stCondLst>
                                    <p:cond delay="0"/>
                                  </p:stCondLst>
                                  <p:childTnLst>
                                    <p:set>
                                      <p:cBhvr>
                                        <p:cTn id="105" dur="1" fill="hold">
                                          <p:stCondLst>
                                            <p:cond delay="0"/>
                                          </p:stCondLst>
                                        </p:cTn>
                                        <p:tgtEl>
                                          <p:spTgt spid="234527"/>
                                        </p:tgtEl>
                                        <p:attrNameLst>
                                          <p:attrName>style.visibility</p:attrName>
                                        </p:attrNameLst>
                                      </p:cBhvr>
                                      <p:to>
                                        <p:strVal val="visible"/>
                                      </p:to>
                                    </p:set>
                                    <p:anim calcmode="lin" valueType="num">
                                      <p:cBhvr>
                                        <p:cTn id="106" dur="5000" fill="hold"/>
                                        <p:tgtEl>
                                          <p:spTgt spid="234527"/>
                                        </p:tgtEl>
                                        <p:attrNameLst>
                                          <p:attrName>ppt_w</p:attrName>
                                        </p:attrNameLst>
                                      </p:cBhvr>
                                      <p:tavLst>
                                        <p:tav tm="0" fmla="#ppt_w*sin(2.5*pi*$)">
                                          <p:val>
                                            <p:fltVal val="0"/>
                                          </p:val>
                                        </p:tav>
                                        <p:tav tm="100000">
                                          <p:val>
                                            <p:fltVal val="1"/>
                                          </p:val>
                                        </p:tav>
                                      </p:tavLst>
                                    </p:anim>
                                    <p:anim calcmode="lin" valueType="num">
                                      <p:cBhvr>
                                        <p:cTn id="107" dur="5000" fill="hold"/>
                                        <p:tgtEl>
                                          <p:spTgt spid="234527"/>
                                        </p:tgtEl>
                                        <p:attrNameLst>
                                          <p:attrName>ppt_h</p:attrName>
                                        </p:attrNameLst>
                                      </p:cBhvr>
                                      <p:tavLst>
                                        <p:tav tm="0">
                                          <p:val>
                                            <p:strVal val="#ppt_h"/>
                                          </p:val>
                                        </p:tav>
                                        <p:tav tm="100000">
                                          <p:val>
                                            <p:strVal val="#ppt_h"/>
                                          </p:val>
                                        </p:tav>
                                      </p:tavLst>
                                    </p:anim>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3"/>
                                        </p:tgtEl>
                                        <p:attrNameLst>
                                          <p:attrName>style.visibility</p:attrName>
                                        </p:attrNameLst>
                                      </p:cBhvr>
                                      <p:to>
                                        <p:strVal val="visible"/>
                                      </p:to>
                                    </p:set>
                                    <p:animEffect transition="in" filter="wipe(left)">
                                      <p:cBhvr>
                                        <p:cTn id="1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498" grpId="0"/>
      <p:bldP spid="234499" grpId="0"/>
      <p:bldP spid="234500" grpId="0"/>
      <p:bldP spid="234502" grpId="0" autoUpdateAnimBg="0"/>
      <p:bldP spid="234510" grpId="0" animBg="1"/>
      <p:bldP spid="234511" grpId="0" animBg="1"/>
      <p:bldP spid="234512" grpId="0" animBg="1"/>
      <p:bldP spid="234515" grpId="0" animBg="1"/>
      <p:bldP spid="234519" grpId="0"/>
      <p:bldP spid="234522" grpId="0"/>
      <p:bldP spid="234523" grpId="0"/>
      <p:bldP spid="234524" grpId="0"/>
      <p:bldP spid="234526" grpId="0"/>
      <p:bldP spid="234527" grpId="0" animBg="1"/>
      <p:bldP spid="234528" grpId="0" animBg="1"/>
      <p:bldP spid="234529"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ChangeArrowheads="1"/>
          </p:cNvSpPr>
          <p:nvPr/>
        </p:nvSpPr>
        <p:spPr bwMode="auto">
          <a:xfrm>
            <a:off x="228600" y="458788"/>
            <a:ext cx="8618538" cy="1006475"/>
          </a:xfrm>
          <a:prstGeom prst="rect">
            <a:avLst/>
          </a:prstGeom>
          <a:noFill/>
          <a:ln w="9525">
            <a:noFill/>
            <a:miter lim="800000"/>
          </a:ln>
        </p:spPr>
        <p:txBody>
          <a:bodyPr>
            <a:spAutoFit/>
          </a:bodyPr>
          <a:lstStyle/>
          <a:p>
            <a:pPr marL="533400" indent="-533400" algn="l" eaLnBrk="0" hangingPunct="0">
              <a:lnSpc>
                <a:spcPct val="125000"/>
              </a:lnSpc>
            </a:pPr>
            <a:r>
              <a:rPr kumimoji="0" lang="zh-CN" altLang="en-US" b="1" i="0">
                <a:solidFill>
                  <a:srgbClr val="FF0000"/>
                </a:solidFill>
                <a:latin typeface="Times New Roman" panose="02020603050405020304" pitchFamily="18" charset="0"/>
              </a:rPr>
              <a:t>例</a:t>
            </a:r>
            <a:r>
              <a:rPr kumimoji="0" lang="zh-CN" altLang="en-US" b="1" i="0">
                <a:solidFill>
                  <a:srgbClr val="99CCFF"/>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上题中，若子弹和杆共同偏转 </a:t>
            </a:r>
            <a:r>
              <a:rPr kumimoji="0" lang="en-US" altLang="zh-CN" b="1" i="0">
                <a:solidFill>
                  <a:srgbClr val="FF6600"/>
                </a:solidFill>
                <a:latin typeface="Times New Roman" panose="02020603050405020304" pitchFamily="18" charset="0"/>
              </a:rPr>
              <a:t>30</a:t>
            </a:r>
            <a:r>
              <a:rPr kumimoji="0" lang="en-US" altLang="zh-CN" b="1" i="0" baseline="30000">
                <a:solidFill>
                  <a:srgbClr val="FF6600"/>
                </a:solidFill>
                <a:latin typeface="Times New Roman" panose="02020603050405020304" pitchFamily="18" charset="0"/>
              </a:rPr>
              <a:t>o </a:t>
            </a:r>
            <a:r>
              <a:rPr kumimoji="0" lang="zh-CN" altLang="en-US" b="1" i="0">
                <a:solidFill>
                  <a:schemeClr val="bg1"/>
                </a:solidFill>
                <a:latin typeface="Times New Roman" panose="02020603050405020304" pitchFamily="18" charset="0"/>
              </a:rPr>
              <a:t>，子弹的质量为</a:t>
            </a:r>
            <a:r>
              <a:rPr kumimoji="0" lang="zh-CN" altLang="en-US" b="1" i="0">
                <a:solidFill>
                  <a:srgbClr val="FF6600"/>
                </a:solidFill>
                <a:latin typeface="Times New Roman" panose="02020603050405020304" pitchFamily="18" charset="0"/>
              </a:rPr>
              <a:t> </a:t>
            </a:r>
            <a:r>
              <a:rPr kumimoji="0" lang="en-US" altLang="zh-CN" b="1">
                <a:solidFill>
                  <a:srgbClr val="FF6600"/>
                </a:solidFill>
                <a:latin typeface="Times New Roman" panose="02020603050405020304" pitchFamily="18" charset="0"/>
              </a:rPr>
              <a:t>m</a:t>
            </a:r>
            <a:r>
              <a:rPr kumimoji="0" lang="en-US" altLang="zh-CN" b="1">
                <a:solidFill>
                  <a:srgbClr val="FF9900"/>
                </a:solidFill>
                <a:latin typeface="Times New Roman" panose="02020603050405020304" pitchFamily="18" charset="0"/>
              </a:rPr>
              <a:t> </a:t>
            </a:r>
            <a:r>
              <a:rPr kumimoji="0" lang="zh-CN" altLang="en-US" b="1" i="0">
                <a:solidFill>
                  <a:schemeClr val="bg1"/>
                </a:solidFill>
                <a:latin typeface="Times New Roman" panose="02020603050405020304" pitchFamily="18" charset="0"/>
              </a:rPr>
              <a:t>，速度为 </a:t>
            </a:r>
            <a:r>
              <a:rPr kumimoji="0" lang="en-US" altLang="zh-CN" b="1">
                <a:solidFill>
                  <a:srgbClr val="FF6600"/>
                </a:solidFill>
                <a:latin typeface="Times New Roman" panose="02020603050405020304" pitchFamily="18" charset="0"/>
              </a:rPr>
              <a:t>v</a:t>
            </a:r>
            <a:r>
              <a:rPr kumimoji="0" lang="en-US" altLang="zh-CN" b="1" i="0" baseline="-25000">
                <a:solidFill>
                  <a:srgbClr val="FF6600"/>
                </a:solidFill>
                <a:latin typeface="Times New Roman" panose="02020603050405020304" pitchFamily="18" charset="0"/>
              </a:rPr>
              <a:t>0</a:t>
            </a:r>
            <a:r>
              <a:rPr kumimoji="0" lang="en-US" altLang="zh-CN" b="1">
                <a:solidFill>
                  <a:srgbClr val="FF9900"/>
                </a:solidFill>
                <a:latin typeface="Bookman Old Style" panose="02050604050505020204" pitchFamily="18" charset="0"/>
              </a:rPr>
              <a:t> </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129027" name="Rectangle 3"/>
          <p:cNvSpPr>
            <a:spLocks noChangeArrowheads="1"/>
          </p:cNvSpPr>
          <p:nvPr/>
        </p:nvSpPr>
        <p:spPr bwMode="auto">
          <a:xfrm>
            <a:off x="161925" y="1485900"/>
            <a:ext cx="3176588" cy="457200"/>
          </a:xfrm>
          <a:prstGeom prst="rect">
            <a:avLst/>
          </a:prstGeom>
          <a:noFill/>
          <a:ln w="9525">
            <a:noFill/>
            <a:miter lim="800000"/>
          </a:ln>
        </p:spPr>
        <p:txBody>
          <a:bodyPr wrap="none">
            <a:spAutoFit/>
          </a:bodyPr>
          <a:lstStyle/>
          <a:p>
            <a:pPr algn="l" eaLnBrk="0" hangingPunct="0"/>
            <a:r>
              <a:rPr kumimoji="0" lang="zh-CN" altLang="en-US" b="1" i="0">
                <a:solidFill>
                  <a:srgbClr val="FF0000"/>
                </a:solidFill>
                <a:latin typeface="Times New Roman" panose="02020603050405020304" pitchFamily="18" charset="0"/>
              </a:rPr>
              <a:t>求</a:t>
            </a:r>
            <a:r>
              <a:rPr kumimoji="0" lang="zh-CN" altLang="en-US" b="1" i="0">
                <a:solidFill>
                  <a:schemeClr val="bg1"/>
                </a:solidFill>
                <a:latin typeface="Times New Roman" panose="02020603050405020304" pitchFamily="18" charset="0"/>
              </a:rPr>
              <a:t>  子弹的初速度</a:t>
            </a:r>
            <a:r>
              <a:rPr kumimoji="0" lang="en-US" altLang="zh-CN" b="1">
                <a:solidFill>
                  <a:srgbClr val="FF6600"/>
                </a:solidFill>
                <a:latin typeface="Times New Roman" panose="02020603050405020304" pitchFamily="18" charset="0"/>
              </a:rPr>
              <a:t>v</a:t>
            </a:r>
            <a:r>
              <a:rPr kumimoji="0" lang="en-US" altLang="zh-CN" b="1" i="0" baseline="-25000">
                <a:solidFill>
                  <a:srgbClr val="FF6600"/>
                </a:solidFill>
                <a:latin typeface="Times New Roman" panose="02020603050405020304" pitchFamily="18" charset="0"/>
              </a:rPr>
              <a:t>0</a:t>
            </a:r>
            <a:r>
              <a:rPr kumimoji="0" lang="en-US" altLang="zh-CN">
                <a:latin typeface="Times New Roman" panose="02020603050405020304" pitchFamily="18" charset="0"/>
              </a:rPr>
              <a:t> </a:t>
            </a:r>
            <a:r>
              <a:rPr kumimoji="0" lang="en-US" altLang="zh-CN" b="1" i="0">
                <a:solidFill>
                  <a:srgbClr val="FF6600"/>
                </a:solidFill>
                <a:latin typeface="Times New Roman" panose="02020603050405020304" pitchFamily="18" charset="0"/>
                <a:sym typeface="Symbol" panose="05050102010706020507" pitchFamily="18" charset="2"/>
              </a:rPr>
              <a:t> </a:t>
            </a:r>
            <a:r>
              <a:rPr kumimoji="0" lang="zh-CN" altLang="en-US" b="1" i="0">
                <a:solidFill>
                  <a:schemeClr val="bg1"/>
                </a:solidFill>
                <a:latin typeface="Times New Roman" panose="02020603050405020304" pitchFamily="18" charset="0"/>
              </a:rPr>
              <a:t>。</a:t>
            </a:r>
            <a:endParaRPr kumimoji="0" lang="zh-CN" altLang="en-US" b="1" i="0">
              <a:solidFill>
                <a:schemeClr val="bg1"/>
              </a:solidFill>
              <a:latin typeface="Times New Roman" panose="02020603050405020304" pitchFamily="18" charset="0"/>
            </a:endParaRPr>
          </a:p>
        </p:txBody>
      </p:sp>
      <p:sp>
        <p:nvSpPr>
          <p:cNvPr id="129028" name="Rectangle 4"/>
          <p:cNvSpPr>
            <a:spLocks noChangeArrowheads="1"/>
          </p:cNvSpPr>
          <p:nvPr/>
        </p:nvSpPr>
        <p:spPr bwMode="auto">
          <a:xfrm>
            <a:off x="161925" y="2160588"/>
            <a:ext cx="492125" cy="457200"/>
          </a:xfrm>
          <a:prstGeom prst="rect">
            <a:avLst/>
          </a:prstGeom>
          <a:noFill/>
          <a:ln w="9525">
            <a:noFill/>
            <a:miter lim="800000"/>
          </a:ln>
        </p:spPr>
        <p:txBody>
          <a:bodyPr>
            <a:spAutoFit/>
          </a:bodyPr>
          <a:lstStyle/>
          <a:p>
            <a:pPr algn="l" eaLnBrk="0" hangingPunct="0"/>
            <a:r>
              <a:rPr kumimoji="0" lang="zh-CN" altLang="en-US" b="1" i="0">
                <a:solidFill>
                  <a:srgbClr val="FF0000"/>
                </a:solidFill>
                <a:latin typeface="Times New Roman" panose="02020603050405020304" pitchFamily="18" charset="0"/>
              </a:rPr>
              <a:t>解</a:t>
            </a:r>
            <a:endParaRPr kumimoji="0" lang="zh-CN" altLang="en-US" b="1" i="0">
              <a:solidFill>
                <a:srgbClr val="FF0000"/>
              </a:solidFill>
              <a:latin typeface="Times New Roman" panose="02020603050405020304" pitchFamily="18" charset="0"/>
            </a:endParaRPr>
          </a:p>
        </p:txBody>
      </p:sp>
      <p:grpSp>
        <p:nvGrpSpPr>
          <p:cNvPr id="2" name="Group 5"/>
          <p:cNvGrpSpPr/>
          <p:nvPr/>
        </p:nvGrpSpPr>
        <p:grpSpPr bwMode="auto">
          <a:xfrm>
            <a:off x="6551613" y="2205038"/>
            <a:ext cx="1828800" cy="2749550"/>
            <a:chOff x="4105" y="1389"/>
            <a:chExt cx="1152" cy="1732"/>
          </a:xfrm>
        </p:grpSpPr>
        <p:sp>
          <p:nvSpPr>
            <p:cNvPr id="60447" name="Line 6"/>
            <p:cNvSpPr>
              <a:spLocks noChangeShapeType="1"/>
            </p:cNvSpPr>
            <p:nvPr/>
          </p:nvSpPr>
          <p:spPr bwMode="auto">
            <a:xfrm>
              <a:off x="4105" y="1389"/>
              <a:ext cx="1152" cy="0"/>
            </a:xfrm>
            <a:prstGeom prst="line">
              <a:avLst/>
            </a:prstGeom>
            <a:noFill/>
            <a:ln w="22225">
              <a:solidFill>
                <a:srgbClr val="0000CC"/>
              </a:solidFill>
              <a:round/>
            </a:ln>
          </p:spPr>
          <p:txBody>
            <a:bodyPr wrap="none" anchor="ctr"/>
            <a:lstStyle/>
            <a:p>
              <a:endParaRPr lang="zh-CN" altLang="en-US"/>
            </a:p>
          </p:txBody>
        </p:sp>
        <p:sp>
          <p:nvSpPr>
            <p:cNvPr id="60448" name="AutoShape 7"/>
            <p:cNvSpPr>
              <a:spLocks noChangeArrowheads="1"/>
            </p:cNvSpPr>
            <p:nvPr/>
          </p:nvSpPr>
          <p:spPr bwMode="auto">
            <a:xfrm rot="10688603">
              <a:off x="4585" y="1389"/>
              <a:ext cx="144" cy="240"/>
            </a:xfrm>
            <a:prstGeom prst="triangle">
              <a:avLst>
                <a:gd name="adj" fmla="val 50000"/>
              </a:avLst>
            </a:prstGeom>
            <a:solidFill>
              <a:schemeClr val="hlink"/>
            </a:solidFill>
            <a:ln w="9525">
              <a:solidFill>
                <a:srgbClr val="0000CC"/>
              </a:solidFill>
              <a:miter lim="800000"/>
            </a:ln>
          </p:spPr>
          <p:txBody>
            <a:bodyPr wrap="none" anchor="ctr"/>
            <a:lstStyle/>
            <a:p>
              <a:endParaRPr lang="zh-CN" altLang="en-US"/>
            </a:p>
          </p:txBody>
        </p:sp>
        <p:sp>
          <p:nvSpPr>
            <p:cNvPr id="60449" name="Line 8"/>
            <p:cNvSpPr>
              <a:spLocks noChangeShapeType="1"/>
            </p:cNvSpPr>
            <p:nvPr/>
          </p:nvSpPr>
          <p:spPr bwMode="auto">
            <a:xfrm>
              <a:off x="4241" y="2839"/>
              <a:ext cx="302" cy="0"/>
            </a:xfrm>
            <a:prstGeom prst="line">
              <a:avLst/>
            </a:prstGeom>
            <a:noFill/>
            <a:ln w="28575">
              <a:solidFill>
                <a:srgbClr val="000099"/>
              </a:solidFill>
              <a:prstDash val="dash"/>
              <a:round/>
              <a:tailEnd type="none" w="med" len="lg"/>
            </a:ln>
          </p:spPr>
          <p:txBody>
            <a:bodyPr wrap="none" anchor="ctr"/>
            <a:lstStyle/>
            <a:p>
              <a:endParaRPr lang="zh-CN" altLang="en-US"/>
            </a:p>
          </p:txBody>
        </p:sp>
        <p:sp>
          <p:nvSpPr>
            <p:cNvPr id="60450" name="Line 9"/>
            <p:cNvSpPr>
              <a:spLocks noChangeShapeType="1"/>
            </p:cNvSpPr>
            <p:nvPr/>
          </p:nvSpPr>
          <p:spPr bwMode="auto">
            <a:xfrm>
              <a:off x="4105" y="1581"/>
              <a:ext cx="576" cy="0"/>
            </a:xfrm>
            <a:prstGeom prst="line">
              <a:avLst/>
            </a:prstGeom>
            <a:noFill/>
            <a:ln w="22225">
              <a:solidFill>
                <a:srgbClr val="0000CC"/>
              </a:solidFill>
              <a:prstDash val="dash"/>
              <a:round/>
            </a:ln>
          </p:spPr>
          <p:txBody>
            <a:bodyPr wrap="none" anchor="ctr"/>
            <a:lstStyle/>
            <a:p>
              <a:endParaRPr lang="zh-CN" altLang="en-US"/>
            </a:p>
          </p:txBody>
        </p:sp>
        <p:sp>
          <p:nvSpPr>
            <p:cNvPr id="60451" name="Line 10"/>
            <p:cNvSpPr>
              <a:spLocks noChangeShapeType="1"/>
            </p:cNvSpPr>
            <p:nvPr/>
          </p:nvSpPr>
          <p:spPr bwMode="auto">
            <a:xfrm>
              <a:off x="4422" y="1581"/>
              <a:ext cx="0" cy="1248"/>
            </a:xfrm>
            <a:prstGeom prst="line">
              <a:avLst/>
            </a:prstGeom>
            <a:noFill/>
            <a:ln w="22225">
              <a:solidFill>
                <a:srgbClr val="0000CC"/>
              </a:solidFill>
              <a:round/>
              <a:tailEnd type="triangle" w="med" len="med"/>
            </a:ln>
          </p:spPr>
          <p:txBody>
            <a:bodyPr wrap="none" anchor="ctr"/>
            <a:lstStyle/>
            <a:p>
              <a:endParaRPr lang="zh-CN" altLang="en-US"/>
            </a:p>
          </p:txBody>
        </p:sp>
        <p:graphicFrame>
          <p:nvGraphicFramePr>
            <p:cNvPr id="60421" name="Object 11"/>
            <p:cNvGraphicFramePr>
              <a:graphicFrameLocks noChangeAspect="1"/>
            </p:cNvGraphicFramePr>
            <p:nvPr/>
          </p:nvGraphicFramePr>
          <p:xfrm>
            <a:off x="4217" y="2030"/>
            <a:ext cx="160" cy="175"/>
          </p:xfrm>
          <a:graphic>
            <a:graphicData uri="http://schemas.openxmlformats.org/presentationml/2006/ole">
              <mc:AlternateContent xmlns:mc="http://schemas.openxmlformats.org/markup-compatibility/2006">
                <mc:Choice xmlns:v="urn:schemas-microsoft-com:vml" Requires="v">
                  <p:oleObj spid="_x0000_s60417" name="公式" r:id="rId1" imgW="5791200" imgH="7315200" progId="Equation.3">
                    <p:embed/>
                  </p:oleObj>
                </mc:Choice>
                <mc:Fallback>
                  <p:oleObj name="公式" r:id="rId1" imgW="5791200" imgH="7315200" progId="Equation.3">
                    <p:embed/>
                    <p:pic>
                      <p:nvPicPr>
                        <p:cNvPr id="0" name="Object 11"/>
                        <p:cNvPicPr>
                          <a:picLocks noChangeAspect="1"/>
                        </p:cNvPicPr>
                        <p:nvPr/>
                      </p:nvPicPr>
                      <p:blipFill>
                        <a:blip r:embed="rId2"/>
                        <a:stretch>
                          <a:fillRect/>
                        </a:stretch>
                      </p:blipFill>
                      <p:spPr>
                        <a:xfrm>
                          <a:off x="4217" y="2030"/>
                          <a:ext cx="160" cy="175"/>
                        </a:xfrm>
                        <a:prstGeom prst="rect">
                          <a:avLst/>
                        </a:prstGeom>
                        <a:noFill/>
                        <a:ln w="9525">
                          <a:noFill/>
                        </a:ln>
                      </p:spPr>
                    </p:pic>
                  </p:oleObj>
                </mc:Fallback>
              </mc:AlternateContent>
            </a:graphicData>
          </a:graphic>
        </p:graphicFrame>
        <p:graphicFrame>
          <p:nvGraphicFramePr>
            <p:cNvPr id="60422" name="Object 12"/>
            <p:cNvGraphicFramePr>
              <a:graphicFrameLocks noChangeAspect="1"/>
            </p:cNvGraphicFramePr>
            <p:nvPr/>
          </p:nvGraphicFramePr>
          <p:xfrm>
            <a:off x="4189" y="2567"/>
            <a:ext cx="143" cy="182"/>
          </p:xfrm>
          <a:graphic>
            <a:graphicData uri="http://schemas.openxmlformats.org/presentationml/2006/ole">
              <mc:AlternateContent xmlns:mc="http://schemas.openxmlformats.org/markup-compatibility/2006">
                <mc:Choice xmlns:v="urn:schemas-microsoft-com:vml" Requires="v">
                  <p:oleObj spid="_x0000_s60422" name="公式" r:id="rId3" imgW="7620000" imgH="10363200" progId="Equation.3">
                    <p:embed/>
                  </p:oleObj>
                </mc:Choice>
                <mc:Fallback>
                  <p:oleObj name="公式" r:id="rId3" imgW="7620000" imgH="10363200" progId="Equation.3">
                    <p:embed/>
                    <p:pic>
                      <p:nvPicPr>
                        <p:cNvPr id="0" name="Object 12"/>
                        <p:cNvPicPr>
                          <a:picLocks noChangeAspect="1"/>
                        </p:cNvPicPr>
                        <p:nvPr/>
                      </p:nvPicPr>
                      <p:blipFill>
                        <a:blip r:embed="rId4"/>
                        <a:stretch>
                          <a:fillRect/>
                        </a:stretch>
                      </p:blipFill>
                      <p:spPr>
                        <a:xfrm>
                          <a:off x="4189" y="2567"/>
                          <a:ext cx="143" cy="182"/>
                        </a:xfrm>
                        <a:prstGeom prst="rect">
                          <a:avLst/>
                        </a:prstGeom>
                        <a:noFill/>
                        <a:ln w="9525">
                          <a:noFill/>
                        </a:ln>
                      </p:spPr>
                    </p:pic>
                  </p:oleObj>
                </mc:Fallback>
              </mc:AlternateContent>
            </a:graphicData>
          </a:graphic>
        </p:graphicFrame>
        <p:grpSp>
          <p:nvGrpSpPr>
            <p:cNvPr id="60452" name="Group 13"/>
            <p:cNvGrpSpPr/>
            <p:nvPr/>
          </p:nvGrpSpPr>
          <p:grpSpPr bwMode="auto">
            <a:xfrm>
              <a:off x="4524" y="1533"/>
              <a:ext cx="317" cy="1584"/>
              <a:chOff x="4524" y="1533"/>
              <a:chExt cx="317" cy="1584"/>
            </a:xfrm>
          </p:grpSpPr>
          <p:sp>
            <p:nvSpPr>
              <p:cNvPr id="60454" name="Rectangle 14" descr="新闻纸"/>
              <p:cNvSpPr>
                <a:spLocks noChangeArrowheads="1"/>
              </p:cNvSpPr>
              <p:nvPr/>
            </p:nvSpPr>
            <p:spPr bwMode="auto">
              <a:xfrm>
                <a:off x="4585" y="1533"/>
                <a:ext cx="144" cy="1584"/>
              </a:xfrm>
              <a:prstGeom prst="rect">
                <a:avLst/>
              </a:prstGeom>
              <a:noFill/>
              <a:ln w="9525">
                <a:solidFill>
                  <a:srgbClr val="996633"/>
                </a:solidFill>
                <a:prstDash val="dash"/>
                <a:miter lim="800000"/>
              </a:ln>
            </p:spPr>
            <p:txBody>
              <a:bodyPr wrap="none" anchor="ctr"/>
              <a:lstStyle/>
              <a:p>
                <a:endParaRPr lang="zh-CN" altLang="en-US"/>
              </a:p>
            </p:txBody>
          </p:sp>
          <p:grpSp>
            <p:nvGrpSpPr>
              <p:cNvPr id="60455" name="Group 15"/>
              <p:cNvGrpSpPr/>
              <p:nvPr/>
            </p:nvGrpSpPr>
            <p:grpSpPr bwMode="auto">
              <a:xfrm>
                <a:off x="4524" y="2784"/>
                <a:ext cx="317" cy="91"/>
                <a:chOff x="3606" y="2296"/>
                <a:chExt cx="408" cy="137"/>
              </a:xfrm>
            </p:grpSpPr>
            <p:sp>
              <p:nvSpPr>
                <p:cNvPr id="60456" name="AutoShape 16"/>
                <p:cNvSpPr>
                  <a:spLocks noChangeArrowheads="1"/>
                </p:cNvSpPr>
                <p:nvPr/>
              </p:nvSpPr>
              <p:spPr bwMode="auto">
                <a:xfrm rot="5400000" flipH="1">
                  <a:off x="3855" y="2274"/>
                  <a:ext cx="137" cy="181"/>
                </a:xfrm>
                <a:prstGeom prst="triangle">
                  <a:avLst>
                    <a:gd name="adj" fmla="val 50000"/>
                  </a:avLst>
                </a:prstGeom>
                <a:noFill/>
                <a:ln w="9525">
                  <a:solidFill>
                    <a:srgbClr val="996633"/>
                  </a:solidFill>
                  <a:prstDash val="dash"/>
                  <a:miter lim="800000"/>
                </a:ln>
              </p:spPr>
              <p:txBody>
                <a:bodyPr wrap="none" anchor="ctr"/>
                <a:lstStyle/>
                <a:p>
                  <a:endParaRPr lang="zh-CN" altLang="en-US"/>
                </a:p>
              </p:txBody>
            </p:sp>
            <p:sp>
              <p:nvSpPr>
                <p:cNvPr id="60457" name="Rectangle 17"/>
                <p:cNvSpPr>
                  <a:spLocks noChangeArrowheads="1"/>
                </p:cNvSpPr>
                <p:nvPr/>
              </p:nvSpPr>
              <p:spPr bwMode="auto">
                <a:xfrm>
                  <a:off x="3606" y="2296"/>
                  <a:ext cx="227" cy="136"/>
                </a:xfrm>
                <a:prstGeom prst="rect">
                  <a:avLst/>
                </a:prstGeom>
                <a:noFill/>
                <a:ln w="9525">
                  <a:solidFill>
                    <a:srgbClr val="996633"/>
                  </a:solidFill>
                  <a:prstDash val="dash"/>
                  <a:miter lim="800000"/>
                </a:ln>
              </p:spPr>
              <p:txBody>
                <a:bodyPr wrap="none" anchor="ctr"/>
                <a:lstStyle/>
                <a:p>
                  <a:endParaRPr lang="zh-CN" altLang="en-US"/>
                </a:p>
              </p:txBody>
            </p:sp>
          </p:grpSp>
        </p:grpSp>
        <p:sp>
          <p:nvSpPr>
            <p:cNvPr id="60453" name="Text Box 18"/>
            <p:cNvSpPr txBox="1">
              <a:spLocks noChangeArrowheads="1"/>
            </p:cNvSpPr>
            <p:nvPr/>
          </p:nvSpPr>
          <p:spPr bwMode="auto">
            <a:xfrm>
              <a:off x="4253" y="2871"/>
              <a:ext cx="240" cy="250"/>
            </a:xfrm>
            <a:prstGeom prst="rect">
              <a:avLst/>
            </a:prstGeom>
            <a:noFill/>
            <a:ln w="9525">
              <a:noFill/>
              <a:miter lim="800000"/>
            </a:ln>
          </p:spPr>
          <p:txBody>
            <a:bodyPr wrap="none">
              <a:spAutoFit/>
            </a:bodyPr>
            <a:lstStyle/>
            <a:p>
              <a:r>
                <a:rPr lang="en-US" altLang="zh-CN" sz="2000" b="1">
                  <a:solidFill>
                    <a:srgbClr val="0000CC"/>
                  </a:solidFill>
                  <a:latin typeface="Times New Roman" panose="02020603050405020304" pitchFamily="18" charset="0"/>
                </a:rPr>
                <a:t>m</a:t>
              </a:r>
              <a:endParaRPr lang="en-US" altLang="zh-CN" sz="2000" b="1">
                <a:solidFill>
                  <a:srgbClr val="0000CC"/>
                </a:solidFill>
                <a:latin typeface="Times New Roman" panose="02020603050405020304" pitchFamily="18" charset="0"/>
              </a:endParaRPr>
            </a:p>
          </p:txBody>
        </p:sp>
      </p:grpSp>
      <p:grpSp>
        <p:nvGrpSpPr>
          <p:cNvPr id="5" name="Group 19"/>
          <p:cNvGrpSpPr/>
          <p:nvPr/>
        </p:nvGrpSpPr>
        <p:grpSpPr bwMode="auto">
          <a:xfrm>
            <a:off x="7778750" y="4483100"/>
            <a:ext cx="609600" cy="601663"/>
            <a:chOff x="4900" y="2824"/>
            <a:chExt cx="384" cy="379"/>
          </a:xfrm>
        </p:grpSpPr>
        <p:sp>
          <p:nvSpPr>
            <p:cNvPr id="60445" name="Rectangle 20"/>
            <p:cNvSpPr>
              <a:spLocks noChangeArrowheads="1"/>
            </p:cNvSpPr>
            <p:nvPr/>
          </p:nvSpPr>
          <p:spPr bwMode="auto">
            <a:xfrm>
              <a:off x="4988" y="2915"/>
              <a:ext cx="296" cy="288"/>
            </a:xfrm>
            <a:prstGeom prst="rect">
              <a:avLst/>
            </a:prstGeom>
            <a:noFill/>
            <a:ln w="9525">
              <a:noFill/>
              <a:miter lim="800000"/>
            </a:ln>
          </p:spPr>
          <p:txBody>
            <a:bodyPr wrap="none">
              <a:spAutoFit/>
            </a:bodyPr>
            <a:lstStyle/>
            <a:p>
              <a:r>
                <a:rPr kumimoji="0" lang="en-US" altLang="zh-CN" b="1" i="0">
                  <a:solidFill>
                    <a:srgbClr val="FF0000"/>
                  </a:solidFill>
                  <a:latin typeface="Times New Roman" panose="02020603050405020304" pitchFamily="18" charset="0"/>
                </a:rPr>
                <a:t> </a:t>
              </a:r>
              <a:r>
                <a:rPr kumimoji="0" lang="en-US" altLang="zh-CN" b="1">
                  <a:solidFill>
                    <a:srgbClr val="FF0000"/>
                  </a:solidFill>
                  <a:latin typeface="Times New Roman" panose="02020603050405020304" pitchFamily="18" charset="0"/>
                  <a:sym typeface="Symbol" panose="05050102010706020507" pitchFamily="18" charset="2"/>
                </a:rPr>
                <a:t></a:t>
              </a:r>
              <a:endParaRPr kumimoji="0" lang="en-US" altLang="zh-CN" b="1">
                <a:solidFill>
                  <a:srgbClr val="FF0000"/>
                </a:solidFill>
                <a:latin typeface="Times New Roman" panose="02020603050405020304" pitchFamily="18" charset="0"/>
                <a:sym typeface="Symbol" panose="05050102010706020507" pitchFamily="18" charset="2"/>
              </a:endParaRPr>
            </a:p>
          </p:txBody>
        </p:sp>
        <p:sp>
          <p:nvSpPr>
            <p:cNvPr id="60446" name="Arc 21"/>
            <p:cNvSpPr/>
            <p:nvPr/>
          </p:nvSpPr>
          <p:spPr bwMode="auto">
            <a:xfrm flipV="1">
              <a:off x="4900" y="2824"/>
              <a:ext cx="269" cy="272"/>
            </a:xfrm>
            <a:custGeom>
              <a:avLst/>
              <a:gdLst>
                <a:gd name="T0" fmla="*/ 0 w 21633"/>
                <a:gd name="T1" fmla="*/ 0 h 21600"/>
                <a:gd name="T2" fmla="*/ 0 w 21633"/>
                <a:gd name="T3" fmla="*/ 0 h 21600"/>
                <a:gd name="T4" fmla="*/ 0 w 21633"/>
                <a:gd name="T5" fmla="*/ 0 h 21600"/>
                <a:gd name="T6" fmla="*/ 0 60000 65536"/>
                <a:gd name="T7" fmla="*/ 0 60000 65536"/>
                <a:gd name="T8" fmla="*/ 0 60000 65536"/>
                <a:gd name="T9" fmla="*/ 0 w 21633"/>
                <a:gd name="T10" fmla="*/ 0 h 21600"/>
                <a:gd name="T11" fmla="*/ 21633 w 21633"/>
                <a:gd name="T12" fmla="*/ 21600 h 21600"/>
              </a:gdLst>
              <a:ahLst/>
              <a:cxnLst>
                <a:cxn ang="T6">
                  <a:pos x="T0" y="T1"/>
                </a:cxn>
                <a:cxn ang="T7">
                  <a:pos x="T2" y="T3"/>
                </a:cxn>
                <a:cxn ang="T8">
                  <a:pos x="T4" y="T5"/>
                </a:cxn>
              </a:cxnLst>
              <a:rect l="T9" t="T10" r="T11" b="T12"/>
              <a:pathLst>
                <a:path w="21633" h="21600" fill="none" extrusionOk="0">
                  <a:moveTo>
                    <a:pt x="0" y="13"/>
                  </a:moveTo>
                  <a:cubicBezTo>
                    <a:pt x="250" y="4"/>
                    <a:pt x="501" y="-1"/>
                    <a:pt x="752" y="0"/>
                  </a:cubicBezTo>
                  <a:cubicBezTo>
                    <a:pt x="10552" y="0"/>
                    <a:pt x="19124" y="6598"/>
                    <a:pt x="21632" y="16072"/>
                  </a:cubicBezTo>
                </a:path>
                <a:path w="21633" h="21600" stroke="0" extrusionOk="0">
                  <a:moveTo>
                    <a:pt x="0" y="13"/>
                  </a:moveTo>
                  <a:cubicBezTo>
                    <a:pt x="250" y="4"/>
                    <a:pt x="501" y="-1"/>
                    <a:pt x="752" y="0"/>
                  </a:cubicBezTo>
                  <a:cubicBezTo>
                    <a:pt x="10552" y="0"/>
                    <a:pt x="19124" y="6598"/>
                    <a:pt x="21632" y="16072"/>
                  </a:cubicBezTo>
                  <a:lnTo>
                    <a:pt x="752" y="21600"/>
                  </a:lnTo>
                  <a:close/>
                </a:path>
              </a:pathLst>
            </a:custGeom>
            <a:noFill/>
            <a:ln w="38100">
              <a:solidFill>
                <a:srgbClr val="FF0000"/>
              </a:solidFill>
              <a:round/>
              <a:tailEnd type="triangle" w="med" len="med"/>
            </a:ln>
          </p:spPr>
          <p:txBody>
            <a:bodyPr wrap="none" anchor="ctr"/>
            <a:lstStyle/>
            <a:p>
              <a:endParaRPr lang="zh-CN" altLang="en-US"/>
            </a:p>
          </p:txBody>
        </p:sp>
      </p:grpSp>
      <p:sp>
        <p:nvSpPr>
          <p:cNvPr id="129046" name="Rectangle 22"/>
          <p:cNvSpPr>
            <a:spLocks noChangeArrowheads="1"/>
          </p:cNvSpPr>
          <p:nvPr/>
        </p:nvSpPr>
        <p:spPr bwMode="auto">
          <a:xfrm>
            <a:off x="746125" y="2070100"/>
            <a:ext cx="3263900" cy="506413"/>
          </a:xfrm>
          <a:prstGeom prst="rect">
            <a:avLst/>
          </a:prstGeom>
          <a:noFill/>
          <a:ln w="9525">
            <a:noFill/>
            <a:miter lim="800000"/>
          </a:ln>
        </p:spPr>
        <p:txBody>
          <a:bodyPr>
            <a:spAutoFit/>
          </a:bodyPr>
          <a:lstStyle/>
          <a:p>
            <a:pPr marL="533400" indent="-533400" algn="l" eaLnBrk="0" hangingPunct="0">
              <a:lnSpc>
                <a:spcPct val="125000"/>
              </a:lnSpc>
            </a:pPr>
            <a:r>
              <a:rPr kumimoji="0" lang="zh-CN" altLang="en-US" b="1" i="0">
                <a:solidFill>
                  <a:schemeClr val="bg1"/>
                </a:solidFill>
                <a:latin typeface="Times New Roman" panose="02020603050405020304" pitchFamily="18" charset="0"/>
              </a:rPr>
              <a:t>由</a:t>
            </a:r>
            <a:r>
              <a:rPr kumimoji="0" lang="zh-CN" altLang="en-US" b="1" i="0">
                <a:solidFill>
                  <a:srgbClr val="FF6600"/>
                </a:solidFill>
                <a:latin typeface="Times New Roman" panose="02020603050405020304" pitchFamily="18" charset="0"/>
              </a:rPr>
              <a:t>机械能守恒</a:t>
            </a:r>
            <a:r>
              <a:rPr kumimoji="0" lang="zh-CN" altLang="en-US" b="1" i="0">
                <a:solidFill>
                  <a:schemeClr val="bg1"/>
                </a:solidFill>
                <a:latin typeface="Times New Roman" panose="02020603050405020304" pitchFamily="18" charset="0"/>
              </a:rPr>
              <a:t>有</a:t>
            </a:r>
            <a:endParaRPr kumimoji="0" lang="zh-CN" altLang="en-US" b="1" i="0">
              <a:solidFill>
                <a:schemeClr val="bg1"/>
              </a:solidFill>
              <a:latin typeface="Times New Roman" panose="02020603050405020304" pitchFamily="18" charset="0"/>
            </a:endParaRPr>
          </a:p>
        </p:txBody>
      </p:sp>
      <p:graphicFrame>
        <p:nvGraphicFramePr>
          <p:cNvPr id="129047" name="Object 23"/>
          <p:cNvGraphicFramePr>
            <a:graphicFrameLocks noChangeAspect="1"/>
          </p:cNvGraphicFramePr>
          <p:nvPr/>
        </p:nvGraphicFramePr>
        <p:xfrm>
          <a:off x="758825" y="2698750"/>
          <a:ext cx="5030788" cy="730250"/>
        </p:xfrm>
        <a:graphic>
          <a:graphicData uri="http://schemas.openxmlformats.org/presentationml/2006/ole">
            <mc:AlternateContent xmlns:mc="http://schemas.openxmlformats.org/markup-compatibility/2006">
              <mc:Choice xmlns:v="urn:schemas-microsoft-com:vml" Requires="v">
                <p:oleObj spid="_x0000_s60418" name="公式" r:id="rId5" imgW="67056000" imgH="9753600" progId="Equation.3">
                  <p:embed/>
                </p:oleObj>
              </mc:Choice>
              <mc:Fallback>
                <p:oleObj name="公式" r:id="rId5" imgW="67056000" imgH="9753600" progId="Equation.3">
                  <p:embed/>
                  <p:pic>
                    <p:nvPicPr>
                      <p:cNvPr id="0" name="Object 23"/>
                      <p:cNvPicPr>
                        <a:picLocks noChangeAspect="1"/>
                      </p:cNvPicPr>
                      <p:nvPr/>
                    </p:nvPicPr>
                    <p:blipFill>
                      <a:blip r:embed="rId6"/>
                      <a:stretch>
                        <a:fillRect/>
                      </a:stretch>
                    </p:blipFill>
                    <p:spPr>
                      <a:xfrm>
                        <a:off x="758825" y="2698750"/>
                        <a:ext cx="5030788" cy="730250"/>
                      </a:xfrm>
                      <a:prstGeom prst="rect">
                        <a:avLst/>
                      </a:prstGeom>
                      <a:noFill/>
                      <a:ln w="19050">
                        <a:noFill/>
                      </a:ln>
                    </p:spPr>
                  </p:pic>
                </p:oleObj>
              </mc:Fallback>
            </mc:AlternateContent>
          </a:graphicData>
        </a:graphic>
      </p:graphicFrame>
      <p:sp>
        <p:nvSpPr>
          <p:cNvPr id="129048" name="Rectangle 24"/>
          <p:cNvSpPr>
            <a:spLocks noChangeArrowheads="1"/>
          </p:cNvSpPr>
          <p:nvPr/>
        </p:nvSpPr>
        <p:spPr bwMode="auto">
          <a:xfrm>
            <a:off x="1150938" y="3832225"/>
            <a:ext cx="1009650"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其中</a:t>
            </a:r>
            <a:endParaRPr kumimoji="0" lang="zh-CN" altLang="en-US" b="1">
              <a:solidFill>
                <a:schemeClr val="bg1"/>
              </a:solidFill>
              <a:latin typeface="Times New Roman" panose="02020603050405020304" pitchFamily="18" charset="0"/>
            </a:endParaRPr>
          </a:p>
        </p:txBody>
      </p:sp>
      <p:graphicFrame>
        <p:nvGraphicFramePr>
          <p:cNvPr id="129049" name="Object 25"/>
          <p:cNvGraphicFramePr/>
          <p:nvPr/>
        </p:nvGraphicFramePr>
        <p:xfrm>
          <a:off x="1422400" y="5487988"/>
          <a:ext cx="5380038" cy="820737"/>
        </p:xfrm>
        <a:graphic>
          <a:graphicData uri="http://schemas.openxmlformats.org/presentationml/2006/ole">
            <mc:AlternateContent xmlns:mc="http://schemas.openxmlformats.org/markup-compatibility/2006">
              <mc:Choice xmlns:v="urn:schemas-microsoft-com:vml" Requires="v">
                <p:oleObj spid="_x0000_s60419" name="公式" r:id="rId7" imgW="71628000" imgH="10972800" progId="Equation.3">
                  <p:embed/>
                </p:oleObj>
              </mc:Choice>
              <mc:Fallback>
                <p:oleObj name="公式" r:id="rId7" imgW="71628000" imgH="10972800" progId="Equation.3">
                  <p:embed/>
                  <p:pic>
                    <p:nvPicPr>
                      <p:cNvPr id="0" name="Object 25"/>
                      <p:cNvPicPr/>
                      <p:nvPr/>
                    </p:nvPicPr>
                    <p:blipFill>
                      <a:blip r:embed="rId8"/>
                      <a:stretch>
                        <a:fillRect/>
                      </a:stretch>
                    </p:blipFill>
                    <p:spPr>
                      <a:xfrm>
                        <a:off x="1422400" y="5487988"/>
                        <a:ext cx="5380038" cy="820737"/>
                      </a:xfrm>
                      <a:prstGeom prst="rect">
                        <a:avLst/>
                      </a:prstGeom>
                      <a:noFill/>
                      <a:ln w="19050">
                        <a:noFill/>
                      </a:ln>
                    </p:spPr>
                  </p:pic>
                </p:oleObj>
              </mc:Fallback>
            </mc:AlternateContent>
          </a:graphicData>
        </a:graphic>
      </p:graphicFrame>
      <p:graphicFrame>
        <p:nvGraphicFramePr>
          <p:cNvPr id="129050" name="Object 26"/>
          <p:cNvGraphicFramePr/>
          <p:nvPr/>
        </p:nvGraphicFramePr>
        <p:xfrm>
          <a:off x="2232025" y="3698875"/>
          <a:ext cx="2079625" cy="1079500"/>
        </p:xfrm>
        <a:graphic>
          <a:graphicData uri="http://schemas.openxmlformats.org/presentationml/2006/ole">
            <mc:AlternateContent xmlns:mc="http://schemas.openxmlformats.org/markup-compatibility/2006">
              <mc:Choice xmlns:v="urn:schemas-microsoft-com:vml" Requires="v">
                <p:oleObj spid="_x0000_s60420" name="公式" r:id="rId9" imgW="27736800" imgH="14325600" progId="Equation.3">
                  <p:embed/>
                </p:oleObj>
              </mc:Choice>
              <mc:Fallback>
                <p:oleObj name="公式" r:id="rId9" imgW="27736800" imgH="14325600" progId="Equation.3">
                  <p:embed/>
                  <p:pic>
                    <p:nvPicPr>
                      <p:cNvPr id="0" name="Object 26"/>
                      <p:cNvPicPr/>
                      <p:nvPr/>
                    </p:nvPicPr>
                    <p:blipFill>
                      <a:blip r:embed="rId10"/>
                      <a:stretch>
                        <a:fillRect/>
                      </a:stretch>
                    </p:blipFill>
                    <p:spPr>
                      <a:xfrm>
                        <a:off x="2232025" y="3698875"/>
                        <a:ext cx="2079625" cy="1079500"/>
                      </a:xfrm>
                      <a:prstGeom prst="rect">
                        <a:avLst/>
                      </a:prstGeom>
                      <a:noFill/>
                      <a:ln w="19050">
                        <a:noFill/>
                      </a:ln>
                    </p:spPr>
                  </p:pic>
                </p:oleObj>
              </mc:Fallback>
            </mc:AlternateContent>
          </a:graphicData>
        </a:graphic>
      </p:graphicFrame>
      <p:sp>
        <p:nvSpPr>
          <p:cNvPr id="129051" name="Rectangle 27"/>
          <p:cNvSpPr>
            <a:spLocks noChangeArrowheads="1"/>
          </p:cNvSpPr>
          <p:nvPr/>
        </p:nvSpPr>
        <p:spPr bwMode="auto">
          <a:xfrm>
            <a:off x="588963" y="4862513"/>
            <a:ext cx="1822450" cy="457200"/>
          </a:xfrm>
          <a:prstGeom prst="rect">
            <a:avLst/>
          </a:prstGeom>
          <a:noFill/>
          <a:ln w="9525">
            <a:noFill/>
            <a:miter lim="800000"/>
          </a:ln>
        </p:spPr>
        <p:txBody>
          <a:bodyPr>
            <a:spAutoFit/>
          </a:bodyPr>
          <a:lstStyle/>
          <a:p>
            <a:pPr algn="l" eaLnBrk="0" hangingPunct="0"/>
            <a:r>
              <a:rPr kumimoji="0" lang="zh-CN" altLang="en-US" b="1" i="0">
                <a:solidFill>
                  <a:schemeClr val="bg1"/>
                </a:solidFill>
                <a:latin typeface="Times New Roman" panose="02020603050405020304" pitchFamily="18" charset="0"/>
              </a:rPr>
              <a:t>解之，得：</a:t>
            </a:r>
            <a:endParaRPr kumimoji="0" lang="zh-CN" altLang="en-US" b="1">
              <a:solidFill>
                <a:schemeClr val="bg1"/>
              </a:solidFill>
              <a:latin typeface="Times New Roman" panose="02020603050405020304" pitchFamily="18" charset="0"/>
            </a:endParaRPr>
          </a:p>
        </p:txBody>
      </p:sp>
      <p:grpSp>
        <p:nvGrpSpPr>
          <p:cNvPr id="6" name="Group 28"/>
          <p:cNvGrpSpPr/>
          <p:nvPr/>
        </p:nvGrpSpPr>
        <p:grpSpPr bwMode="auto">
          <a:xfrm>
            <a:off x="7218363" y="2444750"/>
            <a:ext cx="503237" cy="2514600"/>
            <a:chOff x="4524" y="1533"/>
            <a:chExt cx="317" cy="1584"/>
          </a:xfrm>
        </p:grpSpPr>
        <p:sp>
          <p:nvSpPr>
            <p:cNvPr id="60441" name="Rectangle 29" descr="新闻纸"/>
            <p:cNvSpPr>
              <a:spLocks noChangeArrowheads="1"/>
            </p:cNvSpPr>
            <p:nvPr/>
          </p:nvSpPr>
          <p:spPr bwMode="auto">
            <a:xfrm>
              <a:off x="4585" y="1533"/>
              <a:ext cx="144" cy="1584"/>
            </a:xfrm>
            <a:prstGeom prst="rect">
              <a:avLst/>
            </a:prstGeom>
            <a:gradFill rotWithShape="1">
              <a:gsLst>
                <a:gs pos="0">
                  <a:srgbClr val="1C1C1C"/>
                </a:gs>
                <a:gs pos="50000">
                  <a:srgbClr val="996600"/>
                </a:gs>
                <a:gs pos="100000">
                  <a:srgbClr val="1C1C1C"/>
                </a:gs>
              </a:gsLst>
              <a:lin ang="0" scaled="1"/>
            </a:gradFill>
            <a:ln w="9525">
              <a:noFill/>
              <a:miter lim="800000"/>
            </a:ln>
          </p:spPr>
          <p:txBody>
            <a:bodyPr wrap="none" anchor="ctr"/>
            <a:lstStyle/>
            <a:p>
              <a:endParaRPr lang="zh-CN" altLang="en-US"/>
            </a:p>
          </p:txBody>
        </p:sp>
        <p:grpSp>
          <p:nvGrpSpPr>
            <p:cNvPr id="60442" name="Group 30"/>
            <p:cNvGrpSpPr/>
            <p:nvPr/>
          </p:nvGrpSpPr>
          <p:grpSpPr bwMode="auto">
            <a:xfrm>
              <a:off x="4524" y="2784"/>
              <a:ext cx="317" cy="91"/>
              <a:chOff x="3606" y="2296"/>
              <a:chExt cx="408" cy="137"/>
            </a:xfrm>
          </p:grpSpPr>
          <p:sp>
            <p:nvSpPr>
              <p:cNvPr id="60443" name="AutoShape 31"/>
              <p:cNvSpPr>
                <a:spLocks noChangeArrowheads="1"/>
              </p:cNvSpPr>
              <p:nvPr/>
            </p:nvSpPr>
            <p:spPr bwMode="auto">
              <a:xfrm rot="5400000" flipH="1">
                <a:off x="3855" y="2274"/>
                <a:ext cx="137" cy="181"/>
              </a:xfrm>
              <a:prstGeom prst="triangle">
                <a:avLst>
                  <a:gd name="adj" fmla="val 50000"/>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sp>
            <p:nvSpPr>
              <p:cNvPr id="60444" name="Rectangle 32"/>
              <p:cNvSpPr>
                <a:spLocks noChangeArrowheads="1"/>
              </p:cNvSpPr>
              <p:nvPr/>
            </p:nvSpPr>
            <p:spPr bwMode="auto">
              <a:xfrm>
                <a:off x="3606" y="2296"/>
                <a:ext cx="227" cy="136"/>
              </a:xfrm>
              <a:prstGeom prst="rect">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grpSp>
      </p:grpSp>
      <p:grpSp>
        <p:nvGrpSpPr>
          <p:cNvPr id="8" name="Group 33"/>
          <p:cNvGrpSpPr/>
          <p:nvPr/>
        </p:nvGrpSpPr>
        <p:grpSpPr bwMode="auto">
          <a:xfrm rot="-1902501">
            <a:off x="7812088" y="2214563"/>
            <a:ext cx="503237" cy="2514600"/>
            <a:chOff x="4524" y="1533"/>
            <a:chExt cx="317" cy="1584"/>
          </a:xfrm>
        </p:grpSpPr>
        <p:sp>
          <p:nvSpPr>
            <p:cNvPr id="60437" name="Rectangle 34" descr="新闻纸"/>
            <p:cNvSpPr>
              <a:spLocks noChangeArrowheads="1"/>
            </p:cNvSpPr>
            <p:nvPr/>
          </p:nvSpPr>
          <p:spPr bwMode="auto">
            <a:xfrm>
              <a:off x="4585" y="1533"/>
              <a:ext cx="144" cy="1584"/>
            </a:xfrm>
            <a:prstGeom prst="rect">
              <a:avLst/>
            </a:prstGeom>
            <a:gradFill rotWithShape="1">
              <a:gsLst>
                <a:gs pos="0">
                  <a:srgbClr val="1C1C1C"/>
                </a:gs>
                <a:gs pos="50000">
                  <a:srgbClr val="996600"/>
                </a:gs>
                <a:gs pos="100000">
                  <a:srgbClr val="1C1C1C"/>
                </a:gs>
              </a:gsLst>
              <a:lin ang="0" scaled="1"/>
            </a:gradFill>
            <a:ln w="9525">
              <a:noFill/>
              <a:miter lim="800000"/>
            </a:ln>
          </p:spPr>
          <p:txBody>
            <a:bodyPr wrap="none" anchor="ctr"/>
            <a:lstStyle/>
            <a:p>
              <a:endParaRPr lang="zh-CN" altLang="en-US"/>
            </a:p>
          </p:txBody>
        </p:sp>
        <p:grpSp>
          <p:nvGrpSpPr>
            <p:cNvPr id="60438" name="Group 35"/>
            <p:cNvGrpSpPr/>
            <p:nvPr/>
          </p:nvGrpSpPr>
          <p:grpSpPr bwMode="auto">
            <a:xfrm>
              <a:off x="4524" y="2784"/>
              <a:ext cx="317" cy="91"/>
              <a:chOff x="3606" y="2296"/>
              <a:chExt cx="408" cy="137"/>
            </a:xfrm>
          </p:grpSpPr>
          <p:sp>
            <p:nvSpPr>
              <p:cNvPr id="60439" name="AutoShape 36"/>
              <p:cNvSpPr>
                <a:spLocks noChangeArrowheads="1"/>
              </p:cNvSpPr>
              <p:nvPr/>
            </p:nvSpPr>
            <p:spPr bwMode="auto">
              <a:xfrm rot="5400000" flipH="1">
                <a:off x="3855" y="2274"/>
                <a:ext cx="137" cy="181"/>
              </a:xfrm>
              <a:prstGeom prst="triangle">
                <a:avLst>
                  <a:gd name="adj" fmla="val 50000"/>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sp>
            <p:nvSpPr>
              <p:cNvPr id="60440" name="Rectangle 37"/>
              <p:cNvSpPr>
                <a:spLocks noChangeArrowheads="1"/>
              </p:cNvSpPr>
              <p:nvPr/>
            </p:nvSpPr>
            <p:spPr bwMode="auto">
              <a:xfrm>
                <a:off x="3606" y="2296"/>
                <a:ext cx="227" cy="136"/>
              </a:xfrm>
              <a:prstGeom prst="rect">
                <a:avLst/>
              </a:prstGeom>
              <a:gradFill rotWithShape="1">
                <a:gsLst>
                  <a:gs pos="0">
                    <a:srgbClr val="FF0000"/>
                  </a:gs>
                  <a:gs pos="50000">
                    <a:srgbClr val="FFFF00"/>
                  </a:gs>
                  <a:gs pos="100000">
                    <a:srgbClr val="FF0000"/>
                  </a:gs>
                </a:gsLst>
                <a:lin ang="5400000" scaled="1"/>
              </a:gradFill>
              <a:ln w="9525">
                <a:solidFill>
                  <a:srgbClr val="CC0000"/>
                </a:solidFill>
                <a:miter lim="800000"/>
              </a:ln>
            </p:spPr>
            <p:txBody>
              <a:bodyPr wrap="none" anchor="ctr"/>
              <a:lstStyle/>
              <a:p>
                <a:endParaRPr lang="zh-CN" altLang="en-US"/>
              </a:p>
            </p:txBody>
          </p:sp>
        </p:grpSp>
      </p:grpSp>
      <p:sp>
        <p:nvSpPr>
          <p:cNvPr id="129062" name="Oval 38"/>
          <p:cNvSpPr>
            <a:spLocks noChangeArrowheads="1"/>
          </p:cNvSpPr>
          <p:nvPr/>
        </p:nvSpPr>
        <p:spPr bwMode="auto">
          <a:xfrm>
            <a:off x="7345363" y="2420938"/>
            <a:ext cx="152400" cy="152400"/>
          </a:xfrm>
          <a:prstGeom prst="ellipse">
            <a:avLst/>
          </a:prstGeom>
          <a:solidFill>
            <a:srgbClr val="00FF00"/>
          </a:solidFill>
          <a:ln w="28575">
            <a:solidFill>
              <a:schemeClr val="accent2"/>
            </a:solidFill>
            <a:round/>
          </a:ln>
        </p:spPr>
        <p:txBody>
          <a:bodyPr wrap="none" anchor="ctr"/>
          <a:lstStyle/>
          <a:p>
            <a:endParaRPr lang="zh-CN" altLang="en-US"/>
          </a:p>
        </p:txBody>
      </p:sp>
      <p:grpSp>
        <p:nvGrpSpPr>
          <p:cNvPr id="10" name="Group 39"/>
          <p:cNvGrpSpPr/>
          <p:nvPr/>
        </p:nvGrpSpPr>
        <p:grpSpPr bwMode="auto">
          <a:xfrm>
            <a:off x="7407275" y="3249613"/>
            <a:ext cx="585788" cy="608012"/>
            <a:chOff x="4666" y="2047"/>
            <a:chExt cx="369" cy="383"/>
          </a:xfrm>
        </p:grpSpPr>
        <p:sp>
          <p:nvSpPr>
            <p:cNvPr id="60435" name="Arc 40"/>
            <p:cNvSpPr/>
            <p:nvPr/>
          </p:nvSpPr>
          <p:spPr bwMode="auto">
            <a:xfrm rot="12567116" flipH="1">
              <a:off x="4779" y="2047"/>
              <a:ext cx="141" cy="14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rgbClr val="000099"/>
              </a:solidFill>
              <a:round/>
            </a:ln>
          </p:spPr>
          <p:txBody>
            <a:bodyPr wrap="none" anchor="ctr"/>
            <a:lstStyle/>
            <a:p>
              <a:endParaRPr lang="zh-CN" altLang="en-US"/>
            </a:p>
          </p:txBody>
        </p:sp>
        <p:sp>
          <p:nvSpPr>
            <p:cNvPr id="60436" name="Text Box 41"/>
            <p:cNvSpPr txBox="1">
              <a:spLocks noChangeArrowheads="1"/>
            </p:cNvSpPr>
            <p:nvPr/>
          </p:nvSpPr>
          <p:spPr bwMode="auto">
            <a:xfrm>
              <a:off x="4666" y="2103"/>
              <a:ext cx="369" cy="327"/>
            </a:xfrm>
            <a:prstGeom prst="rect">
              <a:avLst/>
            </a:prstGeom>
            <a:noFill/>
            <a:ln w="9525" algn="ctr">
              <a:noFill/>
              <a:miter lim="800000"/>
            </a:ln>
          </p:spPr>
          <p:txBody>
            <a:bodyPr>
              <a:spAutoFit/>
            </a:bodyPr>
            <a:lstStyle/>
            <a:p>
              <a:pPr>
                <a:spcBef>
                  <a:spcPct val="50000"/>
                </a:spcBef>
              </a:pPr>
              <a:r>
                <a:rPr lang="en-US" altLang="zh-CN" sz="2800" b="1">
                  <a:solidFill>
                    <a:srgbClr val="000099"/>
                  </a:solidFill>
                  <a:latin typeface="Bookman Old Style" panose="02050604050505020204" pitchFamily="18" charset="0"/>
                </a:rPr>
                <a:t>θ</a:t>
              </a:r>
              <a:endParaRPr lang="en-US" altLang="zh-CN" sz="2800" b="1">
                <a:solidFill>
                  <a:srgbClr val="000099"/>
                </a:solidFill>
                <a:latin typeface="Bookman Old Style" panose="02050604050505020204" pitchFamily="18"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9026"/>
                                        </p:tgtEl>
                                        <p:attrNameLst>
                                          <p:attrName>style.visibility</p:attrName>
                                        </p:attrNameLst>
                                      </p:cBhvr>
                                      <p:to>
                                        <p:strVal val="visible"/>
                                      </p:to>
                                    </p:set>
                                    <p:animEffect transition="in" filter="wipe(left)">
                                      <p:cBhvr>
                                        <p:cTn id="7" dur="1000"/>
                                        <p:tgtEl>
                                          <p:spTgt spid="12902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strVal val="#ppt_h"/>
                                          </p:val>
                                        </p:tav>
                                        <p:tav tm="100000">
                                          <p:val>
                                            <p:strVal val="#ppt_h"/>
                                          </p:val>
                                        </p:tav>
                                      </p:tavLst>
                                    </p:anim>
                                  </p:childTnLst>
                                </p:cTn>
                              </p:par>
                              <p:par>
                                <p:cTn id="14" presetID="1" presetClass="entr" presetSubtype="0" fill="hold" grpId="0" nodeType="withEffect">
                                  <p:stCondLst>
                                    <p:cond delay="0"/>
                                  </p:stCondLst>
                                  <p:childTnLst>
                                    <p:set>
                                      <p:cBhvr>
                                        <p:cTn id="15" dur="1" fill="hold">
                                          <p:stCondLst>
                                            <p:cond delay="0"/>
                                          </p:stCondLst>
                                        </p:cTn>
                                        <p:tgtEl>
                                          <p:spTgt spid="129062"/>
                                        </p:tgtEl>
                                        <p:attrNameLst>
                                          <p:attrName>style.visibility</p:attrName>
                                        </p:attrNameLst>
                                      </p:cBhvr>
                                      <p:to>
                                        <p:strVal val="visible"/>
                                      </p:to>
                                    </p:set>
                                  </p:childTnLst>
                                </p:cTn>
                              </p:par>
                              <p:par>
                                <p:cTn id="16" presetID="17" presetClass="entr" presetSubtype="1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p:cTn id="18" dur="500" fill="hold"/>
                                        <p:tgtEl>
                                          <p:spTgt spid="6"/>
                                        </p:tgtEl>
                                        <p:attrNameLst>
                                          <p:attrName>ppt_w</p:attrName>
                                        </p:attrNameLst>
                                      </p:cBhvr>
                                      <p:tavLst>
                                        <p:tav tm="0">
                                          <p:val>
                                            <p:fltVal val="0"/>
                                          </p:val>
                                        </p:tav>
                                        <p:tav tm="100000">
                                          <p:val>
                                            <p:strVal val="#ppt_w"/>
                                          </p:val>
                                        </p:tav>
                                      </p:tavLst>
                                    </p:anim>
                                    <p:anim calcmode="lin" valueType="num">
                                      <p:cBhvr>
                                        <p:cTn id="19"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wipe(down)">
                                      <p:cBhvr>
                                        <p:cTn id="24" dur="500"/>
                                        <p:tgtEl>
                                          <p:spTgt spid="5"/>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6"/>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29027"/>
                                        </p:tgtEl>
                                        <p:attrNameLst>
                                          <p:attrName>style.visibility</p:attrName>
                                        </p:attrNameLst>
                                      </p:cBhvr>
                                      <p:to>
                                        <p:strVal val="visible"/>
                                      </p:to>
                                    </p:set>
                                    <p:animEffect transition="in" filter="wipe(left)">
                                      <p:cBhvr>
                                        <p:cTn id="39" dur="1000"/>
                                        <p:tgtEl>
                                          <p:spTgt spid="12902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9028"/>
                                        </p:tgtEl>
                                        <p:attrNameLst>
                                          <p:attrName>style.visibility</p:attrName>
                                        </p:attrNameLst>
                                      </p:cBhvr>
                                      <p:to>
                                        <p:strVal val="visible"/>
                                      </p:to>
                                    </p:set>
                                    <p:animEffect transition="in" filter="wipe(left)">
                                      <p:cBhvr>
                                        <p:cTn id="44" dur="1000"/>
                                        <p:tgtEl>
                                          <p:spTgt spid="129028"/>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129046"/>
                                        </p:tgtEl>
                                        <p:attrNameLst>
                                          <p:attrName>style.visibility</p:attrName>
                                        </p:attrNameLst>
                                      </p:cBhvr>
                                      <p:to>
                                        <p:strVal val="visible"/>
                                      </p:to>
                                    </p:set>
                                    <p:animEffect transition="in" filter="wipe(left)">
                                      <p:cBhvr>
                                        <p:cTn id="49" dur="1000"/>
                                        <p:tgtEl>
                                          <p:spTgt spid="12904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29047"/>
                                        </p:tgtEl>
                                        <p:attrNameLst>
                                          <p:attrName>style.visibility</p:attrName>
                                        </p:attrNameLst>
                                      </p:cBhvr>
                                      <p:to>
                                        <p:strVal val="visible"/>
                                      </p:to>
                                    </p:set>
                                    <p:animEffect transition="in" filter="wipe(left)">
                                      <p:cBhvr>
                                        <p:cTn id="54" dur="500"/>
                                        <p:tgtEl>
                                          <p:spTgt spid="129047"/>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29048"/>
                                        </p:tgtEl>
                                        <p:attrNameLst>
                                          <p:attrName>style.visibility</p:attrName>
                                        </p:attrNameLst>
                                      </p:cBhvr>
                                      <p:to>
                                        <p:strVal val="visible"/>
                                      </p:to>
                                    </p:set>
                                    <p:animEffect transition="in" filter="wipe(left)">
                                      <p:cBhvr>
                                        <p:cTn id="59" dur="500"/>
                                        <p:tgtEl>
                                          <p:spTgt spid="12904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129050"/>
                                        </p:tgtEl>
                                        <p:attrNameLst>
                                          <p:attrName>style.visibility</p:attrName>
                                        </p:attrNameLst>
                                      </p:cBhvr>
                                      <p:to>
                                        <p:strVal val="visible"/>
                                      </p:to>
                                    </p:set>
                                    <p:animEffect transition="in" filter="wipe(left)">
                                      <p:cBhvr>
                                        <p:cTn id="64" dur="500"/>
                                        <p:tgtEl>
                                          <p:spTgt spid="129050"/>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129051"/>
                                        </p:tgtEl>
                                        <p:attrNameLst>
                                          <p:attrName>style.visibility</p:attrName>
                                        </p:attrNameLst>
                                      </p:cBhvr>
                                      <p:to>
                                        <p:strVal val="visible"/>
                                      </p:to>
                                    </p:set>
                                    <p:animEffect transition="in" filter="wipe(left)">
                                      <p:cBhvr>
                                        <p:cTn id="69" dur="500"/>
                                        <p:tgtEl>
                                          <p:spTgt spid="12905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129049"/>
                                        </p:tgtEl>
                                        <p:attrNameLst>
                                          <p:attrName>style.visibility</p:attrName>
                                        </p:attrNameLst>
                                      </p:cBhvr>
                                      <p:to>
                                        <p:strVal val="visible"/>
                                      </p:to>
                                    </p:set>
                                    <p:animEffect transition="in" filter="wipe(left)">
                                      <p:cBhvr>
                                        <p:cTn id="74" dur="500"/>
                                        <p:tgtEl>
                                          <p:spTgt spid="1290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p:bldP spid="129027" grpId="0"/>
      <p:bldP spid="129028" grpId="0"/>
      <p:bldP spid="129046" grpId="0"/>
      <p:bldP spid="129048" grpId="0" autoUpdateAnimBg="0"/>
      <p:bldP spid="129051" grpId="0" autoUpdateAnimBg="0"/>
      <p:bldP spid="12906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bwMode="auto">
          <a:xfrm>
            <a:off x="6372225" y="2033588"/>
            <a:ext cx="2520950" cy="2160587"/>
            <a:chOff x="1655" y="754"/>
            <a:chExt cx="1588" cy="1361"/>
          </a:xfrm>
        </p:grpSpPr>
        <p:sp>
          <p:nvSpPr>
            <p:cNvPr id="61458" name="AutoShape 3"/>
            <p:cNvSpPr>
              <a:spLocks noChangeArrowheads="1"/>
            </p:cNvSpPr>
            <p:nvPr/>
          </p:nvSpPr>
          <p:spPr bwMode="auto">
            <a:xfrm>
              <a:off x="2291" y="1842"/>
              <a:ext cx="317" cy="273"/>
            </a:xfrm>
            <a:prstGeom prst="can">
              <a:avLst>
                <a:gd name="adj" fmla="val 25000"/>
              </a:avLst>
            </a:prstGeom>
            <a:solidFill>
              <a:srgbClr val="FFCC00"/>
            </a:solidFill>
            <a:ln w="9525">
              <a:noFill/>
              <a:round/>
            </a:ln>
          </p:spPr>
          <p:txBody>
            <a:bodyPr wrap="none" anchor="ctr">
              <a:spAutoFit/>
            </a:bodyPr>
            <a:lstStyle/>
            <a:p>
              <a:endParaRPr lang="zh-CN" altLang="en-US"/>
            </a:p>
          </p:txBody>
        </p:sp>
        <p:sp>
          <p:nvSpPr>
            <p:cNvPr id="61459" name="Oval 4"/>
            <p:cNvSpPr>
              <a:spLocks noChangeArrowheads="1"/>
            </p:cNvSpPr>
            <p:nvPr/>
          </p:nvSpPr>
          <p:spPr bwMode="auto">
            <a:xfrm>
              <a:off x="1655" y="1525"/>
              <a:ext cx="1588" cy="408"/>
            </a:xfrm>
            <a:prstGeom prst="ellipse">
              <a:avLst/>
            </a:prstGeom>
            <a:solidFill>
              <a:schemeClr val="accent1"/>
            </a:solidFill>
            <a:ln w="9525" algn="ctr">
              <a:noFill/>
              <a:round/>
            </a:ln>
          </p:spPr>
          <p:txBody>
            <a:bodyPr wrap="none" anchor="ctr">
              <a:spAutoFit/>
            </a:bodyPr>
            <a:lstStyle/>
            <a:p>
              <a:endParaRPr lang="zh-CN" altLang="en-US"/>
            </a:p>
          </p:txBody>
        </p:sp>
        <p:sp>
          <p:nvSpPr>
            <p:cNvPr id="61460" name="Oval 5"/>
            <p:cNvSpPr>
              <a:spLocks noChangeArrowheads="1"/>
            </p:cNvSpPr>
            <p:nvPr/>
          </p:nvSpPr>
          <p:spPr bwMode="auto">
            <a:xfrm>
              <a:off x="1655" y="1434"/>
              <a:ext cx="1588" cy="408"/>
            </a:xfrm>
            <a:prstGeom prst="ellipse">
              <a:avLst/>
            </a:prstGeom>
            <a:solidFill>
              <a:srgbClr val="00FFFF"/>
            </a:solidFill>
            <a:ln w="9525" algn="ctr">
              <a:solidFill>
                <a:srgbClr val="00FFFF"/>
              </a:solidFill>
              <a:round/>
            </a:ln>
          </p:spPr>
          <p:txBody>
            <a:bodyPr wrap="none" anchor="ctr">
              <a:spAutoFit/>
            </a:bodyPr>
            <a:lstStyle/>
            <a:p>
              <a:endParaRPr lang="zh-CN" altLang="en-US"/>
            </a:p>
          </p:txBody>
        </p:sp>
        <p:sp>
          <p:nvSpPr>
            <p:cNvPr id="61461" name="Line 6"/>
            <p:cNvSpPr>
              <a:spLocks noChangeShapeType="1"/>
            </p:cNvSpPr>
            <p:nvPr/>
          </p:nvSpPr>
          <p:spPr bwMode="auto">
            <a:xfrm>
              <a:off x="2449" y="754"/>
              <a:ext cx="0" cy="862"/>
            </a:xfrm>
            <a:prstGeom prst="line">
              <a:avLst/>
            </a:prstGeom>
            <a:noFill/>
            <a:ln w="38100">
              <a:solidFill>
                <a:srgbClr val="FFCC00"/>
              </a:solidFill>
              <a:round/>
            </a:ln>
          </p:spPr>
          <p:txBody>
            <a:bodyPr anchor="ctr">
              <a:spAutoFit/>
            </a:bodyPr>
            <a:lstStyle/>
            <a:p>
              <a:endParaRPr lang="zh-CN" altLang="en-US"/>
            </a:p>
          </p:txBody>
        </p:sp>
        <p:grpSp>
          <p:nvGrpSpPr>
            <p:cNvPr id="61462" name="Group 7"/>
            <p:cNvGrpSpPr/>
            <p:nvPr/>
          </p:nvGrpSpPr>
          <p:grpSpPr bwMode="auto">
            <a:xfrm>
              <a:off x="2177" y="890"/>
              <a:ext cx="544" cy="227"/>
              <a:chOff x="2200" y="890"/>
              <a:chExt cx="544" cy="227"/>
            </a:xfrm>
          </p:grpSpPr>
          <p:sp>
            <p:nvSpPr>
              <p:cNvPr id="61464" name="Line 8"/>
              <p:cNvSpPr>
                <a:spLocks noChangeShapeType="1"/>
              </p:cNvSpPr>
              <p:nvPr/>
            </p:nvSpPr>
            <p:spPr bwMode="auto">
              <a:xfrm flipV="1">
                <a:off x="2245" y="890"/>
                <a:ext cx="91" cy="64"/>
              </a:xfrm>
              <a:prstGeom prst="line">
                <a:avLst/>
              </a:prstGeom>
              <a:noFill/>
              <a:ln w="9525">
                <a:solidFill>
                  <a:schemeClr val="bg1"/>
                </a:solidFill>
                <a:round/>
                <a:tailEnd type="stealth" w="lg" len="lg"/>
              </a:ln>
            </p:spPr>
            <p:txBody>
              <a:bodyPr anchor="ctr">
                <a:spAutoFit/>
              </a:bodyPr>
              <a:lstStyle/>
              <a:p>
                <a:endParaRPr lang="zh-CN" altLang="en-US"/>
              </a:p>
            </p:txBody>
          </p:sp>
          <p:grpSp>
            <p:nvGrpSpPr>
              <p:cNvPr id="61465" name="Group 9"/>
              <p:cNvGrpSpPr/>
              <p:nvPr/>
            </p:nvGrpSpPr>
            <p:grpSpPr bwMode="auto">
              <a:xfrm>
                <a:off x="2200" y="890"/>
                <a:ext cx="544" cy="227"/>
                <a:chOff x="2200" y="890"/>
                <a:chExt cx="544" cy="227"/>
              </a:xfrm>
            </p:grpSpPr>
            <p:sp>
              <p:nvSpPr>
                <p:cNvPr id="61466" name="Oval 10" descr="信纸"/>
                <p:cNvSpPr>
                  <a:spLocks noChangeArrowheads="1"/>
                </p:cNvSpPr>
                <p:nvPr/>
              </p:nvSpPr>
              <p:spPr bwMode="auto">
                <a:xfrm>
                  <a:off x="2200" y="890"/>
                  <a:ext cx="544" cy="227"/>
                </a:xfrm>
                <a:prstGeom prst="ellipse">
                  <a:avLst/>
                </a:prstGeom>
                <a:noFill/>
                <a:ln w="28575" algn="ctr">
                  <a:solidFill>
                    <a:schemeClr val="bg1"/>
                  </a:solidFill>
                  <a:round/>
                </a:ln>
              </p:spPr>
              <p:txBody>
                <a:bodyPr anchor="ctr">
                  <a:spAutoFit/>
                </a:bodyPr>
                <a:lstStyle/>
                <a:p>
                  <a:endParaRPr lang="zh-CN" altLang="en-US"/>
                </a:p>
              </p:txBody>
            </p:sp>
            <p:sp>
              <p:nvSpPr>
                <p:cNvPr id="61467" name="Rectangle 11"/>
                <p:cNvSpPr>
                  <a:spLocks noChangeArrowheads="1"/>
                </p:cNvSpPr>
                <p:nvPr/>
              </p:nvSpPr>
              <p:spPr bwMode="auto">
                <a:xfrm>
                  <a:off x="2336" y="890"/>
                  <a:ext cx="272" cy="32"/>
                </a:xfrm>
                <a:prstGeom prst="rect">
                  <a:avLst/>
                </a:prstGeom>
                <a:solidFill>
                  <a:srgbClr val="FFFFFF"/>
                </a:solidFill>
                <a:ln w="9525" algn="ctr">
                  <a:noFill/>
                  <a:miter lim="800000"/>
                </a:ln>
              </p:spPr>
              <p:txBody>
                <a:bodyPr anchor="ctr">
                  <a:spAutoFit/>
                </a:bodyPr>
                <a:lstStyle/>
                <a:p>
                  <a:endParaRPr lang="zh-CN" altLang="en-US"/>
                </a:p>
              </p:txBody>
            </p:sp>
          </p:grpSp>
        </p:grpSp>
        <p:sp>
          <p:nvSpPr>
            <p:cNvPr id="61463" name="Line 12"/>
            <p:cNvSpPr>
              <a:spLocks noChangeShapeType="1"/>
            </p:cNvSpPr>
            <p:nvPr/>
          </p:nvSpPr>
          <p:spPr bwMode="auto">
            <a:xfrm>
              <a:off x="2449" y="799"/>
              <a:ext cx="0" cy="318"/>
            </a:xfrm>
            <a:prstGeom prst="line">
              <a:avLst/>
            </a:prstGeom>
            <a:noFill/>
            <a:ln w="38100">
              <a:solidFill>
                <a:srgbClr val="FFCC00"/>
              </a:solidFill>
              <a:round/>
            </a:ln>
          </p:spPr>
          <p:txBody>
            <a:bodyPr anchor="ctr">
              <a:spAutoFit/>
            </a:bodyPr>
            <a:lstStyle/>
            <a:p>
              <a:endParaRPr lang="zh-CN" altLang="en-US"/>
            </a:p>
          </p:txBody>
        </p:sp>
      </p:grpSp>
      <p:pic>
        <p:nvPicPr>
          <p:cNvPr id="131085" name="Picture 13" descr="j0286034"/>
          <p:cNvPicPr>
            <a:picLocks noChangeAspect="1" noChangeArrowheads="1"/>
          </p:cNvPicPr>
          <p:nvPr/>
        </p:nvPicPr>
        <p:blipFill>
          <a:blip r:embed="rId1"/>
          <a:srcRect/>
          <a:stretch>
            <a:fillRect/>
          </a:stretch>
        </p:blipFill>
        <p:spPr bwMode="auto">
          <a:xfrm flipH="1">
            <a:off x="6300788" y="2844800"/>
            <a:ext cx="604837" cy="582613"/>
          </a:xfrm>
          <a:prstGeom prst="rect">
            <a:avLst/>
          </a:prstGeom>
          <a:noFill/>
          <a:ln w="9525">
            <a:noFill/>
            <a:miter lim="800000"/>
            <a:headEnd/>
            <a:tailEnd/>
          </a:ln>
        </p:spPr>
      </p:pic>
      <p:sp>
        <p:nvSpPr>
          <p:cNvPr id="131086" name="Text Box 14" descr="信纸"/>
          <p:cNvSpPr txBox="1">
            <a:spLocks noChangeArrowheads="1"/>
          </p:cNvSpPr>
          <p:nvPr/>
        </p:nvSpPr>
        <p:spPr bwMode="auto">
          <a:xfrm>
            <a:off x="161925" y="414338"/>
            <a:ext cx="8775700" cy="1004887"/>
          </a:xfrm>
          <a:prstGeom prst="rect">
            <a:avLst/>
          </a:prstGeom>
          <a:noFill/>
          <a:ln w="9525" algn="ctr">
            <a:noFill/>
            <a:miter lim="800000"/>
          </a:ln>
        </p:spPr>
        <p:txBody>
          <a:bodyPr>
            <a:spAutoFit/>
          </a:bodyPr>
          <a:lstStyle/>
          <a:p>
            <a:pPr algn="l">
              <a:spcBef>
                <a:spcPct val="50000"/>
              </a:spcBef>
            </a:pPr>
            <a:r>
              <a:rPr lang="zh-CN" altLang="en-US" b="1" i="0">
                <a:solidFill>
                  <a:srgbClr val="FF0000"/>
                </a:solidFill>
                <a:latin typeface="Times New Roman" panose="02020603050405020304" pitchFamily="18" charset="0"/>
              </a:rPr>
              <a:t>例</a:t>
            </a:r>
            <a:r>
              <a:rPr lang="zh-CN" altLang="en-US" b="1" i="0">
                <a:solidFill>
                  <a:srgbClr val="FFFF00"/>
                </a:solidFill>
                <a:latin typeface="Times New Roman" panose="02020603050405020304" pitchFamily="18" charset="0"/>
              </a:rPr>
              <a:t> </a:t>
            </a:r>
            <a:r>
              <a:rPr lang="zh-CN" altLang="en-US" b="1" i="0">
                <a:solidFill>
                  <a:schemeClr val="bg1"/>
                </a:solidFill>
                <a:latin typeface="Times New Roman" panose="02020603050405020304" pitchFamily="18" charset="0"/>
              </a:rPr>
              <a:t>自由旋转的水平圆盘边上，站一质量为 </a:t>
            </a:r>
            <a:r>
              <a:rPr lang="en-US" altLang="zh-CN" b="1">
                <a:solidFill>
                  <a:srgbClr val="FF6600"/>
                </a:solidFill>
                <a:latin typeface="Times New Roman" panose="02020603050405020304" pitchFamily="18" charset="0"/>
              </a:rPr>
              <a:t>m </a:t>
            </a:r>
            <a:r>
              <a:rPr lang="zh-CN" altLang="en-US" b="1" i="0">
                <a:solidFill>
                  <a:schemeClr val="bg1"/>
                </a:solidFill>
                <a:latin typeface="Times New Roman" panose="02020603050405020304" pitchFamily="18" charset="0"/>
              </a:rPr>
              <a:t>的人。圆盘的半       </a:t>
            </a:r>
            <a:endParaRPr lang="zh-CN" altLang="en-US" b="1" i="0">
              <a:solidFill>
                <a:schemeClr val="bg1"/>
              </a:solidFill>
              <a:latin typeface="Times New Roman" panose="02020603050405020304" pitchFamily="18" charset="0"/>
            </a:endParaRPr>
          </a:p>
          <a:p>
            <a:pPr algn="l">
              <a:spcBef>
                <a:spcPct val="50000"/>
              </a:spcBef>
            </a:pPr>
            <a:r>
              <a:rPr lang="zh-CN" altLang="en-US" b="1" i="0">
                <a:solidFill>
                  <a:schemeClr val="bg1"/>
                </a:solidFill>
                <a:latin typeface="Times New Roman" panose="02020603050405020304" pitchFamily="18" charset="0"/>
              </a:rPr>
              <a:t>径为 </a:t>
            </a:r>
            <a:r>
              <a:rPr lang="en-US" altLang="zh-CN" b="1">
                <a:solidFill>
                  <a:srgbClr val="FF6600"/>
                </a:solidFill>
                <a:latin typeface="Times New Roman" panose="02020603050405020304" pitchFamily="18" charset="0"/>
              </a:rPr>
              <a:t>R </a:t>
            </a:r>
            <a:r>
              <a:rPr lang="zh-CN" altLang="en-US" b="1" i="0">
                <a:solidFill>
                  <a:schemeClr val="bg1"/>
                </a:solidFill>
                <a:latin typeface="Times New Roman" panose="02020603050405020304" pitchFamily="18" charset="0"/>
              </a:rPr>
              <a:t>，转动惯量为 </a:t>
            </a:r>
            <a:r>
              <a:rPr lang="en-US" altLang="zh-CN" b="1">
                <a:solidFill>
                  <a:srgbClr val="FF6600"/>
                </a:solidFill>
                <a:latin typeface="Times New Roman" panose="02020603050405020304" pitchFamily="18" charset="0"/>
              </a:rPr>
              <a:t>J </a:t>
            </a:r>
            <a:r>
              <a:rPr lang="zh-CN" altLang="en-US" b="1" i="0">
                <a:solidFill>
                  <a:schemeClr val="bg1"/>
                </a:solidFill>
                <a:latin typeface="Times New Roman" panose="02020603050405020304" pitchFamily="18" charset="0"/>
              </a:rPr>
              <a:t>，角速度为 </a:t>
            </a:r>
            <a:r>
              <a:rPr lang="en-US" altLang="zh-CN" b="1">
                <a:solidFill>
                  <a:srgbClr val="FF6600"/>
                </a:solidFill>
              </a:rPr>
              <a:t>w </a:t>
            </a:r>
            <a:r>
              <a:rPr lang="zh-CN" altLang="en-US" b="1" i="0">
                <a:solidFill>
                  <a:schemeClr val="bg1"/>
                </a:solidFill>
                <a:latin typeface="Times New Roman" panose="02020603050405020304" pitchFamily="18" charset="0"/>
              </a:rPr>
              <a:t>。如果人由盘边走到盘心</a:t>
            </a:r>
            <a:endParaRPr lang="zh-CN" altLang="en-US" b="1" i="0">
              <a:solidFill>
                <a:schemeClr val="bg1"/>
              </a:solidFill>
              <a:latin typeface="Times New Roman" panose="02020603050405020304" pitchFamily="18" charset="0"/>
            </a:endParaRPr>
          </a:p>
        </p:txBody>
      </p:sp>
      <p:sp>
        <p:nvSpPr>
          <p:cNvPr id="131087" name="Text Box 15" descr="信纸"/>
          <p:cNvSpPr txBox="1">
            <a:spLocks noChangeArrowheads="1"/>
          </p:cNvSpPr>
          <p:nvPr/>
        </p:nvSpPr>
        <p:spPr bwMode="auto">
          <a:xfrm>
            <a:off x="115888" y="1531938"/>
            <a:ext cx="5580062" cy="457200"/>
          </a:xfrm>
          <a:prstGeom prst="rect">
            <a:avLst/>
          </a:prstGeom>
          <a:noFill/>
          <a:ln w="9525" algn="ctr">
            <a:noFill/>
            <a:miter lim="800000"/>
          </a:ln>
        </p:spPr>
        <p:txBody>
          <a:bodyPr>
            <a:spAutoFit/>
          </a:bodyPr>
          <a:lstStyle/>
          <a:p>
            <a:pPr algn="l">
              <a:spcBef>
                <a:spcPct val="50000"/>
              </a:spcBef>
            </a:pPr>
            <a:r>
              <a:rPr lang="zh-CN" altLang="en-US" b="1" i="0">
                <a:solidFill>
                  <a:srgbClr val="FF0000"/>
                </a:solidFill>
                <a:latin typeface="宋体" panose="02010600030101010101" pitchFamily="2" charset="-122"/>
              </a:rPr>
              <a:t>求</a:t>
            </a:r>
            <a:r>
              <a:rPr lang="zh-CN" altLang="en-US" b="1" i="0">
                <a:solidFill>
                  <a:schemeClr val="bg1"/>
                </a:solidFill>
                <a:latin typeface="宋体" panose="02010600030101010101" pitchFamily="2" charset="-122"/>
              </a:rPr>
              <a:t> 角速度的变化及此系统动能的变化</a:t>
            </a:r>
            <a:endParaRPr lang="zh-CN" altLang="en-US" b="1" i="0">
              <a:solidFill>
                <a:schemeClr val="bg1"/>
              </a:solidFill>
              <a:latin typeface="宋体" panose="02010600030101010101" pitchFamily="2" charset="-122"/>
            </a:endParaRPr>
          </a:p>
        </p:txBody>
      </p:sp>
      <p:sp>
        <p:nvSpPr>
          <p:cNvPr id="131088" name="Text Box 16" descr="信纸"/>
          <p:cNvSpPr txBox="1">
            <a:spLocks noChangeArrowheads="1"/>
          </p:cNvSpPr>
          <p:nvPr/>
        </p:nvSpPr>
        <p:spPr bwMode="auto">
          <a:xfrm>
            <a:off x="7164388" y="1908175"/>
            <a:ext cx="431800" cy="457200"/>
          </a:xfrm>
          <a:prstGeom prst="rect">
            <a:avLst/>
          </a:prstGeom>
          <a:noFill/>
          <a:ln w="9525" algn="ctr">
            <a:noFill/>
            <a:miter lim="800000"/>
          </a:ln>
        </p:spPr>
        <p:txBody>
          <a:bodyPr>
            <a:spAutoFit/>
          </a:bodyPr>
          <a:lstStyle/>
          <a:p>
            <a:pPr>
              <a:spcBef>
                <a:spcPct val="50000"/>
              </a:spcBef>
            </a:pPr>
            <a:r>
              <a:rPr lang="en-US" altLang="zh-CN" b="1">
                <a:solidFill>
                  <a:srgbClr val="FF0000"/>
                </a:solidFill>
                <a:latin typeface="Times New Roman" panose="02020603050405020304" pitchFamily="18" charset="0"/>
              </a:rPr>
              <a:t>ω</a:t>
            </a:r>
            <a:endParaRPr lang="en-US" altLang="zh-CN" b="1">
              <a:solidFill>
                <a:srgbClr val="FF0000"/>
              </a:solidFill>
              <a:latin typeface="Times New Roman" panose="02020603050405020304" pitchFamily="18" charset="0"/>
            </a:endParaRPr>
          </a:p>
        </p:txBody>
      </p:sp>
      <p:sp>
        <p:nvSpPr>
          <p:cNvPr id="131089" name="Text Box 17" descr="信纸"/>
          <p:cNvSpPr txBox="1">
            <a:spLocks noChangeArrowheads="1"/>
          </p:cNvSpPr>
          <p:nvPr/>
        </p:nvSpPr>
        <p:spPr bwMode="auto">
          <a:xfrm>
            <a:off x="161925" y="2162175"/>
            <a:ext cx="503238" cy="457200"/>
          </a:xfrm>
          <a:prstGeom prst="rect">
            <a:avLst/>
          </a:prstGeom>
          <a:noFill/>
          <a:ln w="9525" algn="ctr">
            <a:noFill/>
            <a:miter lim="800000"/>
          </a:ln>
        </p:spPr>
        <p:txBody>
          <a:bodyPr>
            <a:spAutoFit/>
          </a:bodyPr>
          <a:lstStyle/>
          <a:p>
            <a:pPr>
              <a:spcBef>
                <a:spcPct val="50000"/>
              </a:spcBef>
            </a:pPr>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131090" name="Text Box 18" descr="信纸"/>
          <p:cNvSpPr txBox="1">
            <a:spLocks noChangeArrowheads="1"/>
          </p:cNvSpPr>
          <p:nvPr/>
        </p:nvSpPr>
        <p:spPr bwMode="auto">
          <a:xfrm>
            <a:off x="657225" y="2162175"/>
            <a:ext cx="3529013" cy="457200"/>
          </a:xfrm>
          <a:prstGeom prst="rect">
            <a:avLst/>
          </a:prstGeom>
          <a:noFill/>
          <a:ln w="9525" algn="ctr">
            <a:noFill/>
            <a:miter lim="800000"/>
          </a:ln>
        </p:spPr>
        <p:txBody>
          <a:bodyPr>
            <a:spAutoFit/>
          </a:bodyPr>
          <a:lstStyle/>
          <a:p>
            <a:pPr algn="l">
              <a:spcBef>
                <a:spcPct val="50000"/>
              </a:spcBef>
            </a:pPr>
            <a:r>
              <a:rPr lang="zh-CN" altLang="en-US" b="1" i="0">
                <a:solidFill>
                  <a:schemeClr val="bg1"/>
                </a:solidFill>
                <a:latin typeface="Times New Roman" panose="02020603050405020304" pitchFamily="18" charset="0"/>
              </a:rPr>
              <a:t>由角动量守恒定律</a:t>
            </a:r>
            <a:endParaRPr lang="zh-CN" altLang="en-US" b="1" i="0">
              <a:solidFill>
                <a:schemeClr val="bg1"/>
              </a:solidFill>
              <a:latin typeface="Times New Roman" panose="02020603050405020304" pitchFamily="18" charset="0"/>
            </a:endParaRPr>
          </a:p>
        </p:txBody>
      </p:sp>
      <p:graphicFrame>
        <p:nvGraphicFramePr>
          <p:cNvPr id="131091" name="Object 19"/>
          <p:cNvGraphicFramePr>
            <a:graphicFrameLocks noChangeAspect="1"/>
          </p:cNvGraphicFramePr>
          <p:nvPr/>
        </p:nvGraphicFramePr>
        <p:xfrm>
          <a:off x="754063" y="2952750"/>
          <a:ext cx="2332037" cy="457200"/>
        </p:xfrm>
        <a:graphic>
          <a:graphicData uri="http://schemas.openxmlformats.org/presentationml/2006/ole">
            <mc:AlternateContent xmlns:mc="http://schemas.openxmlformats.org/markup-compatibility/2006">
              <mc:Choice xmlns:v="urn:schemas-microsoft-com:vml" Requires="v">
                <p:oleObj spid="_x0000_s61441" name="公式" r:id="rId2" imgW="28041600" imgH="5486400" progId="Equation.3">
                  <p:embed/>
                </p:oleObj>
              </mc:Choice>
              <mc:Fallback>
                <p:oleObj name="公式" r:id="rId2" imgW="28041600" imgH="5486400" progId="Equation.3">
                  <p:embed/>
                  <p:pic>
                    <p:nvPicPr>
                      <p:cNvPr id="0" name="Object 19"/>
                      <p:cNvPicPr>
                        <a:picLocks noChangeAspect="1"/>
                      </p:cNvPicPr>
                      <p:nvPr/>
                    </p:nvPicPr>
                    <p:blipFill>
                      <a:blip r:embed="rId3"/>
                      <a:stretch>
                        <a:fillRect/>
                      </a:stretch>
                    </p:blipFill>
                    <p:spPr>
                      <a:xfrm>
                        <a:off x="754063" y="2952750"/>
                        <a:ext cx="2332037" cy="457200"/>
                      </a:xfrm>
                      <a:prstGeom prst="rect">
                        <a:avLst/>
                      </a:prstGeom>
                      <a:noFill/>
                      <a:ln w="9525">
                        <a:noFill/>
                      </a:ln>
                    </p:spPr>
                  </p:pic>
                </p:oleObj>
              </mc:Fallback>
            </mc:AlternateContent>
          </a:graphicData>
        </a:graphic>
      </p:graphicFrame>
      <p:sp>
        <p:nvSpPr>
          <p:cNvPr id="131092" name="AutoShape 20"/>
          <p:cNvSpPr>
            <a:spLocks noChangeArrowheads="1"/>
          </p:cNvSpPr>
          <p:nvPr/>
        </p:nvSpPr>
        <p:spPr bwMode="auto">
          <a:xfrm>
            <a:off x="3276600" y="3025775"/>
            <a:ext cx="431800" cy="360363"/>
          </a:xfrm>
          <a:prstGeom prst="rightArrow">
            <a:avLst>
              <a:gd name="adj1" fmla="val 50000"/>
              <a:gd name="adj2" fmla="val 29956"/>
            </a:avLst>
          </a:prstGeom>
          <a:solidFill>
            <a:srgbClr val="3366FF"/>
          </a:solidFill>
          <a:ln w="9525" algn="ctr">
            <a:solidFill>
              <a:schemeClr val="tx2"/>
            </a:solidFill>
            <a:miter lim="800000"/>
          </a:ln>
        </p:spPr>
        <p:txBody>
          <a:bodyPr anchor="ctr">
            <a:spAutoFit/>
          </a:bodyPr>
          <a:lstStyle/>
          <a:p>
            <a:endParaRPr lang="zh-CN" altLang="en-US"/>
          </a:p>
        </p:txBody>
      </p:sp>
      <p:graphicFrame>
        <p:nvGraphicFramePr>
          <p:cNvPr id="131093" name="Object 21"/>
          <p:cNvGraphicFramePr>
            <a:graphicFrameLocks noChangeAspect="1"/>
          </p:cNvGraphicFramePr>
          <p:nvPr/>
        </p:nvGraphicFramePr>
        <p:xfrm>
          <a:off x="3824288" y="2770188"/>
          <a:ext cx="2206625" cy="838200"/>
        </p:xfrm>
        <a:graphic>
          <a:graphicData uri="http://schemas.openxmlformats.org/presentationml/2006/ole">
            <mc:AlternateContent xmlns:mc="http://schemas.openxmlformats.org/markup-compatibility/2006">
              <mc:Choice xmlns:v="urn:schemas-microsoft-com:vml" Requires="v">
                <p:oleObj spid="_x0000_s61443" name="公式" r:id="rId4" imgW="26517600" imgH="10058400" progId="Equation.3">
                  <p:embed/>
                </p:oleObj>
              </mc:Choice>
              <mc:Fallback>
                <p:oleObj name="公式" r:id="rId4" imgW="26517600" imgH="10058400" progId="Equation.3">
                  <p:embed/>
                  <p:pic>
                    <p:nvPicPr>
                      <p:cNvPr id="0" name="Object 21"/>
                      <p:cNvPicPr>
                        <a:picLocks noChangeAspect="1"/>
                      </p:cNvPicPr>
                      <p:nvPr/>
                    </p:nvPicPr>
                    <p:blipFill>
                      <a:blip r:embed="rId5"/>
                      <a:stretch>
                        <a:fillRect/>
                      </a:stretch>
                    </p:blipFill>
                    <p:spPr>
                      <a:xfrm>
                        <a:off x="3824288" y="2770188"/>
                        <a:ext cx="2206625" cy="838200"/>
                      </a:xfrm>
                      <a:prstGeom prst="rect">
                        <a:avLst/>
                      </a:prstGeom>
                      <a:noFill/>
                      <a:ln w="9525">
                        <a:noFill/>
                      </a:ln>
                    </p:spPr>
                  </p:pic>
                </p:oleObj>
              </mc:Fallback>
            </mc:AlternateContent>
          </a:graphicData>
        </a:graphic>
      </p:graphicFrame>
      <p:sp>
        <p:nvSpPr>
          <p:cNvPr id="131094" name="AutoShape 22"/>
          <p:cNvSpPr>
            <a:spLocks noChangeArrowheads="1"/>
          </p:cNvSpPr>
          <p:nvPr/>
        </p:nvSpPr>
        <p:spPr bwMode="auto">
          <a:xfrm>
            <a:off x="1258888" y="3906838"/>
            <a:ext cx="792162" cy="360362"/>
          </a:xfrm>
          <a:prstGeom prst="rightArrow">
            <a:avLst>
              <a:gd name="adj1" fmla="val 50000"/>
              <a:gd name="adj2" fmla="val 54956"/>
            </a:avLst>
          </a:prstGeom>
          <a:solidFill>
            <a:srgbClr val="3366FF"/>
          </a:solidFill>
          <a:ln w="9525" algn="ctr">
            <a:solidFill>
              <a:schemeClr val="tx1"/>
            </a:solidFill>
            <a:miter lim="800000"/>
          </a:ln>
        </p:spPr>
        <p:txBody>
          <a:bodyPr anchor="ctr">
            <a:spAutoFit/>
          </a:bodyPr>
          <a:lstStyle/>
          <a:p>
            <a:endParaRPr lang="zh-CN" altLang="en-US"/>
          </a:p>
        </p:txBody>
      </p:sp>
      <p:graphicFrame>
        <p:nvGraphicFramePr>
          <p:cNvPr id="131095" name="Object 23"/>
          <p:cNvGraphicFramePr>
            <a:graphicFrameLocks noChangeAspect="1"/>
          </p:cNvGraphicFramePr>
          <p:nvPr/>
        </p:nvGraphicFramePr>
        <p:xfrm>
          <a:off x="2187575" y="3670300"/>
          <a:ext cx="2789238" cy="838200"/>
        </p:xfrm>
        <a:graphic>
          <a:graphicData uri="http://schemas.openxmlformats.org/presentationml/2006/ole">
            <mc:AlternateContent xmlns:mc="http://schemas.openxmlformats.org/markup-compatibility/2006">
              <mc:Choice xmlns:v="urn:schemas-microsoft-com:vml" Requires="v">
                <p:oleObj spid="_x0000_s61444" name="公式" r:id="rId6" imgW="33528000" imgH="10058400" progId="Equation.3">
                  <p:embed/>
                </p:oleObj>
              </mc:Choice>
              <mc:Fallback>
                <p:oleObj name="公式" r:id="rId6" imgW="33528000" imgH="10058400" progId="Equation.3">
                  <p:embed/>
                  <p:pic>
                    <p:nvPicPr>
                      <p:cNvPr id="0" name="Object 23"/>
                      <p:cNvPicPr>
                        <a:picLocks noChangeAspect="1"/>
                      </p:cNvPicPr>
                      <p:nvPr/>
                    </p:nvPicPr>
                    <p:blipFill>
                      <a:blip r:embed="rId7"/>
                      <a:stretch>
                        <a:fillRect/>
                      </a:stretch>
                    </p:blipFill>
                    <p:spPr>
                      <a:xfrm>
                        <a:off x="2187575" y="3670300"/>
                        <a:ext cx="2789238" cy="838200"/>
                      </a:xfrm>
                      <a:prstGeom prst="rect">
                        <a:avLst/>
                      </a:prstGeom>
                      <a:noFill/>
                      <a:ln w="9525">
                        <a:noFill/>
                      </a:ln>
                    </p:spPr>
                  </p:pic>
                </p:oleObj>
              </mc:Fallback>
            </mc:AlternateContent>
          </a:graphicData>
        </a:graphic>
      </p:graphicFrame>
      <p:graphicFrame>
        <p:nvGraphicFramePr>
          <p:cNvPr id="131096" name="Object 24"/>
          <p:cNvGraphicFramePr>
            <a:graphicFrameLocks noChangeAspect="1"/>
          </p:cNvGraphicFramePr>
          <p:nvPr/>
        </p:nvGraphicFramePr>
        <p:xfrm>
          <a:off x="1165225" y="4641850"/>
          <a:ext cx="2641600" cy="812800"/>
        </p:xfrm>
        <a:graphic>
          <a:graphicData uri="http://schemas.openxmlformats.org/presentationml/2006/ole">
            <mc:AlternateContent xmlns:mc="http://schemas.openxmlformats.org/markup-compatibility/2006">
              <mc:Choice xmlns:v="urn:schemas-microsoft-com:vml" Requires="v">
                <p:oleObj spid="_x0000_s61445" name="公式" r:id="rId8" imgW="31699200" imgH="9753600" progId="Equation.3">
                  <p:embed/>
                </p:oleObj>
              </mc:Choice>
              <mc:Fallback>
                <p:oleObj name="公式" r:id="rId8" imgW="31699200" imgH="9753600" progId="Equation.3">
                  <p:embed/>
                  <p:pic>
                    <p:nvPicPr>
                      <p:cNvPr id="0" name="Object 24"/>
                      <p:cNvPicPr>
                        <a:picLocks noChangeAspect="1"/>
                      </p:cNvPicPr>
                      <p:nvPr/>
                    </p:nvPicPr>
                    <p:blipFill>
                      <a:blip r:embed="rId9"/>
                      <a:stretch>
                        <a:fillRect/>
                      </a:stretch>
                    </p:blipFill>
                    <p:spPr>
                      <a:xfrm>
                        <a:off x="1165225" y="4641850"/>
                        <a:ext cx="2641600" cy="812800"/>
                      </a:xfrm>
                      <a:prstGeom prst="rect">
                        <a:avLst/>
                      </a:prstGeom>
                      <a:noFill/>
                      <a:ln w="9525">
                        <a:noFill/>
                      </a:ln>
                    </p:spPr>
                  </p:pic>
                </p:oleObj>
              </mc:Fallback>
            </mc:AlternateContent>
          </a:graphicData>
        </a:graphic>
      </p:graphicFrame>
      <p:graphicFrame>
        <p:nvGraphicFramePr>
          <p:cNvPr id="131097" name="Object 25"/>
          <p:cNvGraphicFramePr>
            <a:graphicFrameLocks noChangeAspect="1"/>
          </p:cNvGraphicFramePr>
          <p:nvPr/>
        </p:nvGraphicFramePr>
        <p:xfrm>
          <a:off x="4332288" y="4540250"/>
          <a:ext cx="3749675" cy="914400"/>
        </p:xfrm>
        <a:graphic>
          <a:graphicData uri="http://schemas.openxmlformats.org/presentationml/2006/ole">
            <mc:AlternateContent xmlns:mc="http://schemas.openxmlformats.org/markup-compatibility/2006">
              <mc:Choice xmlns:v="urn:schemas-microsoft-com:vml" Requires="v">
                <p:oleObj spid="_x0000_s61446" name="公式" r:id="rId10" imgW="45110400" imgH="10972800" progId="Equation.3">
                  <p:embed/>
                </p:oleObj>
              </mc:Choice>
              <mc:Fallback>
                <p:oleObj name="公式" r:id="rId10" imgW="45110400" imgH="10972800" progId="Equation.3">
                  <p:embed/>
                  <p:pic>
                    <p:nvPicPr>
                      <p:cNvPr id="0" name="Object 25"/>
                      <p:cNvPicPr>
                        <a:picLocks noChangeAspect="1"/>
                      </p:cNvPicPr>
                      <p:nvPr/>
                    </p:nvPicPr>
                    <p:blipFill>
                      <a:blip r:embed="rId11"/>
                      <a:stretch>
                        <a:fillRect/>
                      </a:stretch>
                    </p:blipFill>
                    <p:spPr>
                      <a:xfrm>
                        <a:off x="4332288" y="4540250"/>
                        <a:ext cx="3749675" cy="914400"/>
                      </a:xfrm>
                      <a:prstGeom prst="rect">
                        <a:avLst/>
                      </a:prstGeom>
                      <a:noFill/>
                      <a:ln w="9525">
                        <a:noFill/>
                      </a:ln>
                    </p:spPr>
                  </p:pic>
                </p:oleObj>
              </mc:Fallback>
            </mc:AlternateContent>
          </a:graphicData>
        </a:graphic>
      </p:graphicFrame>
      <p:graphicFrame>
        <p:nvGraphicFramePr>
          <p:cNvPr id="131098" name="Object 26"/>
          <p:cNvGraphicFramePr>
            <a:graphicFrameLocks noChangeAspect="1"/>
          </p:cNvGraphicFramePr>
          <p:nvPr/>
        </p:nvGraphicFramePr>
        <p:xfrm>
          <a:off x="2514600" y="5695950"/>
          <a:ext cx="4641850" cy="838200"/>
        </p:xfrm>
        <a:graphic>
          <a:graphicData uri="http://schemas.openxmlformats.org/presentationml/2006/ole">
            <mc:AlternateContent xmlns:mc="http://schemas.openxmlformats.org/markup-compatibility/2006">
              <mc:Choice xmlns:v="urn:schemas-microsoft-com:vml" Requires="v">
                <p:oleObj spid="_x0000_s61447" name="公式" r:id="rId12" imgW="55778400" imgH="10058400" progId="Equation.3">
                  <p:embed/>
                </p:oleObj>
              </mc:Choice>
              <mc:Fallback>
                <p:oleObj name="公式" r:id="rId12" imgW="55778400" imgH="10058400" progId="Equation.3">
                  <p:embed/>
                  <p:pic>
                    <p:nvPicPr>
                      <p:cNvPr id="0" name="Object 26"/>
                      <p:cNvPicPr>
                        <a:picLocks noChangeAspect="1"/>
                      </p:cNvPicPr>
                      <p:nvPr/>
                    </p:nvPicPr>
                    <p:blipFill>
                      <a:blip r:embed="rId13"/>
                      <a:stretch>
                        <a:fillRect/>
                      </a:stretch>
                    </p:blipFill>
                    <p:spPr>
                      <a:xfrm>
                        <a:off x="2514600" y="5695950"/>
                        <a:ext cx="4641850" cy="838200"/>
                      </a:xfrm>
                      <a:prstGeom prst="rect">
                        <a:avLst/>
                      </a:prstGeom>
                      <a:noFill/>
                      <a:ln w="9525">
                        <a:noFill/>
                      </a:ln>
                    </p:spPr>
                  </p:pic>
                </p:oleObj>
              </mc:Fallback>
            </mc:AlternateContent>
          </a:graphicData>
        </a:graphic>
      </p:graphicFrame>
      <p:sp>
        <p:nvSpPr>
          <p:cNvPr id="131099" name="AutoShape 27"/>
          <p:cNvSpPr>
            <a:spLocks noChangeArrowheads="1"/>
          </p:cNvSpPr>
          <p:nvPr/>
        </p:nvSpPr>
        <p:spPr bwMode="auto">
          <a:xfrm>
            <a:off x="1547813" y="5948363"/>
            <a:ext cx="792162" cy="360362"/>
          </a:xfrm>
          <a:prstGeom prst="rightArrow">
            <a:avLst>
              <a:gd name="adj1" fmla="val 50000"/>
              <a:gd name="adj2" fmla="val 54956"/>
            </a:avLst>
          </a:prstGeom>
          <a:solidFill>
            <a:srgbClr val="3366FF"/>
          </a:solidFill>
          <a:ln w="9525" algn="ctr">
            <a:solidFill>
              <a:schemeClr val="tx1"/>
            </a:solidFill>
            <a:miter lim="800000"/>
          </a:ln>
        </p:spPr>
        <p:txBody>
          <a:bodyPr anchor="ctr">
            <a:spAutoFit/>
          </a:bodyP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1086"/>
                                        </p:tgtEl>
                                        <p:attrNameLst>
                                          <p:attrName>style.visibility</p:attrName>
                                        </p:attrNameLst>
                                      </p:cBhvr>
                                      <p:to>
                                        <p:strVal val="visible"/>
                                      </p:to>
                                    </p:set>
                                    <p:animEffect transition="in" filter="wipe(left)">
                                      <p:cBhvr>
                                        <p:cTn id="7" dur="500"/>
                                        <p:tgtEl>
                                          <p:spTgt spid="13108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1085"/>
                                        </p:tgtEl>
                                        <p:attrNameLst>
                                          <p:attrName>style.visibility</p:attrName>
                                        </p:attrNameLst>
                                      </p:cBhvr>
                                      <p:to>
                                        <p:strVal val="visible"/>
                                      </p:to>
                                    </p:set>
                                    <p:animEffect transition="in" filter="wipe(down)">
                                      <p:cBhvr>
                                        <p:cTn id="12" dur="500"/>
                                        <p:tgtEl>
                                          <p:spTgt spid="131085"/>
                                        </p:tgtEl>
                                      </p:cBhvr>
                                    </p:animEffect>
                                  </p:childTnLst>
                                </p:cTn>
                              </p:par>
                              <p:par>
                                <p:cTn id="13" presetID="2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31088"/>
                                        </p:tgtEl>
                                        <p:attrNameLst>
                                          <p:attrName>style.visibility</p:attrName>
                                        </p:attrNameLst>
                                      </p:cBhvr>
                                      <p:to>
                                        <p:strVal val="visible"/>
                                      </p:to>
                                    </p:set>
                                    <p:animEffect transition="in" filter="wipe(down)">
                                      <p:cBhvr>
                                        <p:cTn id="18" dur="500"/>
                                        <p:tgtEl>
                                          <p:spTgt spid="131088"/>
                                        </p:tgtEl>
                                      </p:cBhvr>
                                    </p:animEffect>
                                  </p:childTnLst>
                                </p:cTn>
                              </p:par>
                            </p:childTnLst>
                          </p:cTn>
                        </p:par>
                      </p:childTnLst>
                    </p:cTn>
                  </p:par>
                  <p:par>
                    <p:cTn id="19" fill="hold">
                      <p:stCondLst>
                        <p:cond delay="indefinite"/>
                      </p:stCondLst>
                      <p:childTnLst>
                        <p:par>
                          <p:cTn id="20" fill="hold">
                            <p:stCondLst>
                              <p:cond delay="0"/>
                            </p:stCondLst>
                            <p:childTnLst>
                              <p:par>
                                <p:cTn id="21" presetID="0" presetClass="path" presetSubtype="0" accel="50000" decel="50000" fill="hold" nodeType="clickEffect">
                                  <p:stCondLst>
                                    <p:cond delay="0"/>
                                  </p:stCondLst>
                                  <p:childTnLst>
                                    <p:animMotion origin="layout" path="M 1.38889E-6 2.59259E-6 L 0.10868 -0.00047 " pathEditMode="relative" rAng="0" ptsTypes="AA">
                                      <p:cBhvr>
                                        <p:cTn id="22" dur="2000" fill="hold"/>
                                        <p:tgtEl>
                                          <p:spTgt spid="131085"/>
                                        </p:tgtEl>
                                        <p:attrNameLst>
                                          <p:attrName>ppt_x</p:attrName>
                                          <p:attrName>ppt_y</p:attrName>
                                        </p:attrNameLst>
                                      </p:cBhvr>
                                      <p:rCtr x="54" y="0"/>
                                    </p:animMotion>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31087"/>
                                        </p:tgtEl>
                                        <p:attrNameLst>
                                          <p:attrName>style.visibility</p:attrName>
                                        </p:attrNameLst>
                                      </p:cBhvr>
                                      <p:to>
                                        <p:strVal val="visible"/>
                                      </p:to>
                                    </p:set>
                                    <p:animEffect transition="in" filter="wipe(left)">
                                      <p:cBhvr>
                                        <p:cTn id="27" dur="500"/>
                                        <p:tgtEl>
                                          <p:spTgt spid="13108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31089"/>
                                        </p:tgtEl>
                                        <p:attrNameLst>
                                          <p:attrName>style.visibility</p:attrName>
                                        </p:attrNameLst>
                                      </p:cBhvr>
                                      <p:to>
                                        <p:strVal val="visible"/>
                                      </p:to>
                                    </p:set>
                                    <p:animEffect transition="in" filter="wipe(left)">
                                      <p:cBhvr>
                                        <p:cTn id="32" dur="500"/>
                                        <p:tgtEl>
                                          <p:spTgt spid="13108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1090"/>
                                        </p:tgtEl>
                                        <p:attrNameLst>
                                          <p:attrName>style.visibility</p:attrName>
                                        </p:attrNameLst>
                                      </p:cBhvr>
                                      <p:to>
                                        <p:strVal val="visible"/>
                                      </p:to>
                                    </p:set>
                                    <p:animEffect transition="in" filter="wipe(left)">
                                      <p:cBhvr>
                                        <p:cTn id="37" dur="500"/>
                                        <p:tgtEl>
                                          <p:spTgt spid="1310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1091"/>
                                        </p:tgtEl>
                                        <p:attrNameLst>
                                          <p:attrName>style.visibility</p:attrName>
                                        </p:attrNameLst>
                                      </p:cBhvr>
                                      <p:to>
                                        <p:strVal val="visible"/>
                                      </p:to>
                                    </p:set>
                                    <p:animEffect transition="in" filter="wipe(left)">
                                      <p:cBhvr>
                                        <p:cTn id="42" dur="500"/>
                                        <p:tgtEl>
                                          <p:spTgt spid="13109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31092"/>
                                        </p:tgtEl>
                                        <p:attrNameLst>
                                          <p:attrName>style.visibility</p:attrName>
                                        </p:attrNameLst>
                                      </p:cBhvr>
                                      <p:to>
                                        <p:strVal val="visible"/>
                                      </p:to>
                                    </p:set>
                                    <p:animEffect transition="in" filter="wipe(left)">
                                      <p:cBhvr>
                                        <p:cTn id="47" dur="500"/>
                                        <p:tgtEl>
                                          <p:spTgt spid="13109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1093"/>
                                        </p:tgtEl>
                                        <p:attrNameLst>
                                          <p:attrName>style.visibility</p:attrName>
                                        </p:attrNameLst>
                                      </p:cBhvr>
                                      <p:to>
                                        <p:strVal val="visible"/>
                                      </p:to>
                                    </p:set>
                                    <p:animEffect transition="in" filter="wipe(left)">
                                      <p:cBhvr>
                                        <p:cTn id="52" dur="500"/>
                                        <p:tgtEl>
                                          <p:spTgt spid="13109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31094"/>
                                        </p:tgtEl>
                                        <p:attrNameLst>
                                          <p:attrName>style.visibility</p:attrName>
                                        </p:attrNameLst>
                                      </p:cBhvr>
                                      <p:to>
                                        <p:strVal val="visible"/>
                                      </p:to>
                                    </p:set>
                                    <p:animEffect transition="in" filter="wipe(left)">
                                      <p:cBhvr>
                                        <p:cTn id="57" dur="500"/>
                                        <p:tgtEl>
                                          <p:spTgt spid="13109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31095"/>
                                        </p:tgtEl>
                                        <p:attrNameLst>
                                          <p:attrName>style.visibility</p:attrName>
                                        </p:attrNameLst>
                                      </p:cBhvr>
                                      <p:to>
                                        <p:strVal val="visible"/>
                                      </p:to>
                                    </p:set>
                                    <p:animEffect transition="in" filter="wipe(left)">
                                      <p:cBhvr>
                                        <p:cTn id="62" dur="500"/>
                                        <p:tgtEl>
                                          <p:spTgt spid="13109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31096"/>
                                        </p:tgtEl>
                                        <p:attrNameLst>
                                          <p:attrName>style.visibility</p:attrName>
                                        </p:attrNameLst>
                                      </p:cBhvr>
                                      <p:to>
                                        <p:strVal val="visible"/>
                                      </p:to>
                                    </p:set>
                                    <p:animEffect transition="in" filter="wipe(left)">
                                      <p:cBhvr>
                                        <p:cTn id="67" dur="500"/>
                                        <p:tgtEl>
                                          <p:spTgt spid="13109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31097"/>
                                        </p:tgtEl>
                                        <p:attrNameLst>
                                          <p:attrName>style.visibility</p:attrName>
                                        </p:attrNameLst>
                                      </p:cBhvr>
                                      <p:to>
                                        <p:strVal val="visible"/>
                                      </p:to>
                                    </p:set>
                                    <p:animEffect transition="in" filter="wipe(left)">
                                      <p:cBhvr>
                                        <p:cTn id="72" dur="500"/>
                                        <p:tgtEl>
                                          <p:spTgt spid="13109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31099"/>
                                        </p:tgtEl>
                                        <p:attrNameLst>
                                          <p:attrName>style.visibility</p:attrName>
                                        </p:attrNameLst>
                                      </p:cBhvr>
                                      <p:to>
                                        <p:strVal val="visible"/>
                                      </p:to>
                                    </p:set>
                                    <p:animEffect transition="in" filter="wipe(left)">
                                      <p:cBhvr>
                                        <p:cTn id="77" dur="500"/>
                                        <p:tgtEl>
                                          <p:spTgt spid="13109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31098"/>
                                        </p:tgtEl>
                                        <p:attrNameLst>
                                          <p:attrName>style.visibility</p:attrName>
                                        </p:attrNameLst>
                                      </p:cBhvr>
                                      <p:to>
                                        <p:strVal val="visible"/>
                                      </p:to>
                                    </p:set>
                                    <p:animEffect transition="in" filter="wipe(left)">
                                      <p:cBhvr>
                                        <p:cTn id="82" dur="500"/>
                                        <p:tgtEl>
                                          <p:spTgt spid="131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86" grpId="0"/>
      <p:bldP spid="131087" grpId="0"/>
      <p:bldP spid="131088" grpId="0"/>
      <p:bldP spid="131089" grpId="0"/>
      <p:bldP spid="131090" grpId="0"/>
      <p:bldP spid="131092" grpId="0" animBg="1"/>
      <p:bldP spid="131094" grpId="0" animBg="1"/>
      <p:bldP spid="131099"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4" name="Rectangle 4"/>
          <p:cNvSpPr>
            <a:spLocks noChangeArrowheads="1"/>
          </p:cNvSpPr>
          <p:nvPr/>
        </p:nvSpPr>
        <p:spPr bwMode="auto">
          <a:xfrm>
            <a:off x="161925" y="412750"/>
            <a:ext cx="492125"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例</a:t>
            </a:r>
            <a:endParaRPr lang="zh-CN" altLang="en-US" b="1" i="0">
              <a:solidFill>
                <a:srgbClr val="FF0000"/>
              </a:solidFill>
              <a:latin typeface="Times New Roman" panose="02020603050405020304" pitchFamily="18" charset="0"/>
            </a:endParaRPr>
          </a:p>
        </p:txBody>
      </p:sp>
      <p:sp>
        <p:nvSpPr>
          <p:cNvPr id="235526" name="Text Box 6"/>
          <p:cNvSpPr txBox="1">
            <a:spLocks noChangeArrowheads="1"/>
          </p:cNvSpPr>
          <p:nvPr/>
        </p:nvSpPr>
        <p:spPr bwMode="auto">
          <a:xfrm>
            <a:off x="657225" y="368300"/>
            <a:ext cx="8189913" cy="1406525"/>
          </a:xfrm>
          <a:prstGeom prst="rect">
            <a:avLst/>
          </a:prstGeom>
          <a:noFill/>
          <a:ln w="9525">
            <a:noFill/>
            <a:miter lim="800000"/>
          </a:ln>
        </p:spPr>
        <p:txBody>
          <a:bodyPr>
            <a:spAutoFit/>
          </a:bodyPr>
          <a:lstStyle/>
          <a:p>
            <a:pPr algn="l">
              <a:lnSpc>
                <a:spcPct val="120000"/>
              </a:lnSpc>
            </a:pPr>
            <a:r>
              <a:rPr lang="zh-CN" altLang="en-US" b="1" i="0">
                <a:latin typeface="Times New Roman" panose="02020603050405020304" pitchFamily="18" charset="0"/>
              </a:rPr>
              <a:t>长为 </a:t>
            </a:r>
            <a:r>
              <a:rPr lang="en-US" altLang="zh-CN" b="1">
                <a:solidFill>
                  <a:srgbClr val="FF6600"/>
                </a:solidFill>
                <a:latin typeface="Times New Roman" panose="02020603050405020304" pitchFamily="18" charset="0"/>
              </a:rPr>
              <a:t>l </a:t>
            </a:r>
            <a:r>
              <a:rPr lang="zh-CN" altLang="en-US" b="1" i="0">
                <a:latin typeface="Times New Roman" panose="02020603050405020304" pitchFamily="18" charset="0"/>
              </a:rPr>
              <a:t>，质量为</a:t>
            </a:r>
            <a:r>
              <a:rPr lang="zh-CN" altLang="en-US" b="1" i="0">
                <a:solidFill>
                  <a:srgbClr val="FF6600"/>
                </a:solidFill>
                <a:latin typeface="Times New Roman" panose="02020603050405020304" pitchFamily="18" charset="0"/>
              </a:rPr>
              <a:t>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1</a:t>
            </a:r>
            <a:r>
              <a:rPr lang="en-US" altLang="zh-CN" b="1" i="0">
                <a:solidFill>
                  <a:srgbClr val="FF6600"/>
                </a:solidFill>
                <a:latin typeface="Times New Roman" panose="02020603050405020304" pitchFamily="18" charset="0"/>
              </a:rPr>
              <a:t> </a:t>
            </a:r>
            <a:r>
              <a:rPr lang="zh-CN" altLang="en-US" b="1" i="0">
                <a:latin typeface="Times New Roman" panose="02020603050405020304" pitchFamily="18" charset="0"/>
              </a:rPr>
              <a:t>的匀质杆，一端悬挂，可通过点 </a:t>
            </a:r>
            <a:r>
              <a:rPr lang="en-US" altLang="zh-CN" b="1">
                <a:solidFill>
                  <a:srgbClr val="FF6600"/>
                </a:solidFill>
                <a:latin typeface="Times New Roman" panose="02020603050405020304" pitchFamily="18" charset="0"/>
              </a:rPr>
              <a:t>O</a:t>
            </a:r>
            <a:r>
              <a:rPr lang="en-US" altLang="zh-CN" b="1" i="0">
                <a:latin typeface="Times New Roman" panose="02020603050405020304" pitchFamily="18" charset="0"/>
              </a:rPr>
              <a:t> </a:t>
            </a:r>
            <a:r>
              <a:rPr lang="zh-CN" altLang="en-US" b="1" i="0">
                <a:latin typeface="Times New Roman" panose="02020603050405020304" pitchFamily="18" charset="0"/>
              </a:rPr>
              <a:t>转动。今使杆水平静止的落下，在铅直位置与质量为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latin typeface="Times New Roman" panose="02020603050405020304" pitchFamily="18" charset="0"/>
              </a:rPr>
              <a:t> </a:t>
            </a:r>
            <a:r>
              <a:rPr lang="zh-CN" altLang="en-US" b="1" i="0">
                <a:latin typeface="Times New Roman" panose="02020603050405020304" pitchFamily="18" charset="0"/>
              </a:rPr>
              <a:t>的物体作</a:t>
            </a:r>
            <a:r>
              <a:rPr lang="zh-CN" altLang="en-US" b="1" i="0">
                <a:solidFill>
                  <a:srgbClr val="FF6600"/>
                </a:solidFill>
                <a:latin typeface="Times New Roman" panose="02020603050405020304" pitchFamily="18" charset="0"/>
              </a:rPr>
              <a:t>完全非弹性碰撞</a:t>
            </a:r>
            <a:r>
              <a:rPr lang="zh-CN" altLang="en-US" b="1" i="0">
                <a:latin typeface="Times New Roman" panose="02020603050405020304" pitchFamily="18" charset="0"/>
              </a:rPr>
              <a:t>后，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solidFill>
                  <a:srgbClr val="FF6600"/>
                </a:solidFill>
                <a:latin typeface="Times New Roman" panose="02020603050405020304" pitchFamily="18" charset="0"/>
              </a:rPr>
              <a:t> </a:t>
            </a:r>
            <a:r>
              <a:rPr lang="zh-CN" altLang="en-US" b="1" i="0">
                <a:latin typeface="Times New Roman" panose="02020603050405020304" pitchFamily="18" charset="0"/>
              </a:rPr>
              <a:t>沿摩擦因数 </a:t>
            </a:r>
            <a:r>
              <a:rPr lang="en-US" altLang="zh-CN" b="1">
                <a:solidFill>
                  <a:srgbClr val="FF6600"/>
                </a:solidFill>
              </a:rPr>
              <a:t>m</a:t>
            </a:r>
            <a:r>
              <a:rPr lang="en-US" altLang="zh-CN" b="1">
                <a:solidFill>
                  <a:srgbClr val="FF6600"/>
                </a:solidFill>
                <a:latin typeface="Times New Roman" panose="02020603050405020304" pitchFamily="18" charset="0"/>
              </a:rPr>
              <a:t> </a:t>
            </a:r>
            <a:r>
              <a:rPr lang="en-US" altLang="zh-CN" b="1" i="0">
                <a:latin typeface="Times New Roman" panose="02020603050405020304" pitchFamily="18" charset="0"/>
              </a:rPr>
              <a:t> </a:t>
            </a:r>
            <a:r>
              <a:rPr lang="zh-CN" altLang="en-US" b="1" i="0">
                <a:latin typeface="Times New Roman" panose="02020603050405020304" pitchFamily="18" charset="0"/>
              </a:rPr>
              <a:t>的水平面滑动。</a:t>
            </a:r>
            <a:endParaRPr lang="zh-CN" altLang="en-US" b="1" i="0">
              <a:latin typeface="Times New Roman" panose="02020603050405020304" pitchFamily="18" charset="0"/>
            </a:endParaRPr>
          </a:p>
        </p:txBody>
      </p:sp>
      <p:grpSp>
        <p:nvGrpSpPr>
          <p:cNvPr id="2" name="Group 25"/>
          <p:cNvGrpSpPr/>
          <p:nvPr/>
        </p:nvGrpSpPr>
        <p:grpSpPr bwMode="auto">
          <a:xfrm>
            <a:off x="6372225" y="1943100"/>
            <a:ext cx="2295525" cy="1801813"/>
            <a:chOff x="4042" y="1263"/>
            <a:chExt cx="1446" cy="1135"/>
          </a:xfrm>
        </p:grpSpPr>
        <p:sp>
          <p:nvSpPr>
            <p:cNvPr id="62481" name="Rectangle 15" descr="深色上对角线"/>
            <p:cNvSpPr>
              <a:spLocks noChangeArrowheads="1"/>
            </p:cNvSpPr>
            <p:nvPr/>
          </p:nvSpPr>
          <p:spPr bwMode="auto">
            <a:xfrm>
              <a:off x="4042" y="2361"/>
              <a:ext cx="1446" cy="37"/>
            </a:xfrm>
            <a:prstGeom prst="rect">
              <a:avLst/>
            </a:prstGeom>
            <a:pattFill prst="dkUpDiag">
              <a:fgClr>
                <a:schemeClr val="tx1"/>
              </a:fgClr>
              <a:bgClr>
                <a:srgbClr val="FFFFFF"/>
              </a:bgClr>
            </a:pattFill>
            <a:ln w="9525">
              <a:solidFill>
                <a:srgbClr val="333333"/>
              </a:solidFill>
              <a:miter lim="800000"/>
            </a:ln>
          </p:spPr>
          <p:txBody>
            <a:bodyPr wrap="none" anchor="ctr"/>
            <a:lstStyle/>
            <a:p>
              <a:endParaRPr lang="zh-CN" altLang="en-US"/>
            </a:p>
          </p:txBody>
        </p:sp>
        <p:sp>
          <p:nvSpPr>
            <p:cNvPr id="62482" name="Rectangle 16" descr="深色木质"/>
            <p:cNvSpPr>
              <a:spLocks noChangeArrowheads="1"/>
            </p:cNvSpPr>
            <p:nvPr/>
          </p:nvSpPr>
          <p:spPr bwMode="auto">
            <a:xfrm>
              <a:off x="4444" y="1399"/>
              <a:ext cx="201" cy="37"/>
            </a:xfrm>
            <a:prstGeom prst="rect">
              <a:avLst/>
            </a:prstGeom>
            <a:blipFill dpi="0" rotWithShape="0">
              <a:blip r:embed="rId1"/>
              <a:srcRect/>
              <a:tile tx="0" ty="0" sx="100000" sy="100000" flip="none" algn="tl"/>
            </a:blipFill>
            <a:ln w="9525">
              <a:pattFill prst="pct5">
                <a:fgClr>
                  <a:srgbClr val="808080"/>
                </a:fgClr>
                <a:bgClr>
                  <a:srgbClr val="CC6600"/>
                </a:bgClr>
              </a:pattFill>
              <a:miter lim="800000"/>
            </a:ln>
          </p:spPr>
          <p:txBody>
            <a:bodyPr wrap="none" anchor="ctr"/>
            <a:lstStyle/>
            <a:p>
              <a:endParaRPr lang="zh-CN" altLang="en-US"/>
            </a:p>
          </p:txBody>
        </p:sp>
        <p:sp>
          <p:nvSpPr>
            <p:cNvPr id="62483" name="AutoShape 17"/>
            <p:cNvSpPr>
              <a:spLocks noChangeArrowheads="1"/>
            </p:cNvSpPr>
            <p:nvPr/>
          </p:nvSpPr>
          <p:spPr bwMode="auto">
            <a:xfrm>
              <a:off x="4524" y="1510"/>
              <a:ext cx="40" cy="851"/>
            </a:xfrm>
            <a:prstGeom prst="roundRect">
              <a:avLst>
                <a:gd name="adj" fmla="val 50000"/>
              </a:avLst>
            </a:prstGeom>
            <a:noFill/>
            <a:ln w="28575">
              <a:solidFill>
                <a:srgbClr val="800000"/>
              </a:solidFill>
              <a:prstDash val="sysDot"/>
              <a:round/>
            </a:ln>
          </p:spPr>
          <p:txBody>
            <a:bodyPr wrap="none" anchor="ctr"/>
            <a:lstStyle/>
            <a:p>
              <a:endParaRPr lang="zh-CN" altLang="en-US"/>
            </a:p>
          </p:txBody>
        </p:sp>
        <p:sp>
          <p:nvSpPr>
            <p:cNvPr id="62484" name="AutoShape 18" descr="深色上对角线"/>
            <p:cNvSpPr>
              <a:spLocks noChangeArrowheads="1"/>
            </p:cNvSpPr>
            <p:nvPr/>
          </p:nvSpPr>
          <p:spPr bwMode="auto">
            <a:xfrm rot="5400000">
              <a:off x="4967" y="1067"/>
              <a:ext cx="37" cy="924"/>
            </a:xfrm>
            <a:prstGeom prst="roundRect">
              <a:avLst>
                <a:gd name="adj" fmla="val 50000"/>
              </a:avLst>
            </a:prstGeom>
            <a:pattFill prst="dkUpDiag">
              <a:fgClr>
                <a:srgbClr val="CC6600"/>
              </a:fgClr>
              <a:bgClr>
                <a:srgbClr val="FFCC99"/>
              </a:bgClr>
            </a:pattFill>
            <a:ln w="19050">
              <a:solidFill>
                <a:srgbClr val="CC6600"/>
              </a:solidFill>
              <a:round/>
            </a:ln>
          </p:spPr>
          <p:txBody>
            <a:bodyPr wrap="none" anchor="ctr"/>
            <a:lstStyle/>
            <a:p>
              <a:endParaRPr lang="zh-CN" altLang="en-US"/>
            </a:p>
          </p:txBody>
        </p:sp>
        <p:sp>
          <p:nvSpPr>
            <p:cNvPr id="62485" name="Freeform 19"/>
            <p:cNvSpPr/>
            <p:nvPr/>
          </p:nvSpPr>
          <p:spPr bwMode="auto">
            <a:xfrm>
              <a:off x="4484" y="1436"/>
              <a:ext cx="120" cy="111"/>
            </a:xfrm>
            <a:custGeom>
              <a:avLst/>
              <a:gdLst>
                <a:gd name="T0" fmla="*/ 0 w 96"/>
                <a:gd name="T1" fmla="*/ 0 h 144"/>
                <a:gd name="T2" fmla="*/ 94 w 96"/>
                <a:gd name="T3" fmla="*/ 66 h 144"/>
                <a:gd name="T4" fmla="*/ 188 w 96"/>
                <a:gd name="T5" fmla="*/ 0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cubicBezTo>
                    <a:pt x="16" y="72"/>
                    <a:pt x="32" y="144"/>
                    <a:pt x="48" y="144"/>
                  </a:cubicBezTo>
                  <a:cubicBezTo>
                    <a:pt x="64" y="144"/>
                    <a:pt x="80" y="72"/>
                    <a:pt x="96" y="0"/>
                  </a:cubicBezTo>
                </a:path>
              </a:pathLst>
            </a:custGeom>
            <a:noFill/>
            <a:ln w="28575">
              <a:solidFill>
                <a:schemeClr val="tx1"/>
              </a:solidFill>
              <a:round/>
            </a:ln>
          </p:spPr>
          <p:txBody>
            <a:bodyPr wrap="none"/>
            <a:lstStyle/>
            <a:p>
              <a:endParaRPr lang="zh-CN" altLang="en-US"/>
            </a:p>
          </p:txBody>
        </p:sp>
        <p:sp>
          <p:nvSpPr>
            <p:cNvPr id="62486" name="Rectangle 20" descr="深色木质"/>
            <p:cNvSpPr>
              <a:spLocks noChangeArrowheads="1"/>
            </p:cNvSpPr>
            <p:nvPr/>
          </p:nvSpPr>
          <p:spPr bwMode="auto">
            <a:xfrm>
              <a:off x="4283" y="2213"/>
              <a:ext cx="241" cy="148"/>
            </a:xfrm>
            <a:prstGeom prst="rect">
              <a:avLst/>
            </a:prstGeom>
            <a:blipFill dpi="0" rotWithShape="1">
              <a:blip r:embed="rId1"/>
              <a:srcRect/>
              <a:tile tx="0" ty="0" sx="100000" sy="100000" flip="none" algn="tl"/>
            </a:blipFill>
            <a:ln w="19050">
              <a:solidFill>
                <a:schemeClr val="tx1"/>
              </a:solidFill>
              <a:miter lim="800000"/>
            </a:ln>
          </p:spPr>
          <p:txBody>
            <a:bodyPr wrap="none" anchor="ctr"/>
            <a:lstStyle/>
            <a:p>
              <a:endParaRPr lang="zh-CN" altLang="en-US"/>
            </a:p>
          </p:txBody>
        </p:sp>
        <p:sp>
          <p:nvSpPr>
            <p:cNvPr id="62487" name="Arc 21"/>
            <p:cNvSpPr/>
            <p:nvPr/>
          </p:nvSpPr>
          <p:spPr bwMode="auto">
            <a:xfrm rot="5076218">
              <a:off x="5235" y="1713"/>
              <a:ext cx="203" cy="2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2"/>
              </a:solidFill>
              <a:round/>
              <a:tailEnd type="stealth" w="lg" len="lg"/>
            </a:ln>
          </p:spPr>
          <p:txBody>
            <a:bodyPr wrap="none" anchor="ctr"/>
            <a:lstStyle/>
            <a:p>
              <a:endParaRPr lang="zh-CN" altLang="en-US"/>
            </a:p>
          </p:txBody>
        </p:sp>
        <p:graphicFrame>
          <p:nvGraphicFramePr>
            <p:cNvPr id="62469" name="Object 22"/>
            <p:cNvGraphicFramePr/>
            <p:nvPr/>
          </p:nvGraphicFramePr>
          <p:xfrm>
            <a:off x="4758" y="1263"/>
            <a:ext cx="390" cy="245"/>
          </p:xfrm>
          <a:graphic>
            <a:graphicData uri="http://schemas.openxmlformats.org/presentationml/2006/ole">
              <mc:AlternateContent xmlns:mc="http://schemas.openxmlformats.org/markup-compatibility/2006">
                <mc:Choice xmlns:v="urn:schemas-microsoft-com:vml" Requires="v">
                  <p:oleObj spid="_x0000_s62465" name="公式" r:id="rId2" imgW="8229600" imgH="5181600" progId="Equation.3">
                    <p:embed/>
                  </p:oleObj>
                </mc:Choice>
                <mc:Fallback>
                  <p:oleObj name="公式" r:id="rId2" imgW="8229600" imgH="5181600" progId="Equation.3">
                    <p:embed/>
                    <p:pic>
                      <p:nvPicPr>
                        <p:cNvPr id="0" name="Object 22"/>
                        <p:cNvPicPr/>
                        <p:nvPr/>
                      </p:nvPicPr>
                      <p:blipFill>
                        <a:blip r:embed="rId3"/>
                        <a:stretch>
                          <a:fillRect/>
                        </a:stretch>
                      </p:blipFill>
                      <p:spPr>
                        <a:xfrm>
                          <a:off x="4758" y="1263"/>
                          <a:ext cx="390" cy="245"/>
                        </a:xfrm>
                        <a:prstGeom prst="rect">
                          <a:avLst/>
                        </a:prstGeom>
                        <a:noFill/>
                        <a:ln w="9525">
                          <a:noFill/>
                        </a:ln>
                      </p:spPr>
                    </p:pic>
                  </p:oleObj>
                </mc:Fallback>
              </mc:AlternateContent>
            </a:graphicData>
          </a:graphic>
        </p:graphicFrame>
        <p:graphicFrame>
          <p:nvGraphicFramePr>
            <p:cNvPr id="62470" name="Object 23"/>
            <p:cNvGraphicFramePr/>
            <p:nvPr/>
          </p:nvGraphicFramePr>
          <p:xfrm>
            <a:off x="4235" y="1954"/>
            <a:ext cx="245" cy="245"/>
          </p:xfrm>
          <a:graphic>
            <a:graphicData uri="http://schemas.openxmlformats.org/presentationml/2006/ole">
              <mc:AlternateContent xmlns:mc="http://schemas.openxmlformats.org/markup-compatibility/2006">
                <mc:Choice xmlns:v="urn:schemas-microsoft-com:vml" Requires="v">
                  <p:oleObj spid="_x0000_s62470" name="公式" r:id="rId4" imgW="5181600" imgH="5181600" progId="Equation.3">
                    <p:embed/>
                  </p:oleObj>
                </mc:Choice>
                <mc:Fallback>
                  <p:oleObj name="公式" r:id="rId4" imgW="5181600" imgH="5181600" progId="Equation.3">
                    <p:embed/>
                    <p:pic>
                      <p:nvPicPr>
                        <p:cNvPr id="0" name="Object 23"/>
                        <p:cNvPicPr/>
                        <p:nvPr/>
                      </p:nvPicPr>
                      <p:blipFill>
                        <a:blip r:embed="rId5"/>
                        <a:stretch>
                          <a:fillRect/>
                        </a:stretch>
                      </p:blipFill>
                      <p:spPr>
                        <a:xfrm>
                          <a:off x="4235" y="1954"/>
                          <a:ext cx="245" cy="245"/>
                        </a:xfrm>
                        <a:prstGeom prst="rect">
                          <a:avLst/>
                        </a:prstGeom>
                        <a:noFill/>
                        <a:ln w="9525">
                          <a:noFill/>
                        </a:ln>
                      </p:spPr>
                    </p:pic>
                  </p:oleObj>
                </mc:Fallback>
              </mc:AlternateContent>
            </a:graphicData>
          </a:graphic>
        </p:graphicFrame>
        <p:sp>
          <p:nvSpPr>
            <p:cNvPr id="62488" name="Text Box 24"/>
            <p:cNvSpPr txBox="1">
              <a:spLocks noChangeArrowheads="1"/>
            </p:cNvSpPr>
            <p:nvPr/>
          </p:nvSpPr>
          <p:spPr bwMode="auto">
            <a:xfrm>
              <a:off x="4297" y="1456"/>
              <a:ext cx="198" cy="250"/>
            </a:xfrm>
            <a:prstGeom prst="rect">
              <a:avLst/>
            </a:prstGeom>
            <a:noFill/>
            <a:ln w="9525" algn="ctr">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O</a:t>
              </a:r>
              <a:endParaRPr lang="en-US" altLang="zh-CN" sz="2000" b="1">
                <a:solidFill>
                  <a:srgbClr val="FF0000"/>
                </a:solidFill>
                <a:latin typeface="Times New Roman" panose="02020603050405020304" pitchFamily="18" charset="0"/>
              </a:endParaRPr>
            </a:p>
          </p:txBody>
        </p:sp>
      </p:grpSp>
      <p:sp>
        <p:nvSpPr>
          <p:cNvPr id="235546" name="Text Box 26"/>
          <p:cNvSpPr txBox="1">
            <a:spLocks noChangeArrowheads="1"/>
          </p:cNvSpPr>
          <p:nvPr/>
        </p:nvSpPr>
        <p:spPr bwMode="auto">
          <a:xfrm>
            <a:off x="161925" y="1763713"/>
            <a:ext cx="1035050" cy="530225"/>
          </a:xfrm>
          <a:prstGeom prst="rect">
            <a:avLst/>
          </a:prstGeom>
          <a:noFill/>
          <a:ln w="9525">
            <a:noFill/>
            <a:miter lim="800000"/>
          </a:ln>
        </p:spPr>
        <p:txBody>
          <a:bodyPr>
            <a:spAutoFit/>
          </a:bodyPr>
          <a:lstStyle/>
          <a:p>
            <a:pPr algn="l">
              <a:lnSpc>
                <a:spcPct val="120000"/>
              </a:lnSpc>
            </a:pPr>
            <a:r>
              <a:rPr lang="zh-CN" altLang="en-US" b="1" i="0">
                <a:solidFill>
                  <a:srgbClr val="FF0000"/>
                </a:solidFill>
                <a:latin typeface="Times New Roman" panose="02020603050405020304" pitchFamily="18" charset="0"/>
              </a:rPr>
              <a:t>求</a:t>
            </a:r>
            <a:endParaRPr lang="zh-CN" altLang="en-US" b="1" i="0">
              <a:solidFill>
                <a:srgbClr val="FF0000"/>
              </a:solidFill>
              <a:latin typeface="Times New Roman" panose="02020603050405020304" pitchFamily="18" charset="0"/>
            </a:endParaRPr>
          </a:p>
        </p:txBody>
      </p:sp>
      <p:sp>
        <p:nvSpPr>
          <p:cNvPr id="235547" name="Text Box 27"/>
          <p:cNvSpPr txBox="1">
            <a:spLocks noChangeArrowheads="1"/>
          </p:cNvSpPr>
          <p:nvPr/>
        </p:nvSpPr>
        <p:spPr bwMode="auto">
          <a:xfrm>
            <a:off x="701675" y="1763713"/>
            <a:ext cx="3916363" cy="530225"/>
          </a:xfrm>
          <a:prstGeom prst="rect">
            <a:avLst/>
          </a:prstGeom>
          <a:noFill/>
          <a:ln w="9525">
            <a:noFill/>
            <a:miter lim="800000"/>
          </a:ln>
        </p:spPr>
        <p:txBody>
          <a:bodyPr>
            <a:spAutoFit/>
          </a:bodyPr>
          <a:lstStyle/>
          <a:p>
            <a:pPr algn="l">
              <a:lnSpc>
                <a:spcPct val="120000"/>
              </a:lnSpc>
            </a:pP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solidFill>
                  <a:srgbClr val="FF6600"/>
                </a:solidFill>
                <a:latin typeface="Times New Roman" panose="02020603050405020304" pitchFamily="18" charset="0"/>
              </a:rPr>
              <a:t> </a:t>
            </a:r>
            <a:r>
              <a:rPr lang="zh-CN" altLang="en-US" b="1" i="0">
                <a:latin typeface="Times New Roman" panose="02020603050405020304" pitchFamily="18" charset="0"/>
              </a:rPr>
              <a:t>滑动的距离。</a:t>
            </a:r>
            <a:endParaRPr lang="zh-CN" altLang="en-US" b="1" i="0">
              <a:latin typeface="Times New Roman" panose="02020603050405020304" pitchFamily="18" charset="0"/>
            </a:endParaRPr>
          </a:p>
        </p:txBody>
      </p:sp>
      <p:sp>
        <p:nvSpPr>
          <p:cNvPr id="235548" name="Rectangle 28"/>
          <p:cNvSpPr>
            <a:spLocks noChangeArrowheads="1"/>
          </p:cNvSpPr>
          <p:nvPr/>
        </p:nvSpPr>
        <p:spPr bwMode="auto">
          <a:xfrm>
            <a:off x="120650" y="2349500"/>
            <a:ext cx="490538" cy="457200"/>
          </a:xfrm>
          <a:prstGeom prst="rect">
            <a:avLst/>
          </a:prstGeom>
          <a:noFill/>
          <a:ln w="9525">
            <a:noFill/>
            <a:miter lim="800000"/>
          </a:ln>
        </p:spPr>
        <p:txBody>
          <a:bodyPr wrap="none">
            <a:spAutoFit/>
          </a:bodyPr>
          <a:lstStyle/>
          <a:p>
            <a:r>
              <a:rPr lang="zh-CN" altLang="en-US" b="1" i="0">
                <a:solidFill>
                  <a:srgbClr val="FF0000"/>
                </a:solidFill>
                <a:latin typeface="Times New Roman" panose="02020603050405020304" pitchFamily="18" charset="0"/>
              </a:rPr>
              <a:t>解</a:t>
            </a:r>
            <a:endParaRPr lang="zh-CN" altLang="en-US" b="1" i="0">
              <a:solidFill>
                <a:srgbClr val="FF0000"/>
              </a:solidFill>
              <a:latin typeface="Times New Roman" panose="02020603050405020304" pitchFamily="18" charset="0"/>
            </a:endParaRPr>
          </a:p>
        </p:txBody>
      </p:sp>
      <p:sp>
        <p:nvSpPr>
          <p:cNvPr id="235550" name="Text Box 30"/>
          <p:cNvSpPr txBox="1">
            <a:spLocks noChangeArrowheads="1"/>
          </p:cNvSpPr>
          <p:nvPr/>
        </p:nvSpPr>
        <p:spPr bwMode="auto">
          <a:xfrm>
            <a:off x="657225" y="2349500"/>
            <a:ext cx="5624513" cy="701675"/>
          </a:xfrm>
          <a:prstGeom prst="rect">
            <a:avLst/>
          </a:prstGeom>
          <a:noFill/>
          <a:ln w="9525" algn="ctr">
            <a:noFill/>
            <a:miter lim="800000"/>
          </a:ln>
        </p:spPr>
        <p:txBody>
          <a:bodyPr>
            <a:spAutoFit/>
          </a:bodyPr>
          <a:lstStyle/>
          <a:p>
            <a:pPr algn="l">
              <a:spcBef>
                <a:spcPct val="50000"/>
              </a:spcBef>
            </a:pPr>
            <a:r>
              <a:rPr lang="zh-CN" altLang="en-US" sz="2000" b="1" i="0">
                <a:solidFill>
                  <a:srgbClr val="A50021"/>
                </a:solidFill>
                <a:latin typeface="Times New Roman" panose="02020603050405020304" pitchFamily="18" charset="0"/>
              </a:rPr>
              <a:t>处理这类碰撞问题与过去质点运动相似但又有区别，将分阶段进行讨论。</a:t>
            </a:r>
            <a:endParaRPr lang="zh-CN" altLang="en-US" sz="2000" b="1" i="0">
              <a:solidFill>
                <a:srgbClr val="A50021"/>
              </a:solidFill>
              <a:latin typeface="Times New Roman" panose="02020603050405020304" pitchFamily="18" charset="0"/>
            </a:endParaRPr>
          </a:p>
        </p:txBody>
      </p:sp>
      <p:sp>
        <p:nvSpPr>
          <p:cNvPr id="235552" name="Text Box 32"/>
          <p:cNvSpPr txBox="1">
            <a:spLocks noChangeArrowheads="1"/>
          </p:cNvSpPr>
          <p:nvPr/>
        </p:nvSpPr>
        <p:spPr bwMode="auto">
          <a:xfrm>
            <a:off x="611188" y="3114675"/>
            <a:ext cx="5624512" cy="830263"/>
          </a:xfrm>
          <a:prstGeom prst="rect">
            <a:avLst/>
          </a:prstGeom>
          <a:noFill/>
          <a:ln w="9525" algn="ctr">
            <a:noFill/>
            <a:miter lim="800000"/>
          </a:ln>
        </p:spPr>
        <p:txBody>
          <a:bodyPr>
            <a:spAutoFit/>
          </a:bodyPr>
          <a:lstStyle/>
          <a:p>
            <a:pPr algn="l">
              <a:spcBef>
                <a:spcPct val="50000"/>
              </a:spcBef>
            </a:pPr>
            <a:r>
              <a:rPr lang="en-US" altLang="zh-CN" b="1" i="0">
                <a:latin typeface="Times New Roman" panose="02020603050405020304" pitchFamily="18" charset="0"/>
              </a:rPr>
              <a:t>(1)  </a:t>
            </a:r>
            <a:r>
              <a:rPr lang="zh-CN" altLang="en-US" b="1" i="0">
                <a:latin typeface="Times New Roman" panose="02020603050405020304" pitchFamily="18" charset="0"/>
              </a:rPr>
              <a:t>杆自由下落到将和</a:t>
            </a:r>
            <a:r>
              <a:rPr lang="zh-CN" altLang="en-US" b="1">
                <a:latin typeface="Times New Roman" panose="02020603050405020304" pitchFamily="18" charset="0"/>
              </a:rPr>
              <a:t> </a:t>
            </a:r>
            <a:r>
              <a:rPr lang="en-US" altLang="zh-CN" b="1">
                <a:solidFill>
                  <a:srgbClr val="FF6600"/>
                </a:solidFill>
                <a:latin typeface="Times New Roman" panose="02020603050405020304" pitchFamily="18" charset="0"/>
              </a:rPr>
              <a:t>m</a:t>
            </a:r>
            <a:r>
              <a:rPr lang="en-US" altLang="zh-CN" b="1" baseline="-25000">
                <a:solidFill>
                  <a:srgbClr val="FF6600"/>
                </a:solidFill>
                <a:latin typeface="Times New Roman" panose="02020603050405020304" pitchFamily="18" charset="0"/>
              </a:rPr>
              <a:t>2</a:t>
            </a:r>
            <a:r>
              <a:rPr lang="en-US" altLang="zh-CN" b="1" i="0">
                <a:latin typeface="Times New Roman" panose="02020603050405020304" pitchFamily="18" charset="0"/>
              </a:rPr>
              <a:t> </a:t>
            </a:r>
            <a:r>
              <a:rPr lang="zh-CN" altLang="en-US" b="1" i="0">
                <a:latin typeface="Times New Roman" panose="02020603050405020304" pitchFamily="18" charset="0"/>
              </a:rPr>
              <a:t>碰撞，由</a:t>
            </a:r>
            <a:r>
              <a:rPr lang="zh-CN" altLang="en-US" b="1" i="0">
                <a:solidFill>
                  <a:srgbClr val="FF6600"/>
                </a:solidFill>
                <a:latin typeface="Times New Roman" panose="02020603050405020304" pitchFamily="18" charset="0"/>
              </a:rPr>
              <a:t>机械能守恒</a:t>
            </a:r>
            <a:r>
              <a:rPr lang="zh-CN" altLang="en-US" b="1" i="0">
                <a:latin typeface="Times New Roman" panose="02020603050405020304" pitchFamily="18" charset="0"/>
              </a:rPr>
              <a:t>得</a:t>
            </a:r>
            <a:endParaRPr lang="zh-CN" altLang="en-US" b="1" i="0">
              <a:latin typeface="Times New Roman" panose="02020603050405020304" pitchFamily="18" charset="0"/>
            </a:endParaRPr>
          </a:p>
        </p:txBody>
      </p:sp>
      <p:graphicFrame>
        <p:nvGraphicFramePr>
          <p:cNvPr id="235553" name="Object 33"/>
          <p:cNvGraphicFramePr/>
          <p:nvPr/>
        </p:nvGraphicFramePr>
        <p:xfrm>
          <a:off x="1285875" y="4070350"/>
          <a:ext cx="1908175" cy="812800"/>
        </p:xfrm>
        <a:graphic>
          <a:graphicData uri="http://schemas.openxmlformats.org/presentationml/2006/ole">
            <mc:AlternateContent xmlns:mc="http://schemas.openxmlformats.org/markup-compatibility/2006">
              <mc:Choice xmlns:v="urn:schemas-microsoft-com:vml" Requires="v">
                <p:oleObj spid="_x0000_s62466" name="公式" r:id="rId6" imgW="22860000" imgH="9753600" progId="Equation.3">
                  <p:embed/>
                </p:oleObj>
              </mc:Choice>
              <mc:Fallback>
                <p:oleObj name="公式" r:id="rId6" imgW="22860000" imgH="9753600" progId="Equation.3">
                  <p:embed/>
                  <p:pic>
                    <p:nvPicPr>
                      <p:cNvPr id="0" name="Object 33"/>
                      <p:cNvPicPr/>
                      <p:nvPr/>
                    </p:nvPicPr>
                    <p:blipFill>
                      <a:blip r:embed="rId7"/>
                      <a:stretch>
                        <a:fillRect/>
                      </a:stretch>
                    </p:blipFill>
                    <p:spPr>
                      <a:xfrm>
                        <a:off x="1285875" y="4070350"/>
                        <a:ext cx="1908175" cy="812800"/>
                      </a:xfrm>
                      <a:prstGeom prst="rect">
                        <a:avLst/>
                      </a:prstGeom>
                      <a:noFill/>
                      <a:ln w="9525">
                        <a:noFill/>
                      </a:ln>
                    </p:spPr>
                  </p:pic>
                </p:oleObj>
              </mc:Fallback>
            </mc:AlternateContent>
          </a:graphicData>
        </a:graphic>
      </p:graphicFrame>
      <p:sp>
        <p:nvSpPr>
          <p:cNvPr id="235567" name="AutoShape 47"/>
          <p:cNvSpPr>
            <a:spLocks noChangeArrowheads="1"/>
          </p:cNvSpPr>
          <p:nvPr/>
        </p:nvSpPr>
        <p:spPr bwMode="auto">
          <a:xfrm>
            <a:off x="3425825" y="4429125"/>
            <a:ext cx="719138" cy="225425"/>
          </a:xfrm>
          <a:prstGeom prst="rightArrow">
            <a:avLst>
              <a:gd name="adj1" fmla="val 50000"/>
              <a:gd name="adj2" fmla="val 79754"/>
            </a:avLst>
          </a:prstGeom>
          <a:solidFill>
            <a:srgbClr val="3366FF">
              <a:alpha val="59999"/>
            </a:srgbClr>
          </a:solidFill>
          <a:ln w="9525" algn="ctr">
            <a:solidFill>
              <a:schemeClr val="tx1"/>
            </a:solidFill>
            <a:miter lim="800000"/>
          </a:ln>
        </p:spPr>
        <p:txBody>
          <a:bodyPr wrap="none" anchor="ctr"/>
          <a:lstStyle/>
          <a:p>
            <a:endParaRPr lang="zh-CN" altLang="en-US"/>
          </a:p>
        </p:txBody>
      </p:sp>
      <p:graphicFrame>
        <p:nvGraphicFramePr>
          <p:cNvPr id="235568" name="Object 48"/>
          <p:cNvGraphicFramePr>
            <a:graphicFrameLocks noChangeAspect="1"/>
          </p:cNvGraphicFramePr>
          <p:nvPr/>
        </p:nvGraphicFramePr>
        <p:xfrm>
          <a:off x="4302125" y="4070350"/>
          <a:ext cx="1244600" cy="889000"/>
        </p:xfrm>
        <a:graphic>
          <a:graphicData uri="http://schemas.openxmlformats.org/presentationml/2006/ole">
            <mc:AlternateContent xmlns:mc="http://schemas.openxmlformats.org/markup-compatibility/2006">
              <mc:Choice xmlns:v="urn:schemas-microsoft-com:vml" Requires="v">
                <p:oleObj spid="_x0000_s62467" name="公式" r:id="rId8" imgW="14935200" imgH="10668000" progId="Equation.3">
                  <p:embed/>
                </p:oleObj>
              </mc:Choice>
              <mc:Fallback>
                <p:oleObj name="公式" r:id="rId8" imgW="14935200" imgH="10668000" progId="Equation.3">
                  <p:embed/>
                  <p:pic>
                    <p:nvPicPr>
                      <p:cNvPr id="0" name="Object 48"/>
                      <p:cNvPicPr>
                        <a:picLocks noChangeAspect="1"/>
                      </p:cNvPicPr>
                      <p:nvPr/>
                    </p:nvPicPr>
                    <p:blipFill>
                      <a:blip r:embed="rId9"/>
                      <a:stretch>
                        <a:fillRect/>
                      </a:stretch>
                    </p:blipFill>
                    <p:spPr>
                      <a:xfrm>
                        <a:off x="4302125" y="4070350"/>
                        <a:ext cx="1244600" cy="889000"/>
                      </a:xfrm>
                      <a:prstGeom prst="rect">
                        <a:avLst/>
                      </a:prstGeom>
                      <a:noFill/>
                      <a:ln w="9525">
                        <a:noFill/>
                      </a:ln>
                    </p:spPr>
                  </p:pic>
                </p:oleObj>
              </mc:Fallback>
            </mc:AlternateContent>
          </a:graphicData>
        </a:graphic>
      </p:graphicFrame>
      <p:sp>
        <p:nvSpPr>
          <p:cNvPr id="235569" name="Text Box 49"/>
          <p:cNvSpPr txBox="1">
            <a:spLocks noChangeArrowheads="1"/>
          </p:cNvSpPr>
          <p:nvPr/>
        </p:nvSpPr>
        <p:spPr bwMode="auto">
          <a:xfrm>
            <a:off x="657225" y="5086350"/>
            <a:ext cx="6840538" cy="457200"/>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(2)  </a:t>
            </a:r>
            <a:r>
              <a:rPr lang="zh-CN" altLang="en-US" b="1" i="0">
                <a:latin typeface="Times New Roman" panose="02020603050405020304" pitchFamily="18" charset="0"/>
              </a:rPr>
              <a:t>杆和物体</a:t>
            </a:r>
            <a:r>
              <a:rPr lang="zh-CN" altLang="en-US" b="1">
                <a:latin typeface="Times New Roman" panose="02020603050405020304" pitchFamily="18" charset="0"/>
              </a:rPr>
              <a:t>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solidFill>
                  <a:srgbClr val="FF6600"/>
                </a:solidFill>
                <a:latin typeface="Times New Roman" panose="02020603050405020304" pitchFamily="18" charset="0"/>
              </a:rPr>
              <a:t> </a:t>
            </a:r>
            <a:r>
              <a:rPr lang="zh-CN" altLang="en-US" b="1" i="0">
                <a:latin typeface="Times New Roman" panose="02020603050405020304" pitchFamily="18" charset="0"/>
              </a:rPr>
              <a:t>碰撞过程，由</a:t>
            </a:r>
            <a:r>
              <a:rPr lang="zh-CN" altLang="en-US" b="1" i="0">
                <a:solidFill>
                  <a:srgbClr val="FF6600"/>
                </a:solidFill>
                <a:latin typeface="Times New Roman" panose="02020603050405020304" pitchFamily="18" charset="0"/>
              </a:rPr>
              <a:t>角动量守恒</a:t>
            </a:r>
            <a:r>
              <a:rPr lang="zh-CN" altLang="en-US" b="1" i="0">
                <a:latin typeface="Times New Roman" panose="02020603050405020304" pitchFamily="18" charset="0"/>
              </a:rPr>
              <a:t>得：</a:t>
            </a:r>
            <a:endParaRPr lang="zh-CN" altLang="en-US" b="1" i="0">
              <a:latin typeface="Times New Roman" panose="02020603050405020304" pitchFamily="18" charset="0"/>
            </a:endParaRPr>
          </a:p>
        </p:txBody>
      </p:sp>
      <p:graphicFrame>
        <p:nvGraphicFramePr>
          <p:cNvPr id="235570" name="Object 50"/>
          <p:cNvGraphicFramePr>
            <a:graphicFrameLocks noChangeAspect="1"/>
          </p:cNvGraphicFramePr>
          <p:nvPr/>
        </p:nvGraphicFramePr>
        <p:xfrm>
          <a:off x="2546350" y="5805488"/>
          <a:ext cx="2336800" cy="458787"/>
        </p:xfrm>
        <a:graphic>
          <a:graphicData uri="http://schemas.openxmlformats.org/presentationml/2006/ole">
            <mc:AlternateContent xmlns:mc="http://schemas.openxmlformats.org/markup-compatibility/2006">
              <mc:Choice xmlns:v="urn:schemas-microsoft-com:vml" Requires="v">
                <p:oleObj spid="_x0000_s62468" name="公式" r:id="rId10" imgW="29260800" imgH="5486400" progId="Equation.3">
                  <p:embed/>
                </p:oleObj>
              </mc:Choice>
              <mc:Fallback>
                <p:oleObj name="公式" r:id="rId10" imgW="29260800" imgH="5486400" progId="Equation.3">
                  <p:embed/>
                  <p:pic>
                    <p:nvPicPr>
                      <p:cNvPr id="0" name="Object 50"/>
                      <p:cNvPicPr>
                        <a:picLocks noChangeAspect="1"/>
                      </p:cNvPicPr>
                      <p:nvPr/>
                    </p:nvPicPr>
                    <p:blipFill>
                      <a:blip r:embed="rId11"/>
                      <a:stretch>
                        <a:fillRect/>
                      </a:stretch>
                    </p:blipFill>
                    <p:spPr>
                      <a:xfrm>
                        <a:off x="2546350" y="5805488"/>
                        <a:ext cx="2336800" cy="458787"/>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5524"/>
                                        </p:tgtEl>
                                        <p:attrNameLst>
                                          <p:attrName>style.visibility</p:attrName>
                                        </p:attrNameLst>
                                      </p:cBhvr>
                                      <p:to>
                                        <p:strVal val="visible"/>
                                      </p:to>
                                    </p:set>
                                    <p:animEffect transition="in" filter="wipe(left)">
                                      <p:cBhvr>
                                        <p:cTn id="7" dur="1000"/>
                                        <p:tgtEl>
                                          <p:spTgt spid="2355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526"/>
                                        </p:tgtEl>
                                        <p:attrNameLst>
                                          <p:attrName>style.visibility</p:attrName>
                                        </p:attrNameLst>
                                      </p:cBhvr>
                                      <p:to>
                                        <p:strVal val="visible"/>
                                      </p:to>
                                    </p:set>
                                    <p:animEffect transition="in" filter="wipe(left)">
                                      <p:cBhvr>
                                        <p:cTn id="12" dur="500"/>
                                        <p:tgtEl>
                                          <p:spTgt spid="23552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5546"/>
                                        </p:tgtEl>
                                        <p:attrNameLst>
                                          <p:attrName>style.visibility</p:attrName>
                                        </p:attrNameLst>
                                      </p:cBhvr>
                                      <p:to>
                                        <p:strVal val="visible"/>
                                      </p:to>
                                    </p:set>
                                    <p:animEffect transition="in" filter="wipe(left)">
                                      <p:cBhvr>
                                        <p:cTn id="22" dur="500"/>
                                        <p:tgtEl>
                                          <p:spTgt spid="23554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35547"/>
                                        </p:tgtEl>
                                        <p:attrNameLst>
                                          <p:attrName>style.visibility</p:attrName>
                                        </p:attrNameLst>
                                      </p:cBhvr>
                                      <p:to>
                                        <p:strVal val="visible"/>
                                      </p:to>
                                    </p:set>
                                    <p:animEffect transition="in" filter="wipe(left)">
                                      <p:cBhvr>
                                        <p:cTn id="27" dur="500"/>
                                        <p:tgtEl>
                                          <p:spTgt spid="23554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35548"/>
                                        </p:tgtEl>
                                        <p:attrNameLst>
                                          <p:attrName>style.visibility</p:attrName>
                                        </p:attrNameLst>
                                      </p:cBhvr>
                                      <p:to>
                                        <p:strVal val="visible"/>
                                      </p:to>
                                    </p:set>
                                    <p:animEffect transition="in" filter="wipe(left)">
                                      <p:cBhvr>
                                        <p:cTn id="32" dur="1000"/>
                                        <p:tgtEl>
                                          <p:spTgt spid="23554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35550"/>
                                        </p:tgtEl>
                                        <p:attrNameLst>
                                          <p:attrName>style.visibility</p:attrName>
                                        </p:attrNameLst>
                                      </p:cBhvr>
                                      <p:to>
                                        <p:strVal val="visible"/>
                                      </p:to>
                                    </p:set>
                                    <p:animEffect transition="in" filter="wipe(left)">
                                      <p:cBhvr>
                                        <p:cTn id="37" dur="500"/>
                                        <p:tgtEl>
                                          <p:spTgt spid="23555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35552"/>
                                        </p:tgtEl>
                                        <p:attrNameLst>
                                          <p:attrName>style.visibility</p:attrName>
                                        </p:attrNameLst>
                                      </p:cBhvr>
                                      <p:to>
                                        <p:strVal val="visible"/>
                                      </p:to>
                                    </p:set>
                                    <p:animEffect transition="in" filter="wipe(left)">
                                      <p:cBhvr>
                                        <p:cTn id="42" dur="500"/>
                                        <p:tgtEl>
                                          <p:spTgt spid="23555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35553"/>
                                        </p:tgtEl>
                                        <p:attrNameLst>
                                          <p:attrName>style.visibility</p:attrName>
                                        </p:attrNameLst>
                                      </p:cBhvr>
                                      <p:to>
                                        <p:strVal val="visible"/>
                                      </p:to>
                                    </p:set>
                                    <p:animEffect transition="in" filter="wipe(left)">
                                      <p:cBhvr>
                                        <p:cTn id="47" dur="1000"/>
                                        <p:tgtEl>
                                          <p:spTgt spid="23555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35567"/>
                                        </p:tgtEl>
                                        <p:attrNameLst>
                                          <p:attrName>style.visibility</p:attrName>
                                        </p:attrNameLst>
                                      </p:cBhvr>
                                      <p:to>
                                        <p:strVal val="visible"/>
                                      </p:to>
                                    </p:set>
                                    <p:animEffect transition="in" filter="wipe(left)">
                                      <p:cBhvr>
                                        <p:cTn id="52" dur="1000"/>
                                        <p:tgtEl>
                                          <p:spTgt spid="23556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35568"/>
                                        </p:tgtEl>
                                        <p:attrNameLst>
                                          <p:attrName>style.visibility</p:attrName>
                                        </p:attrNameLst>
                                      </p:cBhvr>
                                      <p:to>
                                        <p:strVal val="visible"/>
                                      </p:to>
                                    </p:set>
                                    <p:animEffect transition="in" filter="wipe(left)">
                                      <p:cBhvr>
                                        <p:cTn id="57" dur="500"/>
                                        <p:tgtEl>
                                          <p:spTgt spid="23556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35569"/>
                                        </p:tgtEl>
                                        <p:attrNameLst>
                                          <p:attrName>style.visibility</p:attrName>
                                        </p:attrNameLst>
                                      </p:cBhvr>
                                      <p:to>
                                        <p:strVal val="visible"/>
                                      </p:to>
                                    </p:set>
                                    <p:animEffect transition="in" filter="wipe(left)">
                                      <p:cBhvr>
                                        <p:cTn id="62" dur="500"/>
                                        <p:tgtEl>
                                          <p:spTgt spid="23556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235570"/>
                                        </p:tgtEl>
                                        <p:attrNameLst>
                                          <p:attrName>style.visibility</p:attrName>
                                        </p:attrNameLst>
                                      </p:cBhvr>
                                      <p:to>
                                        <p:strVal val="visible"/>
                                      </p:to>
                                    </p:set>
                                    <p:animEffect transition="in" filter="wipe(left)">
                                      <p:cBhvr>
                                        <p:cTn id="67" dur="1000"/>
                                        <p:tgtEl>
                                          <p:spTgt spid="235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24" grpId="0"/>
      <p:bldP spid="235526" grpId="0"/>
      <p:bldP spid="235546" grpId="0"/>
      <p:bldP spid="235547" grpId="0"/>
      <p:bldP spid="235548" grpId="0"/>
      <p:bldP spid="235550" grpId="0"/>
      <p:bldP spid="235552" grpId="0"/>
      <p:bldP spid="235567" grpId="0" animBg="1"/>
      <p:bldP spid="235569"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2143" name="Object 47"/>
          <p:cNvGraphicFramePr>
            <a:graphicFrameLocks noChangeAspect="1"/>
          </p:cNvGraphicFramePr>
          <p:nvPr/>
        </p:nvGraphicFramePr>
        <p:xfrm>
          <a:off x="1331913" y="593725"/>
          <a:ext cx="3473450" cy="862013"/>
        </p:xfrm>
        <a:graphic>
          <a:graphicData uri="http://schemas.openxmlformats.org/presentationml/2006/ole">
            <mc:AlternateContent xmlns:mc="http://schemas.openxmlformats.org/markup-compatibility/2006">
              <mc:Choice xmlns:v="urn:schemas-microsoft-com:vml" Requires="v">
                <p:oleObj spid="_x0000_s63489" name="公式" r:id="rId1" imgW="49377600" imgH="10668000" progId="Equation.3">
                  <p:embed/>
                </p:oleObj>
              </mc:Choice>
              <mc:Fallback>
                <p:oleObj name="公式" r:id="rId1" imgW="49377600" imgH="10668000" progId="Equation.3">
                  <p:embed/>
                  <p:pic>
                    <p:nvPicPr>
                      <p:cNvPr id="0" name="Object 47"/>
                      <p:cNvPicPr>
                        <a:picLocks noChangeAspect="1"/>
                      </p:cNvPicPr>
                      <p:nvPr/>
                    </p:nvPicPr>
                    <p:blipFill>
                      <a:blip r:embed="rId2"/>
                      <a:stretch>
                        <a:fillRect/>
                      </a:stretch>
                    </p:blipFill>
                    <p:spPr>
                      <a:xfrm>
                        <a:off x="1331913" y="593725"/>
                        <a:ext cx="3473450" cy="862013"/>
                      </a:xfrm>
                      <a:prstGeom prst="rect">
                        <a:avLst/>
                      </a:prstGeom>
                      <a:noFill/>
                      <a:ln w="9525">
                        <a:noFill/>
                      </a:ln>
                    </p:spPr>
                  </p:pic>
                </p:oleObj>
              </mc:Fallback>
            </mc:AlternateContent>
          </a:graphicData>
        </a:graphic>
      </p:graphicFrame>
      <p:sp>
        <p:nvSpPr>
          <p:cNvPr id="132146" name="Text Box 50"/>
          <p:cNvSpPr txBox="1">
            <a:spLocks noChangeArrowheads="1"/>
          </p:cNvSpPr>
          <p:nvPr/>
        </p:nvSpPr>
        <p:spPr bwMode="auto">
          <a:xfrm>
            <a:off x="206375" y="3376613"/>
            <a:ext cx="8621713" cy="457200"/>
          </a:xfrm>
          <a:prstGeom prst="rect">
            <a:avLst/>
          </a:prstGeom>
          <a:noFill/>
          <a:ln w="9525">
            <a:noFill/>
            <a:miter lim="800000"/>
          </a:ln>
        </p:spPr>
        <p:txBody>
          <a:bodyPr>
            <a:spAutoFit/>
          </a:bodyPr>
          <a:lstStyle/>
          <a:p>
            <a:pPr algn="l">
              <a:spcBef>
                <a:spcPct val="50000"/>
              </a:spcBef>
            </a:pPr>
            <a:r>
              <a:rPr lang="en-US" altLang="zh-CN" b="1" i="0">
                <a:latin typeface="Times New Roman" panose="02020603050405020304" pitchFamily="18" charset="0"/>
              </a:rPr>
              <a:t>(3)  </a:t>
            </a:r>
            <a:r>
              <a:rPr lang="zh-CN" altLang="en-US" b="1" i="0">
                <a:latin typeface="Times New Roman" panose="02020603050405020304" pitchFamily="18" charset="0"/>
              </a:rPr>
              <a:t>物体 </a:t>
            </a:r>
            <a:r>
              <a:rPr lang="en-US" altLang="zh-CN" b="1">
                <a:solidFill>
                  <a:srgbClr val="FF6600"/>
                </a:solidFill>
                <a:latin typeface="Times New Roman" panose="02020603050405020304" pitchFamily="18" charset="0"/>
              </a:rPr>
              <a:t>m</a:t>
            </a:r>
            <a:r>
              <a:rPr lang="en-US" altLang="zh-CN" b="1" i="0" baseline="-25000">
                <a:solidFill>
                  <a:srgbClr val="FF6600"/>
                </a:solidFill>
                <a:latin typeface="Times New Roman" panose="02020603050405020304" pitchFamily="18" charset="0"/>
              </a:rPr>
              <a:t>2</a:t>
            </a:r>
            <a:r>
              <a:rPr lang="en-US" altLang="zh-CN" b="1" i="0">
                <a:latin typeface="Times New Roman" panose="02020603050405020304" pitchFamily="18" charset="0"/>
              </a:rPr>
              <a:t> </a:t>
            </a:r>
            <a:r>
              <a:rPr lang="zh-CN" altLang="en-US" b="1" i="0">
                <a:latin typeface="Times New Roman" panose="02020603050405020304" pitchFamily="18" charset="0"/>
              </a:rPr>
              <a:t>沿水平面运动直到静止，由</a:t>
            </a:r>
            <a:r>
              <a:rPr lang="zh-CN" altLang="en-US" b="1" i="0">
                <a:solidFill>
                  <a:srgbClr val="FF6600"/>
                </a:solidFill>
                <a:latin typeface="Times New Roman" panose="02020603050405020304" pitchFamily="18" charset="0"/>
              </a:rPr>
              <a:t>质点的动能定理</a:t>
            </a:r>
            <a:r>
              <a:rPr lang="zh-CN" altLang="en-US" b="1" i="0">
                <a:latin typeface="Times New Roman" panose="02020603050405020304" pitchFamily="18" charset="0"/>
              </a:rPr>
              <a:t>得</a:t>
            </a:r>
            <a:endParaRPr lang="zh-CN" altLang="en-US" b="1" i="0">
              <a:latin typeface="Times New Roman" panose="02020603050405020304" pitchFamily="18" charset="0"/>
            </a:endParaRPr>
          </a:p>
        </p:txBody>
      </p:sp>
      <p:graphicFrame>
        <p:nvGraphicFramePr>
          <p:cNvPr id="132148" name="Object 52"/>
          <p:cNvGraphicFramePr>
            <a:graphicFrameLocks noChangeAspect="1"/>
          </p:cNvGraphicFramePr>
          <p:nvPr/>
        </p:nvGraphicFramePr>
        <p:xfrm>
          <a:off x="1422400" y="3924300"/>
          <a:ext cx="2087563" cy="809625"/>
        </p:xfrm>
        <a:graphic>
          <a:graphicData uri="http://schemas.openxmlformats.org/presentationml/2006/ole">
            <mc:AlternateContent xmlns:mc="http://schemas.openxmlformats.org/markup-compatibility/2006">
              <mc:Choice xmlns:v="urn:schemas-microsoft-com:vml" Requires="v">
                <p:oleObj spid="_x0000_s63491" name="公式" r:id="rId3" imgW="25298400" imgH="9753600" progId="Equation.3">
                  <p:embed/>
                </p:oleObj>
              </mc:Choice>
              <mc:Fallback>
                <p:oleObj name="公式" r:id="rId3" imgW="25298400" imgH="9753600" progId="Equation.3">
                  <p:embed/>
                  <p:pic>
                    <p:nvPicPr>
                      <p:cNvPr id="0" name="Object 52"/>
                      <p:cNvPicPr>
                        <a:picLocks noChangeAspect="1"/>
                      </p:cNvPicPr>
                      <p:nvPr/>
                    </p:nvPicPr>
                    <p:blipFill>
                      <a:blip r:embed="rId4"/>
                      <a:stretch>
                        <a:fillRect/>
                      </a:stretch>
                    </p:blipFill>
                    <p:spPr>
                      <a:xfrm>
                        <a:off x="1422400" y="3924300"/>
                        <a:ext cx="2087563" cy="809625"/>
                      </a:xfrm>
                      <a:prstGeom prst="rect">
                        <a:avLst/>
                      </a:prstGeom>
                      <a:noFill/>
                      <a:ln w="9525">
                        <a:noFill/>
                      </a:ln>
                    </p:spPr>
                  </p:pic>
                </p:oleObj>
              </mc:Fallback>
            </mc:AlternateContent>
          </a:graphicData>
        </a:graphic>
      </p:graphicFrame>
      <p:graphicFrame>
        <p:nvGraphicFramePr>
          <p:cNvPr id="132149" name="Object 53"/>
          <p:cNvGraphicFramePr>
            <a:graphicFrameLocks noChangeAspect="1"/>
          </p:cNvGraphicFramePr>
          <p:nvPr/>
        </p:nvGraphicFramePr>
        <p:xfrm>
          <a:off x="1781175" y="5003800"/>
          <a:ext cx="965200" cy="355600"/>
        </p:xfrm>
        <a:graphic>
          <a:graphicData uri="http://schemas.openxmlformats.org/presentationml/2006/ole">
            <mc:AlternateContent xmlns:mc="http://schemas.openxmlformats.org/markup-compatibility/2006">
              <mc:Choice xmlns:v="urn:schemas-microsoft-com:vml" Requires="v">
                <p:oleObj spid="_x0000_s63492" name="公式" r:id="rId5" imgW="11582400" imgH="4267200" progId="Equation.3">
                  <p:embed/>
                </p:oleObj>
              </mc:Choice>
              <mc:Fallback>
                <p:oleObj name="公式" r:id="rId5" imgW="11582400" imgH="4267200" progId="Equation.3">
                  <p:embed/>
                  <p:pic>
                    <p:nvPicPr>
                      <p:cNvPr id="0" name="Object 53"/>
                      <p:cNvPicPr>
                        <a:picLocks noChangeAspect="1"/>
                      </p:cNvPicPr>
                      <p:nvPr/>
                    </p:nvPicPr>
                    <p:blipFill>
                      <a:blip r:embed="rId6"/>
                      <a:stretch>
                        <a:fillRect/>
                      </a:stretch>
                    </p:blipFill>
                    <p:spPr>
                      <a:xfrm>
                        <a:off x="1781175" y="5003800"/>
                        <a:ext cx="965200" cy="355600"/>
                      </a:xfrm>
                      <a:prstGeom prst="rect">
                        <a:avLst/>
                      </a:prstGeom>
                      <a:noFill/>
                      <a:ln w="9525">
                        <a:noFill/>
                      </a:ln>
                    </p:spPr>
                  </p:pic>
                </p:oleObj>
              </mc:Fallback>
            </mc:AlternateContent>
          </a:graphicData>
        </a:graphic>
      </p:graphicFrame>
      <p:graphicFrame>
        <p:nvGraphicFramePr>
          <p:cNvPr id="132150" name="Object 54"/>
          <p:cNvGraphicFramePr>
            <a:graphicFrameLocks noChangeAspect="1"/>
          </p:cNvGraphicFramePr>
          <p:nvPr/>
        </p:nvGraphicFramePr>
        <p:xfrm>
          <a:off x="5019675" y="4279900"/>
          <a:ext cx="2387600" cy="949325"/>
        </p:xfrm>
        <a:graphic>
          <a:graphicData uri="http://schemas.openxmlformats.org/presentationml/2006/ole">
            <mc:AlternateContent xmlns:mc="http://schemas.openxmlformats.org/markup-compatibility/2006">
              <mc:Choice xmlns:v="urn:schemas-microsoft-com:vml" Requires="v">
                <p:oleObj spid="_x0000_s63493" name="公式" r:id="rId7" imgW="27736800" imgH="10972800" progId="Equation.3">
                  <p:embed/>
                </p:oleObj>
              </mc:Choice>
              <mc:Fallback>
                <p:oleObj name="公式" r:id="rId7" imgW="27736800" imgH="10972800" progId="Equation.3">
                  <p:embed/>
                  <p:pic>
                    <p:nvPicPr>
                      <p:cNvPr id="0" name="Object 54"/>
                      <p:cNvPicPr>
                        <a:picLocks noChangeAspect="1"/>
                      </p:cNvPicPr>
                      <p:nvPr/>
                    </p:nvPicPr>
                    <p:blipFill>
                      <a:blip r:embed="rId8"/>
                      <a:stretch>
                        <a:fillRect/>
                      </a:stretch>
                    </p:blipFill>
                    <p:spPr>
                      <a:xfrm>
                        <a:off x="5019675" y="4279900"/>
                        <a:ext cx="2387600" cy="949325"/>
                      </a:xfrm>
                      <a:prstGeom prst="rect">
                        <a:avLst/>
                      </a:prstGeom>
                      <a:noFill/>
                      <a:ln w="9525">
                        <a:noFill/>
                      </a:ln>
                    </p:spPr>
                  </p:pic>
                </p:oleObj>
              </mc:Fallback>
            </mc:AlternateContent>
          </a:graphicData>
        </a:graphic>
      </p:graphicFrame>
      <p:sp>
        <p:nvSpPr>
          <p:cNvPr id="132151" name="AutoShape 55"/>
          <p:cNvSpPr>
            <a:spLocks noChangeArrowheads="1"/>
          </p:cNvSpPr>
          <p:nvPr/>
        </p:nvSpPr>
        <p:spPr bwMode="auto">
          <a:xfrm>
            <a:off x="1736725" y="2528888"/>
            <a:ext cx="539750" cy="180975"/>
          </a:xfrm>
          <a:prstGeom prst="rightArrow">
            <a:avLst>
              <a:gd name="adj1" fmla="val 50000"/>
              <a:gd name="adj2" fmla="val 74561"/>
            </a:avLst>
          </a:prstGeom>
          <a:solidFill>
            <a:srgbClr val="3366FF">
              <a:alpha val="59999"/>
            </a:srgbClr>
          </a:solidFill>
          <a:ln w="9525" algn="ctr">
            <a:solidFill>
              <a:schemeClr val="tx1"/>
            </a:solidFill>
            <a:miter lim="800000"/>
          </a:ln>
        </p:spPr>
        <p:txBody>
          <a:bodyPr wrap="none" anchor="ctr"/>
          <a:lstStyle/>
          <a:p>
            <a:endParaRPr lang="zh-CN" altLang="en-US"/>
          </a:p>
        </p:txBody>
      </p:sp>
      <p:sp>
        <p:nvSpPr>
          <p:cNvPr id="132152" name="AutoShape 56"/>
          <p:cNvSpPr>
            <a:spLocks noChangeArrowheads="1"/>
          </p:cNvSpPr>
          <p:nvPr/>
        </p:nvSpPr>
        <p:spPr bwMode="auto">
          <a:xfrm>
            <a:off x="4122738" y="4643438"/>
            <a:ext cx="719137" cy="225425"/>
          </a:xfrm>
          <a:prstGeom prst="rightArrow">
            <a:avLst>
              <a:gd name="adj1" fmla="val 50000"/>
              <a:gd name="adj2" fmla="val 79753"/>
            </a:avLst>
          </a:prstGeom>
          <a:solidFill>
            <a:srgbClr val="3366FF">
              <a:alpha val="59999"/>
            </a:srgbClr>
          </a:solidFill>
          <a:ln w="9525" algn="ctr">
            <a:solidFill>
              <a:schemeClr val="tx1"/>
            </a:solidFill>
            <a:miter lim="800000"/>
          </a:ln>
        </p:spPr>
        <p:txBody>
          <a:bodyPr wrap="none" anchor="ctr"/>
          <a:lstStyle/>
          <a:p>
            <a:endParaRPr lang="zh-CN" altLang="en-US"/>
          </a:p>
        </p:txBody>
      </p:sp>
      <p:sp>
        <p:nvSpPr>
          <p:cNvPr id="132153" name="AutoShape 57"/>
          <p:cNvSpPr/>
          <p:nvPr/>
        </p:nvSpPr>
        <p:spPr bwMode="auto">
          <a:xfrm>
            <a:off x="3762375" y="4419600"/>
            <a:ext cx="179388" cy="676275"/>
          </a:xfrm>
          <a:prstGeom prst="rightBrace">
            <a:avLst>
              <a:gd name="adj1" fmla="val 31416"/>
              <a:gd name="adj2" fmla="val 50000"/>
            </a:avLst>
          </a:prstGeom>
          <a:noFill/>
          <a:ln w="28575">
            <a:solidFill>
              <a:schemeClr val="tx1"/>
            </a:solidFill>
            <a:round/>
          </a:ln>
        </p:spPr>
        <p:txBody>
          <a:bodyPr wrap="none" anchor="ctr"/>
          <a:lstStyle/>
          <a:p>
            <a:endParaRPr lang="zh-CN" altLang="en-US"/>
          </a:p>
        </p:txBody>
      </p:sp>
      <p:sp>
        <p:nvSpPr>
          <p:cNvPr id="132155" name="AutoShape 59">
            <a:hlinkClick r:id="rId9" action="ppaction://hlinksldjump" highlightClick="1"/>
          </p:cNvPr>
          <p:cNvSpPr>
            <a:spLocks noChangeAspect="1" noChangeArrowheads="1"/>
          </p:cNvSpPr>
          <p:nvPr/>
        </p:nvSpPr>
        <p:spPr bwMode="auto">
          <a:xfrm>
            <a:off x="8720138" y="6280150"/>
            <a:ext cx="244475" cy="244475"/>
          </a:xfrm>
          <a:prstGeom prst="actionButtonBeginning">
            <a:avLst/>
          </a:prstGeom>
          <a:solidFill>
            <a:srgbClr val="99CCFF"/>
          </a:solidFill>
          <a:ln w="19050">
            <a:noFill/>
            <a:miter lim="800000"/>
          </a:ln>
        </p:spPr>
        <p:txBody>
          <a:bodyPr wrap="none" anchor="ctr"/>
          <a:lstStyle/>
          <a:p>
            <a:endParaRPr lang="zh-CN" altLang="en-US"/>
          </a:p>
        </p:txBody>
      </p:sp>
      <p:graphicFrame>
        <p:nvGraphicFramePr>
          <p:cNvPr id="132156" name="Object 60"/>
          <p:cNvGraphicFramePr>
            <a:graphicFrameLocks noChangeAspect="1"/>
          </p:cNvGraphicFramePr>
          <p:nvPr/>
        </p:nvGraphicFramePr>
        <p:xfrm>
          <a:off x="2457450" y="1854200"/>
          <a:ext cx="1735138" cy="1187450"/>
        </p:xfrm>
        <a:graphic>
          <a:graphicData uri="http://schemas.openxmlformats.org/presentationml/2006/ole">
            <mc:AlternateContent xmlns:mc="http://schemas.openxmlformats.org/markup-compatibility/2006">
              <mc:Choice xmlns:v="urn:schemas-microsoft-com:vml" Requires="v">
                <p:oleObj spid="_x0000_s63494" name="公式" r:id="rId10" imgW="23164800" imgH="15849600" progId="Equation.3">
                  <p:embed/>
                </p:oleObj>
              </mc:Choice>
              <mc:Fallback>
                <p:oleObj name="公式" r:id="rId10" imgW="23164800" imgH="15849600" progId="Equation.3">
                  <p:embed/>
                  <p:pic>
                    <p:nvPicPr>
                      <p:cNvPr id="0" name="Object 60"/>
                      <p:cNvPicPr>
                        <a:picLocks noChangeAspect="1"/>
                      </p:cNvPicPr>
                      <p:nvPr/>
                    </p:nvPicPr>
                    <p:blipFill>
                      <a:blip r:embed="rId11"/>
                      <a:stretch>
                        <a:fillRect/>
                      </a:stretch>
                    </p:blipFill>
                    <p:spPr>
                      <a:xfrm>
                        <a:off x="2457450" y="1854200"/>
                        <a:ext cx="1735138" cy="1187450"/>
                      </a:xfrm>
                      <a:prstGeom prst="rect">
                        <a:avLst/>
                      </a:prstGeom>
                      <a:noFill/>
                      <a:ln w="9525">
                        <a:noFill/>
                      </a:ln>
                    </p:spPr>
                  </p:pic>
                </p:oleObj>
              </mc:Fallback>
            </mc:AlternateContent>
          </a:graphicData>
        </a:graphic>
      </p:graphicFrame>
      <p:graphicFrame>
        <p:nvGraphicFramePr>
          <p:cNvPr id="63495" name="Object 61"/>
          <p:cNvGraphicFramePr>
            <a:graphicFrameLocks noChangeAspect="1"/>
          </p:cNvGraphicFramePr>
          <p:nvPr/>
        </p:nvGraphicFramePr>
        <p:xfrm>
          <a:off x="6372225" y="2528888"/>
          <a:ext cx="2336800" cy="458787"/>
        </p:xfrm>
        <a:graphic>
          <a:graphicData uri="http://schemas.openxmlformats.org/presentationml/2006/ole">
            <mc:AlternateContent xmlns:mc="http://schemas.openxmlformats.org/markup-compatibility/2006">
              <mc:Choice xmlns:v="urn:schemas-microsoft-com:vml" Requires="v">
                <p:oleObj spid="_x0000_s63495" name="公式" r:id="rId12" imgW="29260800" imgH="5486400" progId="Equation.3">
                  <p:embed/>
                </p:oleObj>
              </mc:Choice>
              <mc:Fallback>
                <p:oleObj name="公式" r:id="rId12" imgW="29260800" imgH="5486400" progId="Equation.3">
                  <p:embed/>
                  <p:pic>
                    <p:nvPicPr>
                      <p:cNvPr id="0" name="Object 61"/>
                      <p:cNvPicPr>
                        <a:picLocks noChangeAspect="1"/>
                      </p:cNvPicPr>
                      <p:nvPr/>
                    </p:nvPicPr>
                    <p:blipFill>
                      <a:blip r:embed="rId13"/>
                      <a:stretch>
                        <a:fillRect/>
                      </a:stretch>
                    </p:blipFill>
                    <p:spPr>
                      <a:xfrm>
                        <a:off x="6372225" y="2528888"/>
                        <a:ext cx="2336800" cy="458787"/>
                      </a:xfrm>
                      <a:prstGeom prst="rect">
                        <a:avLst/>
                      </a:prstGeom>
                      <a:solidFill>
                        <a:srgbClr val="FFFF99"/>
                      </a:solidFill>
                      <a:ln w="9525" cap="flat" cmpd="sng">
                        <a:solidFill>
                          <a:srgbClr val="FFFF00"/>
                        </a:solidFill>
                        <a:prstDash val="solid"/>
                        <a:miter/>
                        <a:headEnd type="none" w="med" len="med"/>
                        <a:tailEnd type="none" w="med" len="med"/>
                      </a:ln>
                    </p:spPr>
                  </p:pic>
                </p:oleObj>
              </mc:Fallback>
            </mc:AlternateContent>
          </a:graphicData>
        </a:graphic>
      </p:graphicFrame>
      <p:grpSp>
        <p:nvGrpSpPr>
          <p:cNvPr id="63503" name="Group 62"/>
          <p:cNvGrpSpPr/>
          <p:nvPr/>
        </p:nvGrpSpPr>
        <p:grpSpPr bwMode="auto">
          <a:xfrm>
            <a:off x="6372225" y="458788"/>
            <a:ext cx="2295525" cy="1801812"/>
            <a:chOff x="4042" y="1263"/>
            <a:chExt cx="1446" cy="1135"/>
          </a:xfrm>
        </p:grpSpPr>
        <p:sp>
          <p:nvSpPr>
            <p:cNvPr id="63504" name="Rectangle 63" descr="深色上对角线"/>
            <p:cNvSpPr>
              <a:spLocks noChangeArrowheads="1"/>
            </p:cNvSpPr>
            <p:nvPr/>
          </p:nvSpPr>
          <p:spPr bwMode="auto">
            <a:xfrm>
              <a:off x="4042" y="2361"/>
              <a:ext cx="1446" cy="37"/>
            </a:xfrm>
            <a:prstGeom prst="rect">
              <a:avLst/>
            </a:prstGeom>
            <a:pattFill prst="dkUpDiag">
              <a:fgClr>
                <a:schemeClr val="tx1"/>
              </a:fgClr>
              <a:bgClr>
                <a:srgbClr val="FFFFFF"/>
              </a:bgClr>
            </a:pattFill>
            <a:ln w="9525">
              <a:solidFill>
                <a:srgbClr val="333333"/>
              </a:solidFill>
              <a:miter lim="800000"/>
            </a:ln>
          </p:spPr>
          <p:txBody>
            <a:bodyPr wrap="none" anchor="ctr"/>
            <a:lstStyle/>
            <a:p>
              <a:endParaRPr lang="zh-CN" altLang="en-US"/>
            </a:p>
          </p:txBody>
        </p:sp>
        <p:sp>
          <p:nvSpPr>
            <p:cNvPr id="63505" name="Rectangle 64" descr="深色木质"/>
            <p:cNvSpPr>
              <a:spLocks noChangeArrowheads="1"/>
            </p:cNvSpPr>
            <p:nvPr/>
          </p:nvSpPr>
          <p:spPr bwMode="auto">
            <a:xfrm>
              <a:off x="4444" y="1399"/>
              <a:ext cx="201" cy="37"/>
            </a:xfrm>
            <a:prstGeom prst="rect">
              <a:avLst/>
            </a:prstGeom>
            <a:blipFill dpi="0" rotWithShape="0">
              <a:blip r:embed="rId14"/>
              <a:srcRect/>
              <a:tile tx="0" ty="0" sx="100000" sy="100000" flip="none" algn="tl"/>
            </a:blipFill>
            <a:ln w="9525">
              <a:pattFill prst="pct5">
                <a:fgClr>
                  <a:srgbClr val="808080"/>
                </a:fgClr>
                <a:bgClr>
                  <a:srgbClr val="CC6600"/>
                </a:bgClr>
              </a:pattFill>
              <a:miter lim="800000"/>
            </a:ln>
          </p:spPr>
          <p:txBody>
            <a:bodyPr wrap="none" anchor="ctr"/>
            <a:lstStyle/>
            <a:p>
              <a:endParaRPr lang="zh-CN" altLang="en-US"/>
            </a:p>
          </p:txBody>
        </p:sp>
        <p:sp>
          <p:nvSpPr>
            <p:cNvPr id="63506" name="AutoShape 65"/>
            <p:cNvSpPr>
              <a:spLocks noChangeArrowheads="1"/>
            </p:cNvSpPr>
            <p:nvPr/>
          </p:nvSpPr>
          <p:spPr bwMode="auto">
            <a:xfrm>
              <a:off x="4524" y="1510"/>
              <a:ext cx="40" cy="851"/>
            </a:xfrm>
            <a:prstGeom prst="roundRect">
              <a:avLst>
                <a:gd name="adj" fmla="val 50000"/>
              </a:avLst>
            </a:prstGeom>
            <a:noFill/>
            <a:ln w="28575">
              <a:solidFill>
                <a:srgbClr val="800000"/>
              </a:solidFill>
              <a:prstDash val="sysDot"/>
              <a:round/>
            </a:ln>
          </p:spPr>
          <p:txBody>
            <a:bodyPr wrap="none" anchor="ctr"/>
            <a:lstStyle/>
            <a:p>
              <a:endParaRPr lang="zh-CN" altLang="en-US"/>
            </a:p>
          </p:txBody>
        </p:sp>
        <p:sp>
          <p:nvSpPr>
            <p:cNvPr id="63507" name="AutoShape 66" descr="深色上对角线"/>
            <p:cNvSpPr>
              <a:spLocks noChangeArrowheads="1"/>
            </p:cNvSpPr>
            <p:nvPr/>
          </p:nvSpPr>
          <p:spPr bwMode="auto">
            <a:xfrm rot="5400000">
              <a:off x="4967" y="1067"/>
              <a:ext cx="37" cy="924"/>
            </a:xfrm>
            <a:prstGeom prst="roundRect">
              <a:avLst>
                <a:gd name="adj" fmla="val 50000"/>
              </a:avLst>
            </a:prstGeom>
            <a:pattFill prst="dkUpDiag">
              <a:fgClr>
                <a:srgbClr val="CC6600"/>
              </a:fgClr>
              <a:bgClr>
                <a:srgbClr val="FFCC99"/>
              </a:bgClr>
            </a:pattFill>
            <a:ln w="19050">
              <a:solidFill>
                <a:srgbClr val="CC6600"/>
              </a:solidFill>
              <a:round/>
            </a:ln>
          </p:spPr>
          <p:txBody>
            <a:bodyPr wrap="none" anchor="ctr"/>
            <a:lstStyle/>
            <a:p>
              <a:endParaRPr lang="zh-CN" altLang="en-US"/>
            </a:p>
          </p:txBody>
        </p:sp>
        <p:sp>
          <p:nvSpPr>
            <p:cNvPr id="63508" name="Freeform 67"/>
            <p:cNvSpPr/>
            <p:nvPr/>
          </p:nvSpPr>
          <p:spPr bwMode="auto">
            <a:xfrm>
              <a:off x="4484" y="1436"/>
              <a:ext cx="120" cy="111"/>
            </a:xfrm>
            <a:custGeom>
              <a:avLst/>
              <a:gdLst>
                <a:gd name="T0" fmla="*/ 0 w 96"/>
                <a:gd name="T1" fmla="*/ 0 h 144"/>
                <a:gd name="T2" fmla="*/ 94 w 96"/>
                <a:gd name="T3" fmla="*/ 66 h 144"/>
                <a:gd name="T4" fmla="*/ 188 w 96"/>
                <a:gd name="T5" fmla="*/ 0 h 144"/>
                <a:gd name="T6" fmla="*/ 0 60000 65536"/>
                <a:gd name="T7" fmla="*/ 0 60000 65536"/>
                <a:gd name="T8" fmla="*/ 0 60000 65536"/>
                <a:gd name="T9" fmla="*/ 0 w 96"/>
                <a:gd name="T10" fmla="*/ 0 h 144"/>
                <a:gd name="T11" fmla="*/ 96 w 96"/>
                <a:gd name="T12" fmla="*/ 144 h 144"/>
              </a:gdLst>
              <a:ahLst/>
              <a:cxnLst>
                <a:cxn ang="T6">
                  <a:pos x="T0" y="T1"/>
                </a:cxn>
                <a:cxn ang="T7">
                  <a:pos x="T2" y="T3"/>
                </a:cxn>
                <a:cxn ang="T8">
                  <a:pos x="T4" y="T5"/>
                </a:cxn>
              </a:cxnLst>
              <a:rect l="T9" t="T10" r="T11" b="T12"/>
              <a:pathLst>
                <a:path w="96" h="144">
                  <a:moveTo>
                    <a:pt x="0" y="0"/>
                  </a:moveTo>
                  <a:cubicBezTo>
                    <a:pt x="16" y="72"/>
                    <a:pt x="32" y="144"/>
                    <a:pt x="48" y="144"/>
                  </a:cubicBezTo>
                  <a:cubicBezTo>
                    <a:pt x="64" y="144"/>
                    <a:pt x="80" y="72"/>
                    <a:pt x="96" y="0"/>
                  </a:cubicBezTo>
                </a:path>
              </a:pathLst>
            </a:custGeom>
            <a:noFill/>
            <a:ln w="28575">
              <a:solidFill>
                <a:schemeClr val="tx1"/>
              </a:solidFill>
              <a:round/>
            </a:ln>
          </p:spPr>
          <p:txBody>
            <a:bodyPr wrap="none"/>
            <a:lstStyle/>
            <a:p>
              <a:endParaRPr lang="zh-CN" altLang="en-US"/>
            </a:p>
          </p:txBody>
        </p:sp>
        <p:sp>
          <p:nvSpPr>
            <p:cNvPr id="63509" name="Rectangle 68" descr="深色木质"/>
            <p:cNvSpPr>
              <a:spLocks noChangeArrowheads="1"/>
            </p:cNvSpPr>
            <p:nvPr/>
          </p:nvSpPr>
          <p:spPr bwMode="auto">
            <a:xfrm>
              <a:off x="4283" y="2213"/>
              <a:ext cx="241" cy="148"/>
            </a:xfrm>
            <a:prstGeom prst="rect">
              <a:avLst/>
            </a:prstGeom>
            <a:blipFill dpi="0" rotWithShape="1">
              <a:blip r:embed="rId14"/>
              <a:srcRect/>
              <a:tile tx="0" ty="0" sx="100000" sy="100000" flip="none" algn="tl"/>
            </a:blipFill>
            <a:ln w="19050">
              <a:solidFill>
                <a:schemeClr val="tx1"/>
              </a:solidFill>
              <a:miter lim="800000"/>
            </a:ln>
          </p:spPr>
          <p:txBody>
            <a:bodyPr wrap="none" anchor="ctr"/>
            <a:lstStyle/>
            <a:p>
              <a:endParaRPr lang="zh-CN" altLang="en-US"/>
            </a:p>
          </p:txBody>
        </p:sp>
        <p:sp>
          <p:nvSpPr>
            <p:cNvPr id="63510" name="Arc 69"/>
            <p:cNvSpPr/>
            <p:nvPr/>
          </p:nvSpPr>
          <p:spPr bwMode="auto">
            <a:xfrm rot="5076218">
              <a:off x="5235" y="1713"/>
              <a:ext cx="203" cy="20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2"/>
              </a:solidFill>
              <a:round/>
              <a:tailEnd type="stealth" w="lg" len="lg"/>
            </a:ln>
          </p:spPr>
          <p:txBody>
            <a:bodyPr wrap="none" anchor="ctr"/>
            <a:lstStyle/>
            <a:p>
              <a:endParaRPr lang="zh-CN" altLang="en-US"/>
            </a:p>
          </p:txBody>
        </p:sp>
        <p:graphicFrame>
          <p:nvGraphicFramePr>
            <p:cNvPr id="63496" name="Object 70"/>
            <p:cNvGraphicFramePr/>
            <p:nvPr/>
          </p:nvGraphicFramePr>
          <p:xfrm>
            <a:off x="4758" y="1263"/>
            <a:ext cx="390" cy="245"/>
          </p:xfrm>
          <a:graphic>
            <a:graphicData uri="http://schemas.openxmlformats.org/presentationml/2006/ole">
              <mc:AlternateContent xmlns:mc="http://schemas.openxmlformats.org/markup-compatibility/2006">
                <mc:Choice xmlns:v="urn:schemas-microsoft-com:vml" Requires="v">
                  <p:oleObj spid="_x0000_s63496" name="公式" r:id="rId15" imgW="8229600" imgH="5181600" progId="Equation.3">
                    <p:embed/>
                  </p:oleObj>
                </mc:Choice>
                <mc:Fallback>
                  <p:oleObj name="公式" r:id="rId15" imgW="8229600" imgH="5181600" progId="Equation.3">
                    <p:embed/>
                    <p:pic>
                      <p:nvPicPr>
                        <p:cNvPr id="0" name="Object 70"/>
                        <p:cNvPicPr/>
                        <p:nvPr/>
                      </p:nvPicPr>
                      <p:blipFill>
                        <a:blip r:embed="rId16"/>
                        <a:stretch>
                          <a:fillRect/>
                        </a:stretch>
                      </p:blipFill>
                      <p:spPr>
                        <a:xfrm>
                          <a:off x="4758" y="1263"/>
                          <a:ext cx="390" cy="245"/>
                        </a:xfrm>
                        <a:prstGeom prst="rect">
                          <a:avLst/>
                        </a:prstGeom>
                        <a:noFill/>
                        <a:ln w="9525">
                          <a:noFill/>
                        </a:ln>
                      </p:spPr>
                    </p:pic>
                  </p:oleObj>
                </mc:Fallback>
              </mc:AlternateContent>
            </a:graphicData>
          </a:graphic>
        </p:graphicFrame>
        <p:graphicFrame>
          <p:nvGraphicFramePr>
            <p:cNvPr id="63497" name="Object 71"/>
            <p:cNvGraphicFramePr/>
            <p:nvPr/>
          </p:nvGraphicFramePr>
          <p:xfrm>
            <a:off x="4235" y="1954"/>
            <a:ext cx="245" cy="245"/>
          </p:xfrm>
          <a:graphic>
            <a:graphicData uri="http://schemas.openxmlformats.org/presentationml/2006/ole">
              <mc:AlternateContent xmlns:mc="http://schemas.openxmlformats.org/markup-compatibility/2006">
                <mc:Choice xmlns:v="urn:schemas-microsoft-com:vml" Requires="v">
                  <p:oleObj spid="_x0000_s63497" name="公式" r:id="rId17" imgW="5181600" imgH="5181600" progId="Equation.3">
                    <p:embed/>
                  </p:oleObj>
                </mc:Choice>
                <mc:Fallback>
                  <p:oleObj name="公式" r:id="rId17" imgW="5181600" imgH="5181600" progId="Equation.3">
                    <p:embed/>
                    <p:pic>
                      <p:nvPicPr>
                        <p:cNvPr id="0" name="Object 71"/>
                        <p:cNvPicPr/>
                        <p:nvPr/>
                      </p:nvPicPr>
                      <p:blipFill>
                        <a:blip r:embed="rId18"/>
                        <a:stretch>
                          <a:fillRect/>
                        </a:stretch>
                      </p:blipFill>
                      <p:spPr>
                        <a:xfrm>
                          <a:off x="4235" y="1954"/>
                          <a:ext cx="245" cy="245"/>
                        </a:xfrm>
                        <a:prstGeom prst="rect">
                          <a:avLst/>
                        </a:prstGeom>
                        <a:noFill/>
                        <a:ln w="9525">
                          <a:noFill/>
                        </a:ln>
                      </p:spPr>
                    </p:pic>
                  </p:oleObj>
                </mc:Fallback>
              </mc:AlternateContent>
            </a:graphicData>
          </a:graphic>
        </p:graphicFrame>
        <p:sp>
          <p:nvSpPr>
            <p:cNvPr id="63511" name="Text Box 72"/>
            <p:cNvSpPr txBox="1">
              <a:spLocks noChangeArrowheads="1"/>
            </p:cNvSpPr>
            <p:nvPr/>
          </p:nvSpPr>
          <p:spPr bwMode="auto">
            <a:xfrm>
              <a:off x="4297" y="1456"/>
              <a:ext cx="198" cy="250"/>
            </a:xfrm>
            <a:prstGeom prst="rect">
              <a:avLst/>
            </a:prstGeom>
            <a:noFill/>
            <a:ln w="9525" algn="ctr">
              <a:noFill/>
              <a:miter lim="800000"/>
            </a:ln>
          </p:spPr>
          <p:txBody>
            <a:bodyPr>
              <a:spAutoFit/>
            </a:bodyPr>
            <a:lstStyle/>
            <a:p>
              <a:pPr>
                <a:spcBef>
                  <a:spcPct val="50000"/>
                </a:spcBef>
              </a:pPr>
              <a:r>
                <a:rPr lang="en-US" altLang="zh-CN" sz="2000" b="1">
                  <a:solidFill>
                    <a:srgbClr val="FF0000"/>
                  </a:solidFill>
                  <a:latin typeface="Times New Roman" panose="02020603050405020304" pitchFamily="18" charset="0"/>
                </a:rPr>
                <a:t>O</a:t>
              </a:r>
              <a:endParaRPr lang="en-US" altLang="zh-CN" sz="2000" b="1">
                <a:solidFill>
                  <a:srgbClr val="FF0000"/>
                </a:solidFill>
                <a:latin typeface="Times New Roman" panose="02020603050405020304"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321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32151"/>
                                        </p:tgtEl>
                                        <p:attrNameLst>
                                          <p:attrName>style.visibility</p:attrName>
                                        </p:attrNameLst>
                                      </p:cBhvr>
                                      <p:to>
                                        <p:strVal val="visible"/>
                                      </p:to>
                                    </p:set>
                                    <p:animEffect transition="in" filter="wipe(left)">
                                      <p:cBhvr>
                                        <p:cTn id="11" dur="1000"/>
                                        <p:tgtEl>
                                          <p:spTgt spid="13215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32156"/>
                                        </p:tgtEl>
                                        <p:attrNameLst>
                                          <p:attrName>style.visibility</p:attrName>
                                        </p:attrNameLst>
                                      </p:cBhvr>
                                      <p:to>
                                        <p:strVal val="visible"/>
                                      </p:to>
                                    </p:set>
                                    <p:animEffect transition="in" filter="wipe(left)">
                                      <p:cBhvr>
                                        <p:cTn id="16" dur="500"/>
                                        <p:tgtEl>
                                          <p:spTgt spid="13215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2146"/>
                                        </p:tgtEl>
                                        <p:attrNameLst>
                                          <p:attrName>style.visibility</p:attrName>
                                        </p:attrNameLst>
                                      </p:cBhvr>
                                      <p:to>
                                        <p:strVal val="visible"/>
                                      </p:to>
                                    </p:set>
                                    <p:animEffect transition="in" filter="wipe(left)">
                                      <p:cBhvr>
                                        <p:cTn id="21" dur="500"/>
                                        <p:tgtEl>
                                          <p:spTgt spid="13214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32148"/>
                                        </p:tgtEl>
                                        <p:attrNameLst>
                                          <p:attrName>style.visibility</p:attrName>
                                        </p:attrNameLst>
                                      </p:cBhvr>
                                      <p:to>
                                        <p:strVal val="visible"/>
                                      </p:to>
                                    </p:set>
                                    <p:animEffect transition="in" filter="wipe(left)">
                                      <p:cBhvr>
                                        <p:cTn id="26" dur="1000"/>
                                        <p:tgtEl>
                                          <p:spTgt spid="13214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1321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215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32152"/>
                                        </p:tgtEl>
                                        <p:attrNameLst>
                                          <p:attrName>style.visibility</p:attrName>
                                        </p:attrNameLst>
                                      </p:cBhvr>
                                      <p:to>
                                        <p:strVal val="visible"/>
                                      </p:to>
                                    </p:set>
                                    <p:animEffect transition="in" filter="wipe(left)">
                                      <p:cBhvr>
                                        <p:cTn id="39" dur="1000"/>
                                        <p:tgtEl>
                                          <p:spTgt spid="132152"/>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499"/>
                                          </p:stCondLst>
                                        </p:cTn>
                                        <p:tgtEl>
                                          <p:spTgt spid="13215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32155"/>
                                        </p:tgtEl>
                                        <p:attrNameLst>
                                          <p:attrName>style.visibility</p:attrName>
                                        </p:attrNameLst>
                                      </p:cBhvr>
                                      <p:to>
                                        <p:strVal val="visible"/>
                                      </p:to>
                                    </p:set>
                                    <p:animEffect transition="in" filter="wipe(left)">
                                      <p:cBhvr>
                                        <p:cTn id="48" dur="500"/>
                                        <p:tgtEl>
                                          <p:spTgt spid="132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46" grpId="0"/>
      <p:bldP spid="132151" grpId="0" animBg="1"/>
      <p:bldP spid="132152" grpId="0" animBg="1"/>
      <p:bldP spid="132153" grpId="0" animBg="1"/>
      <p:bldP spid="132155" grpId="0" animBg="1"/>
    </p:bldLst>
  </p:timing>
</p:sld>
</file>

<file path=ppt/theme/theme1.xml><?xml version="1.0" encoding="utf-8"?>
<a:theme xmlns:a="http://schemas.openxmlformats.org/drawingml/2006/main" name="默认设计模板">
  <a:themeElements>
    <a:clrScheme name="默认设计模板 8">
      <a:dk1>
        <a:srgbClr val="000000"/>
      </a:dk1>
      <a:lt1>
        <a:srgbClr val="000000"/>
      </a:lt1>
      <a:dk2>
        <a:srgbClr val="000000"/>
      </a:dk2>
      <a:lt2>
        <a:srgbClr val="808080"/>
      </a:lt2>
      <a:accent1>
        <a:srgbClr val="00CC99"/>
      </a:accent1>
      <a:accent2>
        <a:srgbClr val="3333CC"/>
      </a:accent2>
      <a:accent3>
        <a:srgbClr val="AAAAAA"/>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1" u="none" strike="noStrike" cap="none" normalizeH="0" baseline="0" smtClean="0">
            <a:ln>
              <a:noFill/>
            </a:ln>
            <a:solidFill>
              <a:schemeClr val="tx1"/>
            </a:solidFill>
            <a:effectLst/>
            <a:latin typeface="Symbol" panose="05050102010706020507" pitchFamily="18" charset="2"/>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0" i="1" u="none" strike="noStrike" cap="none" normalizeH="0" baseline="0" smtClean="0">
            <a:ln>
              <a:noFill/>
            </a:ln>
            <a:solidFill>
              <a:schemeClr val="tx1"/>
            </a:solidFill>
            <a:effectLst/>
            <a:latin typeface="Symbol" panose="05050102010706020507" pitchFamily="18" charset="2"/>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默认设计模板 8">
        <a:dk1>
          <a:srgbClr val="000000"/>
        </a:dk1>
        <a:lt1>
          <a:srgbClr val="000000"/>
        </a:lt1>
        <a:dk2>
          <a:srgbClr val="000000"/>
        </a:dk2>
        <a:lt2>
          <a:srgbClr val="808080"/>
        </a:lt2>
        <a:accent1>
          <a:srgbClr val="00CC99"/>
        </a:accent1>
        <a:accent2>
          <a:srgbClr val="3333CC"/>
        </a:accent2>
        <a:accent3>
          <a:srgbClr val="AAAAAA"/>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7666</Words>
  <Application>WPS 演示</Application>
  <PresentationFormat>全屏显示(4:3)</PresentationFormat>
  <Paragraphs>1286</Paragraphs>
  <Slides>69</Slides>
  <Notes>1</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501</vt:i4>
      </vt:variant>
      <vt:variant>
        <vt:lpstr>幻灯片标题</vt:lpstr>
      </vt:variant>
      <vt:variant>
        <vt:i4>69</vt:i4>
      </vt:variant>
    </vt:vector>
  </HeadingPairs>
  <TitlesOfParts>
    <vt:vector size="585" baseType="lpstr">
      <vt:lpstr>Arial</vt:lpstr>
      <vt:lpstr>宋体</vt:lpstr>
      <vt:lpstr>Wingdings</vt:lpstr>
      <vt:lpstr>Symbol</vt:lpstr>
      <vt:lpstr>Times New Roman</vt:lpstr>
      <vt:lpstr>隶书</vt:lpstr>
      <vt:lpstr>黑体</vt:lpstr>
      <vt:lpstr>Bookman Old Style</vt:lpstr>
      <vt:lpstr>微软雅黑</vt:lpstr>
      <vt:lpstr>Arial Unicode MS</vt:lpstr>
      <vt:lpstr>楷体_GB2312</vt:lpstr>
      <vt:lpstr>新宋体</vt:lpstr>
      <vt:lpstr>仿宋_GB2312</vt:lpstr>
      <vt:lpstr>仿宋</vt:lpstr>
      <vt:lpstr>默认设计模板</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王文伟</cp:lastModifiedBy>
  <cp:revision>267</cp:revision>
  <dcterms:created xsi:type="dcterms:W3CDTF">2005-06-24T09:15:00Z</dcterms:created>
  <dcterms:modified xsi:type="dcterms:W3CDTF">2021-03-23T03:10:42Z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